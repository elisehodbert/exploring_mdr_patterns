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17949" y="1543600"/>
              <a:ext cx="919170" cy="1395166"/>
            </a:xfrm>
            <a:custGeom>
              <a:avLst/>
              <a:pathLst>
                <a:path w="919170" h="1395166">
                  <a:moveTo>
                    <a:pt x="919170" y="0"/>
                  </a:moveTo>
                  <a:lnTo>
                    <a:pt x="0" y="1395166"/>
                  </a:lnTo>
                </a:path>
              </a:pathLst>
            </a:custGeom>
            <a:ln w="41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01106" y="1553340"/>
              <a:ext cx="952855" cy="1894082"/>
            </a:xfrm>
            <a:custGeom>
              <a:avLst/>
              <a:pathLst>
                <a:path w="952855" h="1894082">
                  <a:moveTo>
                    <a:pt x="952855" y="0"/>
                  </a:moveTo>
                  <a:lnTo>
                    <a:pt x="0" y="1894082"/>
                  </a:lnTo>
                </a:path>
              </a:pathLst>
            </a:custGeom>
            <a:ln w="31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86348" y="1561060"/>
              <a:ext cx="1392067" cy="3818202"/>
            </a:xfrm>
            <a:custGeom>
              <a:avLst/>
              <a:pathLst>
                <a:path w="1392067" h="3818202">
                  <a:moveTo>
                    <a:pt x="0" y="0"/>
                  </a:moveTo>
                  <a:lnTo>
                    <a:pt x="1392067" y="3818202"/>
                  </a:lnTo>
                </a:path>
              </a:pathLst>
            </a:custGeom>
            <a:ln w="57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02993" y="1561060"/>
              <a:ext cx="868834" cy="2383065"/>
            </a:xfrm>
            <a:custGeom>
              <a:avLst/>
              <a:pathLst>
                <a:path w="868834" h="2383065">
                  <a:moveTo>
                    <a:pt x="868834" y="0"/>
                  </a:moveTo>
                  <a:lnTo>
                    <a:pt x="0" y="2383065"/>
                  </a:lnTo>
                </a:path>
              </a:pathLst>
            </a:custGeom>
            <a:ln w="136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17396" y="1566652"/>
              <a:ext cx="673078" cy="2835136"/>
            </a:xfrm>
            <a:custGeom>
              <a:avLst/>
              <a:pathLst>
                <a:path w="673078" h="2835136">
                  <a:moveTo>
                    <a:pt x="673078" y="0"/>
                  </a:moveTo>
                  <a:lnTo>
                    <a:pt x="0" y="2835136"/>
                  </a:lnTo>
                </a:path>
              </a:pathLst>
            </a:custGeom>
            <a:ln w="200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32006" y="1570038"/>
              <a:ext cx="377643" cy="3225478"/>
            </a:xfrm>
            <a:custGeom>
              <a:avLst/>
              <a:pathLst>
                <a:path w="377643" h="3225478">
                  <a:moveTo>
                    <a:pt x="377643" y="0"/>
                  </a:moveTo>
                  <a:lnTo>
                    <a:pt x="0" y="3225478"/>
                  </a:lnTo>
                </a:path>
              </a:pathLst>
            </a:custGeom>
            <a:ln w="41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53293" y="1531973"/>
              <a:ext cx="768235" cy="913998"/>
            </a:xfrm>
            <a:custGeom>
              <a:avLst/>
              <a:pathLst>
                <a:path w="768235" h="913998">
                  <a:moveTo>
                    <a:pt x="768235" y="0"/>
                  </a:moveTo>
                  <a:lnTo>
                    <a:pt x="0" y="913998"/>
                  </a:lnTo>
                </a:path>
              </a:pathLst>
            </a:custGeom>
            <a:ln w="26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704214" y="1553340"/>
              <a:ext cx="1853794" cy="3684963"/>
            </a:xfrm>
            <a:custGeom>
              <a:avLst/>
              <a:pathLst>
                <a:path w="1853794" h="3684963">
                  <a:moveTo>
                    <a:pt x="0" y="0"/>
                  </a:moveTo>
                  <a:lnTo>
                    <a:pt x="1853794" y="3684963"/>
                  </a:lnTo>
                </a:path>
              </a:pathLst>
            </a:custGeom>
            <a:ln w="30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41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21057" y="1543600"/>
              <a:ext cx="2269814" cy="3445246"/>
            </a:xfrm>
            <a:custGeom>
              <a:avLst/>
              <a:pathLst>
                <a:path w="2269814" h="3445246">
                  <a:moveTo>
                    <a:pt x="0" y="0"/>
                  </a:moveTo>
                  <a:lnTo>
                    <a:pt x="2269814" y="3445246"/>
                  </a:lnTo>
                </a:path>
              </a:pathLst>
            </a:custGeom>
            <a:ln w="30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200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30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34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80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70813" y="1370958"/>
              <a:ext cx="2817489" cy="1623926"/>
            </a:xfrm>
            <a:custGeom>
              <a:avLst/>
              <a:pathLst>
                <a:path w="2817489" h="1623926">
                  <a:moveTo>
                    <a:pt x="2817489" y="0"/>
                  </a:moveTo>
                  <a:lnTo>
                    <a:pt x="0" y="1623926"/>
                  </a:lnTo>
                </a:path>
              </a:pathLst>
            </a:custGeom>
            <a:ln w="38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60150" y="1387197"/>
              <a:ext cx="2838815" cy="2109844"/>
            </a:xfrm>
            <a:custGeom>
              <a:avLst/>
              <a:pathLst>
                <a:path w="2838815" h="2109844">
                  <a:moveTo>
                    <a:pt x="2838815" y="0"/>
                  </a:moveTo>
                  <a:lnTo>
                    <a:pt x="0" y="2109844"/>
                  </a:lnTo>
                </a:path>
              </a:pathLst>
            </a:custGeom>
            <a:ln w="30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159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67423" y="1402094"/>
              <a:ext cx="2744021" cy="2584471"/>
            </a:xfrm>
            <a:custGeom>
              <a:avLst/>
              <a:pathLst>
                <a:path w="2744021" h="2584471">
                  <a:moveTo>
                    <a:pt x="2744021" y="0"/>
                  </a:moveTo>
                  <a:lnTo>
                    <a:pt x="0" y="2584471"/>
                  </a:lnTo>
                </a:path>
              </a:pathLst>
            </a:custGeom>
            <a:ln w="41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86343" y="1415448"/>
              <a:ext cx="2539232" cy="3021019"/>
            </a:xfrm>
            <a:custGeom>
              <a:avLst/>
              <a:pathLst>
                <a:path w="2539232" h="3021019">
                  <a:moveTo>
                    <a:pt x="2539232" y="0"/>
                  </a:moveTo>
                  <a:lnTo>
                    <a:pt x="0" y="3021019"/>
                  </a:lnTo>
                </a:path>
              </a:pathLst>
            </a:custGeom>
            <a:ln w="28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38950" y="1335350"/>
              <a:ext cx="2434018" cy="727464"/>
            </a:xfrm>
            <a:custGeom>
              <a:avLst/>
              <a:pathLst>
                <a:path w="2434018" h="727464">
                  <a:moveTo>
                    <a:pt x="2434018" y="0"/>
                  </a:moveTo>
                  <a:lnTo>
                    <a:pt x="0" y="727464"/>
                  </a:lnTo>
                </a:path>
              </a:pathLst>
            </a:custGeom>
            <a:ln w="28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304535" y="1427075"/>
              <a:ext cx="2236631" cy="3394879"/>
            </a:xfrm>
            <a:custGeom>
              <a:avLst/>
              <a:pathLst>
                <a:path w="2236631" h="3394879">
                  <a:moveTo>
                    <a:pt x="2236631" y="0"/>
                  </a:moveTo>
                  <a:lnTo>
                    <a:pt x="0" y="3394879"/>
                  </a:lnTo>
                </a:path>
              </a:pathLst>
            </a:custGeom>
            <a:ln w="41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99270" y="1353597"/>
              <a:ext cx="2680328" cy="1154224"/>
            </a:xfrm>
            <a:custGeom>
              <a:avLst/>
              <a:pathLst>
                <a:path w="2680328" h="1154224">
                  <a:moveTo>
                    <a:pt x="2680328" y="0"/>
                  </a:moveTo>
                  <a:lnTo>
                    <a:pt x="0" y="1154224"/>
                  </a:lnTo>
                </a:path>
              </a:pathLst>
            </a:custGeom>
            <a:ln w="28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33135" y="1454647"/>
              <a:ext cx="0" cy="3765824"/>
            </a:xfrm>
            <a:custGeom>
              <a:avLst/>
              <a:pathLst>
                <a:path w="0" h="3765824">
                  <a:moveTo>
                    <a:pt x="0" y="0"/>
                  </a:moveTo>
                  <a:lnTo>
                    <a:pt x="0" y="3765824"/>
                  </a:lnTo>
                </a:path>
              </a:pathLst>
            </a:custGeom>
            <a:ln w="269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41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48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52574" y="1453513"/>
              <a:ext cx="410826" cy="3508894"/>
            </a:xfrm>
            <a:custGeom>
              <a:avLst/>
              <a:pathLst>
                <a:path w="410826" h="3508894">
                  <a:moveTo>
                    <a:pt x="0" y="0"/>
                  </a:moveTo>
                  <a:lnTo>
                    <a:pt x="410826" y="3508894"/>
                  </a:lnTo>
                </a:path>
              </a:pathLst>
            </a:custGeom>
            <a:ln w="47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41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57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41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41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73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25980" y="3245529"/>
              <a:ext cx="0" cy="184060"/>
            </a:xfrm>
            <a:custGeom>
              <a:avLst/>
              <a:pathLst>
                <a:path w="0" h="184060">
                  <a:moveTo>
                    <a:pt x="0" y="0"/>
                  </a:moveTo>
                  <a:lnTo>
                    <a:pt x="0" y="184060"/>
                  </a:lnTo>
                </a:path>
              </a:pathLst>
            </a:custGeom>
            <a:ln w="26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47670" y="3192976"/>
              <a:ext cx="2366315" cy="2228726"/>
            </a:xfrm>
            <a:custGeom>
              <a:avLst/>
              <a:pathLst>
                <a:path w="2366315" h="2228726">
                  <a:moveTo>
                    <a:pt x="0" y="0"/>
                  </a:moveTo>
                  <a:lnTo>
                    <a:pt x="2366315" y="2228726"/>
                  </a:lnTo>
                </a:path>
              </a:pathLst>
            </a:custGeom>
            <a:ln w="41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45420" y="3244395"/>
              <a:ext cx="80874" cy="690751"/>
            </a:xfrm>
            <a:custGeom>
              <a:avLst/>
              <a:pathLst>
                <a:path w="80874" h="690751">
                  <a:moveTo>
                    <a:pt x="0" y="0"/>
                  </a:moveTo>
                  <a:lnTo>
                    <a:pt x="80874" y="690751"/>
                  </a:lnTo>
                </a:path>
              </a:pathLst>
            </a:custGeom>
            <a:ln w="90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564594" y="3241008"/>
              <a:ext cx="275576" cy="1160780"/>
            </a:xfrm>
            <a:custGeom>
              <a:avLst/>
              <a:pathLst>
                <a:path w="275576" h="1160780">
                  <a:moveTo>
                    <a:pt x="0" y="0"/>
                  </a:moveTo>
                  <a:lnTo>
                    <a:pt x="275576" y="1160780"/>
                  </a:lnTo>
                </a:path>
              </a:pathLst>
            </a:custGeom>
            <a:ln w="34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583240" y="3235416"/>
              <a:ext cx="572065" cy="1569078"/>
            </a:xfrm>
            <a:custGeom>
              <a:avLst/>
              <a:pathLst>
                <a:path w="572065" h="1569078">
                  <a:moveTo>
                    <a:pt x="0" y="0"/>
                  </a:moveTo>
                  <a:lnTo>
                    <a:pt x="572065" y="1569078"/>
                  </a:lnTo>
                </a:path>
              </a:pathLst>
            </a:custGeom>
            <a:ln w="41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60150" y="3178078"/>
              <a:ext cx="2838815" cy="2109844"/>
            </a:xfrm>
            <a:custGeom>
              <a:avLst/>
              <a:pathLst>
                <a:path w="2838815" h="2109844">
                  <a:moveTo>
                    <a:pt x="0" y="0"/>
                  </a:moveTo>
                  <a:lnTo>
                    <a:pt x="2838815" y="2109844"/>
                  </a:lnTo>
                </a:path>
              </a:pathLst>
            </a:custGeom>
            <a:ln w="96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86147" y="3126231"/>
              <a:ext cx="3899578" cy="1165481"/>
            </a:xfrm>
            <a:custGeom>
              <a:avLst/>
              <a:pathLst>
                <a:path w="3899578" h="1165481">
                  <a:moveTo>
                    <a:pt x="0" y="0"/>
                  </a:moveTo>
                  <a:lnTo>
                    <a:pt x="3899578" y="1165481"/>
                  </a:lnTo>
                </a:path>
              </a:pathLst>
            </a:custGeom>
            <a:ln w="38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70813" y="3161839"/>
              <a:ext cx="3267194" cy="1883124"/>
            </a:xfrm>
            <a:custGeom>
              <a:avLst/>
              <a:pathLst>
                <a:path w="3267194" h="1883124">
                  <a:moveTo>
                    <a:pt x="0" y="0"/>
                  </a:moveTo>
                  <a:lnTo>
                    <a:pt x="3267194" y="1883124"/>
                  </a:lnTo>
                </a:path>
              </a:pathLst>
            </a:custGeom>
            <a:ln w="41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79517" y="3144479"/>
              <a:ext cx="3627493" cy="1562100"/>
            </a:xfrm>
            <a:custGeom>
              <a:avLst/>
              <a:pathLst>
                <a:path w="3627493" h="1562100">
                  <a:moveTo>
                    <a:pt x="0" y="0"/>
                  </a:moveTo>
                  <a:lnTo>
                    <a:pt x="3627493" y="1562100"/>
                  </a:lnTo>
                </a:path>
              </a:pathLst>
            </a:custGeom>
            <a:ln w="107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90616" y="3107342"/>
              <a:ext cx="4068242" cy="716127"/>
            </a:xfrm>
            <a:custGeom>
              <a:avLst/>
              <a:pathLst>
                <a:path w="4068242" h="716127">
                  <a:moveTo>
                    <a:pt x="0" y="0"/>
                  </a:moveTo>
                  <a:lnTo>
                    <a:pt x="4068242" y="716127"/>
                  </a:lnTo>
                </a:path>
              </a:pathLst>
            </a:custGeom>
            <a:ln w="38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60150" y="3696474"/>
              <a:ext cx="2341355" cy="1740125"/>
            </a:xfrm>
            <a:custGeom>
              <a:avLst/>
              <a:pathLst>
                <a:path w="2341355" h="1740125">
                  <a:moveTo>
                    <a:pt x="0" y="0"/>
                  </a:moveTo>
                  <a:lnTo>
                    <a:pt x="2341355" y="1740125"/>
                  </a:lnTo>
                </a:path>
              </a:pathLst>
            </a:custGeom>
            <a:ln w="41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64594" y="3759404"/>
              <a:ext cx="42526" cy="179128"/>
            </a:xfrm>
            <a:custGeom>
              <a:avLst/>
              <a:pathLst>
                <a:path w="42526" h="179128">
                  <a:moveTo>
                    <a:pt x="0" y="0"/>
                  </a:moveTo>
                  <a:lnTo>
                    <a:pt x="42526" y="179128"/>
                  </a:lnTo>
                </a:path>
              </a:pathLst>
            </a:custGeom>
            <a:ln w="107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83240" y="3753812"/>
              <a:ext cx="238282" cy="653568"/>
            </a:xfrm>
            <a:custGeom>
              <a:avLst/>
              <a:pathLst>
                <a:path w="238282" h="653568">
                  <a:moveTo>
                    <a:pt x="0" y="0"/>
                  </a:moveTo>
                  <a:lnTo>
                    <a:pt x="238282" y="653568"/>
                  </a:lnTo>
                </a:path>
              </a:pathLst>
            </a:custGeom>
            <a:ln w="40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01106" y="3746093"/>
              <a:ext cx="536333" cy="1066121"/>
            </a:xfrm>
            <a:custGeom>
              <a:avLst/>
              <a:pathLst>
                <a:path w="536333" h="1066121">
                  <a:moveTo>
                    <a:pt x="0" y="0"/>
                  </a:moveTo>
                  <a:lnTo>
                    <a:pt x="536333" y="1066121"/>
                  </a:lnTo>
                </a:path>
              </a:pathLst>
            </a:custGeom>
            <a:ln w="41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70813" y="3680235"/>
              <a:ext cx="2817489" cy="1623926"/>
            </a:xfrm>
            <a:custGeom>
              <a:avLst/>
              <a:pathLst>
                <a:path w="2817489" h="1623926">
                  <a:moveTo>
                    <a:pt x="0" y="0"/>
                  </a:moveTo>
                  <a:lnTo>
                    <a:pt x="2817489" y="1623926"/>
                  </a:lnTo>
                </a:path>
              </a:pathLst>
            </a:custGeom>
            <a:ln w="107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90616" y="3625738"/>
              <a:ext cx="3890639" cy="684864"/>
            </a:xfrm>
            <a:custGeom>
              <a:avLst/>
              <a:pathLst>
                <a:path w="3890639" h="684864">
                  <a:moveTo>
                    <a:pt x="0" y="0"/>
                  </a:moveTo>
                  <a:lnTo>
                    <a:pt x="3890639" y="684864"/>
                  </a:lnTo>
                </a:path>
              </a:pathLst>
            </a:custGeom>
            <a:ln w="49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79517" y="3662875"/>
              <a:ext cx="3249786" cy="1399449"/>
            </a:xfrm>
            <a:custGeom>
              <a:avLst/>
              <a:pathLst>
                <a:path w="3249786" h="1399449">
                  <a:moveTo>
                    <a:pt x="0" y="0"/>
                  </a:moveTo>
                  <a:lnTo>
                    <a:pt x="3249786" y="1399449"/>
                  </a:lnTo>
                </a:path>
              </a:pathLst>
            </a:custGeom>
            <a:ln w="41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86147" y="3644627"/>
              <a:ext cx="3614232" cy="1080199"/>
            </a:xfrm>
            <a:custGeom>
              <a:avLst/>
              <a:pathLst>
                <a:path w="3614232" h="1080199">
                  <a:moveTo>
                    <a:pt x="0" y="0"/>
                  </a:moveTo>
                  <a:lnTo>
                    <a:pt x="3614232" y="1080199"/>
                  </a:lnTo>
                </a:path>
              </a:pathLst>
            </a:custGeom>
            <a:ln w="111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92866" y="3606461"/>
              <a:ext cx="4063743" cy="236285"/>
            </a:xfrm>
            <a:custGeom>
              <a:avLst/>
              <a:pathLst>
                <a:path w="4063743" h="236285">
                  <a:moveTo>
                    <a:pt x="0" y="0"/>
                  </a:moveTo>
                  <a:lnTo>
                    <a:pt x="4063743" y="236285"/>
                  </a:lnTo>
                </a:path>
              </a:pathLst>
            </a:custGeom>
            <a:ln w="50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41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1114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50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41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257366" y="3967065"/>
              <a:ext cx="1544438" cy="1454637"/>
            </a:xfrm>
            <a:custGeom>
              <a:avLst/>
              <a:pathLst>
                <a:path w="1544438" h="1454637">
                  <a:moveTo>
                    <a:pt x="0" y="1454637"/>
                  </a:moveTo>
                  <a:lnTo>
                    <a:pt x="1544438" y="0"/>
                  </a:lnTo>
                </a:path>
              </a:pathLst>
            </a:custGeom>
            <a:ln w="34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90566" y="4184657"/>
              <a:ext cx="2200277" cy="1268181"/>
            </a:xfrm>
            <a:custGeom>
              <a:avLst/>
              <a:pathLst>
                <a:path w="2200277" h="1268181">
                  <a:moveTo>
                    <a:pt x="0" y="0"/>
                  </a:moveTo>
                  <a:lnTo>
                    <a:pt x="2200277" y="1268181"/>
                  </a:lnTo>
                </a:path>
              </a:pathLst>
            </a:custGeom>
            <a:ln w="211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20859" y="4250515"/>
              <a:ext cx="82797" cy="164584"/>
            </a:xfrm>
            <a:custGeom>
              <a:avLst/>
              <a:pathLst>
                <a:path w="82797" h="164584">
                  <a:moveTo>
                    <a:pt x="0" y="0"/>
                  </a:moveTo>
                  <a:lnTo>
                    <a:pt x="82797" y="164584"/>
                  </a:lnTo>
                </a:path>
              </a:pathLst>
            </a:custGeom>
            <a:ln w="38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737702" y="4240775"/>
              <a:ext cx="382895" cy="581179"/>
            </a:xfrm>
            <a:custGeom>
              <a:avLst/>
              <a:pathLst>
                <a:path w="382895" h="581179">
                  <a:moveTo>
                    <a:pt x="0" y="0"/>
                  </a:moveTo>
                  <a:lnTo>
                    <a:pt x="382895" y="581179"/>
                  </a:lnTo>
                </a:path>
              </a:pathLst>
            </a:custGeom>
            <a:ln w="41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99270" y="4167297"/>
              <a:ext cx="2680328" cy="1154224"/>
            </a:xfrm>
            <a:custGeom>
              <a:avLst/>
              <a:pathLst>
                <a:path w="2680328" h="1154224">
                  <a:moveTo>
                    <a:pt x="0" y="0"/>
                  </a:moveTo>
                  <a:lnTo>
                    <a:pt x="2680328" y="1154224"/>
                  </a:lnTo>
                </a:path>
              </a:pathLst>
            </a:custGeom>
            <a:ln w="248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812619" y="4110883"/>
              <a:ext cx="3766388" cy="218995"/>
            </a:xfrm>
            <a:custGeom>
              <a:avLst/>
              <a:pathLst>
                <a:path w="3766388" h="218995">
                  <a:moveTo>
                    <a:pt x="0" y="0"/>
                  </a:moveTo>
                  <a:lnTo>
                    <a:pt x="3766388" y="218995"/>
                  </a:lnTo>
                </a:path>
              </a:pathLst>
            </a:custGeom>
            <a:ln w="38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05900" y="4149050"/>
              <a:ext cx="3116772" cy="931521"/>
            </a:xfrm>
            <a:custGeom>
              <a:avLst/>
              <a:pathLst>
                <a:path w="3116772" h="931521">
                  <a:moveTo>
                    <a:pt x="0" y="0"/>
                  </a:moveTo>
                  <a:lnTo>
                    <a:pt x="3116772" y="931521"/>
                  </a:lnTo>
                </a:path>
              </a:pathLst>
            </a:custGeom>
            <a:ln w="34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810369" y="4130161"/>
              <a:ext cx="3485540" cy="613555"/>
            </a:xfrm>
            <a:custGeom>
              <a:avLst/>
              <a:pathLst>
                <a:path w="3485540" h="613555">
                  <a:moveTo>
                    <a:pt x="0" y="0"/>
                  </a:moveTo>
                  <a:lnTo>
                    <a:pt x="3485540" y="613555"/>
                  </a:lnTo>
                </a:path>
              </a:pathLst>
            </a:custGeom>
            <a:ln w="292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12619" y="3862154"/>
              <a:ext cx="3943990" cy="229322"/>
            </a:xfrm>
            <a:custGeom>
              <a:avLst/>
              <a:pathLst>
                <a:path w="3943990" h="229322">
                  <a:moveTo>
                    <a:pt x="0" y="229322"/>
                  </a:moveTo>
                  <a:lnTo>
                    <a:pt x="3943990" y="0"/>
                  </a:lnTo>
                </a:path>
              </a:pathLst>
            </a:custGeom>
            <a:ln w="33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032320" y="4630552"/>
              <a:ext cx="1949819" cy="839647"/>
            </a:xfrm>
            <a:custGeom>
              <a:avLst/>
              <a:pathLst>
                <a:path w="1949819" h="839647">
                  <a:moveTo>
                    <a:pt x="0" y="0"/>
                  </a:moveTo>
                  <a:lnTo>
                    <a:pt x="1949819" y="839647"/>
                  </a:lnTo>
                </a:path>
              </a:pathLst>
            </a:custGeom>
            <a:ln w="220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986343" y="4692403"/>
              <a:ext cx="118663" cy="141178"/>
            </a:xfrm>
            <a:custGeom>
              <a:avLst/>
              <a:pathLst>
                <a:path w="118663" h="141178">
                  <a:moveTo>
                    <a:pt x="0" y="0"/>
                  </a:moveTo>
                  <a:lnTo>
                    <a:pt x="118663" y="141178"/>
                  </a:lnTo>
                </a:path>
              </a:pathLst>
            </a:custGeom>
            <a:ln w="31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038950" y="4612305"/>
              <a:ext cx="2434018" cy="727464"/>
            </a:xfrm>
            <a:custGeom>
              <a:avLst/>
              <a:pathLst>
                <a:path w="2434018" h="727464">
                  <a:moveTo>
                    <a:pt x="0" y="0"/>
                  </a:moveTo>
                  <a:lnTo>
                    <a:pt x="2434018" y="727464"/>
                  </a:lnTo>
                </a:path>
              </a:pathLst>
            </a:custGeom>
            <a:ln w="31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045669" y="4349286"/>
              <a:ext cx="3533338" cy="205445"/>
            </a:xfrm>
            <a:custGeom>
              <a:avLst/>
              <a:pathLst>
                <a:path w="3533338" h="205445">
                  <a:moveTo>
                    <a:pt x="0" y="205445"/>
                  </a:moveTo>
                  <a:lnTo>
                    <a:pt x="3533338" y="0"/>
                  </a:lnTo>
                </a:path>
              </a:pathLst>
            </a:custGeom>
            <a:ln w="38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043419" y="4593416"/>
              <a:ext cx="2874784" cy="506044"/>
            </a:xfrm>
            <a:custGeom>
              <a:avLst/>
              <a:pathLst>
                <a:path w="2874784" h="506044">
                  <a:moveTo>
                    <a:pt x="0" y="0"/>
                  </a:moveTo>
                  <a:lnTo>
                    <a:pt x="2874784" y="506044"/>
                  </a:lnTo>
                </a:path>
              </a:pathLst>
            </a:custGeom>
            <a:ln w="236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045669" y="4574139"/>
              <a:ext cx="3247992" cy="188853"/>
            </a:xfrm>
            <a:custGeom>
              <a:avLst/>
              <a:pathLst>
                <a:path w="3247992" h="188853">
                  <a:moveTo>
                    <a:pt x="0" y="0"/>
                  </a:moveTo>
                  <a:lnTo>
                    <a:pt x="3247992" y="188853"/>
                  </a:lnTo>
                </a:path>
              </a:pathLst>
            </a:custGeom>
            <a:ln w="42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043419" y="3881431"/>
              <a:ext cx="3715439" cy="654023"/>
            </a:xfrm>
            <a:custGeom>
              <a:avLst/>
              <a:pathLst>
                <a:path w="3715439" h="654023">
                  <a:moveTo>
                    <a:pt x="0" y="654023"/>
                  </a:moveTo>
                  <a:lnTo>
                    <a:pt x="3715439" y="0"/>
                  </a:lnTo>
                </a:path>
              </a:pathLst>
            </a:custGeom>
            <a:ln w="239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583240" y="2267739"/>
              <a:ext cx="238282" cy="653568"/>
            </a:xfrm>
            <a:custGeom>
              <a:avLst/>
              <a:pathLst>
                <a:path w="238282" h="653568">
                  <a:moveTo>
                    <a:pt x="238282" y="0"/>
                  </a:moveTo>
                  <a:lnTo>
                    <a:pt x="0" y="653568"/>
                  </a:lnTo>
                </a:path>
              </a:pathLst>
            </a:custGeom>
            <a:ln w="31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64594" y="2273330"/>
              <a:ext cx="275576" cy="1160780"/>
            </a:xfrm>
            <a:custGeom>
              <a:avLst/>
              <a:pathLst>
                <a:path w="275576" h="1160780">
                  <a:moveTo>
                    <a:pt x="275576" y="0"/>
                  </a:moveTo>
                  <a:lnTo>
                    <a:pt x="0" y="1160780"/>
                  </a:lnTo>
                </a:path>
              </a:pathLst>
            </a:custGeom>
            <a:ln w="31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970752" y="2250279"/>
              <a:ext cx="2072955" cy="3146443"/>
            </a:xfrm>
            <a:custGeom>
              <a:avLst/>
              <a:pathLst>
                <a:path w="2072955" h="3146443">
                  <a:moveTo>
                    <a:pt x="0" y="0"/>
                  </a:moveTo>
                  <a:lnTo>
                    <a:pt x="2072955" y="3146443"/>
                  </a:lnTo>
                </a:path>
              </a:pathLst>
            </a:custGeom>
            <a:ln w="41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65173" y="2276717"/>
              <a:ext cx="194171" cy="1658429"/>
            </a:xfrm>
            <a:custGeom>
              <a:avLst/>
              <a:pathLst>
                <a:path w="194171" h="1658429">
                  <a:moveTo>
                    <a:pt x="194171" y="0"/>
                  </a:moveTo>
                  <a:lnTo>
                    <a:pt x="0" y="1658429"/>
                  </a:lnTo>
                </a:path>
              </a:pathLst>
            </a:custGeom>
            <a:ln w="241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78783" y="2277851"/>
              <a:ext cx="0" cy="2119416"/>
            </a:xfrm>
            <a:custGeom>
              <a:avLst/>
              <a:pathLst>
                <a:path w="0" h="2119416">
                  <a:moveTo>
                    <a:pt x="0" y="0"/>
                  </a:moveTo>
                  <a:lnTo>
                    <a:pt x="0" y="2119416"/>
                  </a:lnTo>
                </a:path>
              </a:pathLst>
            </a:custGeom>
            <a:ln w="31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98223" y="2276717"/>
              <a:ext cx="294904" cy="2518799"/>
            </a:xfrm>
            <a:custGeom>
              <a:avLst/>
              <a:pathLst>
                <a:path w="294904" h="2518799">
                  <a:moveTo>
                    <a:pt x="0" y="0"/>
                  </a:moveTo>
                  <a:lnTo>
                    <a:pt x="294904" y="2518799"/>
                  </a:lnTo>
                </a:path>
              </a:pathLst>
            </a:custGeom>
            <a:ln w="416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986343" y="2238652"/>
              <a:ext cx="2539232" cy="3021019"/>
            </a:xfrm>
            <a:custGeom>
              <a:avLst/>
              <a:pathLst>
                <a:path w="2539232" h="3021019">
                  <a:moveTo>
                    <a:pt x="0" y="0"/>
                  </a:moveTo>
                  <a:lnTo>
                    <a:pt x="2539232" y="3021019"/>
                  </a:lnTo>
                </a:path>
              </a:pathLst>
            </a:custGeom>
            <a:ln w="241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023616" y="2194161"/>
              <a:ext cx="3577444" cy="2061944"/>
            </a:xfrm>
            <a:custGeom>
              <a:avLst/>
              <a:pathLst>
                <a:path w="3577444" h="2061944">
                  <a:moveTo>
                    <a:pt x="0" y="0"/>
                  </a:moveTo>
                  <a:lnTo>
                    <a:pt x="3577444" y="2061944"/>
                  </a:lnTo>
                </a:path>
              </a:pathLst>
            </a:custGeom>
            <a:ln w="241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000473" y="2225298"/>
              <a:ext cx="2960676" cy="2788528"/>
            </a:xfrm>
            <a:custGeom>
              <a:avLst/>
              <a:pathLst>
                <a:path w="2960676" h="2788528">
                  <a:moveTo>
                    <a:pt x="0" y="0"/>
                  </a:moveTo>
                  <a:lnTo>
                    <a:pt x="2960676" y="2788528"/>
                  </a:lnTo>
                </a:path>
              </a:pathLst>
            </a:custGeom>
            <a:ln w="126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012953" y="2210400"/>
              <a:ext cx="3313423" cy="2462579"/>
            </a:xfrm>
            <a:custGeom>
              <a:avLst/>
              <a:pathLst>
                <a:path w="3313423" h="2462579">
                  <a:moveTo>
                    <a:pt x="0" y="0"/>
                  </a:moveTo>
                  <a:lnTo>
                    <a:pt x="3313423" y="2462579"/>
                  </a:lnTo>
                </a:path>
              </a:pathLst>
            </a:custGeom>
            <a:ln w="136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032320" y="2176801"/>
              <a:ext cx="3737638" cy="1609532"/>
            </a:xfrm>
            <a:custGeom>
              <a:avLst/>
              <a:pathLst>
                <a:path w="3737638" h="1609532">
                  <a:moveTo>
                    <a:pt x="0" y="0"/>
                  </a:moveTo>
                  <a:lnTo>
                    <a:pt x="3737638" y="1609532"/>
                  </a:lnTo>
                </a:path>
              </a:pathLst>
            </a:custGeom>
            <a:ln w="122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372733" y="5009419"/>
              <a:ext cx="1602775" cy="479027"/>
            </a:xfrm>
            <a:custGeom>
              <a:avLst/>
              <a:pathLst>
                <a:path w="1602775" h="479027">
                  <a:moveTo>
                    <a:pt x="0" y="0"/>
                  </a:moveTo>
                  <a:lnTo>
                    <a:pt x="1602775" y="479027"/>
                  </a:lnTo>
                </a:path>
              </a:pathLst>
            </a:custGeom>
            <a:ln w="126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377202" y="4990530"/>
              <a:ext cx="2091296" cy="368128"/>
            </a:xfrm>
            <a:custGeom>
              <a:avLst/>
              <a:pathLst>
                <a:path w="2091296" h="368128">
                  <a:moveTo>
                    <a:pt x="0" y="0"/>
                  </a:moveTo>
                  <a:lnTo>
                    <a:pt x="2091296" y="368128"/>
                  </a:lnTo>
                </a:path>
              </a:pathLst>
            </a:custGeom>
            <a:ln w="269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377202" y="4368564"/>
              <a:ext cx="3204053" cy="564005"/>
            </a:xfrm>
            <a:custGeom>
              <a:avLst/>
              <a:pathLst>
                <a:path w="3204053" h="564005">
                  <a:moveTo>
                    <a:pt x="0" y="564005"/>
                  </a:moveTo>
                  <a:lnTo>
                    <a:pt x="3204053" y="0"/>
                  </a:lnTo>
                </a:path>
              </a:pathLst>
            </a:custGeom>
            <a:ln w="72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379452" y="4971253"/>
              <a:ext cx="2536502" cy="147484"/>
            </a:xfrm>
            <a:custGeom>
              <a:avLst/>
              <a:pathLst>
                <a:path w="2536502" h="147484">
                  <a:moveTo>
                    <a:pt x="0" y="0"/>
                  </a:moveTo>
                  <a:lnTo>
                    <a:pt x="2536502" y="147484"/>
                  </a:lnTo>
                </a:path>
              </a:pathLst>
            </a:custGeom>
            <a:ln w="76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379452" y="4782400"/>
              <a:ext cx="2914209" cy="169446"/>
            </a:xfrm>
            <a:custGeom>
              <a:avLst/>
              <a:pathLst>
                <a:path w="2914209" h="169446">
                  <a:moveTo>
                    <a:pt x="0" y="169446"/>
                  </a:moveTo>
                  <a:lnTo>
                    <a:pt x="2914209" y="0"/>
                  </a:lnTo>
                </a:path>
              </a:pathLst>
            </a:custGeom>
            <a:ln w="333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372733" y="3900320"/>
              <a:ext cx="3390594" cy="1013360"/>
            </a:xfrm>
            <a:custGeom>
              <a:avLst/>
              <a:pathLst>
                <a:path w="3390594" h="1013360">
                  <a:moveTo>
                    <a:pt x="0" y="1013360"/>
                  </a:moveTo>
                  <a:lnTo>
                    <a:pt x="3390594" y="0"/>
                  </a:lnTo>
                </a:path>
              </a:pathLst>
            </a:custGeom>
            <a:ln w="46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64594" y="2736586"/>
              <a:ext cx="42526" cy="179128"/>
            </a:xfrm>
            <a:custGeom>
              <a:avLst/>
              <a:pathLst>
                <a:path w="42526" h="179128">
                  <a:moveTo>
                    <a:pt x="42526" y="0"/>
                  </a:moveTo>
                  <a:lnTo>
                    <a:pt x="0" y="179128"/>
                  </a:lnTo>
                </a:path>
              </a:pathLst>
            </a:custGeom>
            <a:ln w="83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545420" y="2739972"/>
              <a:ext cx="80874" cy="690751"/>
            </a:xfrm>
            <a:custGeom>
              <a:avLst/>
              <a:pathLst>
                <a:path w="80874" h="690751">
                  <a:moveTo>
                    <a:pt x="80874" y="0"/>
                  </a:moveTo>
                  <a:lnTo>
                    <a:pt x="0" y="690751"/>
                  </a:lnTo>
                </a:path>
              </a:pathLst>
            </a:custGeom>
            <a:ln w="197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645733" y="2741107"/>
              <a:ext cx="0" cy="1192905"/>
            </a:xfrm>
            <a:custGeom>
              <a:avLst/>
              <a:pathLst>
                <a:path w="0" h="1192905">
                  <a:moveTo>
                    <a:pt x="0" y="0"/>
                  </a:moveTo>
                  <a:lnTo>
                    <a:pt x="0" y="1192905"/>
                  </a:lnTo>
                </a:path>
              </a:pathLst>
            </a:custGeom>
            <a:ln w="37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665173" y="2739972"/>
              <a:ext cx="194171" cy="1658429"/>
            </a:xfrm>
            <a:custGeom>
              <a:avLst/>
              <a:pathLst>
                <a:path w="194171" h="1658429">
                  <a:moveTo>
                    <a:pt x="0" y="0"/>
                  </a:moveTo>
                  <a:lnTo>
                    <a:pt x="194171" y="1658429"/>
                  </a:lnTo>
                </a:path>
              </a:pathLst>
            </a:custGeom>
            <a:ln w="197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799270" y="2640056"/>
              <a:ext cx="3793086" cy="1633409"/>
            </a:xfrm>
            <a:custGeom>
              <a:avLst/>
              <a:pathLst>
                <a:path w="3793086" h="1633409">
                  <a:moveTo>
                    <a:pt x="0" y="0"/>
                  </a:moveTo>
                  <a:lnTo>
                    <a:pt x="3793086" y="1633409"/>
                  </a:lnTo>
                </a:path>
              </a:pathLst>
            </a:custGeom>
            <a:ln w="47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790566" y="2657417"/>
              <a:ext cx="3525148" cy="2031801"/>
            </a:xfrm>
            <a:custGeom>
              <a:avLst/>
              <a:pathLst>
                <a:path w="3525148" h="2031801">
                  <a:moveTo>
                    <a:pt x="0" y="0"/>
                  </a:moveTo>
                  <a:lnTo>
                    <a:pt x="3525148" y="2031801"/>
                  </a:lnTo>
                </a:path>
              </a:pathLst>
            </a:custGeom>
            <a:ln w="37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3782625" y="1470122"/>
              <a:ext cx="2987333" cy="1286429"/>
            </a:xfrm>
            <a:custGeom>
              <a:avLst/>
              <a:pathLst>
                <a:path w="2987333" h="1286429">
                  <a:moveTo>
                    <a:pt x="2987333" y="1286429"/>
                  </a:moveTo>
                  <a:lnTo>
                    <a:pt x="0" y="0"/>
                  </a:lnTo>
                </a:path>
              </a:pathLst>
            </a:custGeom>
            <a:ln w="236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5740695" y="1415448"/>
              <a:ext cx="1075239" cy="1279252"/>
            </a:xfrm>
            <a:custGeom>
              <a:avLst/>
              <a:pathLst>
                <a:path w="1075239" h="1279252">
                  <a:moveTo>
                    <a:pt x="1075239" y="1279252"/>
                  </a:moveTo>
                  <a:lnTo>
                    <a:pt x="0" y="0"/>
                  </a:lnTo>
                </a:path>
              </a:pathLst>
            </a:custGeom>
            <a:ln w="49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692866" y="2832372"/>
              <a:ext cx="4063743" cy="236285"/>
            </a:xfrm>
            <a:custGeom>
              <a:avLst/>
              <a:pathLst>
                <a:path w="4063743" h="236285">
                  <a:moveTo>
                    <a:pt x="4063743" y="0"/>
                  </a:moveTo>
                  <a:lnTo>
                    <a:pt x="0" y="236285"/>
                  </a:lnTo>
                </a:path>
              </a:pathLst>
            </a:custGeom>
            <a:ln w="239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690616" y="2851650"/>
              <a:ext cx="4068242" cy="716127"/>
            </a:xfrm>
            <a:custGeom>
              <a:avLst/>
              <a:pathLst>
                <a:path w="4068242" h="716127">
                  <a:moveTo>
                    <a:pt x="4068242" y="0"/>
                  </a:moveTo>
                  <a:lnTo>
                    <a:pt x="0" y="716127"/>
                  </a:lnTo>
                </a:path>
              </a:pathLst>
            </a:custGeom>
            <a:ln w="46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5227644" y="2962264"/>
              <a:ext cx="1603881" cy="2434458"/>
            </a:xfrm>
            <a:custGeom>
              <a:avLst/>
              <a:pathLst>
                <a:path w="1603881" h="2434458">
                  <a:moveTo>
                    <a:pt x="1603881" y="0"/>
                  </a:moveTo>
                  <a:lnTo>
                    <a:pt x="0" y="2434458"/>
                  </a:lnTo>
                </a:path>
              </a:pathLst>
            </a:custGeom>
            <a:ln w="37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805900" y="2870539"/>
              <a:ext cx="3957427" cy="1182771"/>
            </a:xfrm>
            <a:custGeom>
              <a:avLst/>
              <a:pathLst>
                <a:path w="3957427" h="1182771">
                  <a:moveTo>
                    <a:pt x="3957427" y="0"/>
                  </a:moveTo>
                  <a:lnTo>
                    <a:pt x="0" y="1182771"/>
                  </a:lnTo>
                </a:path>
              </a:pathLst>
            </a:custGeom>
            <a:ln w="37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032320" y="2888786"/>
              <a:ext cx="3737638" cy="1609532"/>
            </a:xfrm>
            <a:custGeom>
              <a:avLst/>
              <a:pathLst>
                <a:path w="3737638" h="1609532">
                  <a:moveTo>
                    <a:pt x="3737638" y="0"/>
                  </a:moveTo>
                  <a:lnTo>
                    <a:pt x="0" y="1609532"/>
                  </a:lnTo>
                </a:path>
              </a:pathLst>
            </a:custGeom>
            <a:ln w="241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357399" y="2906146"/>
              <a:ext cx="3421263" cy="1971925"/>
            </a:xfrm>
            <a:custGeom>
              <a:avLst/>
              <a:pathLst>
                <a:path w="3421263" h="1971925">
                  <a:moveTo>
                    <a:pt x="3421263" y="0"/>
                  </a:moveTo>
                  <a:lnTo>
                    <a:pt x="0" y="1971925"/>
                  </a:lnTo>
                </a:path>
              </a:pathLst>
            </a:custGeom>
            <a:ln w="46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708261" y="2972004"/>
              <a:ext cx="1140107" cy="2266299"/>
            </a:xfrm>
            <a:custGeom>
              <a:avLst/>
              <a:pathLst>
                <a:path w="1140107" h="2266299">
                  <a:moveTo>
                    <a:pt x="1140107" y="0"/>
                  </a:moveTo>
                  <a:lnTo>
                    <a:pt x="0" y="2266299"/>
                  </a:lnTo>
                </a:path>
              </a:pathLst>
            </a:custGeom>
            <a:ln w="37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765332" y="2988702"/>
              <a:ext cx="138723" cy="1184847"/>
            </a:xfrm>
            <a:custGeom>
              <a:avLst/>
              <a:pathLst>
                <a:path w="138723" h="1184847">
                  <a:moveTo>
                    <a:pt x="138723" y="0"/>
                  </a:moveTo>
                  <a:lnTo>
                    <a:pt x="0" y="1184847"/>
                  </a:lnTo>
                </a:path>
              </a:pathLst>
            </a:custGeom>
            <a:ln w="241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140100" y="2979724"/>
              <a:ext cx="726134" cy="1991662"/>
            </a:xfrm>
            <a:custGeom>
              <a:avLst/>
              <a:pathLst>
                <a:path w="726134" h="1991662">
                  <a:moveTo>
                    <a:pt x="726134" y="0"/>
                  </a:moveTo>
                  <a:lnTo>
                    <a:pt x="0" y="1991662"/>
                  </a:lnTo>
                </a:path>
              </a:pathLst>
            </a:custGeom>
            <a:ln w="46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499160" y="2985316"/>
              <a:ext cx="385721" cy="1624733"/>
            </a:xfrm>
            <a:custGeom>
              <a:avLst/>
              <a:pathLst>
                <a:path w="385721" h="1624733">
                  <a:moveTo>
                    <a:pt x="385721" y="0"/>
                  </a:moveTo>
                  <a:lnTo>
                    <a:pt x="0" y="1624733"/>
                  </a:lnTo>
                </a:path>
              </a:pathLst>
            </a:custGeom>
            <a:ln w="57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257366" y="1253417"/>
              <a:ext cx="1544438" cy="1454637"/>
            </a:xfrm>
            <a:custGeom>
              <a:avLst/>
              <a:pathLst>
                <a:path w="1544438" h="1454637">
                  <a:moveTo>
                    <a:pt x="1544438" y="1454637"/>
                  </a:moveTo>
                  <a:lnTo>
                    <a:pt x="0" y="0"/>
                  </a:lnTo>
                </a:path>
              </a:pathLst>
            </a:custGeom>
            <a:ln w="117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803153" y="2492591"/>
              <a:ext cx="63081" cy="173023"/>
            </a:xfrm>
            <a:custGeom>
              <a:avLst/>
              <a:pathLst>
                <a:path w="63081" h="173023">
                  <a:moveTo>
                    <a:pt x="63081" y="173023"/>
                  </a:moveTo>
                  <a:lnTo>
                    <a:pt x="0" y="0"/>
                  </a:lnTo>
                </a:path>
              </a:pathLst>
            </a:custGeom>
            <a:ln w="31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923495" y="2989836"/>
              <a:ext cx="0" cy="695446"/>
            </a:xfrm>
            <a:custGeom>
              <a:avLst/>
              <a:pathLst>
                <a:path w="0" h="695446">
                  <a:moveTo>
                    <a:pt x="0" y="0"/>
                  </a:moveTo>
                  <a:lnTo>
                    <a:pt x="0" y="695446"/>
                  </a:lnTo>
                </a:path>
              </a:pathLst>
            </a:custGeom>
            <a:ln w="57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754825" y="4454197"/>
              <a:ext cx="869377" cy="818827"/>
            </a:xfrm>
            <a:custGeom>
              <a:avLst/>
              <a:pathLst>
                <a:path w="869377" h="818827">
                  <a:moveTo>
                    <a:pt x="0" y="818827"/>
                  </a:moveTo>
                  <a:lnTo>
                    <a:pt x="869377" y="0"/>
                  </a:lnTo>
                </a:path>
              </a:pathLst>
            </a:custGeom>
            <a:ln w="145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32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767305" y="4872413"/>
              <a:ext cx="559071" cy="415509"/>
            </a:xfrm>
            <a:custGeom>
              <a:avLst/>
              <a:pathLst>
                <a:path w="559071" h="415509">
                  <a:moveTo>
                    <a:pt x="0" y="415509"/>
                  </a:moveTo>
                  <a:lnTo>
                    <a:pt x="559071" y="0"/>
                  </a:lnTo>
                </a:path>
              </a:pathLst>
            </a:custGeom>
            <a:ln w="57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740695" y="3980418"/>
              <a:ext cx="1075239" cy="1279252"/>
            </a:xfrm>
            <a:custGeom>
              <a:avLst/>
              <a:pathLst>
                <a:path w="1075239" h="1279252">
                  <a:moveTo>
                    <a:pt x="0" y="1279252"/>
                  </a:moveTo>
                  <a:lnTo>
                    <a:pt x="1075239" y="0"/>
                  </a:lnTo>
                </a:path>
              </a:pathLst>
            </a:custGeom>
            <a:ln w="1360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38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633540" y="1236628"/>
              <a:ext cx="1876179" cy="2232161"/>
            </a:xfrm>
            <a:custGeom>
              <a:avLst/>
              <a:pathLst>
                <a:path w="1876179" h="2232161">
                  <a:moveTo>
                    <a:pt x="1876179" y="0"/>
                  </a:moveTo>
                  <a:lnTo>
                    <a:pt x="0" y="2232161"/>
                  </a:lnTo>
                </a:path>
              </a:pathLst>
            </a:custGeom>
            <a:ln w="57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737702" y="1248255"/>
              <a:ext cx="1787609" cy="2713329"/>
            </a:xfrm>
            <a:custGeom>
              <a:avLst/>
              <a:pathLst>
                <a:path w="1787609" h="2713329">
                  <a:moveTo>
                    <a:pt x="1787609" y="0"/>
                  </a:moveTo>
                  <a:lnTo>
                    <a:pt x="0" y="2713329"/>
                  </a:lnTo>
                </a:path>
              </a:pathLst>
            </a:custGeom>
            <a:ln w="161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953909" y="1257996"/>
              <a:ext cx="1588244" cy="3157104"/>
            </a:xfrm>
            <a:custGeom>
              <a:avLst/>
              <a:pathLst>
                <a:path w="1588244" h="3157104">
                  <a:moveTo>
                    <a:pt x="1588244" y="0"/>
                  </a:moveTo>
                  <a:lnTo>
                    <a:pt x="0" y="3157104"/>
                  </a:lnTo>
                </a:path>
              </a:pathLst>
            </a:custGeom>
            <a:ln w="39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57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6190400" y="4467551"/>
              <a:ext cx="447932" cy="532922"/>
            </a:xfrm>
            <a:custGeom>
              <a:avLst/>
              <a:pathLst>
                <a:path w="447932" h="532922">
                  <a:moveTo>
                    <a:pt x="0" y="532922"/>
                  </a:moveTo>
                  <a:lnTo>
                    <a:pt x="447932" y="0"/>
                  </a:lnTo>
                </a:path>
              </a:pathLst>
            </a:custGeom>
            <a:ln w="197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174809" y="3992045"/>
              <a:ext cx="656717" cy="996801"/>
            </a:xfrm>
            <a:custGeom>
              <a:avLst/>
              <a:pathLst>
                <a:path w="656717" h="996801">
                  <a:moveTo>
                    <a:pt x="0" y="996801"/>
                  </a:moveTo>
                  <a:lnTo>
                    <a:pt x="656717" y="0"/>
                  </a:lnTo>
                </a:path>
              </a:pathLst>
            </a:custGeom>
            <a:ln w="55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220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547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57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633540" y="1326647"/>
              <a:ext cx="1364794" cy="1623746"/>
            </a:xfrm>
            <a:custGeom>
              <a:avLst/>
              <a:pathLst>
                <a:path w="1364794" h="1623746">
                  <a:moveTo>
                    <a:pt x="1364794" y="0"/>
                  </a:moveTo>
                  <a:lnTo>
                    <a:pt x="0" y="1623746"/>
                  </a:lnTo>
                </a:path>
              </a:pathLst>
            </a:custGeom>
            <a:ln w="57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2617949" y="1338274"/>
              <a:ext cx="1395976" cy="2118888"/>
            </a:xfrm>
            <a:custGeom>
              <a:avLst/>
              <a:pathLst>
                <a:path w="1395976" h="2118888">
                  <a:moveTo>
                    <a:pt x="1395976" y="0"/>
                  </a:moveTo>
                  <a:lnTo>
                    <a:pt x="0" y="2118888"/>
                  </a:lnTo>
                </a:path>
              </a:pathLst>
            </a:custGeom>
            <a:ln w="236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720859" y="1348014"/>
              <a:ext cx="1309909" cy="2603830"/>
            </a:xfrm>
            <a:custGeom>
              <a:avLst/>
              <a:pathLst>
                <a:path w="1309909" h="2603830">
                  <a:moveTo>
                    <a:pt x="1309909" y="0"/>
                  </a:moveTo>
                  <a:lnTo>
                    <a:pt x="0" y="2603830"/>
                  </a:lnTo>
                </a:path>
              </a:pathLst>
            </a:custGeom>
            <a:ln w="60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936043" y="1355734"/>
              <a:ext cx="1112590" cy="3051646"/>
            </a:xfrm>
            <a:custGeom>
              <a:avLst/>
              <a:pathLst>
                <a:path w="1112590" h="3051646">
                  <a:moveTo>
                    <a:pt x="1112590" y="0"/>
                  </a:moveTo>
                  <a:lnTo>
                    <a:pt x="0" y="3051646"/>
                  </a:lnTo>
                </a:path>
              </a:pathLst>
            </a:custGeom>
            <a:ln w="239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213454" y="1326647"/>
              <a:ext cx="2424878" cy="2884968"/>
            </a:xfrm>
            <a:custGeom>
              <a:avLst/>
              <a:pathLst>
                <a:path w="2424878" h="2884968">
                  <a:moveTo>
                    <a:pt x="0" y="0"/>
                  </a:moveTo>
                  <a:lnTo>
                    <a:pt x="2424878" y="2884968"/>
                  </a:lnTo>
                </a:path>
              </a:pathLst>
            </a:custGeom>
            <a:ln w="62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57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57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660150" y="1238519"/>
              <a:ext cx="2341355" cy="1740125"/>
            </a:xfrm>
            <a:custGeom>
              <a:avLst/>
              <a:pathLst>
                <a:path w="2341355" h="1740125">
                  <a:moveTo>
                    <a:pt x="2341355" y="0"/>
                  </a:moveTo>
                  <a:lnTo>
                    <a:pt x="0" y="1740125"/>
                  </a:lnTo>
                </a:path>
              </a:pathLst>
            </a:custGeom>
            <a:ln w="241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2647670" y="1253417"/>
              <a:ext cx="2366315" cy="2228726"/>
            </a:xfrm>
            <a:custGeom>
              <a:avLst/>
              <a:pathLst>
                <a:path w="2366315" h="2228726">
                  <a:moveTo>
                    <a:pt x="2366315" y="0"/>
                  </a:moveTo>
                  <a:lnTo>
                    <a:pt x="0" y="2228726"/>
                  </a:lnTo>
                </a:path>
              </a:pathLst>
            </a:custGeom>
            <a:ln w="62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57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2753293" y="1266770"/>
              <a:ext cx="2274822" cy="2706441"/>
            </a:xfrm>
            <a:custGeom>
              <a:avLst/>
              <a:pathLst>
                <a:path w="2274822" h="2706441">
                  <a:moveTo>
                    <a:pt x="2274822" y="0"/>
                  </a:moveTo>
                  <a:lnTo>
                    <a:pt x="0" y="2706441"/>
                  </a:lnTo>
                </a:path>
              </a:pathLst>
            </a:custGeom>
            <a:ln w="241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970752" y="1278397"/>
              <a:ext cx="2072955" cy="3146443"/>
            </a:xfrm>
            <a:custGeom>
              <a:avLst/>
              <a:pathLst>
                <a:path w="2072955" h="3146443">
                  <a:moveTo>
                    <a:pt x="2072955" y="0"/>
                  </a:moveTo>
                  <a:lnTo>
                    <a:pt x="0" y="3146443"/>
                  </a:lnTo>
                </a:path>
              </a:pathLst>
            </a:custGeom>
            <a:ln w="62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3032320" y="1204919"/>
              <a:ext cx="1949819" cy="839647"/>
            </a:xfrm>
            <a:custGeom>
              <a:avLst/>
              <a:pathLst>
                <a:path w="1949819" h="839647">
                  <a:moveTo>
                    <a:pt x="1949819" y="0"/>
                  </a:moveTo>
                  <a:lnTo>
                    <a:pt x="0" y="839647"/>
                  </a:lnTo>
                </a:path>
              </a:pathLst>
            </a:custGeom>
            <a:ln w="276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3287692" y="1288138"/>
              <a:ext cx="1772857" cy="3524076"/>
            </a:xfrm>
            <a:custGeom>
              <a:avLst/>
              <a:pathLst>
                <a:path w="1772857" h="3524076">
                  <a:moveTo>
                    <a:pt x="1772857" y="0"/>
                  </a:moveTo>
                  <a:lnTo>
                    <a:pt x="0" y="3524076"/>
                  </a:lnTo>
                </a:path>
              </a:pathLst>
            </a:custGeom>
            <a:ln w="262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2790566" y="1222280"/>
              <a:ext cx="2200277" cy="1268181"/>
            </a:xfrm>
            <a:custGeom>
              <a:avLst/>
              <a:pathLst>
                <a:path w="2200277" h="1268181">
                  <a:moveTo>
                    <a:pt x="2200277" y="0"/>
                  </a:moveTo>
                  <a:lnTo>
                    <a:pt x="0" y="1268181"/>
                  </a:lnTo>
                </a:path>
              </a:pathLst>
            </a:custGeom>
            <a:ln w="136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155115" y="1304836"/>
              <a:ext cx="458580" cy="3916770"/>
            </a:xfrm>
            <a:custGeom>
              <a:avLst/>
              <a:pathLst>
                <a:path w="458580" h="3916770">
                  <a:moveTo>
                    <a:pt x="0" y="0"/>
                  </a:moveTo>
                  <a:lnTo>
                    <a:pt x="458580" y="3916770"/>
                  </a:lnTo>
                </a:path>
              </a:pathLst>
            </a:custGeom>
            <a:ln w="200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269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136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5174289" y="1301449"/>
              <a:ext cx="869937" cy="3664345"/>
            </a:xfrm>
            <a:custGeom>
              <a:avLst/>
              <a:pathLst>
                <a:path w="869937" h="3664345">
                  <a:moveTo>
                    <a:pt x="0" y="0"/>
                  </a:moveTo>
                  <a:lnTo>
                    <a:pt x="869937" y="3664345"/>
                  </a:lnTo>
                </a:path>
              </a:pathLst>
            </a:custGeom>
            <a:ln w="136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52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100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136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180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754825" y="1402094"/>
              <a:ext cx="869377" cy="818827"/>
            </a:xfrm>
            <a:custGeom>
              <a:avLst/>
              <a:pathLst>
                <a:path w="869377" h="818827">
                  <a:moveTo>
                    <a:pt x="869377" y="818827"/>
                  </a:moveTo>
                  <a:lnTo>
                    <a:pt x="0" y="0"/>
                  </a:lnTo>
                </a:path>
              </a:pathLst>
            </a:custGeom>
            <a:ln w="1440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2690616" y="2364517"/>
              <a:ext cx="3890639" cy="684864"/>
            </a:xfrm>
            <a:custGeom>
              <a:avLst/>
              <a:pathLst>
                <a:path w="3890639" h="684864">
                  <a:moveTo>
                    <a:pt x="3890639" y="0"/>
                  </a:moveTo>
                  <a:lnTo>
                    <a:pt x="0" y="684864"/>
                  </a:lnTo>
                </a:path>
              </a:pathLst>
            </a:custGeom>
            <a:ln w="159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2686147" y="2383406"/>
              <a:ext cx="3899578" cy="1165481"/>
            </a:xfrm>
            <a:custGeom>
              <a:avLst/>
              <a:pathLst>
                <a:path w="3899578" h="1165481">
                  <a:moveTo>
                    <a:pt x="3899578" y="0"/>
                  </a:moveTo>
                  <a:lnTo>
                    <a:pt x="0" y="1165481"/>
                  </a:lnTo>
                </a:path>
              </a:pathLst>
            </a:custGeom>
            <a:ln w="195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210802" y="2484871"/>
              <a:ext cx="1459964" cy="2902110"/>
            </a:xfrm>
            <a:custGeom>
              <a:avLst/>
              <a:pathLst>
                <a:path w="1459964" h="2902110">
                  <a:moveTo>
                    <a:pt x="1459964" y="0"/>
                  </a:moveTo>
                  <a:lnTo>
                    <a:pt x="0" y="2902110"/>
                  </a:lnTo>
                </a:path>
              </a:pathLst>
            </a:custGeom>
            <a:ln w="136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2799270" y="2401653"/>
              <a:ext cx="3793086" cy="1633409"/>
            </a:xfrm>
            <a:custGeom>
              <a:avLst/>
              <a:pathLst>
                <a:path w="3793086" h="1633409">
                  <a:moveTo>
                    <a:pt x="3793086" y="0"/>
                  </a:moveTo>
                  <a:lnTo>
                    <a:pt x="0" y="1633409"/>
                  </a:lnTo>
                </a:path>
              </a:pathLst>
            </a:custGeom>
            <a:ln w="283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3023616" y="2419014"/>
              <a:ext cx="3577444" cy="2061944"/>
            </a:xfrm>
            <a:custGeom>
              <a:avLst/>
              <a:pathLst>
                <a:path w="3577444" h="2061944">
                  <a:moveTo>
                    <a:pt x="3577444" y="0"/>
                  </a:moveTo>
                  <a:lnTo>
                    <a:pt x="0" y="2061944"/>
                  </a:lnTo>
                </a:path>
              </a:pathLst>
            </a:custGeom>
            <a:ln w="251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3346736" y="2435253"/>
              <a:ext cx="3264986" cy="2426580"/>
            </a:xfrm>
            <a:custGeom>
              <a:avLst/>
              <a:pathLst>
                <a:path w="3264986" h="2426580">
                  <a:moveTo>
                    <a:pt x="3264986" y="0"/>
                  </a:moveTo>
                  <a:lnTo>
                    <a:pt x="0" y="2426580"/>
                  </a:lnTo>
                </a:path>
              </a:pathLst>
            </a:custGeom>
            <a:ln w="136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690395" y="2492591"/>
              <a:ext cx="998236" cy="2737993"/>
            </a:xfrm>
            <a:custGeom>
              <a:avLst/>
              <a:pathLst>
                <a:path w="998236" h="2737993">
                  <a:moveTo>
                    <a:pt x="998236" y="0"/>
                  </a:moveTo>
                  <a:lnTo>
                    <a:pt x="0" y="2737993"/>
                  </a:lnTo>
                </a:path>
              </a:pathLst>
            </a:custGeom>
            <a:ln w="284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6745892" y="2502704"/>
              <a:ext cx="0" cy="1669711"/>
            </a:xfrm>
            <a:custGeom>
              <a:avLst/>
              <a:pathLst>
                <a:path w="0" h="1669711">
                  <a:moveTo>
                    <a:pt x="0" y="0"/>
                  </a:moveTo>
                  <a:lnTo>
                    <a:pt x="0" y="1669711"/>
                  </a:lnTo>
                </a:path>
              </a:pathLst>
            </a:custGeom>
            <a:ln w="306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6121453" y="2498183"/>
              <a:ext cx="585825" cy="2467611"/>
            </a:xfrm>
            <a:custGeom>
              <a:avLst/>
              <a:pathLst>
                <a:path w="585825" h="2467611">
                  <a:moveTo>
                    <a:pt x="585825" y="0"/>
                  </a:moveTo>
                  <a:lnTo>
                    <a:pt x="0" y="2467611"/>
                  </a:lnTo>
                </a:path>
              </a:pathLst>
            </a:custGeom>
            <a:ln w="136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5269845" y="1238519"/>
              <a:ext cx="1341877" cy="997300"/>
            </a:xfrm>
            <a:custGeom>
              <a:avLst/>
              <a:pathLst>
                <a:path w="1341877" h="997300">
                  <a:moveTo>
                    <a:pt x="1341877" y="997300"/>
                  </a:moveTo>
                  <a:lnTo>
                    <a:pt x="0" y="0"/>
                  </a:lnTo>
                </a:path>
              </a:pathLst>
            </a:custGeom>
            <a:ln w="325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6765332" y="2501569"/>
              <a:ext cx="138723" cy="1184847"/>
            </a:xfrm>
            <a:custGeom>
              <a:avLst/>
              <a:pathLst>
                <a:path w="138723" h="1184847">
                  <a:moveTo>
                    <a:pt x="0" y="0"/>
                  </a:moveTo>
                  <a:lnTo>
                    <a:pt x="138723" y="1184847"/>
                  </a:lnTo>
                </a:path>
              </a:pathLst>
            </a:custGeom>
            <a:ln w="333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2601106" y="1862905"/>
              <a:ext cx="536333" cy="1066121"/>
            </a:xfrm>
            <a:custGeom>
              <a:avLst/>
              <a:pathLst>
                <a:path w="536333" h="1066121">
                  <a:moveTo>
                    <a:pt x="536333" y="0"/>
                  </a:moveTo>
                  <a:lnTo>
                    <a:pt x="0" y="1066121"/>
                  </a:lnTo>
                </a:path>
              </a:pathLst>
            </a:custGeom>
            <a:ln w="136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2583240" y="1870624"/>
              <a:ext cx="572065" cy="1569078"/>
            </a:xfrm>
            <a:custGeom>
              <a:avLst/>
              <a:pathLst>
                <a:path w="572065" h="1569078">
                  <a:moveTo>
                    <a:pt x="572065" y="0"/>
                  </a:moveTo>
                  <a:lnTo>
                    <a:pt x="0" y="1569078"/>
                  </a:lnTo>
                </a:path>
              </a:pathLst>
            </a:custGeom>
            <a:ln w="326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3287692" y="1862905"/>
              <a:ext cx="1772857" cy="3524076"/>
            </a:xfrm>
            <a:custGeom>
              <a:avLst/>
              <a:pathLst>
                <a:path w="1772857" h="3524076">
                  <a:moveTo>
                    <a:pt x="0" y="0"/>
                  </a:moveTo>
                  <a:lnTo>
                    <a:pt x="1772857" y="3524076"/>
                  </a:lnTo>
                </a:path>
              </a:pathLst>
            </a:custGeom>
            <a:ln w="331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684347" y="1876216"/>
              <a:ext cx="489606" cy="2062316"/>
            </a:xfrm>
            <a:custGeom>
              <a:avLst/>
              <a:pathLst>
                <a:path w="489606" h="2062316">
                  <a:moveTo>
                    <a:pt x="489606" y="0"/>
                  </a:moveTo>
                  <a:lnTo>
                    <a:pt x="0" y="2062316"/>
                  </a:lnTo>
                </a:path>
              </a:pathLst>
            </a:custGeom>
            <a:ln w="136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898223" y="1879603"/>
              <a:ext cx="294904" cy="2518799"/>
            </a:xfrm>
            <a:custGeom>
              <a:avLst/>
              <a:pathLst>
                <a:path w="294904" h="2518799">
                  <a:moveTo>
                    <a:pt x="294904" y="0"/>
                  </a:moveTo>
                  <a:lnTo>
                    <a:pt x="0" y="2518799"/>
                  </a:lnTo>
                </a:path>
              </a:pathLst>
            </a:custGeom>
            <a:ln w="326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3346736" y="1813286"/>
              <a:ext cx="3264986" cy="2426580"/>
            </a:xfrm>
            <a:custGeom>
              <a:avLst/>
              <a:pathLst>
                <a:path w="3264986" h="2426580">
                  <a:moveTo>
                    <a:pt x="0" y="0"/>
                  </a:moveTo>
                  <a:lnTo>
                    <a:pt x="3264986" y="2426580"/>
                  </a:lnTo>
                </a:path>
              </a:pathLst>
            </a:custGeom>
            <a:ln w="331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3334256" y="1828184"/>
              <a:ext cx="3004599" cy="2829898"/>
            </a:xfrm>
            <a:custGeom>
              <a:avLst/>
              <a:pathLst>
                <a:path w="3004599" h="2829898">
                  <a:moveTo>
                    <a:pt x="0" y="0"/>
                  </a:moveTo>
                  <a:lnTo>
                    <a:pt x="3004599" y="2829898"/>
                  </a:lnTo>
                </a:path>
              </a:pathLst>
            </a:custGeom>
            <a:ln w="136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3357399" y="1797047"/>
              <a:ext cx="3421263" cy="1971925"/>
            </a:xfrm>
            <a:custGeom>
              <a:avLst/>
              <a:pathLst>
                <a:path w="3421263" h="1971925">
                  <a:moveTo>
                    <a:pt x="0" y="0"/>
                  </a:moveTo>
                  <a:lnTo>
                    <a:pt x="3421263" y="1971925"/>
                  </a:lnTo>
                </a:path>
              </a:pathLst>
            </a:custGeom>
            <a:ln w="57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945925" y="3170392"/>
              <a:ext cx="37853" cy="167167"/>
            </a:xfrm>
            <a:custGeom>
              <a:avLst/>
              <a:pathLst>
                <a:path w="37853" h="167167">
                  <a:moveTo>
                    <a:pt x="37853" y="0"/>
                  </a:moveTo>
                  <a:lnTo>
                    <a:pt x="31491" y="121"/>
                  </a:lnTo>
                  <a:lnTo>
                    <a:pt x="25137" y="484"/>
                  </a:lnTo>
                  <a:lnTo>
                    <a:pt x="18802" y="1089"/>
                  </a:lnTo>
                  <a:lnTo>
                    <a:pt x="12495" y="1934"/>
                  </a:lnTo>
                  <a:lnTo>
                    <a:pt x="6224" y="3019"/>
                  </a:lnTo>
                  <a:lnTo>
                    <a:pt x="0" y="4342"/>
                  </a:lnTo>
                  <a:lnTo>
                    <a:pt x="3785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945925" y="3174734"/>
              <a:ext cx="37853" cy="162825"/>
            </a:xfrm>
            <a:custGeom>
              <a:avLst/>
              <a:pathLst>
                <a:path w="37853" h="162825">
                  <a:moveTo>
                    <a:pt x="0" y="0"/>
                  </a:moveTo>
                  <a:lnTo>
                    <a:pt x="37853" y="16282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45925" y="3174734"/>
              <a:ext cx="37853" cy="162825"/>
            </a:xfrm>
            <a:custGeom>
              <a:avLst/>
              <a:pathLst>
                <a:path w="37853" h="162825">
                  <a:moveTo>
                    <a:pt x="0" y="0"/>
                  </a:moveTo>
                  <a:lnTo>
                    <a:pt x="37853" y="16282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45925" y="3174734"/>
              <a:ext cx="37853" cy="162825"/>
            </a:xfrm>
            <a:custGeom>
              <a:avLst/>
              <a:pathLst>
                <a:path w="37853" h="162825">
                  <a:moveTo>
                    <a:pt x="0" y="0"/>
                  </a:moveTo>
                  <a:lnTo>
                    <a:pt x="37853" y="16282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45925" y="3174734"/>
              <a:ext cx="37853" cy="162825"/>
            </a:xfrm>
            <a:custGeom>
              <a:avLst/>
              <a:pathLst>
                <a:path w="37853" h="162825">
                  <a:moveTo>
                    <a:pt x="0" y="0"/>
                  </a:moveTo>
                  <a:lnTo>
                    <a:pt x="37853" y="1628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45925" y="3174734"/>
              <a:ext cx="37853" cy="162825"/>
            </a:xfrm>
            <a:custGeom>
              <a:avLst/>
              <a:pathLst>
                <a:path w="37853" h="162825">
                  <a:moveTo>
                    <a:pt x="0" y="0"/>
                  </a:moveTo>
                  <a:lnTo>
                    <a:pt x="37853" y="1628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45925" y="3174734"/>
              <a:ext cx="37853" cy="162825"/>
            </a:xfrm>
            <a:custGeom>
              <a:avLst/>
              <a:pathLst>
                <a:path w="37853" h="162825">
                  <a:moveTo>
                    <a:pt x="0" y="0"/>
                  </a:moveTo>
                  <a:lnTo>
                    <a:pt x="37853" y="1628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45925" y="3174734"/>
              <a:ext cx="37853" cy="162825"/>
            </a:xfrm>
            <a:custGeom>
              <a:avLst/>
              <a:pathLst>
                <a:path w="37853" h="162825">
                  <a:moveTo>
                    <a:pt x="0" y="0"/>
                  </a:moveTo>
                  <a:lnTo>
                    <a:pt x="37853" y="1628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45925" y="3174734"/>
              <a:ext cx="37853" cy="162825"/>
            </a:xfrm>
            <a:custGeom>
              <a:avLst/>
              <a:pathLst>
                <a:path w="37853" h="162825">
                  <a:moveTo>
                    <a:pt x="0" y="0"/>
                  </a:moveTo>
                  <a:lnTo>
                    <a:pt x="37853" y="1628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45925" y="3174734"/>
              <a:ext cx="37853" cy="162825"/>
            </a:xfrm>
            <a:custGeom>
              <a:avLst/>
              <a:pathLst>
                <a:path w="37853" h="162825">
                  <a:moveTo>
                    <a:pt x="0" y="0"/>
                  </a:moveTo>
                  <a:lnTo>
                    <a:pt x="37853" y="1628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45925" y="3174734"/>
              <a:ext cx="37853" cy="162825"/>
            </a:xfrm>
            <a:custGeom>
              <a:avLst/>
              <a:pathLst>
                <a:path w="37853" h="162825">
                  <a:moveTo>
                    <a:pt x="0" y="0"/>
                  </a:moveTo>
                  <a:lnTo>
                    <a:pt x="37853" y="1628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45925" y="3174734"/>
              <a:ext cx="37853" cy="162825"/>
            </a:xfrm>
            <a:custGeom>
              <a:avLst/>
              <a:pathLst>
                <a:path w="37853" h="162825">
                  <a:moveTo>
                    <a:pt x="0" y="0"/>
                  </a:moveTo>
                  <a:lnTo>
                    <a:pt x="37853" y="1628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45925" y="3174734"/>
              <a:ext cx="37853" cy="162825"/>
            </a:xfrm>
            <a:custGeom>
              <a:avLst/>
              <a:pathLst>
                <a:path w="37853" h="162825">
                  <a:moveTo>
                    <a:pt x="0" y="0"/>
                  </a:moveTo>
                  <a:lnTo>
                    <a:pt x="37853" y="1628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45925" y="3174734"/>
              <a:ext cx="37853" cy="162825"/>
            </a:xfrm>
            <a:custGeom>
              <a:avLst/>
              <a:pathLst>
                <a:path w="37853" h="162825">
                  <a:moveTo>
                    <a:pt x="0" y="0"/>
                  </a:moveTo>
                  <a:lnTo>
                    <a:pt x="37853" y="1628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45925" y="3174734"/>
              <a:ext cx="37853" cy="162825"/>
            </a:xfrm>
            <a:custGeom>
              <a:avLst/>
              <a:pathLst>
                <a:path w="37853" h="162825">
                  <a:moveTo>
                    <a:pt x="0" y="0"/>
                  </a:moveTo>
                  <a:lnTo>
                    <a:pt x="37853" y="1628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45925" y="3174734"/>
              <a:ext cx="37853" cy="162825"/>
            </a:xfrm>
            <a:custGeom>
              <a:avLst/>
              <a:pathLst>
                <a:path w="37853" h="162825">
                  <a:moveTo>
                    <a:pt x="0" y="0"/>
                  </a:moveTo>
                  <a:lnTo>
                    <a:pt x="37853" y="1628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45925" y="3174734"/>
              <a:ext cx="37853" cy="162825"/>
            </a:xfrm>
            <a:custGeom>
              <a:avLst/>
              <a:pathLst>
                <a:path w="37853" h="162825">
                  <a:moveTo>
                    <a:pt x="0" y="0"/>
                  </a:moveTo>
                  <a:lnTo>
                    <a:pt x="37853" y="1628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45925" y="3174734"/>
              <a:ext cx="37853" cy="162825"/>
            </a:xfrm>
            <a:custGeom>
              <a:avLst/>
              <a:pathLst>
                <a:path w="37853" h="162825">
                  <a:moveTo>
                    <a:pt x="0" y="0"/>
                  </a:moveTo>
                  <a:lnTo>
                    <a:pt x="37853" y="1628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45925" y="3174734"/>
              <a:ext cx="37853" cy="162825"/>
            </a:xfrm>
            <a:custGeom>
              <a:avLst/>
              <a:pathLst>
                <a:path w="37853" h="162825">
                  <a:moveTo>
                    <a:pt x="0" y="0"/>
                  </a:moveTo>
                  <a:lnTo>
                    <a:pt x="37853" y="1628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45925" y="3174734"/>
              <a:ext cx="37853" cy="162825"/>
            </a:xfrm>
            <a:custGeom>
              <a:avLst/>
              <a:pathLst>
                <a:path w="37853" h="162825">
                  <a:moveTo>
                    <a:pt x="0" y="0"/>
                  </a:moveTo>
                  <a:lnTo>
                    <a:pt x="37853" y="1628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45925" y="3174734"/>
              <a:ext cx="37853" cy="162825"/>
            </a:xfrm>
            <a:custGeom>
              <a:avLst/>
              <a:pathLst>
                <a:path w="37853" h="162825">
                  <a:moveTo>
                    <a:pt x="0" y="0"/>
                  </a:moveTo>
                  <a:lnTo>
                    <a:pt x="37853" y="1628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45925" y="3174734"/>
              <a:ext cx="37853" cy="162825"/>
            </a:xfrm>
            <a:custGeom>
              <a:avLst/>
              <a:pathLst>
                <a:path w="37853" h="162825">
                  <a:moveTo>
                    <a:pt x="0" y="0"/>
                  </a:moveTo>
                  <a:lnTo>
                    <a:pt x="37853" y="1628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45925" y="3174734"/>
              <a:ext cx="37853" cy="162825"/>
            </a:xfrm>
            <a:custGeom>
              <a:avLst/>
              <a:pathLst>
                <a:path w="37853" h="162825">
                  <a:moveTo>
                    <a:pt x="0" y="0"/>
                  </a:moveTo>
                  <a:lnTo>
                    <a:pt x="37853" y="1628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45925" y="3174734"/>
              <a:ext cx="37853" cy="162825"/>
            </a:xfrm>
            <a:custGeom>
              <a:avLst/>
              <a:pathLst>
                <a:path w="37853" h="162825">
                  <a:moveTo>
                    <a:pt x="0" y="0"/>
                  </a:moveTo>
                  <a:lnTo>
                    <a:pt x="37853" y="1628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45925" y="3174734"/>
              <a:ext cx="37853" cy="162825"/>
            </a:xfrm>
            <a:custGeom>
              <a:avLst/>
              <a:pathLst>
                <a:path w="37853" h="162825">
                  <a:moveTo>
                    <a:pt x="0" y="0"/>
                  </a:moveTo>
                  <a:lnTo>
                    <a:pt x="37853" y="1628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45925" y="3174734"/>
              <a:ext cx="37853" cy="162825"/>
            </a:xfrm>
            <a:custGeom>
              <a:avLst/>
              <a:pathLst>
                <a:path w="37853" h="162825">
                  <a:moveTo>
                    <a:pt x="0" y="0"/>
                  </a:moveTo>
                  <a:lnTo>
                    <a:pt x="37853" y="1628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45925" y="3174734"/>
              <a:ext cx="37853" cy="162825"/>
            </a:xfrm>
            <a:custGeom>
              <a:avLst/>
              <a:pathLst>
                <a:path w="37853" h="162825">
                  <a:moveTo>
                    <a:pt x="0" y="0"/>
                  </a:moveTo>
                  <a:lnTo>
                    <a:pt x="37853" y="1628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816629" y="3170917"/>
              <a:ext cx="334314" cy="333808"/>
            </a:xfrm>
            <a:custGeom>
              <a:avLst/>
              <a:pathLst>
                <a:path w="334314" h="333808">
                  <a:moveTo>
                    <a:pt x="129296" y="3817"/>
                  </a:moveTo>
                  <a:lnTo>
                    <a:pt x="124168" y="5095"/>
                  </a:lnTo>
                  <a:lnTo>
                    <a:pt x="119082" y="6535"/>
                  </a:lnTo>
                  <a:lnTo>
                    <a:pt x="114045" y="8134"/>
                  </a:lnTo>
                  <a:lnTo>
                    <a:pt x="109061" y="9892"/>
                  </a:lnTo>
                  <a:lnTo>
                    <a:pt x="104135" y="11807"/>
                  </a:lnTo>
                  <a:lnTo>
                    <a:pt x="99272" y="13876"/>
                  </a:lnTo>
                  <a:lnTo>
                    <a:pt x="94477" y="16098"/>
                  </a:lnTo>
                  <a:lnTo>
                    <a:pt x="89754" y="18471"/>
                  </a:lnTo>
                  <a:lnTo>
                    <a:pt x="85109" y="20991"/>
                  </a:lnTo>
                  <a:lnTo>
                    <a:pt x="80546" y="23657"/>
                  </a:lnTo>
                  <a:lnTo>
                    <a:pt x="76069" y="26466"/>
                  </a:lnTo>
                  <a:lnTo>
                    <a:pt x="71683" y="29416"/>
                  </a:lnTo>
                  <a:lnTo>
                    <a:pt x="67393" y="32502"/>
                  </a:lnTo>
                  <a:lnTo>
                    <a:pt x="63203" y="35723"/>
                  </a:lnTo>
                  <a:lnTo>
                    <a:pt x="59116" y="39074"/>
                  </a:lnTo>
                  <a:lnTo>
                    <a:pt x="55137" y="42553"/>
                  </a:lnTo>
                  <a:lnTo>
                    <a:pt x="51271" y="46156"/>
                  </a:lnTo>
                  <a:lnTo>
                    <a:pt x="47520" y="49879"/>
                  </a:lnTo>
                  <a:lnTo>
                    <a:pt x="43889" y="53719"/>
                  </a:lnTo>
                  <a:lnTo>
                    <a:pt x="40381" y="57672"/>
                  </a:lnTo>
                  <a:lnTo>
                    <a:pt x="36999" y="61733"/>
                  </a:lnTo>
                  <a:lnTo>
                    <a:pt x="33748" y="65900"/>
                  </a:lnTo>
                  <a:lnTo>
                    <a:pt x="30630" y="70167"/>
                  </a:lnTo>
                  <a:lnTo>
                    <a:pt x="27649" y="74531"/>
                  </a:lnTo>
                  <a:lnTo>
                    <a:pt x="24807" y="78987"/>
                  </a:lnTo>
                  <a:lnTo>
                    <a:pt x="22107" y="83530"/>
                  </a:lnTo>
                  <a:lnTo>
                    <a:pt x="19552" y="88157"/>
                  </a:lnTo>
                  <a:lnTo>
                    <a:pt x="17145" y="92862"/>
                  </a:lnTo>
                  <a:lnTo>
                    <a:pt x="14887" y="97641"/>
                  </a:lnTo>
                  <a:lnTo>
                    <a:pt x="12782" y="102488"/>
                  </a:lnTo>
                  <a:lnTo>
                    <a:pt x="10831" y="107400"/>
                  </a:lnTo>
                  <a:lnTo>
                    <a:pt x="9037" y="112371"/>
                  </a:lnTo>
                  <a:lnTo>
                    <a:pt x="7400" y="117396"/>
                  </a:lnTo>
                  <a:lnTo>
                    <a:pt x="5923" y="122471"/>
                  </a:lnTo>
                  <a:lnTo>
                    <a:pt x="4608" y="127590"/>
                  </a:lnTo>
                  <a:lnTo>
                    <a:pt x="3454" y="132747"/>
                  </a:lnTo>
                  <a:lnTo>
                    <a:pt x="2465" y="137939"/>
                  </a:lnTo>
                  <a:lnTo>
                    <a:pt x="1640" y="143159"/>
                  </a:lnTo>
                  <a:lnTo>
                    <a:pt x="980" y="148403"/>
                  </a:lnTo>
                  <a:lnTo>
                    <a:pt x="486" y="153665"/>
                  </a:lnTo>
                  <a:lnTo>
                    <a:pt x="160" y="158940"/>
                  </a:lnTo>
                  <a:lnTo>
                    <a:pt x="0" y="164222"/>
                  </a:lnTo>
                  <a:lnTo>
                    <a:pt x="7" y="169507"/>
                  </a:lnTo>
                  <a:lnTo>
                    <a:pt x="181" y="174789"/>
                  </a:lnTo>
                  <a:lnTo>
                    <a:pt x="522" y="180063"/>
                  </a:lnTo>
                  <a:lnTo>
                    <a:pt x="1029" y="185324"/>
                  </a:lnTo>
                  <a:lnTo>
                    <a:pt x="1703" y="190566"/>
                  </a:lnTo>
                  <a:lnTo>
                    <a:pt x="2542" y="195784"/>
                  </a:lnTo>
                  <a:lnTo>
                    <a:pt x="3545" y="200973"/>
                  </a:lnTo>
                  <a:lnTo>
                    <a:pt x="4712" y="206127"/>
                  </a:lnTo>
                  <a:lnTo>
                    <a:pt x="6041" y="211243"/>
                  </a:lnTo>
                  <a:lnTo>
                    <a:pt x="7532" y="216313"/>
                  </a:lnTo>
                  <a:lnTo>
                    <a:pt x="9182" y="221334"/>
                  </a:lnTo>
                  <a:lnTo>
                    <a:pt x="10990" y="226300"/>
                  </a:lnTo>
                  <a:lnTo>
                    <a:pt x="12953" y="231207"/>
                  </a:lnTo>
                  <a:lnTo>
                    <a:pt x="15071" y="236049"/>
                  </a:lnTo>
                  <a:lnTo>
                    <a:pt x="17342" y="240822"/>
                  </a:lnTo>
                  <a:lnTo>
                    <a:pt x="19761" y="245520"/>
                  </a:lnTo>
                  <a:lnTo>
                    <a:pt x="22328" y="250140"/>
                  </a:lnTo>
                  <a:lnTo>
                    <a:pt x="25040" y="254676"/>
                  </a:lnTo>
                  <a:lnTo>
                    <a:pt x="27894" y="259124"/>
                  </a:lnTo>
                  <a:lnTo>
                    <a:pt x="30887" y="263480"/>
                  </a:lnTo>
                  <a:lnTo>
                    <a:pt x="34016" y="267739"/>
                  </a:lnTo>
                  <a:lnTo>
                    <a:pt x="37279" y="271897"/>
                  </a:lnTo>
                  <a:lnTo>
                    <a:pt x="40671" y="275950"/>
                  </a:lnTo>
                  <a:lnTo>
                    <a:pt x="44189" y="279893"/>
                  </a:lnTo>
                  <a:lnTo>
                    <a:pt x="47831" y="283724"/>
                  </a:lnTo>
                  <a:lnTo>
                    <a:pt x="51592" y="287437"/>
                  </a:lnTo>
                  <a:lnTo>
                    <a:pt x="55468" y="291030"/>
                  </a:lnTo>
                  <a:lnTo>
                    <a:pt x="59456" y="294498"/>
                  </a:lnTo>
                  <a:lnTo>
                    <a:pt x="63551" y="297838"/>
                  </a:lnTo>
                  <a:lnTo>
                    <a:pt x="67750" y="301048"/>
                  </a:lnTo>
                  <a:lnTo>
                    <a:pt x="72049" y="304123"/>
                  </a:lnTo>
                  <a:lnTo>
                    <a:pt x="76442" y="307060"/>
                  </a:lnTo>
                  <a:lnTo>
                    <a:pt x="80926" y="309857"/>
                  </a:lnTo>
                  <a:lnTo>
                    <a:pt x="85496" y="312511"/>
                  </a:lnTo>
                  <a:lnTo>
                    <a:pt x="90148" y="315020"/>
                  </a:lnTo>
                  <a:lnTo>
                    <a:pt x="94877" y="317380"/>
                  </a:lnTo>
                  <a:lnTo>
                    <a:pt x="99678" y="319589"/>
                  </a:lnTo>
                  <a:lnTo>
                    <a:pt x="104547" y="321645"/>
                  </a:lnTo>
                  <a:lnTo>
                    <a:pt x="109478" y="323547"/>
                  </a:lnTo>
                  <a:lnTo>
                    <a:pt x="114467" y="325291"/>
                  </a:lnTo>
                  <a:lnTo>
                    <a:pt x="119508" y="326878"/>
                  </a:lnTo>
                  <a:lnTo>
                    <a:pt x="124597" y="328303"/>
                  </a:lnTo>
                  <a:lnTo>
                    <a:pt x="129729" y="329568"/>
                  </a:lnTo>
                  <a:lnTo>
                    <a:pt x="134898" y="330669"/>
                  </a:lnTo>
                  <a:lnTo>
                    <a:pt x="140099" y="331607"/>
                  </a:lnTo>
                  <a:lnTo>
                    <a:pt x="145327" y="332379"/>
                  </a:lnTo>
                  <a:lnTo>
                    <a:pt x="150577" y="332986"/>
                  </a:lnTo>
                  <a:lnTo>
                    <a:pt x="155844" y="333427"/>
                  </a:lnTo>
                  <a:lnTo>
                    <a:pt x="161122" y="333701"/>
                  </a:lnTo>
                  <a:lnTo>
                    <a:pt x="166406" y="333808"/>
                  </a:lnTo>
                  <a:lnTo>
                    <a:pt x="171691" y="333748"/>
                  </a:lnTo>
                  <a:lnTo>
                    <a:pt x="176971" y="333521"/>
                  </a:lnTo>
                  <a:lnTo>
                    <a:pt x="182241" y="333127"/>
                  </a:lnTo>
                  <a:lnTo>
                    <a:pt x="187496" y="332567"/>
                  </a:lnTo>
                  <a:lnTo>
                    <a:pt x="192731" y="331841"/>
                  </a:lnTo>
                  <a:lnTo>
                    <a:pt x="197941" y="330950"/>
                  </a:lnTo>
                  <a:lnTo>
                    <a:pt x="203119" y="329894"/>
                  </a:lnTo>
                  <a:lnTo>
                    <a:pt x="208262" y="328676"/>
                  </a:lnTo>
                  <a:lnTo>
                    <a:pt x="213363" y="327295"/>
                  </a:lnTo>
                  <a:lnTo>
                    <a:pt x="218419" y="325754"/>
                  </a:lnTo>
                  <a:lnTo>
                    <a:pt x="223423" y="324054"/>
                  </a:lnTo>
                  <a:lnTo>
                    <a:pt x="228371" y="322196"/>
                  </a:lnTo>
                  <a:lnTo>
                    <a:pt x="233257" y="320183"/>
                  </a:lnTo>
                  <a:lnTo>
                    <a:pt x="238078" y="318017"/>
                  </a:lnTo>
                  <a:lnTo>
                    <a:pt x="242827" y="315699"/>
                  </a:lnTo>
                  <a:lnTo>
                    <a:pt x="247502" y="313232"/>
                  </a:lnTo>
                  <a:lnTo>
                    <a:pt x="252095" y="310619"/>
                  </a:lnTo>
                  <a:lnTo>
                    <a:pt x="256604" y="307861"/>
                  </a:lnTo>
                  <a:lnTo>
                    <a:pt x="261023" y="304963"/>
                  </a:lnTo>
                  <a:lnTo>
                    <a:pt x="265349" y="301927"/>
                  </a:lnTo>
                  <a:lnTo>
                    <a:pt x="269576" y="298755"/>
                  </a:lnTo>
                  <a:lnTo>
                    <a:pt x="273702" y="295451"/>
                  </a:lnTo>
                  <a:lnTo>
                    <a:pt x="277720" y="292018"/>
                  </a:lnTo>
                  <a:lnTo>
                    <a:pt x="281628" y="288460"/>
                  </a:lnTo>
                  <a:lnTo>
                    <a:pt x="285422" y="284781"/>
                  </a:lnTo>
                  <a:lnTo>
                    <a:pt x="289097" y="280983"/>
                  </a:lnTo>
                  <a:lnTo>
                    <a:pt x="292651" y="277071"/>
                  </a:lnTo>
                  <a:lnTo>
                    <a:pt x="296079" y="273048"/>
                  </a:lnTo>
                  <a:lnTo>
                    <a:pt x="299378" y="268920"/>
                  </a:lnTo>
                  <a:lnTo>
                    <a:pt x="302545" y="264688"/>
                  </a:lnTo>
                  <a:lnTo>
                    <a:pt x="305577" y="260359"/>
                  </a:lnTo>
                  <a:lnTo>
                    <a:pt x="308470" y="255937"/>
                  </a:lnTo>
                  <a:lnTo>
                    <a:pt x="311222" y="251425"/>
                  </a:lnTo>
                  <a:lnTo>
                    <a:pt x="313830" y="246828"/>
                  </a:lnTo>
                  <a:lnTo>
                    <a:pt x="316292" y="242151"/>
                  </a:lnTo>
                  <a:lnTo>
                    <a:pt x="318604" y="237399"/>
                  </a:lnTo>
                  <a:lnTo>
                    <a:pt x="320765" y="232576"/>
                  </a:lnTo>
                  <a:lnTo>
                    <a:pt x="322772" y="227687"/>
                  </a:lnTo>
                  <a:lnTo>
                    <a:pt x="324624" y="222737"/>
                  </a:lnTo>
                  <a:lnTo>
                    <a:pt x="326319" y="217731"/>
                  </a:lnTo>
                  <a:lnTo>
                    <a:pt x="327854" y="212674"/>
                  </a:lnTo>
                  <a:lnTo>
                    <a:pt x="329229" y="207571"/>
                  </a:lnTo>
                  <a:lnTo>
                    <a:pt x="330442" y="202427"/>
                  </a:lnTo>
                  <a:lnTo>
                    <a:pt x="331491" y="197247"/>
                  </a:lnTo>
                  <a:lnTo>
                    <a:pt x="332377" y="192037"/>
                  </a:lnTo>
                  <a:lnTo>
                    <a:pt x="333097" y="186801"/>
                  </a:lnTo>
                  <a:lnTo>
                    <a:pt x="333651" y="181545"/>
                  </a:lnTo>
                  <a:lnTo>
                    <a:pt x="334039" y="176274"/>
                  </a:lnTo>
                  <a:lnTo>
                    <a:pt x="334260" y="170994"/>
                  </a:lnTo>
                  <a:lnTo>
                    <a:pt x="334314" y="165709"/>
                  </a:lnTo>
                  <a:lnTo>
                    <a:pt x="334201" y="160425"/>
                  </a:lnTo>
                  <a:lnTo>
                    <a:pt x="333921" y="155148"/>
                  </a:lnTo>
                  <a:lnTo>
                    <a:pt x="333474" y="149882"/>
                  </a:lnTo>
                  <a:lnTo>
                    <a:pt x="332862" y="144632"/>
                  </a:lnTo>
                  <a:lnTo>
                    <a:pt x="332083" y="139405"/>
                  </a:lnTo>
                  <a:lnTo>
                    <a:pt x="331140" y="134205"/>
                  </a:lnTo>
                  <a:lnTo>
                    <a:pt x="330032" y="129037"/>
                  </a:lnTo>
                  <a:lnTo>
                    <a:pt x="328762" y="123907"/>
                  </a:lnTo>
                  <a:lnTo>
                    <a:pt x="327330" y="118819"/>
                  </a:lnTo>
                  <a:lnTo>
                    <a:pt x="325739" y="113780"/>
                  </a:lnTo>
                  <a:lnTo>
                    <a:pt x="323988" y="108793"/>
                  </a:lnTo>
                  <a:lnTo>
                    <a:pt x="322081" y="103864"/>
                  </a:lnTo>
                  <a:lnTo>
                    <a:pt x="320019" y="98998"/>
                  </a:lnTo>
                  <a:lnTo>
                    <a:pt x="317804" y="94199"/>
                  </a:lnTo>
                  <a:lnTo>
                    <a:pt x="315439" y="89473"/>
                  </a:lnTo>
                  <a:lnTo>
                    <a:pt x="312926" y="84824"/>
                  </a:lnTo>
                  <a:lnTo>
                    <a:pt x="310266" y="80257"/>
                  </a:lnTo>
                  <a:lnTo>
                    <a:pt x="307464" y="75776"/>
                  </a:lnTo>
                  <a:lnTo>
                    <a:pt x="304522" y="71386"/>
                  </a:lnTo>
                  <a:lnTo>
                    <a:pt x="301442" y="67091"/>
                  </a:lnTo>
                  <a:lnTo>
                    <a:pt x="298228" y="62895"/>
                  </a:lnTo>
                  <a:lnTo>
                    <a:pt x="294883" y="58804"/>
                  </a:lnTo>
                  <a:lnTo>
                    <a:pt x="291410" y="54820"/>
                  </a:lnTo>
                  <a:lnTo>
                    <a:pt x="287813" y="50948"/>
                  </a:lnTo>
                  <a:lnTo>
                    <a:pt x="284095" y="47191"/>
                  </a:lnTo>
                  <a:lnTo>
                    <a:pt x="280261" y="43554"/>
                  </a:lnTo>
                  <a:lnTo>
                    <a:pt x="276313" y="40040"/>
                  </a:lnTo>
                  <a:lnTo>
                    <a:pt x="272257" y="36652"/>
                  </a:lnTo>
                  <a:lnTo>
                    <a:pt x="268095" y="33395"/>
                  </a:lnTo>
                  <a:lnTo>
                    <a:pt x="263832" y="30270"/>
                  </a:lnTo>
                  <a:lnTo>
                    <a:pt x="259473" y="27282"/>
                  </a:lnTo>
                  <a:lnTo>
                    <a:pt x="255022" y="24433"/>
                  </a:lnTo>
                  <a:lnTo>
                    <a:pt x="250482" y="21727"/>
                  </a:lnTo>
                  <a:lnTo>
                    <a:pt x="245860" y="19165"/>
                  </a:lnTo>
                  <a:lnTo>
                    <a:pt x="241159" y="16750"/>
                  </a:lnTo>
                  <a:lnTo>
                    <a:pt x="236383" y="14486"/>
                  </a:lnTo>
                  <a:lnTo>
                    <a:pt x="231539" y="12373"/>
                  </a:lnTo>
                  <a:lnTo>
                    <a:pt x="226630" y="10415"/>
                  </a:lnTo>
                  <a:lnTo>
                    <a:pt x="221662" y="8613"/>
                  </a:lnTo>
                  <a:lnTo>
                    <a:pt x="216639" y="6969"/>
                  </a:lnTo>
                  <a:lnTo>
                    <a:pt x="211567" y="5484"/>
                  </a:lnTo>
                  <a:lnTo>
                    <a:pt x="206450" y="4160"/>
                  </a:lnTo>
                  <a:lnTo>
                    <a:pt x="201294" y="2999"/>
                  </a:lnTo>
                  <a:lnTo>
                    <a:pt x="196104" y="2002"/>
                  </a:lnTo>
                  <a:lnTo>
                    <a:pt x="190885" y="1169"/>
                  </a:lnTo>
                  <a:lnTo>
                    <a:pt x="185642" y="501"/>
                  </a:lnTo>
                  <a:lnTo>
                    <a:pt x="180381" y="0"/>
                  </a:lnTo>
                  <a:lnTo>
                    <a:pt x="167149" y="1666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83779" y="3170392"/>
              <a:ext cx="13231" cy="167167"/>
            </a:xfrm>
            <a:custGeom>
              <a:avLst/>
              <a:pathLst>
                <a:path w="13231" h="167167">
                  <a:moveTo>
                    <a:pt x="13231" y="52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761853" y="2655501"/>
              <a:ext cx="161641" cy="167167"/>
            </a:xfrm>
            <a:custGeom>
              <a:avLst/>
              <a:pathLst>
                <a:path w="161641" h="167167">
                  <a:moveTo>
                    <a:pt x="161641" y="0"/>
                  </a:moveTo>
                  <a:lnTo>
                    <a:pt x="156155" y="90"/>
                  </a:lnTo>
                  <a:lnTo>
                    <a:pt x="150675" y="360"/>
                  </a:lnTo>
                  <a:lnTo>
                    <a:pt x="145207" y="809"/>
                  </a:lnTo>
                  <a:lnTo>
                    <a:pt x="139756" y="1438"/>
                  </a:lnTo>
                  <a:lnTo>
                    <a:pt x="134329" y="2246"/>
                  </a:lnTo>
                  <a:lnTo>
                    <a:pt x="128931" y="3231"/>
                  </a:lnTo>
                  <a:lnTo>
                    <a:pt x="123569" y="4393"/>
                  </a:lnTo>
                  <a:lnTo>
                    <a:pt x="118247" y="5730"/>
                  </a:lnTo>
                  <a:lnTo>
                    <a:pt x="112972" y="7241"/>
                  </a:lnTo>
                  <a:lnTo>
                    <a:pt x="107750" y="8924"/>
                  </a:lnTo>
                  <a:lnTo>
                    <a:pt x="102586" y="10778"/>
                  </a:lnTo>
                  <a:lnTo>
                    <a:pt x="97485" y="12801"/>
                  </a:lnTo>
                  <a:lnTo>
                    <a:pt x="92454" y="14989"/>
                  </a:lnTo>
                  <a:lnTo>
                    <a:pt x="87497" y="17342"/>
                  </a:lnTo>
                  <a:lnTo>
                    <a:pt x="82620" y="19856"/>
                  </a:lnTo>
                  <a:lnTo>
                    <a:pt x="77828" y="22529"/>
                  </a:lnTo>
                  <a:lnTo>
                    <a:pt x="73126" y="25357"/>
                  </a:lnTo>
                  <a:lnTo>
                    <a:pt x="68520" y="28339"/>
                  </a:lnTo>
                  <a:lnTo>
                    <a:pt x="64014" y="31469"/>
                  </a:lnTo>
                  <a:lnTo>
                    <a:pt x="59613" y="34746"/>
                  </a:lnTo>
                  <a:lnTo>
                    <a:pt x="55322" y="38166"/>
                  </a:lnTo>
                  <a:lnTo>
                    <a:pt x="51146" y="41725"/>
                  </a:lnTo>
                  <a:lnTo>
                    <a:pt x="47089" y="45419"/>
                  </a:lnTo>
                  <a:lnTo>
                    <a:pt x="43155" y="49244"/>
                  </a:lnTo>
                  <a:lnTo>
                    <a:pt x="39349" y="53196"/>
                  </a:lnTo>
                  <a:lnTo>
                    <a:pt x="35674" y="57271"/>
                  </a:lnTo>
                  <a:lnTo>
                    <a:pt x="32135" y="61464"/>
                  </a:lnTo>
                  <a:lnTo>
                    <a:pt x="28736" y="65771"/>
                  </a:lnTo>
                  <a:lnTo>
                    <a:pt x="25480" y="70187"/>
                  </a:lnTo>
                  <a:lnTo>
                    <a:pt x="22371" y="74708"/>
                  </a:lnTo>
                  <a:lnTo>
                    <a:pt x="19411" y="79329"/>
                  </a:lnTo>
                  <a:lnTo>
                    <a:pt x="16605" y="84044"/>
                  </a:lnTo>
                  <a:lnTo>
                    <a:pt x="13955" y="88848"/>
                  </a:lnTo>
                  <a:lnTo>
                    <a:pt x="11465" y="93737"/>
                  </a:lnTo>
                  <a:lnTo>
                    <a:pt x="9136" y="98705"/>
                  </a:lnTo>
                  <a:lnTo>
                    <a:pt x="6971" y="103747"/>
                  </a:lnTo>
                  <a:lnTo>
                    <a:pt x="4973" y="108857"/>
                  </a:lnTo>
                  <a:lnTo>
                    <a:pt x="3144" y="114030"/>
                  </a:lnTo>
                  <a:lnTo>
                    <a:pt x="1485" y="119261"/>
                  </a:lnTo>
                  <a:lnTo>
                    <a:pt x="0" y="124543"/>
                  </a:lnTo>
                  <a:lnTo>
                    <a:pt x="16164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61853" y="2780044"/>
              <a:ext cx="161641" cy="42624"/>
            </a:xfrm>
            <a:custGeom>
              <a:avLst/>
              <a:pathLst>
                <a:path w="161641" h="42624">
                  <a:moveTo>
                    <a:pt x="0" y="0"/>
                  </a:moveTo>
                  <a:lnTo>
                    <a:pt x="161641" y="4262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61853" y="2780044"/>
              <a:ext cx="161641" cy="42624"/>
            </a:xfrm>
            <a:custGeom>
              <a:avLst/>
              <a:pathLst>
                <a:path w="161641" h="42624">
                  <a:moveTo>
                    <a:pt x="0" y="0"/>
                  </a:moveTo>
                  <a:lnTo>
                    <a:pt x="161641" y="4262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61853" y="2780044"/>
              <a:ext cx="161641" cy="42624"/>
            </a:xfrm>
            <a:custGeom>
              <a:avLst/>
              <a:pathLst>
                <a:path w="161641" h="42624">
                  <a:moveTo>
                    <a:pt x="0" y="0"/>
                  </a:moveTo>
                  <a:lnTo>
                    <a:pt x="161641" y="426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61853" y="2780044"/>
              <a:ext cx="161641" cy="42624"/>
            </a:xfrm>
            <a:custGeom>
              <a:avLst/>
              <a:pathLst>
                <a:path w="161641" h="42624">
                  <a:moveTo>
                    <a:pt x="0" y="0"/>
                  </a:moveTo>
                  <a:lnTo>
                    <a:pt x="161641" y="426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61853" y="2780044"/>
              <a:ext cx="161641" cy="42624"/>
            </a:xfrm>
            <a:custGeom>
              <a:avLst/>
              <a:pathLst>
                <a:path w="161641" h="42624">
                  <a:moveTo>
                    <a:pt x="0" y="0"/>
                  </a:moveTo>
                  <a:lnTo>
                    <a:pt x="161641" y="426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61853" y="2780044"/>
              <a:ext cx="161641" cy="42624"/>
            </a:xfrm>
            <a:custGeom>
              <a:avLst/>
              <a:pathLst>
                <a:path w="161641" h="42624">
                  <a:moveTo>
                    <a:pt x="0" y="0"/>
                  </a:moveTo>
                  <a:lnTo>
                    <a:pt x="161641" y="426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61853" y="2780044"/>
              <a:ext cx="161641" cy="42624"/>
            </a:xfrm>
            <a:custGeom>
              <a:avLst/>
              <a:pathLst>
                <a:path w="161641" h="42624">
                  <a:moveTo>
                    <a:pt x="0" y="0"/>
                  </a:moveTo>
                  <a:lnTo>
                    <a:pt x="161641" y="426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61853" y="2780044"/>
              <a:ext cx="161641" cy="42624"/>
            </a:xfrm>
            <a:custGeom>
              <a:avLst/>
              <a:pathLst>
                <a:path w="161641" h="42624">
                  <a:moveTo>
                    <a:pt x="0" y="0"/>
                  </a:moveTo>
                  <a:lnTo>
                    <a:pt x="161641" y="426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61853" y="2780044"/>
              <a:ext cx="161641" cy="42624"/>
            </a:xfrm>
            <a:custGeom>
              <a:avLst/>
              <a:pathLst>
                <a:path w="161641" h="42624">
                  <a:moveTo>
                    <a:pt x="0" y="0"/>
                  </a:moveTo>
                  <a:lnTo>
                    <a:pt x="161641" y="426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61853" y="2780044"/>
              <a:ext cx="161641" cy="42624"/>
            </a:xfrm>
            <a:custGeom>
              <a:avLst/>
              <a:pathLst>
                <a:path w="161641" h="42624">
                  <a:moveTo>
                    <a:pt x="0" y="0"/>
                  </a:moveTo>
                  <a:lnTo>
                    <a:pt x="161641" y="426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61853" y="2780044"/>
              <a:ext cx="161641" cy="42624"/>
            </a:xfrm>
            <a:custGeom>
              <a:avLst/>
              <a:pathLst>
                <a:path w="161641" h="42624">
                  <a:moveTo>
                    <a:pt x="0" y="0"/>
                  </a:moveTo>
                  <a:lnTo>
                    <a:pt x="161641" y="426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61853" y="2780044"/>
              <a:ext cx="161641" cy="42624"/>
            </a:xfrm>
            <a:custGeom>
              <a:avLst/>
              <a:pathLst>
                <a:path w="161641" h="42624">
                  <a:moveTo>
                    <a:pt x="0" y="0"/>
                  </a:moveTo>
                  <a:lnTo>
                    <a:pt x="161641" y="426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61853" y="2780044"/>
              <a:ext cx="161641" cy="42624"/>
            </a:xfrm>
            <a:custGeom>
              <a:avLst/>
              <a:pathLst>
                <a:path w="161641" h="42624">
                  <a:moveTo>
                    <a:pt x="0" y="0"/>
                  </a:moveTo>
                  <a:lnTo>
                    <a:pt x="161641" y="426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61853" y="2780044"/>
              <a:ext cx="161641" cy="42624"/>
            </a:xfrm>
            <a:custGeom>
              <a:avLst/>
              <a:pathLst>
                <a:path w="161641" h="42624">
                  <a:moveTo>
                    <a:pt x="0" y="0"/>
                  </a:moveTo>
                  <a:lnTo>
                    <a:pt x="161641" y="426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61853" y="2780044"/>
              <a:ext cx="161641" cy="42624"/>
            </a:xfrm>
            <a:custGeom>
              <a:avLst/>
              <a:pathLst>
                <a:path w="161641" h="42624">
                  <a:moveTo>
                    <a:pt x="0" y="0"/>
                  </a:moveTo>
                  <a:lnTo>
                    <a:pt x="161641" y="426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61853" y="2780044"/>
              <a:ext cx="161641" cy="42624"/>
            </a:xfrm>
            <a:custGeom>
              <a:avLst/>
              <a:pathLst>
                <a:path w="161641" h="42624">
                  <a:moveTo>
                    <a:pt x="0" y="0"/>
                  </a:moveTo>
                  <a:lnTo>
                    <a:pt x="161641" y="426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61853" y="2780044"/>
              <a:ext cx="161641" cy="42624"/>
            </a:xfrm>
            <a:custGeom>
              <a:avLst/>
              <a:pathLst>
                <a:path w="161641" h="42624">
                  <a:moveTo>
                    <a:pt x="0" y="0"/>
                  </a:moveTo>
                  <a:lnTo>
                    <a:pt x="161641" y="426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61853" y="2780044"/>
              <a:ext cx="161641" cy="42624"/>
            </a:xfrm>
            <a:custGeom>
              <a:avLst/>
              <a:pathLst>
                <a:path w="161641" h="42624">
                  <a:moveTo>
                    <a:pt x="0" y="0"/>
                  </a:moveTo>
                  <a:lnTo>
                    <a:pt x="161641" y="426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61853" y="2780044"/>
              <a:ext cx="161641" cy="42624"/>
            </a:xfrm>
            <a:custGeom>
              <a:avLst/>
              <a:pathLst>
                <a:path w="161641" h="42624">
                  <a:moveTo>
                    <a:pt x="0" y="0"/>
                  </a:moveTo>
                  <a:lnTo>
                    <a:pt x="161641" y="426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61853" y="2780044"/>
              <a:ext cx="161641" cy="42624"/>
            </a:xfrm>
            <a:custGeom>
              <a:avLst/>
              <a:pathLst>
                <a:path w="161641" h="42624">
                  <a:moveTo>
                    <a:pt x="0" y="0"/>
                  </a:moveTo>
                  <a:lnTo>
                    <a:pt x="161641" y="426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61853" y="2780044"/>
              <a:ext cx="161641" cy="42624"/>
            </a:xfrm>
            <a:custGeom>
              <a:avLst/>
              <a:pathLst>
                <a:path w="161641" h="42624">
                  <a:moveTo>
                    <a:pt x="0" y="0"/>
                  </a:moveTo>
                  <a:lnTo>
                    <a:pt x="161641" y="426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61853" y="2780044"/>
              <a:ext cx="161641" cy="42624"/>
            </a:xfrm>
            <a:custGeom>
              <a:avLst/>
              <a:pathLst>
                <a:path w="161641" h="42624">
                  <a:moveTo>
                    <a:pt x="0" y="0"/>
                  </a:moveTo>
                  <a:lnTo>
                    <a:pt x="161641" y="426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61853" y="2780044"/>
              <a:ext cx="161641" cy="42624"/>
            </a:xfrm>
            <a:custGeom>
              <a:avLst/>
              <a:pathLst>
                <a:path w="161641" h="42624">
                  <a:moveTo>
                    <a:pt x="0" y="0"/>
                  </a:moveTo>
                  <a:lnTo>
                    <a:pt x="161641" y="426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61853" y="2780044"/>
              <a:ext cx="161641" cy="42624"/>
            </a:xfrm>
            <a:custGeom>
              <a:avLst/>
              <a:pathLst>
                <a:path w="161641" h="42624">
                  <a:moveTo>
                    <a:pt x="0" y="0"/>
                  </a:moveTo>
                  <a:lnTo>
                    <a:pt x="161641" y="426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61853" y="2780044"/>
              <a:ext cx="161641" cy="42624"/>
            </a:xfrm>
            <a:custGeom>
              <a:avLst/>
              <a:pathLst>
                <a:path w="161641" h="42624">
                  <a:moveTo>
                    <a:pt x="0" y="0"/>
                  </a:moveTo>
                  <a:lnTo>
                    <a:pt x="161641" y="426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56328" y="2714289"/>
              <a:ext cx="334331" cy="275528"/>
            </a:xfrm>
            <a:custGeom>
              <a:avLst/>
              <a:pathLst>
                <a:path w="334331" h="275528">
                  <a:moveTo>
                    <a:pt x="5524" y="65755"/>
                  </a:moveTo>
                  <a:lnTo>
                    <a:pt x="4250" y="70919"/>
                  </a:lnTo>
                  <a:lnTo>
                    <a:pt x="3141" y="76121"/>
                  </a:lnTo>
                  <a:lnTo>
                    <a:pt x="2197" y="81356"/>
                  </a:lnTo>
                  <a:lnTo>
                    <a:pt x="1421" y="86618"/>
                  </a:lnTo>
                  <a:lnTo>
                    <a:pt x="813" y="91902"/>
                  </a:lnTo>
                  <a:lnTo>
                    <a:pt x="373" y="97203"/>
                  </a:lnTo>
                  <a:lnTo>
                    <a:pt x="101" y="102515"/>
                  </a:lnTo>
                  <a:lnTo>
                    <a:pt x="0" y="107833"/>
                  </a:lnTo>
                  <a:lnTo>
                    <a:pt x="67" y="113152"/>
                  </a:lnTo>
                  <a:lnTo>
                    <a:pt x="303" y="118466"/>
                  </a:lnTo>
                  <a:lnTo>
                    <a:pt x="709" y="123769"/>
                  </a:lnTo>
                  <a:lnTo>
                    <a:pt x="1282" y="129057"/>
                  </a:lnTo>
                  <a:lnTo>
                    <a:pt x="2024" y="134324"/>
                  </a:lnTo>
                  <a:lnTo>
                    <a:pt x="2933" y="139565"/>
                  </a:lnTo>
                  <a:lnTo>
                    <a:pt x="4009" y="144774"/>
                  </a:lnTo>
                  <a:lnTo>
                    <a:pt x="5249" y="149947"/>
                  </a:lnTo>
                  <a:lnTo>
                    <a:pt x="6654" y="155077"/>
                  </a:lnTo>
                  <a:lnTo>
                    <a:pt x="8221" y="160160"/>
                  </a:lnTo>
                  <a:lnTo>
                    <a:pt x="9948" y="165191"/>
                  </a:lnTo>
                  <a:lnTo>
                    <a:pt x="11835" y="170164"/>
                  </a:lnTo>
                  <a:lnTo>
                    <a:pt x="13880" y="175074"/>
                  </a:lnTo>
                  <a:lnTo>
                    <a:pt x="16079" y="179917"/>
                  </a:lnTo>
                  <a:lnTo>
                    <a:pt x="18432" y="184688"/>
                  </a:lnTo>
                  <a:lnTo>
                    <a:pt x="20935" y="189381"/>
                  </a:lnTo>
                  <a:lnTo>
                    <a:pt x="23586" y="193993"/>
                  </a:lnTo>
                  <a:lnTo>
                    <a:pt x="26382" y="198517"/>
                  </a:lnTo>
                  <a:lnTo>
                    <a:pt x="29321" y="202951"/>
                  </a:lnTo>
                  <a:lnTo>
                    <a:pt x="32400" y="207288"/>
                  </a:lnTo>
                  <a:lnTo>
                    <a:pt x="35615" y="211526"/>
                  </a:lnTo>
                  <a:lnTo>
                    <a:pt x="38963" y="215659"/>
                  </a:lnTo>
                  <a:lnTo>
                    <a:pt x="42441" y="219683"/>
                  </a:lnTo>
                  <a:lnTo>
                    <a:pt x="46045" y="223595"/>
                  </a:lnTo>
                  <a:lnTo>
                    <a:pt x="49772" y="227390"/>
                  </a:lnTo>
                  <a:lnTo>
                    <a:pt x="53618" y="231065"/>
                  </a:lnTo>
                  <a:lnTo>
                    <a:pt x="57579" y="234615"/>
                  </a:lnTo>
                  <a:lnTo>
                    <a:pt x="61650" y="238038"/>
                  </a:lnTo>
                  <a:lnTo>
                    <a:pt x="65829" y="241329"/>
                  </a:lnTo>
                  <a:lnTo>
                    <a:pt x="70110" y="244486"/>
                  </a:lnTo>
                  <a:lnTo>
                    <a:pt x="74489" y="247505"/>
                  </a:lnTo>
                  <a:lnTo>
                    <a:pt x="78963" y="250383"/>
                  </a:lnTo>
                  <a:lnTo>
                    <a:pt x="83525" y="253117"/>
                  </a:lnTo>
                  <a:lnTo>
                    <a:pt x="88172" y="255705"/>
                  </a:lnTo>
                  <a:lnTo>
                    <a:pt x="92899" y="258144"/>
                  </a:lnTo>
                  <a:lnTo>
                    <a:pt x="97702" y="260431"/>
                  </a:lnTo>
                  <a:lnTo>
                    <a:pt x="102574" y="262564"/>
                  </a:lnTo>
                  <a:lnTo>
                    <a:pt x="107512" y="264540"/>
                  </a:lnTo>
                  <a:lnTo>
                    <a:pt x="112511" y="266359"/>
                  </a:lnTo>
                  <a:lnTo>
                    <a:pt x="117565" y="268018"/>
                  </a:lnTo>
                  <a:lnTo>
                    <a:pt x="122669" y="269515"/>
                  </a:lnTo>
                  <a:lnTo>
                    <a:pt x="127818" y="270850"/>
                  </a:lnTo>
                  <a:lnTo>
                    <a:pt x="133007" y="272019"/>
                  </a:lnTo>
                  <a:lnTo>
                    <a:pt x="138230" y="273023"/>
                  </a:lnTo>
                  <a:lnTo>
                    <a:pt x="143483" y="273860"/>
                  </a:lnTo>
                  <a:lnTo>
                    <a:pt x="148760" y="274530"/>
                  </a:lnTo>
                  <a:lnTo>
                    <a:pt x="154055" y="275032"/>
                  </a:lnTo>
                  <a:lnTo>
                    <a:pt x="159364" y="275364"/>
                  </a:lnTo>
                  <a:lnTo>
                    <a:pt x="164680" y="275528"/>
                  </a:lnTo>
                  <a:lnTo>
                    <a:pt x="169999" y="275522"/>
                  </a:lnTo>
                  <a:lnTo>
                    <a:pt x="175315" y="275348"/>
                  </a:lnTo>
                  <a:lnTo>
                    <a:pt x="180623" y="275004"/>
                  </a:lnTo>
                  <a:lnTo>
                    <a:pt x="185918" y="274491"/>
                  </a:lnTo>
                  <a:lnTo>
                    <a:pt x="191193" y="273811"/>
                  </a:lnTo>
                  <a:lnTo>
                    <a:pt x="196444" y="272963"/>
                  </a:lnTo>
                  <a:lnTo>
                    <a:pt x="201665" y="271948"/>
                  </a:lnTo>
                  <a:lnTo>
                    <a:pt x="206852" y="270767"/>
                  </a:lnTo>
                  <a:lnTo>
                    <a:pt x="211998" y="269423"/>
                  </a:lnTo>
                  <a:lnTo>
                    <a:pt x="217099" y="267915"/>
                  </a:lnTo>
                  <a:lnTo>
                    <a:pt x="222149" y="266245"/>
                  </a:lnTo>
                  <a:lnTo>
                    <a:pt x="227144" y="264416"/>
                  </a:lnTo>
                  <a:lnTo>
                    <a:pt x="232078" y="262429"/>
                  </a:lnTo>
                  <a:lnTo>
                    <a:pt x="236946" y="260286"/>
                  </a:lnTo>
                  <a:lnTo>
                    <a:pt x="241744" y="257989"/>
                  </a:lnTo>
                  <a:lnTo>
                    <a:pt x="246466" y="255541"/>
                  </a:lnTo>
                  <a:lnTo>
                    <a:pt x="251108" y="252943"/>
                  </a:lnTo>
                  <a:lnTo>
                    <a:pt x="255664" y="250199"/>
                  </a:lnTo>
                  <a:lnTo>
                    <a:pt x="260132" y="247312"/>
                  </a:lnTo>
                  <a:lnTo>
                    <a:pt x="264505" y="244284"/>
                  </a:lnTo>
                  <a:lnTo>
                    <a:pt x="268779" y="241118"/>
                  </a:lnTo>
                  <a:lnTo>
                    <a:pt x="272951" y="237818"/>
                  </a:lnTo>
                  <a:lnTo>
                    <a:pt x="277015" y="234387"/>
                  </a:lnTo>
                  <a:lnTo>
                    <a:pt x="280969" y="230829"/>
                  </a:lnTo>
                  <a:lnTo>
                    <a:pt x="284807" y="227146"/>
                  </a:lnTo>
                  <a:lnTo>
                    <a:pt x="288526" y="223343"/>
                  </a:lnTo>
                  <a:lnTo>
                    <a:pt x="292122" y="219424"/>
                  </a:lnTo>
                  <a:lnTo>
                    <a:pt x="295592" y="215392"/>
                  </a:lnTo>
                  <a:lnTo>
                    <a:pt x="298931" y="211252"/>
                  </a:lnTo>
                  <a:lnTo>
                    <a:pt x="302137" y="207008"/>
                  </a:lnTo>
                  <a:lnTo>
                    <a:pt x="305207" y="202664"/>
                  </a:lnTo>
                  <a:lnTo>
                    <a:pt x="308137" y="198225"/>
                  </a:lnTo>
                  <a:lnTo>
                    <a:pt x="310924" y="193694"/>
                  </a:lnTo>
                  <a:lnTo>
                    <a:pt x="313565" y="189077"/>
                  </a:lnTo>
                  <a:lnTo>
                    <a:pt x="316059" y="184379"/>
                  </a:lnTo>
                  <a:lnTo>
                    <a:pt x="318401" y="179603"/>
                  </a:lnTo>
                  <a:lnTo>
                    <a:pt x="320591" y="174756"/>
                  </a:lnTo>
                  <a:lnTo>
                    <a:pt x="322625" y="169841"/>
                  </a:lnTo>
                  <a:lnTo>
                    <a:pt x="324501" y="164864"/>
                  </a:lnTo>
                  <a:lnTo>
                    <a:pt x="326219" y="159830"/>
                  </a:lnTo>
                  <a:lnTo>
                    <a:pt x="327775" y="154744"/>
                  </a:lnTo>
                  <a:lnTo>
                    <a:pt x="329169" y="149610"/>
                  </a:lnTo>
                  <a:lnTo>
                    <a:pt x="330399" y="144435"/>
                  </a:lnTo>
                  <a:lnTo>
                    <a:pt x="331463" y="139224"/>
                  </a:lnTo>
                  <a:lnTo>
                    <a:pt x="332361" y="133981"/>
                  </a:lnTo>
                  <a:lnTo>
                    <a:pt x="333092" y="128713"/>
                  </a:lnTo>
                  <a:lnTo>
                    <a:pt x="333655" y="123423"/>
                  </a:lnTo>
                  <a:lnTo>
                    <a:pt x="334050" y="118119"/>
                  </a:lnTo>
                  <a:lnTo>
                    <a:pt x="334275" y="112805"/>
                  </a:lnTo>
                  <a:lnTo>
                    <a:pt x="334331" y="107486"/>
                  </a:lnTo>
                  <a:lnTo>
                    <a:pt x="334218" y="102168"/>
                  </a:lnTo>
                  <a:lnTo>
                    <a:pt x="333936" y="96856"/>
                  </a:lnTo>
                  <a:lnTo>
                    <a:pt x="333485" y="91556"/>
                  </a:lnTo>
                  <a:lnTo>
                    <a:pt x="332865" y="86274"/>
                  </a:lnTo>
                  <a:lnTo>
                    <a:pt x="332078" y="81013"/>
                  </a:lnTo>
                  <a:lnTo>
                    <a:pt x="331124" y="75780"/>
                  </a:lnTo>
                  <a:lnTo>
                    <a:pt x="330004" y="70580"/>
                  </a:lnTo>
                  <a:lnTo>
                    <a:pt x="328719" y="65419"/>
                  </a:lnTo>
                  <a:lnTo>
                    <a:pt x="327271" y="60301"/>
                  </a:lnTo>
                  <a:lnTo>
                    <a:pt x="325660" y="55232"/>
                  </a:lnTo>
                  <a:lnTo>
                    <a:pt x="323889" y="50216"/>
                  </a:lnTo>
                  <a:lnTo>
                    <a:pt x="321959" y="45259"/>
                  </a:lnTo>
                  <a:lnTo>
                    <a:pt x="319872" y="40367"/>
                  </a:lnTo>
                  <a:lnTo>
                    <a:pt x="317631" y="35543"/>
                  </a:lnTo>
                  <a:lnTo>
                    <a:pt x="315238" y="30792"/>
                  </a:lnTo>
                  <a:lnTo>
                    <a:pt x="312695" y="26121"/>
                  </a:lnTo>
                  <a:lnTo>
                    <a:pt x="310004" y="21533"/>
                  </a:lnTo>
                  <a:lnTo>
                    <a:pt x="307169" y="17032"/>
                  </a:lnTo>
                  <a:lnTo>
                    <a:pt x="304191" y="12624"/>
                  </a:lnTo>
                  <a:lnTo>
                    <a:pt x="301076" y="8313"/>
                  </a:lnTo>
                  <a:lnTo>
                    <a:pt x="297824" y="4104"/>
                  </a:lnTo>
                  <a:lnTo>
                    <a:pt x="294441" y="0"/>
                  </a:lnTo>
                  <a:lnTo>
                    <a:pt x="167166" y="1083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923495" y="2655501"/>
              <a:ext cx="127274" cy="167167"/>
            </a:xfrm>
            <a:custGeom>
              <a:avLst/>
              <a:pathLst>
                <a:path w="127274" h="167167">
                  <a:moveTo>
                    <a:pt x="127274" y="58787"/>
                  </a:moveTo>
                  <a:lnTo>
                    <a:pt x="123597" y="54612"/>
                  </a:lnTo>
                  <a:lnTo>
                    <a:pt x="119783" y="50561"/>
                  </a:lnTo>
                  <a:lnTo>
                    <a:pt x="115836" y="46639"/>
                  </a:lnTo>
                  <a:lnTo>
                    <a:pt x="111761" y="42851"/>
                  </a:lnTo>
                  <a:lnTo>
                    <a:pt x="107562" y="39201"/>
                  </a:lnTo>
                  <a:lnTo>
                    <a:pt x="103244" y="35692"/>
                  </a:lnTo>
                  <a:lnTo>
                    <a:pt x="98811" y="32329"/>
                  </a:lnTo>
                  <a:lnTo>
                    <a:pt x="94269" y="29116"/>
                  </a:lnTo>
                  <a:lnTo>
                    <a:pt x="89623" y="26055"/>
                  </a:lnTo>
                  <a:lnTo>
                    <a:pt x="84877" y="23150"/>
                  </a:lnTo>
                  <a:lnTo>
                    <a:pt x="80037" y="20406"/>
                  </a:lnTo>
                  <a:lnTo>
                    <a:pt x="75109" y="17823"/>
                  </a:lnTo>
                  <a:lnTo>
                    <a:pt x="70097" y="15406"/>
                  </a:lnTo>
                  <a:lnTo>
                    <a:pt x="65008" y="13158"/>
                  </a:lnTo>
                  <a:lnTo>
                    <a:pt x="59847" y="11080"/>
                  </a:lnTo>
                  <a:lnTo>
                    <a:pt x="54619" y="9174"/>
                  </a:lnTo>
                  <a:lnTo>
                    <a:pt x="49331" y="7444"/>
                  </a:lnTo>
                  <a:lnTo>
                    <a:pt x="43989" y="5891"/>
                  </a:lnTo>
                  <a:lnTo>
                    <a:pt x="38597" y="4516"/>
                  </a:lnTo>
                  <a:lnTo>
                    <a:pt x="33163" y="3322"/>
                  </a:lnTo>
                  <a:lnTo>
                    <a:pt x="27692" y="2309"/>
                  </a:lnTo>
                  <a:lnTo>
                    <a:pt x="22190" y="1479"/>
                  </a:lnTo>
                  <a:lnTo>
                    <a:pt x="16664" y="832"/>
                  </a:lnTo>
                  <a:lnTo>
                    <a:pt x="11120" y="370"/>
                  </a:lnTo>
                  <a:lnTo>
                    <a:pt x="5563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682339" y="2168369"/>
              <a:ext cx="63553" cy="167167"/>
            </a:xfrm>
            <a:custGeom>
              <a:avLst/>
              <a:pathLst>
                <a:path w="63553" h="167167">
                  <a:moveTo>
                    <a:pt x="63553" y="0"/>
                  </a:moveTo>
                  <a:lnTo>
                    <a:pt x="57628" y="105"/>
                  </a:lnTo>
                  <a:lnTo>
                    <a:pt x="51710" y="420"/>
                  </a:lnTo>
                  <a:lnTo>
                    <a:pt x="45807" y="944"/>
                  </a:lnTo>
                  <a:lnTo>
                    <a:pt x="39926" y="1678"/>
                  </a:lnTo>
                  <a:lnTo>
                    <a:pt x="34075" y="2619"/>
                  </a:lnTo>
                  <a:lnTo>
                    <a:pt x="28261" y="3767"/>
                  </a:lnTo>
                  <a:lnTo>
                    <a:pt x="22491" y="5121"/>
                  </a:lnTo>
                  <a:lnTo>
                    <a:pt x="16773" y="6679"/>
                  </a:lnTo>
                  <a:lnTo>
                    <a:pt x="11113" y="8438"/>
                  </a:lnTo>
                  <a:lnTo>
                    <a:pt x="5520" y="10396"/>
                  </a:lnTo>
                  <a:lnTo>
                    <a:pt x="0" y="12552"/>
                  </a:lnTo>
                  <a:lnTo>
                    <a:pt x="6355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682339" y="2180921"/>
              <a:ext cx="63553" cy="154615"/>
            </a:xfrm>
            <a:custGeom>
              <a:avLst/>
              <a:pathLst>
                <a:path w="63553" h="154615">
                  <a:moveTo>
                    <a:pt x="0" y="0"/>
                  </a:moveTo>
                  <a:lnTo>
                    <a:pt x="63553" y="15461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82339" y="2180921"/>
              <a:ext cx="63553" cy="154615"/>
            </a:xfrm>
            <a:custGeom>
              <a:avLst/>
              <a:pathLst>
                <a:path w="63553" h="154615">
                  <a:moveTo>
                    <a:pt x="0" y="0"/>
                  </a:moveTo>
                  <a:lnTo>
                    <a:pt x="63553" y="1546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82339" y="2180921"/>
              <a:ext cx="63553" cy="154615"/>
            </a:xfrm>
            <a:custGeom>
              <a:avLst/>
              <a:pathLst>
                <a:path w="63553" h="154615">
                  <a:moveTo>
                    <a:pt x="0" y="0"/>
                  </a:moveTo>
                  <a:lnTo>
                    <a:pt x="63553" y="1546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82339" y="2180921"/>
              <a:ext cx="63553" cy="154615"/>
            </a:xfrm>
            <a:custGeom>
              <a:avLst/>
              <a:pathLst>
                <a:path w="63553" h="154615">
                  <a:moveTo>
                    <a:pt x="0" y="0"/>
                  </a:moveTo>
                  <a:lnTo>
                    <a:pt x="63553" y="1546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82339" y="2180921"/>
              <a:ext cx="63553" cy="154615"/>
            </a:xfrm>
            <a:custGeom>
              <a:avLst/>
              <a:pathLst>
                <a:path w="63553" h="154615">
                  <a:moveTo>
                    <a:pt x="0" y="0"/>
                  </a:moveTo>
                  <a:lnTo>
                    <a:pt x="63553" y="1546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82339" y="2180921"/>
              <a:ext cx="63553" cy="154615"/>
            </a:xfrm>
            <a:custGeom>
              <a:avLst/>
              <a:pathLst>
                <a:path w="63553" h="154615">
                  <a:moveTo>
                    <a:pt x="0" y="0"/>
                  </a:moveTo>
                  <a:lnTo>
                    <a:pt x="63553" y="1546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82339" y="2180921"/>
              <a:ext cx="63553" cy="154615"/>
            </a:xfrm>
            <a:custGeom>
              <a:avLst/>
              <a:pathLst>
                <a:path w="63553" h="154615">
                  <a:moveTo>
                    <a:pt x="0" y="0"/>
                  </a:moveTo>
                  <a:lnTo>
                    <a:pt x="63553" y="1546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82339" y="2180921"/>
              <a:ext cx="63553" cy="154615"/>
            </a:xfrm>
            <a:custGeom>
              <a:avLst/>
              <a:pathLst>
                <a:path w="63553" h="154615">
                  <a:moveTo>
                    <a:pt x="0" y="0"/>
                  </a:moveTo>
                  <a:lnTo>
                    <a:pt x="63553" y="1546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82339" y="2180921"/>
              <a:ext cx="63553" cy="154615"/>
            </a:xfrm>
            <a:custGeom>
              <a:avLst/>
              <a:pathLst>
                <a:path w="63553" h="154615">
                  <a:moveTo>
                    <a:pt x="0" y="0"/>
                  </a:moveTo>
                  <a:lnTo>
                    <a:pt x="63553" y="1546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82339" y="2180921"/>
              <a:ext cx="63553" cy="154615"/>
            </a:xfrm>
            <a:custGeom>
              <a:avLst/>
              <a:pathLst>
                <a:path w="63553" h="154615">
                  <a:moveTo>
                    <a:pt x="0" y="0"/>
                  </a:moveTo>
                  <a:lnTo>
                    <a:pt x="63553" y="1546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82339" y="2180921"/>
              <a:ext cx="63553" cy="154615"/>
            </a:xfrm>
            <a:custGeom>
              <a:avLst/>
              <a:pathLst>
                <a:path w="63553" h="154615">
                  <a:moveTo>
                    <a:pt x="0" y="0"/>
                  </a:moveTo>
                  <a:lnTo>
                    <a:pt x="63553" y="1546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82339" y="2180921"/>
              <a:ext cx="63553" cy="154615"/>
            </a:xfrm>
            <a:custGeom>
              <a:avLst/>
              <a:pathLst>
                <a:path w="63553" h="154615">
                  <a:moveTo>
                    <a:pt x="0" y="0"/>
                  </a:moveTo>
                  <a:lnTo>
                    <a:pt x="63553" y="1546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82339" y="2180921"/>
              <a:ext cx="63553" cy="154615"/>
            </a:xfrm>
            <a:custGeom>
              <a:avLst/>
              <a:pathLst>
                <a:path w="63553" h="154615">
                  <a:moveTo>
                    <a:pt x="0" y="0"/>
                  </a:moveTo>
                  <a:lnTo>
                    <a:pt x="63553" y="1546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82339" y="2180921"/>
              <a:ext cx="63553" cy="154615"/>
            </a:xfrm>
            <a:custGeom>
              <a:avLst/>
              <a:pathLst>
                <a:path w="63553" h="154615">
                  <a:moveTo>
                    <a:pt x="0" y="0"/>
                  </a:moveTo>
                  <a:lnTo>
                    <a:pt x="63553" y="1546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82339" y="2180921"/>
              <a:ext cx="63553" cy="154615"/>
            </a:xfrm>
            <a:custGeom>
              <a:avLst/>
              <a:pathLst>
                <a:path w="63553" h="154615">
                  <a:moveTo>
                    <a:pt x="0" y="0"/>
                  </a:moveTo>
                  <a:lnTo>
                    <a:pt x="63553" y="1546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82339" y="2180921"/>
              <a:ext cx="63553" cy="154615"/>
            </a:xfrm>
            <a:custGeom>
              <a:avLst/>
              <a:pathLst>
                <a:path w="63553" h="154615">
                  <a:moveTo>
                    <a:pt x="0" y="0"/>
                  </a:moveTo>
                  <a:lnTo>
                    <a:pt x="63553" y="1546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82339" y="2180921"/>
              <a:ext cx="63553" cy="154615"/>
            </a:xfrm>
            <a:custGeom>
              <a:avLst/>
              <a:pathLst>
                <a:path w="63553" h="154615">
                  <a:moveTo>
                    <a:pt x="0" y="0"/>
                  </a:moveTo>
                  <a:lnTo>
                    <a:pt x="63553" y="1546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82339" y="2180921"/>
              <a:ext cx="63553" cy="154615"/>
            </a:xfrm>
            <a:custGeom>
              <a:avLst/>
              <a:pathLst>
                <a:path w="63553" h="154615">
                  <a:moveTo>
                    <a:pt x="0" y="0"/>
                  </a:moveTo>
                  <a:lnTo>
                    <a:pt x="63553" y="1546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82339" y="2180921"/>
              <a:ext cx="63553" cy="154615"/>
            </a:xfrm>
            <a:custGeom>
              <a:avLst/>
              <a:pathLst>
                <a:path w="63553" h="154615">
                  <a:moveTo>
                    <a:pt x="0" y="0"/>
                  </a:moveTo>
                  <a:lnTo>
                    <a:pt x="63553" y="1546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82339" y="2180921"/>
              <a:ext cx="63553" cy="154615"/>
            </a:xfrm>
            <a:custGeom>
              <a:avLst/>
              <a:pathLst>
                <a:path w="63553" h="154615">
                  <a:moveTo>
                    <a:pt x="0" y="0"/>
                  </a:moveTo>
                  <a:lnTo>
                    <a:pt x="63553" y="1546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82339" y="2180921"/>
              <a:ext cx="63553" cy="154615"/>
            </a:xfrm>
            <a:custGeom>
              <a:avLst/>
              <a:pathLst>
                <a:path w="63553" h="154615">
                  <a:moveTo>
                    <a:pt x="0" y="0"/>
                  </a:moveTo>
                  <a:lnTo>
                    <a:pt x="63553" y="1546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82339" y="2180921"/>
              <a:ext cx="63553" cy="154615"/>
            </a:xfrm>
            <a:custGeom>
              <a:avLst/>
              <a:pathLst>
                <a:path w="63553" h="154615">
                  <a:moveTo>
                    <a:pt x="0" y="0"/>
                  </a:moveTo>
                  <a:lnTo>
                    <a:pt x="63553" y="1546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82339" y="2180921"/>
              <a:ext cx="63553" cy="154615"/>
            </a:xfrm>
            <a:custGeom>
              <a:avLst/>
              <a:pathLst>
                <a:path w="63553" h="154615">
                  <a:moveTo>
                    <a:pt x="0" y="0"/>
                  </a:moveTo>
                  <a:lnTo>
                    <a:pt x="63553" y="1546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82339" y="2180921"/>
              <a:ext cx="63553" cy="154615"/>
            </a:xfrm>
            <a:custGeom>
              <a:avLst/>
              <a:pathLst>
                <a:path w="63553" h="154615">
                  <a:moveTo>
                    <a:pt x="0" y="0"/>
                  </a:moveTo>
                  <a:lnTo>
                    <a:pt x="63553" y="1546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578725" y="2180921"/>
              <a:ext cx="251570" cy="321770"/>
            </a:xfrm>
            <a:custGeom>
              <a:avLst/>
              <a:pathLst>
                <a:path w="251570" h="321770">
                  <a:moveTo>
                    <a:pt x="103613" y="0"/>
                  </a:moveTo>
                  <a:lnTo>
                    <a:pt x="98721" y="2102"/>
                  </a:lnTo>
                  <a:lnTo>
                    <a:pt x="93898" y="4359"/>
                  </a:lnTo>
                  <a:lnTo>
                    <a:pt x="89150" y="6769"/>
                  </a:lnTo>
                  <a:lnTo>
                    <a:pt x="84481" y="9328"/>
                  </a:lnTo>
                  <a:lnTo>
                    <a:pt x="79896" y="12036"/>
                  </a:lnTo>
                  <a:lnTo>
                    <a:pt x="75400" y="14887"/>
                  </a:lnTo>
                  <a:lnTo>
                    <a:pt x="70996" y="17881"/>
                  </a:lnTo>
                  <a:lnTo>
                    <a:pt x="66690" y="21013"/>
                  </a:lnTo>
                  <a:lnTo>
                    <a:pt x="62486" y="24281"/>
                  </a:lnTo>
                  <a:lnTo>
                    <a:pt x="58389" y="27680"/>
                  </a:lnTo>
                  <a:lnTo>
                    <a:pt x="54401" y="31209"/>
                  </a:lnTo>
                  <a:lnTo>
                    <a:pt x="50528" y="34863"/>
                  </a:lnTo>
                  <a:lnTo>
                    <a:pt x="46774" y="38639"/>
                  </a:lnTo>
                  <a:lnTo>
                    <a:pt x="43141" y="42532"/>
                  </a:lnTo>
                  <a:lnTo>
                    <a:pt x="39634" y="46538"/>
                  </a:lnTo>
                  <a:lnTo>
                    <a:pt x="36257" y="50655"/>
                  </a:lnTo>
                  <a:lnTo>
                    <a:pt x="33013" y="54877"/>
                  </a:lnTo>
                  <a:lnTo>
                    <a:pt x="29904" y="59200"/>
                  </a:lnTo>
                  <a:lnTo>
                    <a:pt x="26935" y="63620"/>
                  </a:lnTo>
                  <a:lnTo>
                    <a:pt x="24108" y="68132"/>
                  </a:lnTo>
                  <a:lnTo>
                    <a:pt x="21426" y="72732"/>
                  </a:lnTo>
                  <a:lnTo>
                    <a:pt x="18893" y="77415"/>
                  </a:lnTo>
                  <a:lnTo>
                    <a:pt x="16509" y="82176"/>
                  </a:lnTo>
                  <a:lnTo>
                    <a:pt x="14279" y="87011"/>
                  </a:lnTo>
                  <a:lnTo>
                    <a:pt x="12203" y="91915"/>
                  </a:lnTo>
                  <a:lnTo>
                    <a:pt x="10285" y="96882"/>
                  </a:lnTo>
                  <a:lnTo>
                    <a:pt x="8526" y="101907"/>
                  </a:lnTo>
                  <a:lnTo>
                    <a:pt x="6928" y="106986"/>
                  </a:lnTo>
                  <a:lnTo>
                    <a:pt x="5492" y="112114"/>
                  </a:lnTo>
                  <a:lnTo>
                    <a:pt x="4221" y="117284"/>
                  </a:lnTo>
                  <a:lnTo>
                    <a:pt x="3114" y="122493"/>
                  </a:lnTo>
                  <a:lnTo>
                    <a:pt x="2175" y="127734"/>
                  </a:lnTo>
                  <a:lnTo>
                    <a:pt x="1402" y="133002"/>
                  </a:lnTo>
                  <a:lnTo>
                    <a:pt x="798" y="138292"/>
                  </a:lnTo>
                  <a:lnTo>
                    <a:pt x="362" y="143599"/>
                  </a:lnTo>
                  <a:lnTo>
                    <a:pt x="96" y="148917"/>
                  </a:lnTo>
                  <a:lnTo>
                    <a:pt x="0" y="154241"/>
                  </a:lnTo>
                  <a:lnTo>
                    <a:pt x="72" y="159565"/>
                  </a:lnTo>
                  <a:lnTo>
                    <a:pt x="315" y="164884"/>
                  </a:lnTo>
                  <a:lnTo>
                    <a:pt x="726" y="170192"/>
                  </a:lnTo>
                  <a:lnTo>
                    <a:pt x="1307" y="175485"/>
                  </a:lnTo>
                  <a:lnTo>
                    <a:pt x="2056" y="180757"/>
                  </a:lnTo>
                  <a:lnTo>
                    <a:pt x="2972" y="186002"/>
                  </a:lnTo>
                  <a:lnTo>
                    <a:pt x="4055" y="191215"/>
                  </a:lnTo>
                  <a:lnTo>
                    <a:pt x="5303" y="196391"/>
                  </a:lnTo>
                  <a:lnTo>
                    <a:pt x="6716" y="201525"/>
                  </a:lnTo>
                  <a:lnTo>
                    <a:pt x="8291" y="206611"/>
                  </a:lnTo>
                  <a:lnTo>
                    <a:pt x="10028" y="211645"/>
                  </a:lnTo>
                  <a:lnTo>
                    <a:pt x="11924" y="216620"/>
                  </a:lnTo>
                  <a:lnTo>
                    <a:pt x="13977" y="221533"/>
                  </a:lnTo>
                  <a:lnTo>
                    <a:pt x="16186" y="226378"/>
                  </a:lnTo>
                  <a:lnTo>
                    <a:pt x="18548" y="231150"/>
                  </a:lnTo>
                  <a:lnTo>
                    <a:pt x="21061" y="235844"/>
                  </a:lnTo>
                  <a:lnTo>
                    <a:pt x="23722" y="240456"/>
                  </a:lnTo>
                  <a:lnTo>
                    <a:pt x="26529" y="244981"/>
                  </a:lnTo>
                  <a:lnTo>
                    <a:pt x="29478" y="249414"/>
                  </a:lnTo>
                  <a:lnTo>
                    <a:pt x="32567" y="253751"/>
                  </a:lnTo>
                  <a:lnTo>
                    <a:pt x="35793" y="257987"/>
                  </a:lnTo>
                  <a:lnTo>
                    <a:pt x="39152" y="262119"/>
                  </a:lnTo>
                  <a:lnTo>
                    <a:pt x="42640" y="266141"/>
                  </a:lnTo>
                  <a:lnTo>
                    <a:pt x="46255" y="270051"/>
                  </a:lnTo>
                  <a:lnTo>
                    <a:pt x="49993" y="273843"/>
                  </a:lnTo>
                  <a:lnTo>
                    <a:pt x="53850" y="277514"/>
                  </a:lnTo>
                  <a:lnTo>
                    <a:pt x="57821" y="281061"/>
                  </a:lnTo>
                  <a:lnTo>
                    <a:pt x="61904" y="284479"/>
                  </a:lnTo>
                  <a:lnTo>
                    <a:pt x="66093" y="287765"/>
                  </a:lnTo>
                  <a:lnTo>
                    <a:pt x="70385" y="290917"/>
                  </a:lnTo>
                  <a:lnTo>
                    <a:pt x="74775" y="293930"/>
                  </a:lnTo>
                  <a:lnTo>
                    <a:pt x="79259" y="296802"/>
                  </a:lnTo>
                  <a:lnTo>
                    <a:pt x="83832" y="299529"/>
                  </a:lnTo>
                  <a:lnTo>
                    <a:pt x="88489" y="302110"/>
                  </a:lnTo>
                  <a:lnTo>
                    <a:pt x="93226" y="304541"/>
                  </a:lnTo>
                  <a:lnTo>
                    <a:pt x="98039" y="306820"/>
                  </a:lnTo>
                  <a:lnTo>
                    <a:pt x="102921" y="308944"/>
                  </a:lnTo>
                  <a:lnTo>
                    <a:pt x="107869" y="310912"/>
                  </a:lnTo>
                  <a:lnTo>
                    <a:pt x="112877" y="312721"/>
                  </a:lnTo>
                  <a:lnTo>
                    <a:pt x="117939" y="314370"/>
                  </a:lnTo>
                  <a:lnTo>
                    <a:pt x="123052" y="315856"/>
                  </a:lnTo>
                  <a:lnTo>
                    <a:pt x="128210" y="317180"/>
                  </a:lnTo>
                  <a:lnTo>
                    <a:pt x="133407" y="318338"/>
                  </a:lnTo>
                  <a:lnTo>
                    <a:pt x="138638" y="319330"/>
                  </a:lnTo>
                  <a:lnTo>
                    <a:pt x="143899" y="320155"/>
                  </a:lnTo>
                  <a:lnTo>
                    <a:pt x="149182" y="320812"/>
                  </a:lnTo>
                  <a:lnTo>
                    <a:pt x="154485" y="321300"/>
                  </a:lnTo>
                  <a:lnTo>
                    <a:pt x="159800" y="321620"/>
                  </a:lnTo>
                  <a:lnTo>
                    <a:pt x="165122" y="321770"/>
                  </a:lnTo>
                  <a:lnTo>
                    <a:pt x="170447" y="321750"/>
                  </a:lnTo>
                  <a:lnTo>
                    <a:pt x="175768" y="321561"/>
                  </a:lnTo>
                  <a:lnTo>
                    <a:pt x="181080" y="321202"/>
                  </a:lnTo>
                  <a:lnTo>
                    <a:pt x="186379" y="320675"/>
                  </a:lnTo>
                  <a:lnTo>
                    <a:pt x="191658" y="319978"/>
                  </a:lnTo>
                  <a:lnTo>
                    <a:pt x="196912" y="319115"/>
                  </a:lnTo>
                  <a:lnTo>
                    <a:pt x="202135" y="318084"/>
                  </a:lnTo>
                  <a:lnTo>
                    <a:pt x="207324" y="316887"/>
                  </a:lnTo>
                  <a:lnTo>
                    <a:pt x="212472" y="315526"/>
                  </a:lnTo>
                  <a:lnTo>
                    <a:pt x="217573" y="314001"/>
                  </a:lnTo>
                  <a:lnTo>
                    <a:pt x="222624" y="312315"/>
                  </a:lnTo>
                  <a:lnTo>
                    <a:pt x="227618" y="310469"/>
                  </a:lnTo>
                  <a:lnTo>
                    <a:pt x="232551" y="308465"/>
                  </a:lnTo>
                  <a:lnTo>
                    <a:pt x="237418" y="306304"/>
                  </a:lnTo>
                  <a:lnTo>
                    <a:pt x="242213" y="303990"/>
                  </a:lnTo>
                  <a:lnTo>
                    <a:pt x="246932" y="301524"/>
                  </a:lnTo>
                  <a:lnTo>
                    <a:pt x="251570" y="298909"/>
                  </a:lnTo>
                  <a:lnTo>
                    <a:pt x="167167" y="1546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745892" y="2168369"/>
              <a:ext cx="167159" cy="311462"/>
            </a:xfrm>
            <a:custGeom>
              <a:avLst/>
              <a:pathLst>
                <a:path w="167159" h="311462">
                  <a:moveTo>
                    <a:pt x="84403" y="311462"/>
                  </a:moveTo>
                  <a:lnTo>
                    <a:pt x="88957" y="308700"/>
                  </a:lnTo>
                  <a:lnTo>
                    <a:pt x="93420" y="305795"/>
                  </a:lnTo>
                  <a:lnTo>
                    <a:pt x="97788" y="302749"/>
                  </a:lnTo>
                  <a:lnTo>
                    <a:pt x="102057" y="299565"/>
                  </a:lnTo>
                  <a:lnTo>
                    <a:pt x="106222" y="296247"/>
                  </a:lnTo>
                  <a:lnTo>
                    <a:pt x="110280" y="292798"/>
                  </a:lnTo>
                  <a:lnTo>
                    <a:pt x="114225" y="289222"/>
                  </a:lnTo>
                  <a:lnTo>
                    <a:pt x="118055" y="285522"/>
                  </a:lnTo>
                  <a:lnTo>
                    <a:pt x="121765" y="281701"/>
                  </a:lnTo>
                  <a:lnTo>
                    <a:pt x="125351" y="277765"/>
                  </a:lnTo>
                  <a:lnTo>
                    <a:pt x="128811" y="273716"/>
                  </a:lnTo>
                  <a:lnTo>
                    <a:pt x="132139" y="269559"/>
                  </a:lnTo>
                  <a:lnTo>
                    <a:pt x="135333" y="265298"/>
                  </a:lnTo>
                  <a:lnTo>
                    <a:pt x="138390" y="260937"/>
                  </a:lnTo>
                  <a:lnTo>
                    <a:pt x="141307" y="256482"/>
                  </a:lnTo>
                  <a:lnTo>
                    <a:pt x="144080" y="251935"/>
                  </a:lnTo>
                  <a:lnTo>
                    <a:pt x="146707" y="247303"/>
                  </a:lnTo>
                  <a:lnTo>
                    <a:pt x="149185" y="242590"/>
                  </a:lnTo>
                  <a:lnTo>
                    <a:pt x="151512" y="237799"/>
                  </a:lnTo>
                  <a:lnTo>
                    <a:pt x="153685" y="232938"/>
                  </a:lnTo>
                  <a:lnTo>
                    <a:pt x="155702" y="228009"/>
                  </a:lnTo>
                  <a:lnTo>
                    <a:pt x="157561" y="223019"/>
                  </a:lnTo>
                  <a:lnTo>
                    <a:pt x="159260" y="217972"/>
                  </a:lnTo>
                  <a:lnTo>
                    <a:pt x="160797" y="212873"/>
                  </a:lnTo>
                  <a:lnTo>
                    <a:pt x="162171" y="207728"/>
                  </a:lnTo>
                  <a:lnTo>
                    <a:pt x="163381" y="202542"/>
                  </a:lnTo>
                  <a:lnTo>
                    <a:pt x="164425" y="197320"/>
                  </a:lnTo>
                  <a:lnTo>
                    <a:pt x="165302" y="192067"/>
                  </a:lnTo>
                  <a:lnTo>
                    <a:pt x="166011" y="186790"/>
                  </a:lnTo>
                  <a:lnTo>
                    <a:pt x="166552" y="181492"/>
                  </a:lnTo>
                  <a:lnTo>
                    <a:pt x="166924" y="176179"/>
                  </a:lnTo>
                  <a:lnTo>
                    <a:pt x="167126" y="170858"/>
                  </a:lnTo>
                  <a:lnTo>
                    <a:pt x="167159" y="165533"/>
                  </a:lnTo>
                  <a:lnTo>
                    <a:pt x="167022" y="160209"/>
                  </a:lnTo>
                  <a:lnTo>
                    <a:pt x="166716" y="154893"/>
                  </a:lnTo>
                  <a:lnTo>
                    <a:pt x="166240" y="149589"/>
                  </a:lnTo>
                  <a:lnTo>
                    <a:pt x="165596" y="144302"/>
                  </a:lnTo>
                  <a:lnTo>
                    <a:pt x="164784" y="139039"/>
                  </a:lnTo>
                  <a:lnTo>
                    <a:pt x="163804" y="133805"/>
                  </a:lnTo>
                  <a:lnTo>
                    <a:pt x="162658" y="128604"/>
                  </a:lnTo>
                  <a:lnTo>
                    <a:pt x="161347" y="123443"/>
                  </a:lnTo>
                  <a:lnTo>
                    <a:pt x="159873" y="118326"/>
                  </a:lnTo>
                  <a:lnTo>
                    <a:pt x="158236" y="113258"/>
                  </a:lnTo>
                  <a:lnTo>
                    <a:pt x="156439" y="108245"/>
                  </a:lnTo>
                  <a:lnTo>
                    <a:pt x="154482" y="103292"/>
                  </a:lnTo>
                  <a:lnTo>
                    <a:pt x="152370" y="98404"/>
                  </a:lnTo>
                  <a:lnTo>
                    <a:pt x="150102" y="93586"/>
                  </a:lnTo>
                  <a:lnTo>
                    <a:pt x="147682" y="88842"/>
                  </a:lnTo>
                  <a:lnTo>
                    <a:pt x="145112" y="84178"/>
                  </a:lnTo>
                  <a:lnTo>
                    <a:pt x="142395" y="79598"/>
                  </a:lnTo>
                  <a:lnTo>
                    <a:pt x="139534" y="75107"/>
                  </a:lnTo>
                  <a:lnTo>
                    <a:pt x="136531" y="70709"/>
                  </a:lnTo>
                  <a:lnTo>
                    <a:pt x="133389" y="66409"/>
                  </a:lnTo>
                  <a:lnTo>
                    <a:pt x="130112" y="62211"/>
                  </a:lnTo>
                  <a:lnTo>
                    <a:pt x="126703" y="58120"/>
                  </a:lnTo>
                  <a:lnTo>
                    <a:pt x="123165" y="54140"/>
                  </a:lnTo>
                  <a:lnTo>
                    <a:pt x="119503" y="50274"/>
                  </a:lnTo>
                  <a:lnTo>
                    <a:pt x="115719" y="46527"/>
                  </a:lnTo>
                  <a:lnTo>
                    <a:pt x="111817" y="42902"/>
                  </a:lnTo>
                  <a:lnTo>
                    <a:pt x="107802" y="39404"/>
                  </a:lnTo>
                  <a:lnTo>
                    <a:pt x="103678" y="36035"/>
                  </a:lnTo>
                  <a:lnTo>
                    <a:pt x="99449" y="32799"/>
                  </a:lnTo>
                  <a:lnTo>
                    <a:pt x="95118" y="29699"/>
                  </a:lnTo>
                  <a:lnTo>
                    <a:pt x="90691" y="26739"/>
                  </a:lnTo>
                  <a:lnTo>
                    <a:pt x="86173" y="23922"/>
                  </a:lnTo>
                  <a:lnTo>
                    <a:pt x="81566" y="21250"/>
                  </a:lnTo>
                  <a:lnTo>
                    <a:pt x="76877" y="18726"/>
                  </a:lnTo>
                  <a:lnTo>
                    <a:pt x="72110" y="16352"/>
                  </a:lnTo>
                  <a:lnTo>
                    <a:pt x="67269" y="14132"/>
                  </a:lnTo>
                  <a:lnTo>
                    <a:pt x="62361" y="12067"/>
                  </a:lnTo>
                  <a:lnTo>
                    <a:pt x="57389" y="10159"/>
                  </a:lnTo>
                  <a:lnTo>
                    <a:pt x="52359" y="8411"/>
                  </a:lnTo>
                  <a:lnTo>
                    <a:pt x="47275" y="6824"/>
                  </a:lnTo>
                  <a:lnTo>
                    <a:pt x="42144" y="5399"/>
                  </a:lnTo>
                  <a:lnTo>
                    <a:pt x="36970" y="4139"/>
                  </a:lnTo>
                  <a:lnTo>
                    <a:pt x="31759" y="3044"/>
                  </a:lnTo>
                  <a:lnTo>
                    <a:pt x="26515" y="2116"/>
                  </a:lnTo>
                  <a:lnTo>
                    <a:pt x="21244" y="1355"/>
                  </a:lnTo>
                  <a:lnTo>
                    <a:pt x="15952" y="762"/>
                  </a:lnTo>
                  <a:lnTo>
                    <a:pt x="10643" y="339"/>
                  </a:lnTo>
                  <a:lnTo>
                    <a:pt x="5324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411504" y="1735255"/>
              <a:ext cx="49042" cy="167167"/>
            </a:xfrm>
            <a:custGeom>
              <a:avLst/>
              <a:pathLst>
                <a:path w="49042" h="167167">
                  <a:moveTo>
                    <a:pt x="49042" y="0"/>
                  </a:moveTo>
                  <a:lnTo>
                    <a:pt x="42822" y="115"/>
                  </a:lnTo>
                  <a:lnTo>
                    <a:pt x="36610" y="462"/>
                  </a:lnTo>
                  <a:lnTo>
                    <a:pt x="30415" y="1041"/>
                  </a:lnTo>
                  <a:lnTo>
                    <a:pt x="24247" y="1849"/>
                  </a:lnTo>
                  <a:lnTo>
                    <a:pt x="18112" y="2886"/>
                  </a:lnTo>
                  <a:lnTo>
                    <a:pt x="12021" y="4151"/>
                  </a:lnTo>
                  <a:lnTo>
                    <a:pt x="5980" y="5641"/>
                  </a:lnTo>
                  <a:lnTo>
                    <a:pt x="0" y="7355"/>
                  </a:lnTo>
                  <a:lnTo>
                    <a:pt x="4904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411504" y="1742611"/>
              <a:ext cx="49042" cy="159811"/>
            </a:xfrm>
            <a:custGeom>
              <a:avLst/>
              <a:pathLst>
                <a:path w="49042" h="159811">
                  <a:moveTo>
                    <a:pt x="0" y="0"/>
                  </a:moveTo>
                  <a:lnTo>
                    <a:pt x="49042" y="1598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411504" y="1742611"/>
              <a:ext cx="49042" cy="159811"/>
            </a:xfrm>
            <a:custGeom>
              <a:avLst/>
              <a:pathLst>
                <a:path w="49042" h="159811">
                  <a:moveTo>
                    <a:pt x="0" y="0"/>
                  </a:moveTo>
                  <a:lnTo>
                    <a:pt x="49042" y="1598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411504" y="1742611"/>
              <a:ext cx="49042" cy="159811"/>
            </a:xfrm>
            <a:custGeom>
              <a:avLst/>
              <a:pathLst>
                <a:path w="49042" h="159811">
                  <a:moveTo>
                    <a:pt x="0" y="0"/>
                  </a:moveTo>
                  <a:lnTo>
                    <a:pt x="49042" y="1598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411504" y="1742611"/>
              <a:ext cx="49042" cy="159811"/>
            </a:xfrm>
            <a:custGeom>
              <a:avLst/>
              <a:pathLst>
                <a:path w="49042" h="159811">
                  <a:moveTo>
                    <a:pt x="0" y="0"/>
                  </a:moveTo>
                  <a:lnTo>
                    <a:pt x="49042" y="1598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411504" y="1742611"/>
              <a:ext cx="49042" cy="159811"/>
            </a:xfrm>
            <a:custGeom>
              <a:avLst/>
              <a:pathLst>
                <a:path w="49042" h="159811">
                  <a:moveTo>
                    <a:pt x="0" y="0"/>
                  </a:moveTo>
                  <a:lnTo>
                    <a:pt x="49042" y="1598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411504" y="1742611"/>
              <a:ext cx="49042" cy="159811"/>
            </a:xfrm>
            <a:custGeom>
              <a:avLst/>
              <a:pathLst>
                <a:path w="49042" h="159811">
                  <a:moveTo>
                    <a:pt x="0" y="0"/>
                  </a:moveTo>
                  <a:lnTo>
                    <a:pt x="49042" y="1598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411504" y="1742611"/>
              <a:ext cx="49042" cy="159811"/>
            </a:xfrm>
            <a:custGeom>
              <a:avLst/>
              <a:pathLst>
                <a:path w="49042" h="159811">
                  <a:moveTo>
                    <a:pt x="0" y="0"/>
                  </a:moveTo>
                  <a:lnTo>
                    <a:pt x="49042" y="1598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411504" y="1742611"/>
              <a:ext cx="49042" cy="159811"/>
            </a:xfrm>
            <a:custGeom>
              <a:avLst/>
              <a:pathLst>
                <a:path w="49042" h="159811">
                  <a:moveTo>
                    <a:pt x="0" y="0"/>
                  </a:moveTo>
                  <a:lnTo>
                    <a:pt x="49042" y="1598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411504" y="1742611"/>
              <a:ext cx="49042" cy="159811"/>
            </a:xfrm>
            <a:custGeom>
              <a:avLst/>
              <a:pathLst>
                <a:path w="49042" h="159811">
                  <a:moveTo>
                    <a:pt x="0" y="0"/>
                  </a:moveTo>
                  <a:lnTo>
                    <a:pt x="49042" y="1598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411504" y="1742611"/>
              <a:ext cx="49042" cy="159811"/>
            </a:xfrm>
            <a:custGeom>
              <a:avLst/>
              <a:pathLst>
                <a:path w="49042" h="159811">
                  <a:moveTo>
                    <a:pt x="0" y="0"/>
                  </a:moveTo>
                  <a:lnTo>
                    <a:pt x="49042" y="1598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411504" y="1742611"/>
              <a:ext cx="49042" cy="159811"/>
            </a:xfrm>
            <a:custGeom>
              <a:avLst/>
              <a:pathLst>
                <a:path w="49042" h="159811">
                  <a:moveTo>
                    <a:pt x="0" y="0"/>
                  </a:moveTo>
                  <a:lnTo>
                    <a:pt x="49042" y="1598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411504" y="1742611"/>
              <a:ext cx="49042" cy="159811"/>
            </a:xfrm>
            <a:custGeom>
              <a:avLst/>
              <a:pathLst>
                <a:path w="49042" h="159811">
                  <a:moveTo>
                    <a:pt x="0" y="0"/>
                  </a:moveTo>
                  <a:lnTo>
                    <a:pt x="49042" y="1598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411504" y="1742611"/>
              <a:ext cx="49042" cy="159811"/>
            </a:xfrm>
            <a:custGeom>
              <a:avLst/>
              <a:pathLst>
                <a:path w="49042" h="159811">
                  <a:moveTo>
                    <a:pt x="0" y="0"/>
                  </a:moveTo>
                  <a:lnTo>
                    <a:pt x="49042" y="1598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411504" y="1742611"/>
              <a:ext cx="49042" cy="159811"/>
            </a:xfrm>
            <a:custGeom>
              <a:avLst/>
              <a:pathLst>
                <a:path w="49042" h="159811">
                  <a:moveTo>
                    <a:pt x="0" y="0"/>
                  </a:moveTo>
                  <a:lnTo>
                    <a:pt x="49042" y="1598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411504" y="1742611"/>
              <a:ext cx="49042" cy="159811"/>
            </a:xfrm>
            <a:custGeom>
              <a:avLst/>
              <a:pathLst>
                <a:path w="49042" h="159811">
                  <a:moveTo>
                    <a:pt x="0" y="0"/>
                  </a:moveTo>
                  <a:lnTo>
                    <a:pt x="49042" y="1598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411504" y="1742611"/>
              <a:ext cx="49042" cy="159811"/>
            </a:xfrm>
            <a:custGeom>
              <a:avLst/>
              <a:pathLst>
                <a:path w="49042" h="159811">
                  <a:moveTo>
                    <a:pt x="0" y="0"/>
                  </a:moveTo>
                  <a:lnTo>
                    <a:pt x="49042" y="1598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411504" y="1742611"/>
              <a:ext cx="49042" cy="159811"/>
            </a:xfrm>
            <a:custGeom>
              <a:avLst/>
              <a:pathLst>
                <a:path w="49042" h="159811">
                  <a:moveTo>
                    <a:pt x="0" y="0"/>
                  </a:moveTo>
                  <a:lnTo>
                    <a:pt x="49042" y="1598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411504" y="1742611"/>
              <a:ext cx="49042" cy="159811"/>
            </a:xfrm>
            <a:custGeom>
              <a:avLst/>
              <a:pathLst>
                <a:path w="49042" h="159811">
                  <a:moveTo>
                    <a:pt x="0" y="0"/>
                  </a:moveTo>
                  <a:lnTo>
                    <a:pt x="49042" y="1598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411504" y="1742611"/>
              <a:ext cx="49042" cy="159811"/>
            </a:xfrm>
            <a:custGeom>
              <a:avLst/>
              <a:pathLst>
                <a:path w="49042" h="159811">
                  <a:moveTo>
                    <a:pt x="0" y="0"/>
                  </a:moveTo>
                  <a:lnTo>
                    <a:pt x="49042" y="1598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411504" y="1742611"/>
              <a:ext cx="49042" cy="159811"/>
            </a:xfrm>
            <a:custGeom>
              <a:avLst/>
              <a:pathLst>
                <a:path w="49042" h="159811">
                  <a:moveTo>
                    <a:pt x="0" y="0"/>
                  </a:moveTo>
                  <a:lnTo>
                    <a:pt x="49042" y="1598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411504" y="1742611"/>
              <a:ext cx="49042" cy="159811"/>
            </a:xfrm>
            <a:custGeom>
              <a:avLst/>
              <a:pathLst>
                <a:path w="49042" h="159811">
                  <a:moveTo>
                    <a:pt x="0" y="0"/>
                  </a:moveTo>
                  <a:lnTo>
                    <a:pt x="49042" y="1598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411504" y="1742611"/>
              <a:ext cx="49042" cy="159811"/>
            </a:xfrm>
            <a:custGeom>
              <a:avLst/>
              <a:pathLst>
                <a:path w="49042" h="159811">
                  <a:moveTo>
                    <a:pt x="0" y="0"/>
                  </a:moveTo>
                  <a:lnTo>
                    <a:pt x="49042" y="1598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411504" y="1742611"/>
              <a:ext cx="49042" cy="159811"/>
            </a:xfrm>
            <a:custGeom>
              <a:avLst/>
              <a:pathLst>
                <a:path w="49042" h="159811">
                  <a:moveTo>
                    <a:pt x="0" y="0"/>
                  </a:moveTo>
                  <a:lnTo>
                    <a:pt x="49042" y="1598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293384" y="1742611"/>
              <a:ext cx="334315" cy="326978"/>
            </a:xfrm>
            <a:custGeom>
              <a:avLst/>
              <a:pathLst>
                <a:path w="334315" h="326978">
                  <a:moveTo>
                    <a:pt x="118119" y="0"/>
                  </a:moveTo>
                  <a:lnTo>
                    <a:pt x="113090" y="1630"/>
                  </a:lnTo>
                  <a:lnTo>
                    <a:pt x="108116" y="3419"/>
                  </a:lnTo>
                  <a:lnTo>
                    <a:pt x="103200" y="5364"/>
                  </a:lnTo>
                  <a:lnTo>
                    <a:pt x="98349" y="7464"/>
                  </a:lnTo>
                  <a:lnTo>
                    <a:pt x="93566" y="9716"/>
                  </a:lnTo>
                  <a:lnTo>
                    <a:pt x="88857" y="12118"/>
                  </a:lnTo>
                  <a:lnTo>
                    <a:pt x="84226" y="14668"/>
                  </a:lnTo>
                  <a:lnTo>
                    <a:pt x="79678" y="17363"/>
                  </a:lnTo>
                  <a:lnTo>
                    <a:pt x="75218" y="20200"/>
                  </a:lnTo>
                  <a:lnTo>
                    <a:pt x="70849" y="23177"/>
                  </a:lnTo>
                  <a:lnTo>
                    <a:pt x="66577" y="26291"/>
                  </a:lnTo>
                  <a:lnTo>
                    <a:pt x="62406" y="29538"/>
                  </a:lnTo>
                  <a:lnTo>
                    <a:pt x="58339" y="32915"/>
                  </a:lnTo>
                  <a:lnTo>
                    <a:pt x="54381" y="36420"/>
                  </a:lnTo>
                  <a:lnTo>
                    <a:pt x="50536" y="40047"/>
                  </a:lnTo>
                  <a:lnTo>
                    <a:pt x="46807" y="43795"/>
                  </a:lnTo>
                  <a:lnTo>
                    <a:pt x="43199" y="47658"/>
                  </a:lnTo>
                  <a:lnTo>
                    <a:pt x="39715" y="51634"/>
                  </a:lnTo>
                  <a:lnTo>
                    <a:pt x="36358" y="55718"/>
                  </a:lnTo>
                  <a:lnTo>
                    <a:pt x="33132" y="59906"/>
                  </a:lnTo>
                  <a:lnTo>
                    <a:pt x="30040" y="64194"/>
                  </a:lnTo>
                  <a:lnTo>
                    <a:pt x="27085" y="68577"/>
                  </a:lnTo>
                  <a:lnTo>
                    <a:pt x="24271" y="73052"/>
                  </a:lnTo>
                  <a:lnTo>
                    <a:pt x="21599" y="77614"/>
                  </a:lnTo>
                  <a:lnTo>
                    <a:pt x="19072" y="82257"/>
                  </a:lnTo>
                  <a:lnTo>
                    <a:pt x="16694" y="86979"/>
                  </a:lnTo>
                  <a:lnTo>
                    <a:pt x="14467" y="91773"/>
                  </a:lnTo>
                  <a:lnTo>
                    <a:pt x="12392" y="96635"/>
                  </a:lnTo>
                  <a:lnTo>
                    <a:pt x="10471" y="101560"/>
                  </a:lnTo>
                  <a:lnTo>
                    <a:pt x="8708" y="106544"/>
                  </a:lnTo>
                  <a:lnTo>
                    <a:pt x="7103" y="111581"/>
                  </a:lnTo>
                  <a:lnTo>
                    <a:pt x="5658" y="116666"/>
                  </a:lnTo>
                  <a:lnTo>
                    <a:pt x="4374" y="121794"/>
                  </a:lnTo>
                  <a:lnTo>
                    <a:pt x="3254" y="126960"/>
                  </a:lnTo>
                  <a:lnTo>
                    <a:pt x="2297" y="132159"/>
                  </a:lnTo>
                  <a:lnTo>
                    <a:pt x="1505" y="137386"/>
                  </a:lnTo>
                  <a:lnTo>
                    <a:pt x="879" y="142635"/>
                  </a:lnTo>
                  <a:lnTo>
                    <a:pt x="419" y="147902"/>
                  </a:lnTo>
                  <a:lnTo>
                    <a:pt x="126" y="153180"/>
                  </a:lnTo>
                  <a:lnTo>
                    <a:pt x="0" y="158465"/>
                  </a:lnTo>
                  <a:lnTo>
                    <a:pt x="41" y="163751"/>
                  </a:lnTo>
                  <a:lnTo>
                    <a:pt x="249" y="169033"/>
                  </a:lnTo>
                  <a:lnTo>
                    <a:pt x="624" y="174306"/>
                  </a:lnTo>
                  <a:lnTo>
                    <a:pt x="1165" y="179565"/>
                  </a:lnTo>
                  <a:lnTo>
                    <a:pt x="1873" y="184804"/>
                  </a:lnTo>
                  <a:lnTo>
                    <a:pt x="2746" y="190018"/>
                  </a:lnTo>
                  <a:lnTo>
                    <a:pt x="3783" y="195201"/>
                  </a:lnTo>
                  <a:lnTo>
                    <a:pt x="4984" y="200349"/>
                  </a:lnTo>
                  <a:lnTo>
                    <a:pt x="6347" y="205457"/>
                  </a:lnTo>
                  <a:lnTo>
                    <a:pt x="7870" y="210519"/>
                  </a:lnTo>
                  <a:lnTo>
                    <a:pt x="9553" y="215530"/>
                  </a:lnTo>
                  <a:lnTo>
                    <a:pt x="11394" y="220486"/>
                  </a:lnTo>
                  <a:lnTo>
                    <a:pt x="13390" y="225381"/>
                  </a:lnTo>
                  <a:lnTo>
                    <a:pt x="15541" y="230210"/>
                  </a:lnTo>
                  <a:lnTo>
                    <a:pt x="17842" y="234969"/>
                  </a:lnTo>
                  <a:lnTo>
                    <a:pt x="20294" y="239653"/>
                  </a:lnTo>
                  <a:lnTo>
                    <a:pt x="22892" y="244257"/>
                  </a:lnTo>
                  <a:lnTo>
                    <a:pt x="25634" y="248777"/>
                  </a:lnTo>
                  <a:lnTo>
                    <a:pt x="28518" y="253207"/>
                  </a:lnTo>
                  <a:lnTo>
                    <a:pt x="31540" y="257544"/>
                  </a:lnTo>
                  <a:lnTo>
                    <a:pt x="34698" y="261784"/>
                  </a:lnTo>
                  <a:lnTo>
                    <a:pt x="37989" y="265921"/>
                  </a:lnTo>
                  <a:lnTo>
                    <a:pt x="41408" y="269952"/>
                  </a:lnTo>
                  <a:lnTo>
                    <a:pt x="44954" y="273874"/>
                  </a:lnTo>
                  <a:lnTo>
                    <a:pt x="48622" y="277681"/>
                  </a:lnTo>
                  <a:lnTo>
                    <a:pt x="52408" y="281370"/>
                  </a:lnTo>
                  <a:lnTo>
                    <a:pt x="56309" y="284938"/>
                  </a:lnTo>
                  <a:lnTo>
                    <a:pt x="60321" y="288380"/>
                  </a:lnTo>
                  <a:lnTo>
                    <a:pt x="64439" y="291694"/>
                  </a:lnTo>
                  <a:lnTo>
                    <a:pt x="68661" y="294876"/>
                  </a:lnTo>
                  <a:lnTo>
                    <a:pt x="72981" y="297923"/>
                  </a:lnTo>
                  <a:lnTo>
                    <a:pt x="77395" y="300832"/>
                  </a:lnTo>
                  <a:lnTo>
                    <a:pt x="81899" y="303600"/>
                  </a:lnTo>
                  <a:lnTo>
                    <a:pt x="86488" y="306224"/>
                  </a:lnTo>
                  <a:lnTo>
                    <a:pt x="91158" y="308702"/>
                  </a:lnTo>
                  <a:lnTo>
                    <a:pt x="95903" y="311030"/>
                  </a:lnTo>
                  <a:lnTo>
                    <a:pt x="100721" y="313208"/>
                  </a:lnTo>
                  <a:lnTo>
                    <a:pt x="105604" y="315232"/>
                  </a:lnTo>
                  <a:lnTo>
                    <a:pt x="110549" y="317101"/>
                  </a:lnTo>
                  <a:lnTo>
                    <a:pt x="115551" y="318812"/>
                  </a:lnTo>
                  <a:lnTo>
                    <a:pt x="120604" y="320364"/>
                  </a:lnTo>
                  <a:lnTo>
                    <a:pt x="125704" y="321756"/>
                  </a:lnTo>
                  <a:lnTo>
                    <a:pt x="130845" y="322986"/>
                  </a:lnTo>
                  <a:lnTo>
                    <a:pt x="136023" y="324053"/>
                  </a:lnTo>
                  <a:lnTo>
                    <a:pt x="141232" y="324955"/>
                  </a:lnTo>
                  <a:lnTo>
                    <a:pt x="146467" y="325693"/>
                  </a:lnTo>
                  <a:lnTo>
                    <a:pt x="151722" y="326264"/>
                  </a:lnTo>
                  <a:lnTo>
                    <a:pt x="156993" y="326669"/>
                  </a:lnTo>
                  <a:lnTo>
                    <a:pt x="162274" y="326907"/>
                  </a:lnTo>
                  <a:lnTo>
                    <a:pt x="167560" y="326978"/>
                  </a:lnTo>
                  <a:lnTo>
                    <a:pt x="172845" y="326882"/>
                  </a:lnTo>
                  <a:lnTo>
                    <a:pt x="178125" y="326619"/>
                  </a:lnTo>
                  <a:lnTo>
                    <a:pt x="183394" y="326189"/>
                  </a:lnTo>
                  <a:lnTo>
                    <a:pt x="188647" y="325592"/>
                  </a:lnTo>
                  <a:lnTo>
                    <a:pt x="193878" y="324830"/>
                  </a:lnTo>
                  <a:lnTo>
                    <a:pt x="199082" y="323903"/>
                  </a:lnTo>
                  <a:lnTo>
                    <a:pt x="204255" y="322811"/>
                  </a:lnTo>
                  <a:lnTo>
                    <a:pt x="209390" y="321557"/>
                  </a:lnTo>
                  <a:lnTo>
                    <a:pt x="214483" y="320141"/>
                  </a:lnTo>
                  <a:lnTo>
                    <a:pt x="219529" y="318564"/>
                  </a:lnTo>
                  <a:lnTo>
                    <a:pt x="224523" y="316829"/>
                  </a:lnTo>
                  <a:lnTo>
                    <a:pt x="229459" y="314937"/>
                  </a:lnTo>
                  <a:lnTo>
                    <a:pt x="234333" y="312890"/>
                  </a:lnTo>
                  <a:lnTo>
                    <a:pt x="239139" y="310689"/>
                  </a:lnTo>
                  <a:lnTo>
                    <a:pt x="243874" y="308338"/>
                  </a:lnTo>
                  <a:lnTo>
                    <a:pt x="248532" y="305838"/>
                  </a:lnTo>
                  <a:lnTo>
                    <a:pt x="253109" y="303192"/>
                  </a:lnTo>
                  <a:lnTo>
                    <a:pt x="257599" y="300403"/>
                  </a:lnTo>
                  <a:lnTo>
                    <a:pt x="261999" y="297473"/>
                  </a:lnTo>
                  <a:lnTo>
                    <a:pt x="266305" y="294405"/>
                  </a:lnTo>
                  <a:lnTo>
                    <a:pt x="270511" y="291203"/>
                  </a:lnTo>
                  <a:lnTo>
                    <a:pt x="274614" y="287870"/>
                  </a:lnTo>
                  <a:lnTo>
                    <a:pt x="278609" y="284408"/>
                  </a:lnTo>
                  <a:lnTo>
                    <a:pt x="282493" y="280822"/>
                  </a:lnTo>
                  <a:lnTo>
                    <a:pt x="286262" y="277114"/>
                  </a:lnTo>
                  <a:lnTo>
                    <a:pt x="289911" y="273290"/>
                  </a:lnTo>
                  <a:lnTo>
                    <a:pt x="293438" y="269352"/>
                  </a:lnTo>
                  <a:lnTo>
                    <a:pt x="296839" y="265304"/>
                  </a:lnTo>
                  <a:lnTo>
                    <a:pt x="300109" y="261151"/>
                  </a:lnTo>
                  <a:lnTo>
                    <a:pt x="303247" y="256897"/>
                  </a:lnTo>
                  <a:lnTo>
                    <a:pt x="306249" y="252545"/>
                  </a:lnTo>
                  <a:lnTo>
                    <a:pt x="309112" y="248101"/>
                  </a:lnTo>
                  <a:lnTo>
                    <a:pt x="311832" y="243569"/>
                  </a:lnTo>
                  <a:lnTo>
                    <a:pt x="314408" y="238952"/>
                  </a:lnTo>
                  <a:lnTo>
                    <a:pt x="316837" y="234257"/>
                  </a:lnTo>
                  <a:lnTo>
                    <a:pt x="319116" y="229487"/>
                  </a:lnTo>
                  <a:lnTo>
                    <a:pt x="321243" y="224648"/>
                  </a:lnTo>
                  <a:lnTo>
                    <a:pt x="323216" y="219743"/>
                  </a:lnTo>
                  <a:lnTo>
                    <a:pt x="325033" y="214779"/>
                  </a:lnTo>
                  <a:lnTo>
                    <a:pt x="326692" y="209760"/>
                  </a:lnTo>
                  <a:lnTo>
                    <a:pt x="328192" y="204690"/>
                  </a:lnTo>
                  <a:lnTo>
                    <a:pt x="329531" y="199576"/>
                  </a:lnTo>
                  <a:lnTo>
                    <a:pt x="330707" y="194422"/>
                  </a:lnTo>
                  <a:lnTo>
                    <a:pt x="331719" y="189234"/>
                  </a:lnTo>
                  <a:lnTo>
                    <a:pt x="332567" y="184016"/>
                  </a:lnTo>
                  <a:lnTo>
                    <a:pt x="333250" y="178774"/>
                  </a:lnTo>
                  <a:lnTo>
                    <a:pt x="333767" y="173513"/>
                  </a:lnTo>
                  <a:lnTo>
                    <a:pt x="334116" y="168238"/>
                  </a:lnTo>
                  <a:lnTo>
                    <a:pt x="334299" y="162955"/>
                  </a:lnTo>
                  <a:lnTo>
                    <a:pt x="334315" y="157668"/>
                  </a:lnTo>
                  <a:lnTo>
                    <a:pt x="334164" y="152384"/>
                  </a:lnTo>
                  <a:lnTo>
                    <a:pt x="333846" y="147107"/>
                  </a:lnTo>
                  <a:lnTo>
                    <a:pt x="333360" y="141843"/>
                  </a:lnTo>
                  <a:lnTo>
                    <a:pt x="332709" y="136597"/>
                  </a:lnTo>
                  <a:lnTo>
                    <a:pt x="331892" y="131374"/>
                  </a:lnTo>
                  <a:lnTo>
                    <a:pt x="330911" y="126180"/>
                  </a:lnTo>
                  <a:lnTo>
                    <a:pt x="329766" y="121019"/>
                  </a:lnTo>
                  <a:lnTo>
                    <a:pt x="328458" y="115897"/>
                  </a:lnTo>
                  <a:lnTo>
                    <a:pt x="326989" y="110819"/>
                  </a:lnTo>
                  <a:lnTo>
                    <a:pt x="325359" y="105789"/>
                  </a:lnTo>
                  <a:lnTo>
                    <a:pt x="323572" y="100814"/>
                  </a:lnTo>
                  <a:lnTo>
                    <a:pt x="321629" y="95898"/>
                  </a:lnTo>
                  <a:lnTo>
                    <a:pt x="319530" y="91046"/>
                  </a:lnTo>
                  <a:lnTo>
                    <a:pt x="317280" y="86263"/>
                  </a:lnTo>
                  <a:lnTo>
                    <a:pt x="314879" y="81553"/>
                  </a:lnTo>
                  <a:lnTo>
                    <a:pt x="312331" y="76921"/>
                  </a:lnTo>
                  <a:lnTo>
                    <a:pt x="309637" y="72372"/>
                  </a:lnTo>
                  <a:lnTo>
                    <a:pt x="306801" y="67911"/>
                  </a:lnTo>
                  <a:lnTo>
                    <a:pt x="303826" y="63542"/>
                  </a:lnTo>
                  <a:lnTo>
                    <a:pt x="300714" y="59269"/>
                  </a:lnTo>
                  <a:lnTo>
                    <a:pt x="297468" y="55096"/>
                  </a:lnTo>
                  <a:lnTo>
                    <a:pt x="294091" y="51028"/>
                  </a:lnTo>
                  <a:lnTo>
                    <a:pt x="290588" y="47069"/>
                  </a:lnTo>
                  <a:lnTo>
                    <a:pt x="286962" y="43223"/>
                  </a:lnTo>
                  <a:lnTo>
                    <a:pt x="283215" y="39493"/>
                  </a:lnTo>
                  <a:lnTo>
                    <a:pt x="279353" y="35884"/>
                  </a:lnTo>
                  <a:lnTo>
                    <a:pt x="275378" y="32398"/>
                  </a:lnTo>
                  <a:lnTo>
                    <a:pt x="271296" y="29040"/>
                  </a:lnTo>
                  <a:lnTo>
                    <a:pt x="267109" y="25813"/>
                  </a:lnTo>
                  <a:lnTo>
                    <a:pt x="262822" y="22720"/>
                  </a:lnTo>
                  <a:lnTo>
                    <a:pt x="258439" y="19763"/>
                  </a:lnTo>
                  <a:lnTo>
                    <a:pt x="253965" y="16947"/>
                  </a:lnTo>
                  <a:lnTo>
                    <a:pt x="167162" y="1598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460546" y="1735255"/>
              <a:ext cx="86803" cy="167167"/>
            </a:xfrm>
            <a:custGeom>
              <a:avLst/>
              <a:pathLst>
                <a:path w="86803" h="167167">
                  <a:moveTo>
                    <a:pt x="86803" y="24303"/>
                  </a:moveTo>
                  <a:lnTo>
                    <a:pt x="81878" y="21425"/>
                  </a:lnTo>
                  <a:lnTo>
                    <a:pt x="76858" y="18716"/>
                  </a:lnTo>
                  <a:lnTo>
                    <a:pt x="71749" y="16180"/>
                  </a:lnTo>
                  <a:lnTo>
                    <a:pt x="66556" y="13820"/>
                  </a:lnTo>
                  <a:lnTo>
                    <a:pt x="61285" y="11639"/>
                  </a:lnTo>
                  <a:lnTo>
                    <a:pt x="55943" y="9638"/>
                  </a:lnTo>
                  <a:lnTo>
                    <a:pt x="50536" y="7821"/>
                  </a:lnTo>
                  <a:lnTo>
                    <a:pt x="45070" y="6190"/>
                  </a:lnTo>
                  <a:lnTo>
                    <a:pt x="39552" y="4746"/>
                  </a:lnTo>
                  <a:lnTo>
                    <a:pt x="33988" y="3491"/>
                  </a:lnTo>
                  <a:lnTo>
                    <a:pt x="28384" y="2427"/>
                  </a:lnTo>
                  <a:lnTo>
                    <a:pt x="22747" y="1554"/>
                  </a:lnTo>
                  <a:lnTo>
                    <a:pt x="17083" y="875"/>
                  </a:lnTo>
                  <a:lnTo>
                    <a:pt x="11400" y="389"/>
                  </a:lnTo>
                  <a:lnTo>
                    <a:pt x="5703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5915693" y="1379510"/>
              <a:ext cx="289958" cy="334334"/>
            </a:xfrm>
            <a:custGeom>
              <a:avLst/>
              <a:pathLst>
                <a:path w="289958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5" y="756"/>
                  </a:lnTo>
                  <a:lnTo>
                    <a:pt x="145983" y="1344"/>
                  </a:lnTo>
                  <a:lnTo>
                    <a:pt x="140733" y="2099"/>
                  </a:lnTo>
                  <a:lnTo>
                    <a:pt x="135509" y="3021"/>
                  </a:lnTo>
                  <a:lnTo>
                    <a:pt x="130316" y="4107"/>
                  </a:lnTo>
                  <a:lnTo>
                    <a:pt x="125161" y="5358"/>
                  </a:lnTo>
                  <a:lnTo>
                    <a:pt x="120048" y="6771"/>
                  </a:lnTo>
                  <a:lnTo>
                    <a:pt x="114983" y="8346"/>
                  </a:lnTo>
                  <a:lnTo>
                    <a:pt x="109970" y="10081"/>
                  </a:lnTo>
                  <a:lnTo>
                    <a:pt x="105015" y="11975"/>
                  </a:lnTo>
                  <a:lnTo>
                    <a:pt x="100122" y="14024"/>
                  </a:lnTo>
                  <a:lnTo>
                    <a:pt x="95296" y="16228"/>
                  </a:lnTo>
                  <a:lnTo>
                    <a:pt x="90544" y="18584"/>
                  </a:lnTo>
                  <a:lnTo>
                    <a:pt x="85868" y="21089"/>
                  </a:lnTo>
                  <a:lnTo>
                    <a:pt x="81274" y="23741"/>
                  </a:lnTo>
                  <a:lnTo>
                    <a:pt x="76766" y="26538"/>
                  </a:lnTo>
                  <a:lnTo>
                    <a:pt x="72350" y="29477"/>
                  </a:lnTo>
                  <a:lnTo>
                    <a:pt x="68029" y="32554"/>
                  </a:lnTo>
                  <a:lnTo>
                    <a:pt x="63808" y="35766"/>
                  </a:lnTo>
                  <a:lnTo>
                    <a:pt x="59690" y="39111"/>
                  </a:lnTo>
                  <a:lnTo>
                    <a:pt x="55682" y="42585"/>
                  </a:lnTo>
                  <a:lnTo>
                    <a:pt x="51785" y="46185"/>
                  </a:lnTo>
                  <a:lnTo>
                    <a:pt x="48004" y="49906"/>
                  </a:lnTo>
                  <a:lnTo>
                    <a:pt x="44344" y="53745"/>
                  </a:lnTo>
                  <a:lnTo>
                    <a:pt x="40807" y="57698"/>
                  </a:lnTo>
                  <a:lnTo>
                    <a:pt x="37397" y="61762"/>
                  </a:lnTo>
                  <a:lnTo>
                    <a:pt x="34118" y="65932"/>
                  </a:lnTo>
                  <a:lnTo>
                    <a:pt x="30973" y="70204"/>
                  </a:lnTo>
                  <a:lnTo>
                    <a:pt x="27965" y="74573"/>
                  </a:lnTo>
                  <a:lnTo>
                    <a:pt x="25097" y="79036"/>
                  </a:lnTo>
                  <a:lnTo>
                    <a:pt x="22372" y="83587"/>
                  </a:lnTo>
                  <a:lnTo>
                    <a:pt x="19793" y="88223"/>
                  </a:lnTo>
                  <a:lnTo>
                    <a:pt x="17363" y="92938"/>
                  </a:lnTo>
                  <a:lnTo>
                    <a:pt x="15083" y="97728"/>
                  </a:lnTo>
                  <a:lnTo>
                    <a:pt x="12956" y="102587"/>
                  </a:lnTo>
                  <a:lnTo>
                    <a:pt x="10985" y="107512"/>
                  </a:lnTo>
                  <a:lnTo>
                    <a:pt x="9171" y="112497"/>
                  </a:lnTo>
                  <a:lnTo>
                    <a:pt x="7516" y="117537"/>
                  </a:lnTo>
                  <a:lnTo>
                    <a:pt x="6021" y="122627"/>
                  </a:lnTo>
                  <a:lnTo>
                    <a:pt x="4689" y="127762"/>
                  </a:lnTo>
                  <a:lnTo>
                    <a:pt x="3521" y="132936"/>
                  </a:lnTo>
                  <a:lnTo>
                    <a:pt x="2517" y="138145"/>
                  </a:lnTo>
                  <a:lnTo>
                    <a:pt x="1679" y="143383"/>
                  </a:lnTo>
                  <a:lnTo>
                    <a:pt x="1008" y="148645"/>
                  </a:lnTo>
                  <a:lnTo>
                    <a:pt x="504" y="153926"/>
                  </a:lnTo>
                  <a:lnTo>
                    <a:pt x="168" y="159220"/>
                  </a:lnTo>
                  <a:lnTo>
                    <a:pt x="0" y="164522"/>
                  </a:lnTo>
                  <a:lnTo>
                    <a:pt x="0" y="169826"/>
                  </a:lnTo>
                  <a:lnTo>
                    <a:pt x="168" y="175128"/>
                  </a:lnTo>
                  <a:lnTo>
                    <a:pt x="505" y="180422"/>
                  </a:lnTo>
                  <a:lnTo>
                    <a:pt x="1009" y="185703"/>
                  </a:lnTo>
                  <a:lnTo>
                    <a:pt x="1681" y="190965"/>
                  </a:lnTo>
                  <a:lnTo>
                    <a:pt x="2520" y="196203"/>
                  </a:lnTo>
                  <a:lnTo>
                    <a:pt x="3524" y="201412"/>
                  </a:lnTo>
                  <a:lnTo>
                    <a:pt x="4693" y="206586"/>
                  </a:lnTo>
                  <a:lnTo>
                    <a:pt x="6025" y="211721"/>
                  </a:lnTo>
                  <a:lnTo>
                    <a:pt x="7520" y="216810"/>
                  </a:lnTo>
                  <a:lnTo>
                    <a:pt x="9175" y="221850"/>
                  </a:lnTo>
                  <a:lnTo>
                    <a:pt x="10990" y="226835"/>
                  </a:lnTo>
                  <a:lnTo>
                    <a:pt x="12962" y="231759"/>
                  </a:lnTo>
                  <a:lnTo>
                    <a:pt x="15089" y="236619"/>
                  </a:lnTo>
                  <a:lnTo>
                    <a:pt x="17369" y="241409"/>
                  </a:lnTo>
                  <a:lnTo>
                    <a:pt x="19800" y="246123"/>
                  </a:lnTo>
                  <a:lnTo>
                    <a:pt x="22379" y="250759"/>
                  </a:lnTo>
                  <a:lnTo>
                    <a:pt x="25105" y="255310"/>
                  </a:lnTo>
                  <a:lnTo>
                    <a:pt x="27973" y="259772"/>
                  </a:lnTo>
                  <a:lnTo>
                    <a:pt x="30981" y="264142"/>
                  </a:lnTo>
                  <a:lnTo>
                    <a:pt x="34127" y="268413"/>
                  </a:lnTo>
                  <a:lnTo>
                    <a:pt x="37406" y="272583"/>
                  </a:lnTo>
                  <a:lnTo>
                    <a:pt x="40816" y="276646"/>
                  </a:lnTo>
                  <a:lnTo>
                    <a:pt x="44353" y="280599"/>
                  </a:lnTo>
                  <a:lnTo>
                    <a:pt x="48014" y="284438"/>
                  </a:lnTo>
                  <a:lnTo>
                    <a:pt x="51795" y="288159"/>
                  </a:lnTo>
                  <a:lnTo>
                    <a:pt x="55692" y="291758"/>
                  </a:lnTo>
                  <a:lnTo>
                    <a:pt x="59701" y="295232"/>
                  </a:lnTo>
                  <a:lnTo>
                    <a:pt x="63819" y="298576"/>
                  </a:lnTo>
                  <a:lnTo>
                    <a:pt x="68040" y="301789"/>
                  </a:lnTo>
                  <a:lnTo>
                    <a:pt x="72361" y="304865"/>
                  </a:lnTo>
                  <a:lnTo>
                    <a:pt x="76778" y="307803"/>
                  </a:lnTo>
                  <a:lnTo>
                    <a:pt x="81286" y="310600"/>
                  </a:lnTo>
                  <a:lnTo>
                    <a:pt x="85880" y="313252"/>
                  </a:lnTo>
                  <a:lnTo>
                    <a:pt x="90556" y="315757"/>
                  </a:lnTo>
                  <a:lnTo>
                    <a:pt x="95309" y="318112"/>
                  </a:lnTo>
                  <a:lnTo>
                    <a:pt x="100135" y="320315"/>
                  </a:lnTo>
                  <a:lnTo>
                    <a:pt x="105028" y="322364"/>
                  </a:lnTo>
                  <a:lnTo>
                    <a:pt x="109983" y="324257"/>
                  </a:lnTo>
                  <a:lnTo>
                    <a:pt x="114996" y="325992"/>
                  </a:lnTo>
                  <a:lnTo>
                    <a:pt x="120062" y="327567"/>
                  </a:lnTo>
                  <a:lnTo>
                    <a:pt x="125175" y="328980"/>
                  </a:lnTo>
                  <a:lnTo>
                    <a:pt x="130330" y="330230"/>
                  </a:lnTo>
                  <a:lnTo>
                    <a:pt x="135522" y="331316"/>
                  </a:lnTo>
                  <a:lnTo>
                    <a:pt x="140747" y="332237"/>
                  </a:lnTo>
                  <a:lnTo>
                    <a:pt x="145997" y="332991"/>
                  </a:lnTo>
                  <a:lnTo>
                    <a:pt x="151269" y="333579"/>
                  </a:lnTo>
                  <a:lnTo>
                    <a:pt x="156557" y="333999"/>
                  </a:lnTo>
                  <a:lnTo>
                    <a:pt x="161856" y="334251"/>
                  </a:lnTo>
                  <a:lnTo>
                    <a:pt x="167160" y="334334"/>
                  </a:lnTo>
                  <a:lnTo>
                    <a:pt x="172464" y="334250"/>
                  </a:lnTo>
                  <a:lnTo>
                    <a:pt x="177763" y="333997"/>
                  </a:lnTo>
                  <a:lnTo>
                    <a:pt x="183051" y="333576"/>
                  </a:lnTo>
                  <a:lnTo>
                    <a:pt x="188323" y="332988"/>
                  </a:lnTo>
                  <a:lnTo>
                    <a:pt x="193573" y="332232"/>
                  </a:lnTo>
                  <a:lnTo>
                    <a:pt x="198797" y="331311"/>
                  </a:lnTo>
                  <a:lnTo>
                    <a:pt x="203989" y="330224"/>
                  </a:lnTo>
                  <a:lnTo>
                    <a:pt x="209145" y="328973"/>
                  </a:lnTo>
                  <a:lnTo>
                    <a:pt x="214257" y="327559"/>
                  </a:lnTo>
                  <a:lnTo>
                    <a:pt x="219323" y="325983"/>
                  </a:lnTo>
                  <a:lnTo>
                    <a:pt x="224335" y="324248"/>
                  </a:lnTo>
                  <a:lnTo>
                    <a:pt x="229291" y="322354"/>
                  </a:lnTo>
                  <a:lnTo>
                    <a:pt x="234183" y="320304"/>
                  </a:lnTo>
                  <a:lnTo>
                    <a:pt x="239008" y="318100"/>
                  </a:lnTo>
                  <a:lnTo>
                    <a:pt x="243761" y="315744"/>
                  </a:lnTo>
                  <a:lnTo>
                    <a:pt x="248437" y="313238"/>
                  </a:lnTo>
                  <a:lnTo>
                    <a:pt x="253030" y="310585"/>
                  </a:lnTo>
                  <a:lnTo>
                    <a:pt x="257538" y="307788"/>
                  </a:lnTo>
                  <a:lnTo>
                    <a:pt x="261954" y="304849"/>
                  </a:lnTo>
                  <a:lnTo>
                    <a:pt x="266275" y="301772"/>
                  </a:lnTo>
                  <a:lnTo>
                    <a:pt x="270495" y="298559"/>
                  </a:lnTo>
                  <a:lnTo>
                    <a:pt x="274612" y="295214"/>
                  </a:lnTo>
                  <a:lnTo>
                    <a:pt x="278621" y="291739"/>
                  </a:lnTo>
                  <a:lnTo>
                    <a:pt x="282517" y="288140"/>
                  </a:lnTo>
                  <a:lnTo>
                    <a:pt x="286298" y="284418"/>
                  </a:lnTo>
                  <a:lnTo>
                    <a:pt x="289958" y="280579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82840" y="1546678"/>
              <a:ext cx="122811" cy="113411"/>
            </a:xfrm>
            <a:custGeom>
              <a:avLst/>
              <a:pathLst>
                <a:path w="122811" h="113411">
                  <a:moveTo>
                    <a:pt x="122811" y="1134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82840" y="1546678"/>
              <a:ext cx="122811" cy="113411"/>
            </a:xfrm>
            <a:custGeom>
              <a:avLst/>
              <a:pathLst>
                <a:path w="122811" h="113411">
                  <a:moveTo>
                    <a:pt x="122811" y="1134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82840" y="1546678"/>
              <a:ext cx="122811" cy="113411"/>
            </a:xfrm>
            <a:custGeom>
              <a:avLst/>
              <a:pathLst>
                <a:path w="122811" h="113411">
                  <a:moveTo>
                    <a:pt x="122811" y="1134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82840" y="1546678"/>
              <a:ext cx="122811" cy="113411"/>
            </a:xfrm>
            <a:custGeom>
              <a:avLst/>
              <a:pathLst>
                <a:path w="122811" h="113411">
                  <a:moveTo>
                    <a:pt x="122811" y="1134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82840" y="1546678"/>
              <a:ext cx="122811" cy="113411"/>
            </a:xfrm>
            <a:custGeom>
              <a:avLst/>
              <a:pathLst>
                <a:path w="122811" h="113411">
                  <a:moveTo>
                    <a:pt x="122811" y="1134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82840" y="1546678"/>
              <a:ext cx="122811" cy="113411"/>
            </a:xfrm>
            <a:custGeom>
              <a:avLst/>
              <a:pathLst>
                <a:path w="122811" h="113411">
                  <a:moveTo>
                    <a:pt x="122811" y="1134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82840" y="1546678"/>
              <a:ext cx="122811" cy="113411"/>
            </a:xfrm>
            <a:custGeom>
              <a:avLst/>
              <a:pathLst>
                <a:path w="122811" h="113411">
                  <a:moveTo>
                    <a:pt x="122811" y="1134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82840" y="1546678"/>
              <a:ext cx="122811" cy="113411"/>
            </a:xfrm>
            <a:custGeom>
              <a:avLst/>
              <a:pathLst>
                <a:path w="122811" h="113411">
                  <a:moveTo>
                    <a:pt x="122811" y="1134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82840" y="1546678"/>
              <a:ext cx="122811" cy="113411"/>
            </a:xfrm>
            <a:custGeom>
              <a:avLst/>
              <a:pathLst>
                <a:path w="122811" h="113411">
                  <a:moveTo>
                    <a:pt x="122811" y="1134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82840" y="1546678"/>
              <a:ext cx="122811" cy="113411"/>
            </a:xfrm>
            <a:custGeom>
              <a:avLst/>
              <a:pathLst>
                <a:path w="122811" h="113411">
                  <a:moveTo>
                    <a:pt x="122811" y="1134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82840" y="1546678"/>
              <a:ext cx="122811" cy="113411"/>
            </a:xfrm>
            <a:custGeom>
              <a:avLst/>
              <a:pathLst>
                <a:path w="122811" h="113411">
                  <a:moveTo>
                    <a:pt x="122811" y="1134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82840" y="1546678"/>
              <a:ext cx="122811" cy="113411"/>
            </a:xfrm>
            <a:custGeom>
              <a:avLst/>
              <a:pathLst>
                <a:path w="122811" h="113411">
                  <a:moveTo>
                    <a:pt x="122811" y="1134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82840" y="1546678"/>
              <a:ext cx="122811" cy="113411"/>
            </a:xfrm>
            <a:custGeom>
              <a:avLst/>
              <a:pathLst>
                <a:path w="122811" h="113411">
                  <a:moveTo>
                    <a:pt x="122811" y="1134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82840" y="1546678"/>
              <a:ext cx="122811" cy="113411"/>
            </a:xfrm>
            <a:custGeom>
              <a:avLst/>
              <a:pathLst>
                <a:path w="122811" h="113411">
                  <a:moveTo>
                    <a:pt x="122811" y="1134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82840" y="1546678"/>
              <a:ext cx="122811" cy="113411"/>
            </a:xfrm>
            <a:custGeom>
              <a:avLst/>
              <a:pathLst>
                <a:path w="122811" h="113411">
                  <a:moveTo>
                    <a:pt x="122811" y="1134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82840" y="1546678"/>
              <a:ext cx="122811" cy="113411"/>
            </a:xfrm>
            <a:custGeom>
              <a:avLst/>
              <a:pathLst>
                <a:path w="122811" h="113411">
                  <a:moveTo>
                    <a:pt x="122811" y="1134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82840" y="1546678"/>
              <a:ext cx="122811" cy="113411"/>
            </a:xfrm>
            <a:custGeom>
              <a:avLst/>
              <a:pathLst>
                <a:path w="122811" h="113411">
                  <a:moveTo>
                    <a:pt x="122811" y="1134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82840" y="1546678"/>
              <a:ext cx="122811" cy="113411"/>
            </a:xfrm>
            <a:custGeom>
              <a:avLst/>
              <a:pathLst>
                <a:path w="122811" h="113411">
                  <a:moveTo>
                    <a:pt x="122811" y="1134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82840" y="1546678"/>
              <a:ext cx="122811" cy="113411"/>
            </a:xfrm>
            <a:custGeom>
              <a:avLst/>
              <a:pathLst>
                <a:path w="122811" h="113411">
                  <a:moveTo>
                    <a:pt x="122811" y="1134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82840" y="1546678"/>
              <a:ext cx="122811" cy="113411"/>
            </a:xfrm>
            <a:custGeom>
              <a:avLst/>
              <a:pathLst>
                <a:path w="122811" h="113411">
                  <a:moveTo>
                    <a:pt x="122811" y="1134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82840" y="1546678"/>
              <a:ext cx="122811" cy="113411"/>
            </a:xfrm>
            <a:custGeom>
              <a:avLst/>
              <a:pathLst>
                <a:path w="122811" h="113411">
                  <a:moveTo>
                    <a:pt x="122811" y="1134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82840" y="1546678"/>
              <a:ext cx="122811" cy="113411"/>
            </a:xfrm>
            <a:custGeom>
              <a:avLst/>
              <a:pathLst>
                <a:path w="122811" h="113411">
                  <a:moveTo>
                    <a:pt x="122811" y="1134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82840" y="1546678"/>
              <a:ext cx="123092" cy="113411"/>
            </a:xfrm>
            <a:custGeom>
              <a:avLst/>
              <a:pathLst>
                <a:path w="123092" h="113411">
                  <a:moveTo>
                    <a:pt x="122811" y="113411"/>
                  </a:moveTo>
                  <a:lnTo>
                    <a:pt x="123092" y="113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6082840" y="1379510"/>
              <a:ext cx="167166" cy="280274"/>
            </a:xfrm>
            <a:custGeom>
              <a:avLst/>
              <a:pathLst>
                <a:path w="167166" h="280274">
                  <a:moveTo>
                    <a:pt x="123092" y="280274"/>
                  </a:moveTo>
                  <a:lnTo>
                    <a:pt x="126663" y="276260"/>
                  </a:lnTo>
                  <a:lnTo>
                    <a:pt x="130103" y="272134"/>
                  </a:lnTo>
                  <a:lnTo>
                    <a:pt x="133408" y="267899"/>
                  </a:lnTo>
                  <a:lnTo>
                    <a:pt x="136576" y="263561"/>
                  </a:lnTo>
                  <a:lnTo>
                    <a:pt x="139603" y="259122"/>
                  </a:lnTo>
                  <a:lnTo>
                    <a:pt x="142486" y="254589"/>
                  </a:lnTo>
                  <a:lnTo>
                    <a:pt x="145221" y="249965"/>
                  </a:lnTo>
                  <a:lnTo>
                    <a:pt x="147807" y="245256"/>
                  </a:lnTo>
                  <a:lnTo>
                    <a:pt x="150240" y="240466"/>
                  </a:lnTo>
                  <a:lnTo>
                    <a:pt x="152518" y="235601"/>
                  </a:lnTo>
                  <a:lnTo>
                    <a:pt x="154638" y="230665"/>
                  </a:lnTo>
                  <a:lnTo>
                    <a:pt x="156598" y="225663"/>
                  </a:lnTo>
                  <a:lnTo>
                    <a:pt x="158397" y="220601"/>
                  </a:lnTo>
                  <a:lnTo>
                    <a:pt x="160032" y="215484"/>
                  </a:lnTo>
                  <a:lnTo>
                    <a:pt x="161502" y="210316"/>
                  </a:lnTo>
                  <a:lnTo>
                    <a:pt x="162805" y="205105"/>
                  </a:lnTo>
                  <a:lnTo>
                    <a:pt x="163940" y="199854"/>
                  </a:lnTo>
                  <a:lnTo>
                    <a:pt x="164906" y="194569"/>
                  </a:lnTo>
                  <a:lnTo>
                    <a:pt x="165701" y="189256"/>
                  </a:lnTo>
                  <a:lnTo>
                    <a:pt x="166325" y="183920"/>
                  </a:lnTo>
                  <a:lnTo>
                    <a:pt x="166778" y="178567"/>
                  </a:lnTo>
                  <a:lnTo>
                    <a:pt x="167058" y="173202"/>
                  </a:lnTo>
                  <a:lnTo>
                    <a:pt x="167166" y="167831"/>
                  </a:lnTo>
                  <a:lnTo>
                    <a:pt x="167101" y="162459"/>
                  </a:lnTo>
                  <a:lnTo>
                    <a:pt x="166863" y="157092"/>
                  </a:lnTo>
                  <a:lnTo>
                    <a:pt x="166453" y="151736"/>
                  </a:lnTo>
                  <a:lnTo>
                    <a:pt x="165871" y="146395"/>
                  </a:lnTo>
                  <a:lnTo>
                    <a:pt x="165118" y="141076"/>
                  </a:lnTo>
                  <a:lnTo>
                    <a:pt x="164195" y="135784"/>
                  </a:lnTo>
                  <a:lnTo>
                    <a:pt x="163101" y="130524"/>
                  </a:lnTo>
                  <a:lnTo>
                    <a:pt x="161840" y="125302"/>
                  </a:lnTo>
                  <a:lnTo>
                    <a:pt x="160411" y="120123"/>
                  </a:lnTo>
                  <a:lnTo>
                    <a:pt x="158816" y="114993"/>
                  </a:lnTo>
                  <a:lnTo>
                    <a:pt x="157058" y="109917"/>
                  </a:lnTo>
                  <a:lnTo>
                    <a:pt x="155137" y="104900"/>
                  </a:lnTo>
                  <a:lnTo>
                    <a:pt x="153056" y="99947"/>
                  </a:lnTo>
                  <a:lnTo>
                    <a:pt x="150817" y="95063"/>
                  </a:lnTo>
                  <a:lnTo>
                    <a:pt x="148423" y="90254"/>
                  </a:lnTo>
                  <a:lnTo>
                    <a:pt x="145875" y="85525"/>
                  </a:lnTo>
                  <a:lnTo>
                    <a:pt x="143176" y="80880"/>
                  </a:lnTo>
                  <a:lnTo>
                    <a:pt x="140329" y="76324"/>
                  </a:lnTo>
                  <a:lnTo>
                    <a:pt x="137338" y="71861"/>
                  </a:lnTo>
                  <a:lnTo>
                    <a:pt x="134204" y="67498"/>
                  </a:lnTo>
                  <a:lnTo>
                    <a:pt x="130933" y="63237"/>
                  </a:lnTo>
                  <a:lnTo>
                    <a:pt x="127525" y="59083"/>
                  </a:lnTo>
                  <a:lnTo>
                    <a:pt x="123986" y="55041"/>
                  </a:lnTo>
                  <a:lnTo>
                    <a:pt x="120320" y="51115"/>
                  </a:lnTo>
                  <a:lnTo>
                    <a:pt x="116528" y="47309"/>
                  </a:lnTo>
                  <a:lnTo>
                    <a:pt x="112617" y="43626"/>
                  </a:lnTo>
                  <a:lnTo>
                    <a:pt x="108589" y="40071"/>
                  </a:lnTo>
                  <a:lnTo>
                    <a:pt x="104449" y="36648"/>
                  </a:lnTo>
                  <a:lnTo>
                    <a:pt x="100201" y="33359"/>
                  </a:lnTo>
                  <a:lnTo>
                    <a:pt x="95850" y="30208"/>
                  </a:lnTo>
                  <a:lnTo>
                    <a:pt x="91400" y="27199"/>
                  </a:lnTo>
                  <a:lnTo>
                    <a:pt x="86855" y="24334"/>
                  </a:lnTo>
                  <a:lnTo>
                    <a:pt x="82220" y="21617"/>
                  </a:lnTo>
                  <a:lnTo>
                    <a:pt x="77501" y="19051"/>
                  </a:lnTo>
                  <a:lnTo>
                    <a:pt x="72702" y="16637"/>
                  </a:lnTo>
                  <a:lnTo>
                    <a:pt x="67827" y="14378"/>
                  </a:lnTo>
                  <a:lnTo>
                    <a:pt x="62883" y="12278"/>
                  </a:lnTo>
                  <a:lnTo>
                    <a:pt x="57873" y="10337"/>
                  </a:lnTo>
                  <a:lnTo>
                    <a:pt x="52804" y="8558"/>
                  </a:lnTo>
                  <a:lnTo>
                    <a:pt x="47680" y="6944"/>
                  </a:lnTo>
                  <a:lnTo>
                    <a:pt x="42507" y="5494"/>
                  </a:lnTo>
                  <a:lnTo>
                    <a:pt x="37290" y="4212"/>
                  </a:lnTo>
                  <a:lnTo>
                    <a:pt x="32035" y="3098"/>
                  </a:lnTo>
                  <a:lnTo>
                    <a:pt x="26746" y="2153"/>
                  </a:lnTo>
                  <a:lnTo>
                    <a:pt x="21430" y="1379"/>
                  </a:lnTo>
                  <a:lnTo>
                    <a:pt x="16092" y="776"/>
                  </a:lnTo>
                  <a:lnTo>
                    <a:pt x="10737" y="345"/>
                  </a:lnTo>
                  <a:lnTo>
                    <a:pt x="5371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465974" y="1120312"/>
              <a:ext cx="334325" cy="334317"/>
            </a:xfrm>
            <a:custGeom>
              <a:avLst/>
              <a:pathLst>
                <a:path w="334325" h="334317">
                  <a:moveTo>
                    <a:pt x="167161" y="0"/>
                  </a:moveTo>
                  <a:lnTo>
                    <a:pt x="161881" y="83"/>
                  </a:lnTo>
                  <a:lnTo>
                    <a:pt x="156607" y="333"/>
                  </a:lnTo>
                  <a:lnTo>
                    <a:pt x="151343" y="750"/>
                  </a:lnTo>
                  <a:lnTo>
                    <a:pt x="146095" y="1332"/>
                  </a:lnTo>
                  <a:lnTo>
                    <a:pt x="140869" y="2080"/>
                  </a:lnTo>
                  <a:lnTo>
                    <a:pt x="135668" y="2993"/>
                  </a:lnTo>
                  <a:lnTo>
                    <a:pt x="130499" y="4069"/>
                  </a:lnTo>
                  <a:lnTo>
                    <a:pt x="125366" y="5309"/>
                  </a:lnTo>
                  <a:lnTo>
                    <a:pt x="120275" y="6709"/>
                  </a:lnTo>
                  <a:lnTo>
                    <a:pt x="115231" y="8270"/>
                  </a:lnTo>
                  <a:lnTo>
                    <a:pt x="110238" y="9989"/>
                  </a:lnTo>
                  <a:lnTo>
                    <a:pt x="105303" y="11865"/>
                  </a:lnTo>
                  <a:lnTo>
                    <a:pt x="100429" y="13897"/>
                  </a:lnTo>
                  <a:lnTo>
                    <a:pt x="95622" y="16081"/>
                  </a:lnTo>
                  <a:lnTo>
                    <a:pt x="90886" y="18415"/>
                  </a:lnTo>
                  <a:lnTo>
                    <a:pt x="86226" y="20898"/>
                  </a:lnTo>
                  <a:lnTo>
                    <a:pt x="81647" y="23527"/>
                  </a:lnTo>
                  <a:lnTo>
                    <a:pt x="77153" y="26300"/>
                  </a:lnTo>
                  <a:lnTo>
                    <a:pt x="72749" y="29213"/>
                  </a:lnTo>
                  <a:lnTo>
                    <a:pt x="68439" y="32263"/>
                  </a:lnTo>
                  <a:lnTo>
                    <a:pt x="64228" y="35448"/>
                  </a:lnTo>
                  <a:lnTo>
                    <a:pt x="60119" y="38765"/>
                  </a:lnTo>
                  <a:lnTo>
                    <a:pt x="56118" y="42210"/>
                  </a:lnTo>
                  <a:lnTo>
                    <a:pt x="52227" y="45779"/>
                  </a:lnTo>
                  <a:lnTo>
                    <a:pt x="48450" y="49469"/>
                  </a:lnTo>
                  <a:lnTo>
                    <a:pt x="44792" y="53277"/>
                  </a:lnTo>
                  <a:lnTo>
                    <a:pt x="41256" y="57199"/>
                  </a:lnTo>
                  <a:lnTo>
                    <a:pt x="37846" y="61230"/>
                  </a:lnTo>
                  <a:lnTo>
                    <a:pt x="34565" y="65367"/>
                  </a:lnTo>
                  <a:lnTo>
                    <a:pt x="31416" y="69605"/>
                  </a:lnTo>
                  <a:lnTo>
                    <a:pt x="28403" y="73941"/>
                  </a:lnTo>
                  <a:lnTo>
                    <a:pt x="25528" y="78370"/>
                  </a:lnTo>
                  <a:lnTo>
                    <a:pt x="22794" y="82887"/>
                  </a:lnTo>
                  <a:lnTo>
                    <a:pt x="20204" y="87488"/>
                  </a:lnTo>
                  <a:lnTo>
                    <a:pt x="17761" y="92169"/>
                  </a:lnTo>
                  <a:lnTo>
                    <a:pt x="15467" y="96925"/>
                  </a:lnTo>
                  <a:lnTo>
                    <a:pt x="13324" y="101751"/>
                  </a:lnTo>
                  <a:lnTo>
                    <a:pt x="11335" y="106642"/>
                  </a:lnTo>
                  <a:lnTo>
                    <a:pt x="9501" y="111594"/>
                  </a:lnTo>
                  <a:lnTo>
                    <a:pt x="7825" y="116601"/>
                  </a:lnTo>
                  <a:lnTo>
                    <a:pt x="6307" y="121658"/>
                  </a:lnTo>
                  <a:lnTo>
                    <a:pt x="4950" y="126761"/>
                  </a:lnTo>
                  <a:lnTo>
                    <a:pt x="3755" y="131904"/>
                  </a:lnTo>
                  <a:lnTo>
                    <a:pt x="2723" y="137082"/>
                  </a:lnTo>
                  <a:lnTo>
                    <a:pt x="1855" y="142290"/>
                  </a:lnTo>
                  <a:lnTo>
                    <a:pt x="1151" y="147524"/>
                  </a:lnTo>
                  <a:lnTo>
                    <a:pt x="614" y="152776"/>
                  </a:lnTo>
                  <a:lnTo>
                    <a:pt x="243" y="158043"/>
                  </a:lnTo>
                  <a:lnTo>
                    <a:pt x="38" y="163320"/>
                  </a:lnTo>
                  <a:lnTo>
                    <a:pt x="0" y="168600"/>
                  </a:lnTo>
                  <a:lnTo>
                    <a:pt x="128" y="173878"/>
                  </a:lnTo>
                  <a:lnTo>
                    <a:pt x="423" y="179150"/>
                  </a:lnTo>
                  <a:lnTo>
                    <a:pt x="885" y="184410"/>
                  </a:lnTo>
                  <a:lnTo>
                    <a:pt x="1513" y="189653"/>
                  </a:lnTo>
                  <a:lnTo>
                    <a:pt x="2305" y="194873"/>
                  </a:lnTo>
                  <a:lnTo>
                    <a:pt x="3263" y="200066"/>
                  </a:lnTo>
                  <a:lnTo>
                    <a:pt x="4383" y="205225"/>
                  </a:lnTo>
                  <a:lnTo>
                    <a:pt x="5667" y="210347"/>
                  </a:lnTo>
                  <a:lnTo>
                    <a:pt x="7111" y="215426"/>
                  </a:lnTo>
                  <a:lnTo>
                    <a:pt x="8715" y="220457"/>
                  </a:lnTo>
                  <a:lnTo>
                    <a:pt x="10477" y="225434"/>
                  </a:lnTo>
                  <a:lnTo>
                    <a:pt x="12395" y="230354"/>
                  </a:lnTo>
                  <a:lnTo>
                    <a:pt x="14468" y="235210"/>
                  </a:lnTo>
                  <a:lnTo>
                    <a:pt x="16693" y="239998"/>
                  </a:lnTo>
                  <a:lnTo>
                    <a:pt x="19068" y="244714"/>
                  </a:lnTo>
                  <a:lnTo>
                    <a:pt x="21591" y="249352"/>
                  </a:lnTo>
                  <a:lnTo>
                    <a:pt x="24259" y="253909"/>
                  </a:lnTo>
                  <a:lnTo>
                    <a:pt x="27070" y="258379"/>
                  </a:lnTo>
                  <a:lnTo>
                    <a:pt x="30021" y="262758"/>
                  </a:lnTo>
                  <a:lnTo>
                    <a:pt x="33108" y="267041"/>
                  </a:lnTo>
                  <a:lnTo>
                    <a:pt x="36329" y="271225"/>
                  </a:lnTo>
                  <a:lnTo>
                    <a:pt x="39681" y="275305"/>
                  </a:lnTo>
                  <a:lnTo>
                    <a:pt x="43160" y="279277"/>
                  </a:lnTo>
                  <a:lnTo>
                    <a:pt x="46762" y="283137"/>
                  </a:lnTo>
                  <a:lnTo>
                    <a:pt x="50485" y="286882"/>
                  </a:lnTo>
                  <a:lnTo>
                    <a:pt x="54324" y="290507"/>
                  </a:lnTo>
                  <a:lnTo>
                    <a:pt x="58275" y="294009"/>
                  </a:lnTo>
                  <a:lnTo>
                    <a:pt x="62336" y="297385"/>
                  </a:lnTo>
                  <a:lnTo>
                    <a:pt x="66501" y="300630"/>
                  </a:lnTo>
                  <a:lnTo>
                    <a:pt x="70766" y="303743"/>
                  </a:lnTo>
                  <a:lnTo>
                    <a:pt x="75127" y="306719"/>
                  </a:lnTo>
                  <a:lnTo>
                    <a:pt x="79581" y="309556"/>
                  </a:lnTo>
                  <a:lnTo>
                    <a:pt x="84121" y="312251"/>
                  </a:lnTo>
                  <a:lnTo>
                    <a:pt x="88745" y="314801"/>
                  </a:lnTo>
                  <a:lnTo>
                    <a:pt x="93446" y="317204"/>
                  </a:lnTo>
                  <a:lnTo>
                    <a:pt x="98222" y="319457"/>
                  </a:lnTo>
                  <a:lnTo>
                    <a:pt x="103066" y="321559"/>
                  </a:lnTo>
                  <a:lnTo>
                    <a:pt x="107974" y="323506"/>
                  </a:lnTo>
                  <a:lnTo>
                    <a:pt x="112941" y="325297"/>
                  </a:lnTo>
                  <a:lnTo>
                    <a:pt x="117962" y="326931"/>
                  </a:lnTo>
                  <a:lnTo>
                    <a:pt x="123032" y="328405"/>
                  </a:lnTo>
                  <a:lnTo>
                    <a:pt x="128146" y="329718"/>
                  </a:lnTo>
                  <a:lnTo>
                    <a:pt x="133299" y="330869"/>
                  </a:lnTo>
                  <a:lnTo>
                    <a:pt x="138486" y="331857"/>
                  </a:lnTo>
                  <a:lnTo>
                    <a:pt x="143702" y="332680"/>
                  </a:lnTo>
                  <a:lnTo>
                    <a:pt x="148941" y="333338"/>
                  </a:lnTo>
                  <a:lnTo>
                    <a:pt x="154198" y="333831"/>
                  </a:lnTo>
                  <a:lnTo>
                    <a:pt x="159468" y="334157"/>
                  </a:lnTo>
                  <a:lnTo>
                    <a:pt x="164746" y="334317"/>
                  </a:lnTo>
                  <a:lnTo>
                    <a:pt x="170026" y="334310"/>
                  </a:lnTo>
                  <a:lnTo>
                    <a:pt x="175303" y="334136"/>
                  </a:lnTo>
                  <a:lnTo>
                    <a:pt x="180572" y="333796"/>
                  </a:lnTo>
                  <a:lnTo>
                    <a:pt x="185828" y="333289"/>
                  </a:lnTo>
                  <a:lnTo>
                    <a:pt x="191065" y="332616"/>
                  </a:lnTo>
                  <a:lnTo>
                    <a:pt x="196279" y="331779"/>
                  </a:lnTo>
                  <a:lnTo>
                    <a:pt x="201463" y="330777"/>
                  </a:lnTo>
                  <a:lnTo>
                    <a:pt x="206613" y="329612"/>
                  </a:lnTo>
                  <a:lnTo>
                    <a:pt x="211724" y="328285"/>
                  </a:lnTo>
                  <a:lnTo>
                    <a:pt x="216790" y="326797"/>
                  </a:lnTo>
                  <a:lnTo>
                    <a:pt x="221807" y="325150"/>
                  </a:lnTo>
                  <a:lnTo>
                    <a:pt x="226769" y="323346"/>
                  </a:lnTo>
                  <a:lnTo>
                    <a:pt x="231671" y="321385"/>
                  </a:lnTo>
                  <a:lnTo>
                    <a:pt x="236510" y="319271"/>
                  </a:lnTo>
                  <a:lnTo>
                    <a:pt x="241279" y="317005"/>
                  </a:lnTo>
                  <a:lnTo>
                    <a:pt x="245974" y="314589"/>
                  </a:lnTo>
                  <a:lnTo>
                    <a:pt x="250591" y="312027"/>
                  </a:lnTo>
                  <a:lnTo>
                    <a:pt x="255124" y="309320"/>
                  </a:lnTo>
                  <a:lnTo>
                    <a:pt x="259570" y="306471"/>
                  </a:lnTo>
                  <a:lnTo>
                    <a:pt x="263923" y="303483"/>
                  </a:lnTo>
                  <a:lnTo>
                    <a:pt x="268180" y="300359"/>
                  </a:lnTo>
                  <a:lnTo>
                    <a:pt x="272336" y="297102"/>
                  </a:lnTo>
                  <a:lnTo>
                    <a:pt x="276387" y="293716"/>
                  </a:lnTo>
                  <a:lnTo>
                    <a:pt x="280329" y="290203"/>
                  </a:lnTo>
                  <a:lnTo>
                    <a:pt x="284159" y="286567"/>
                  </a:lnTo>
                  <a:lnTo>
                    <a:pt x="287871" y="282813"/>
                  </a:lnTo>
                  <a:lnTo>
                    <a:pt x="291463" y="278943"/>
                  </a:lnTo>
                  <a:lnTo>
                    <a:pt x="294931" y="274961"/>
                  </a:lnTo>
                  <a:lnTo>
                    <a:pt x="298272" y="270872"/>
                  </a:lnTo>
                  <a:lnTo>
                    <a:pt x="301482" y="266680"/>
                  </a:lnTo>
                  <a:lnTo>
                    <a:pt x="304558" y="262388"/>
                  </a:lnTo>
                  <a:lnTo>
                    <a:pt x="307496" y="258001"/>
                  </a:lnTo>
                  <a:lnTo>
                    <a:pt x="310295" y="253524"/>
                  </a:lnTo>
                  <a:lnTo>
                    <a:pt x="312951" y="248960"/>
                  </a:lnTo>
                  <a:lnTo>
                    <a:pt x="315462" y="244315"/>
                  </a:lnTo>
                  <a:lnTo>
                    <a:pt x="317824" y="239593"/>
                  </a:lnTo>
                  <a:lnTo>
                    <a:pt x="320036" y="234799"/>
                  </a:lnTo>
                  <a:lnTo>
                    <a:pt x="322096" y="229937"/>
                  </a:lnTo>
                  <a:lnTo>
                    <a:pt x="324001" y="225012"/>
                  </a:lnTo>
                  <a:lnTo>
                    <a:pt x="325750" y="220030"/>
                  </a:lnTo>
                  <a:lnTo>
                    <a:pt x="327340" y="214995"/>
                  </a:lnTo>
                  <a:lnTo>
                    <a:pt x="328771" y="209912"/>
                  </a:lnTo>
                  <a:lnTo>
                    <a:pt x="330040" y="204787"/>
                  </a:lnTo>
                  <a:lnTo>
                    <a:pt x="331147" y="199624"/>
                  </a:lnTo>
                  <a:lnTo>
                    <a:pt x="332090" y="194429"/>
                  </a:lnTo>
                  <a:lnTo>
                    <a:pt x="332869" y="189207"/>
                  </a:lnTo>
                  <a:lnTo>
                    <a:pt x="333482" y="183962"/>
                  </a:lnTo>
                  <a:lnTo>
                    <a:pt x="333930" y="178701"/>
                  </a:lnTo>
                  <a:lnTo>
                    <a:pt x="334211" y="173428"/>
                  </a:lnTo>
                  <a:lnTo>
                    <a:pt x="334325" y="168149"/>
                  </a:lnTo>
                  <a:lnTo>
                    <a:pt x="334273" y="162870"/>
                  </a:lnTo>
                  <a:lnTo>
                    <a:pt x="334054" y="157594"/>
                  </a:lnTo>
                  <a:lnTo>
                    <a:pt x="333668" y="152328"/>
                  </a:lnTo>
                  <a:lnTo>
                    <a:pt x="333117" y="147077"/>
                  </a:lnTo>
                  <a:lnTo>
                    <a:pt x="332399" y="141845"/>
                  </a:lnTo>
                  <a:lnTo>
                    <a:pt x="331517" y="136640"/>
                  </a:lnTo>
                  <a:lnTo>
                    <a:pt x="330471" y="131464"/>
                  </a:lnTo>
                  <a:lnTo>
                    <a:pt x="329262" y="126324"/>
                  </a:lnTo>
                  <a:lnTo>
                    <a:pt x="327891" y="121225"/>
                  </a:lnTo>
                  <a:lnTo>
                    <a:pt x="326360" y="116172"/>
                  </a:lnTo>
                  <a:lnTo>
                    <a:pt x="324670" y="111169"/>
                  </a:lnTo>
                  <a:lnTo>
                    <a:pt x="322823" y="106223"/>
                  </a:lnTo>
                  <a:lnTo>
                    <a:pt x="320821" y="101337"/>
                  </a:lnTo>
                  <a:lnTo>
                    <a:pt x="318665" y="96517"/>
                  </a:lnTo>
                  <a:lnTo>
                    <a:pt x="316358" y="91767"/>
                  </a:lnTo>
                  <a:lnTo>
                    <a:pt x="313903" y="87093"/>
                  </a:lnTo>
                  <a:lnTo>
                    <a:pt x="311300" y="82499"/>
                  </a:lnTo>
                  <a:lnTo>
                    <a:pt x="308555" y="77989"/>
                  </a:lnTo>
                  <a:lnTo>
                    <a:pt x="305668" y="73568"/>
                  </a:lnTo>
                  <a:lnTo>
                    <a:pt x="302642" y="69240"/>
                  </a:lnTo>
                  <a:lnTo>
                    <a:pt x="299482" y="65010"/>
                  </a:lnTo>
                  <a:lnTo>
                    <a:pt x="296190" y="60882"/>
                  </a:lnTo>
                  <a:lnTo>
                    <a:pt x="292769" y="56860"/>
                  </a:lnTo>
                  <a:lnTo>
                    <a:pt x="289222" y="52948"/>
                  </a:lnTo>
                  <a:lnTo>
                    <a:pt x="285554" y="49150"/>
                  </a:lnTo>
                  <a:lnTo>
                    <a:pt x="281768" y="45470"/>
                  </a:lnTo>
                  <a:lnTo>
                    <a:pt x="277867" y="41911"/>
                  </a:lnTo>
                  <a:lnTo>
                    <a:pt x="273856" y="38477"/>
                  </a:lnTo>
                  <a:lnTo>
                    <a:pt x="269739" y="35172"/>
                  </a:lnTo>
                  <a:lnTo>
                    <a:pt x="265519" y="31998"/>
                  </a:lnTo>
                  <a:lnTo>
                    <a:pt x="261201" y="28959"/>
                  </a:lnTo>
                  <a:lnTo>
                    <a:pt x="256789" y="26058"/>
                  </a:lnTo>
                  <a:lnTo>
                    <a:pt x="252288" y="23298"/>
                  </a:lnTo>
                  <a:lnTo>
                    <a:pt x="247702" y="20681"/>
                  </a:lnTo>
                  <a:lnTo>
                    <a:pt x="243035" y="18210"/>
                  </a:lnTo>
                  <a:lnTo>
                    <a:pt x="238293" y="15888"/>
                  </a:lnTo>
                  <a:lnTo>
                    <a:pt x="233480" y="13717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633135" y="1134030"/>
              <a:ext cx="66318" cy="153449"/>
            </a:xfrm>
            <a:custGeom>
              <a:avLst/>
              <a:pathLst>
                <a:path w="66318" h="153449">
                  <a:moveTo>
                    <a:pt x="66318" y="0"/>
                  </a:moveTo>
                  <a:lnTo>
                    <a:pt x="0" y="1534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633135" y="1134030"/>
              <a:ext cx="66318" cy="153449"/>
            </a:xfrm>
            <a:custGeom>
              <a:avLst/>
              <a:pathLst>
                <a:path w="66318" h="153449">
                  <a:moveTo>
                    <a:pt x="66318" y="0"/>
                  </a:moveTo>
                  <a:lnTo>
                    <a:pt x="0" y="1534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633135" y="1134030"/>
              <a:ext cx="66318" cy="153449"/>
            </a:xfrm>
            <a:custGeom>
              <a:avLst/>
              <a:pathLst>
                <a:path w="66318" h="153449">
                  <a:moveTo>
                    <a:pt x="66318" y="0"/>
                  </a:moveTo>
                  <a:lnTo>
                    <a:pt x="0" y="1534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633135" y="1134030"/>
              <a:ext cx="66318" cy="153449"/>
            </a:xfrm>
            <a:custGeom>
              <a:avLst/>
              <a:pathLst>
                <a:path w="66318" h="153449">
                  <a:moveTo>
                    <a:pt x="66318" y="0"/>
                  </a:moveTo>
                  <a:lnTo>
                    <a:pt x="0" y="1534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633135" y="1134030"/>
              <a:ext cx="66318" cy="153449"/>
            </a:xfrm>
            <a:custGeom>
              <a:avLst/>
              <a:pathLst>
                <a:path w="66318" h="153449">
                  <a:moveTo>
                    <a:pt x="66318" y="0"/>
                  </a:moveTo>
                  <a:lnTo>
                    <a:pt x="0" y="1534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633135" y="1134030"/>
              <a:ext cx="66318" cy="153449"/>
            </a:xfrm>
            <a:custGeom>
              <a:avLst/>
              <a:pathLst>
                <a:path w="66318" h="153449">
                  <a:moveTo>
                    <a:pt x="66318" y="0"/>
                  </a:moveTo>
                  <a:lnTo>
                    <a:pt x="0" y="1534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633135" y="1134030"/>
              <a:ext cx="66318" cy="153449"/>
            </a:xfrm>
            <a:custGeom>
              <a:avLst/>
              <a:pathLst>
                <a:path w="66318" h="153449">
                  <a:moveTo>
                    <a:pt x="66318" y="0"/>
                  </a:moveTo>
                  <a:lnTo>
                    <a:pt x="0" y="1534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633135" y="1134030"/>
              <a:ext cx="66318" cy="153449"/>
            </a:xfrm>
            <a:custGeom>
              <a:avLst/>
              <a:pathLst>
                <a:path w="66318" h="153449">
                  <a:moveTo>
                    <a:pt x="66318" y="0"/>
                  </a:moveTo>
                  <a:lnTo>
                    <a:pt x="0" y="1534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633135" y="1134030"/>
              <a:ext cx="66318" cy="153449"/>
            </a:xfrm>
            <a:custGeom>
              <a:avLst/>
              <a:pathLst>
                <a:path w="66318" h="153449">
                  <a:moveTo>
                    <a:pt x="66318" y="0"/>
                  </a:moveTo>
                  <a:lnTo>
                    <a:pt x="0" y="1534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633135" y="1134030"/>
              <a:ext cx="66318" cy="153449"/>
            </a:xfrm>
            <a:custGeom>
              <a:avLst/>
              <a:pathLst>
                <a:path w="66318" h="153449">
                  <a:moveTo>
                    <a:pt x="66318" y="0"/>
                  </a:moveTo>
                  <a:lnTo>
                    <a:pt x="0" y="1534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633135" y="1134030"/>
              <a:ext cx="66318" cy="153449"/>
            </a:xfrm>
            <a:custGeom>
              <a:avLst/>
              <a:pathLst>
                <a:path w="66318" h="153449">
                  <a:moveTo>
                    <a:pt x="66318" y="0"/>
                  </a:moveTo>
                  <a:lnTo>
                    <a:pt x="0" y="1534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633135" y="1134030"/>
              <a:ext cx="66318" cy="153449"/>
            </a:xfrm>
            <a:custGeom>
              <a:avLst/>
              <a:pathLst>
                <a:path w="66318" h="153449">
                  <a:moveTo>
                    <a:pt x="66318" y="0"/>
                  </a:moveTo>
                  <a:lnTo>
                    <a:pt x="0" y="1534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633135" y="1134030"/>
              <a:ext cx="66318" cy="153449"/>
            </a:xfrm>
            <a:custGeom>
              <a:avLst/>
              <a:pathLst>
                <a:path w="66318" h="153449">
                  <a:moveTo>
                    <a:pt x="66318" y="0"/>
                  </a:moveTo>
                  <a:lnTo>
                    <a:pt x="0" y="1534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633135" y="1134030"/>
              <a:ext cx="66318" cy="153449"/>
            </a:xfrm>
            <a:custGeom>
              <a:avLst/>
              <a:pathLst>
                <a:path w="66318" h="153449">
                  <a:moveTo>
                    <a:pt x="66318" y="0"/>
                  </a:moveTo>
                  <a:lnTo>
                    <a:pt x="0" y="1534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633135" y="1134030"/>
              <a:ext cx="66318" cy="153449"/>
            </a:xfrm>
            <a:custGeom>
              <a:avLst/>
              <a:pathLst>
                <a:path w="66318" h="153449">
                  <a:moveTo>
                    <a:pt x="66318" y="0"/>
                  </a:moveTo>
                  <a:lnTo>
                    <a:pt x="0" y="1534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633135" y="1134030"/>
              <a:ext cx="66318" cy="153449"/>
            </a:xfrm>
            <a:custGeom>
              <a:avLst/>
              <a:pathLst>
                <a:path w="66318" h="153449">
                  <a:moveTo>
                    <a:pt x="66318" y="0"/>
                  </a:moveTo>
                  <a:lnTo>
                    <a:pt x="0" y="1534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633135" y="1134030"/>
              <a:ext cx="66318" cy="153449"/>
            </a:xfrm>
            <a:custGeom>
              <a:avLst/>
              <a:pathLst>
                <a:path w="66318" h="153449">
                  <a:moveTo>
                    <a:pt x="66318" y="0"/>
                  </a:moveTo>
                  <a:lnTo>
                    <a:pt x="0" y="1534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633135" y="1134030"/>
              <a:ext cx="66318" cy="153449"/>
            </a:xfrm>
            <a:custGeom>
              <a:avLst/>
              <a:pathLst>
                <a:path w="66318" h="153449">
                  <a:moveTo>
                    <a:pt x="66318" y="0"/>
                  </a:moveTo>
                  <a:lnTo>
                    <a:pt x="0" y="1534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633135" y="1134030"/>
              <a:ext cx="66318" cy="153449"/>
            </a:xfrm>
            <a:custGeom>
              <a:avLst/>
              <a:pathLst>
                <a:path w="66318" h="153449">
                  <a:moveTo>
                    <a:pt x="66318" y="0"/>
                  </a:moveTo>
                  <a:lnTo>
                    <a:pt x="0" y="1534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633135" y="1134030"/>
              <a:ext cx="66318" cy="153449"/>
            </a:xfrm>
            <a:custGeom>
              <a:avLst/>
              <a:pathLst>
                <a:path w="66318" h="153449">
                  <a:moveTo>
                    <a:pt x="66318" y="0"/>
                  </a:moveTo>
                  <a:lnTo>
                    <a:pt x="0" y="1534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633135" y="1134030"/>
              <a:ext cx="66318" cy="153449"/>
            </a:xfrm>
            <a:custGeom>
              <a:avLst/>
              <a:pathLst>
                <a:path w="66318" h="153449">
                  <a:moveTo>
                    <a:pt x="66318" y="0"/>
                  </a:moveTo>
                  <a:lnTo>
                    <a:pt x="0" y="1534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633135" y="1133867"/>
              <a:ext cx="66318" cy="153613"/>
            </a:xfrm>
            <a:custGeom>
              <a:avLst/>
              <a:pathLst>
                <a:path w="66318" h="153613">
                  <a:moveTo>
                    <a:pt x="66318" y="163"/>
                  </a:moveTo>
                  <a:lnTo>
                    <a:pt x="65938" y="0"/>
                  </a:lnTo>
                  <a:lnTo>
                    <a:pt x="0" y="1536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633135" y="1120312"/>
              <a:ext cx="65938" cy="167167"/>
            </a:xfrm>
            <a:custGeom>
              <a:avLst/>
              <a:pathLst>
                <a:path w="65938" h="167167">
                  <a:moveTo>
                    <a:pt x="65938" y="13554"/>
                  </a:moveTo>
                  <a:lnTo>
                    <a:pt x="60233" y="11228"/>
                  </a:lnTo>
                  <a:lnTo>
                    <a:pt x="54445" y="9114"/>
                  </a:lnTo>
                  <a:lnTo>
                    <a:pt x="48583" y="7215"/>
                  </a:lnTo>
                  <a:lnTo>
                    <a:pt x="42656" y="5533"/>
                  </a:lnTo>
                  <a:lnTo>
                    <a:pt x="36670" y="4071"/>
                  </a:lnTo>
                  <a:lnTo>
                    <a:pt x="30635" y="2831"/>
                  </a:lnTo>
                  <a:lnTo>
                    <a:pt x="24558" y="1813"/>
                  </a:lnTo>
                  <a:lnTo>
                    <a:pt x="18448" y="1021"/>
                  </a:lnTo>
                  <a:lnTo>
                    <a:pt x="12312" y="454"/>
                  </a:lnTo>
                  <a:lnTo>
                    <a:pt x="6160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968526" y="971635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9" y="84"/>
                  </a:lnTo>
                  <a:lnTo>
                    <a:pt x="156554" y="336"/>
                  </a:lnTo>
                  <a:lnTo>
                    <a:pt x="151270" y="755"/>
                  </a:lnTo>
                  <a:lnTo>
                    <a:pt x="146002" y="1342"/>
                  </a:lnTo>
                  <a:lnTo>
                    <a:pt x="140755" y="2096"/>
                  </a:lnTo>
                  <a:lnTo>
                    <a:pt x="135535" y="3016"/>
                  </a:lnTo>
                  <a:lnTo>
                    <a:pt x="130347" y="4101"/>
                  </a:lnTo>
                  <a:lnTo>
                    <a:pt x="125195" y="5350"/>
                  </a:lnTo>
                  <a:lnTo>
                    <a:pt x="120086" y="6761"/>
                  </a:lnTo>
                  <a:lnTo>
                    <a:pt x="115024" y="8334"/>
                  </a:lnTo>
                  <a:lnTo>
                    <a:pt x="110014" y="10066"/>
                  </a:lnTo>
                  <a:lnTo>
                    <a:pt x="105062" y="11957"/>
                  </a:lnTo>
                  <a:lnTo>
                    <a:pt x="100173" y="14003"/>
                  </a:lnTo>
                  <a:lnTo>
                    <a:pt x="95350" y="16204"/>
                  </a:lnTo>
                  <a:lnTo>
                    <a:pt x="90600" y="18556"/>
                  </a:lnTo>
                  <a:lnTo>
                    <a:pt x="85927" y="21057"/>
                  </a:lnTo>
                  <a:lnTo>
                    <a:pt x="81336" y="23706"/>
                  </a:lnTo>
                  <a:lnTo>
                    <a:pt x="76830" y="26499"/>
                  </a:lnTo>
                  <a:lnTo>
                    <a:pt x="72416" y="29433"/>
                  </a:lnTo>
                  <a:lnTo>
                    <a:pt x="68097" y="32506"/>
                  </a:lnTo>
                  <a:lnTo>
                    <a:pt x="63877" y="35714"/>
                  </a:lnTo>
                  <a:lnTo>
                    <a:pt x="59761" y="39054"/>
                  </a:lnTo>
                  <a:lnTo>
                    <a:pt x="55754" y="42523"/>
                  </a:lnTo>
                  <a:lnTo>
                    <a:pt x="51858" y="46118"/>
                  </a:lnTo>
                  <a:lnTo>
                    <a:pt x="48078" y="49834"/>
                  </a:lnTo>
                  <a:lnTo>
                    <a:pt x="44418" y="53668"/>
                  </a:lnTo>
                  <a:lnTo>
                    <a:pt x="40881" y="57616"/>
                  </a:lnTo>
                  <a:lnTo>
                    <a:pt x="37471" y="61674"/>
                  </a:lnTo>
                  <a:lnTo>
                    <a:pt x="34192" y="65839"/>
                  </a:lnTo>
                  <a:lnTo>
                    <a:pt x="31046" y="70105"/>
                  </a:lnTo>
                  <a:lnTo>
                    <a:pt x="28037" y="74469"/>
                  </a:lnTo>
                  <a:lnTo>
                    <a:pt x="25168" y="78926"/>
                  </a:lnTo>
                  <a:lnTo>
                    <a:pt x="22442" y="83472"/>
                  </a:lnTo>
                  <a:lnTo>
                    <a:pt x="19861" y="88102"/>
                  </a:lnTo>
                  <a:lnTo>
                    <a:pt x="17428" y="92811"/>
                  </a:lnTo>
                  <a:lnTo>
                    <a:pt x="15146" y="97596"/>
                  </a:lnTo>
                  <a:lnTo>
                    <a:pt x="13017" y="102450"/>
                  </a:lnTo>
                  <a:lnTo>
                    <a:pt x="11043" y="107369"/>
                  </a:lnTo>
                  <a:lnTo>
                    <a:pt x="9225" y="112348"/>
                  </a:lnTo>
                  <a:lnTo>
                    <a:pt x="7567" y="117383"/>
                  </a:lnTo>
                  <a:lnTo>
                    <a:pt x="6068" y="122467"/>
                  </a:lnTo>
                  <a:lnTo>
                    <a:pt x="4732" y="127597"/>
                  </a:lnTo>
                  <a:lnTo>
                    <a:pt x="3559" y="132766"/>
                  </a:lnTo>
                  <a:lnTo>
                    <a:pt x="2551" y="137970"/>
                  </a:lnTo>
                  <a:lnTo>
                    <a:pt x="1708" y="143203"/>
                  </a:lnTo>
                  <a:lnTo>
                    <a:pt x="1031" y="148460"/>
                  </a:lnTo>
                  <a:lnTo>
                    <a:pt x="522" y="153737"/>
                  </a:lnTo>
                  <a:lnTo>
                    <a:pt x="180" y="159026"/>
                  </a:lnTo>
                  <a:lnTo>
                    <a:pt x="6" y="164324"/>
                  </a:lnTo>
                  <a:lnTo>
                    <a:pt x="0" y="169625"/>
                  </a:lnTo>
                  <a:lnTo>
                    <a:pt x="161" y="174923"/>
                  </a:lnTo>
                  <a:lnTo>
                    <a:pt x="491" y="180213"/>
                  </a:lnTo>
                  <a:lnTo>
                    <a:pt x="989" y="185490"/>
                  </a:lnTo>
                  <a:lnTo>
                    <a:pt x="1653" y="190749"/>
                  </a:lnTo>
                  <a:lnTo>
                    <a:pt x="2484" y="195984"/>
                  </a:lnTo>
                  <a:lnTo>
                    <a:pt x="3480" y="201190"/>
                  </a:lnTo>
                  <a:lnTo>
                    <a:pt x="4641" y="206362"/>
                  </a:lnTo>
                  <a:lnTo>
                    <a:pt x="5966" y="211495"/>
                  </a:lnTo>
                  <a:lnTo>
                    <a:pt x="7452" y="216583"/>
                  </a:lnTo>
                  <a:lnTo>
                    <a:pt x="9099" y="221621"/>
                  </a:lnTo>
                  <a:lnTo>
                    <a:pt x="10905" y="226605"/>
                  </a:lnTo>
                  <a:lnTo>
                    <a:pt x="12868" y="231529"/>
                  </a:lnTo>
                  <a:lnTo>
                    <a:pt x="14986" y="236388"/>
                  </a:lnTo>
                  <a:lnTo>
                    <a:pt x="17257" y="241177"/>
                  </a:lnTo>
                  <a:lnTo>
                    <a:pt x="19679" y="245892"/>
                  </a:lnTo>
                  <a:lnTo>
                    <a:pt x="22249" y="250528"/>
                  </a:lnTo>
                  <a:lnTo>
                    <a:pt x="24965" y="255080"/>
                  </a:lnTo>
                  <a:lnTo>
                    <a:pt x="27824" y="259544"/>
                  </a:lnTo>
                  <a:lnTo>
                    <a:pt x="30823" y="263915"/>
                  </a:lnTo>
                  <a:lnTo>
                    <a:pt x="33959" y="268188"/>
                  </a:lnTo>
                  <a:lnTo>
                    <a:pt x="37228" y="272360"/>
                  </a:lnTo>
                  <a:lnTo>
                    <a:pt x="40629" y="276426"/>
                  </a:lnTo>
                  <a:lnTo>
                    <a:pt x="44156" y="280383"/>
                  </a:lnTo>
                  <a:lnTo>
                    <a:pt x="47808" y="284225"/>
                  </a:lnTo>
                  <a:lnTo>
                    <a:pt x="51579" y="287950"/>
                  </a:lnTo>
                  <a:lnTo>
                    <a:pt x="55466" y="291553"/>
                  </a:lnTo>
                  <a:lnTo>
                    <a:pt x="59466" y="295032"/>
                  </a:lnTo>
                  <a:lnTo>
                    <a:pt x="63574" y="298381"/>
                  </a:lnTo>
                  <a:lnTo>
                    <a:pt x="67786" y="301599"/>
                  </a:lnTo>
                  <a:lnTo>
                    <a:pt x="72099" y="304682"/>
                  </a:lnTo>
                  <a:lnTo>
                    <a:pt x="76506" y="307626"/>
                  </a:lnTo>
                  <a:lnTo>
                    <a:pt x="81005" y="310430"/>
                  </a:lnTo>
                  <a:lnTo>
                    <a:pt x="85590" y="313089"/>
                  </a:lnTo>
                  <a:lnTo>
                    <a:pt x="90258" y="315601"/>
                  </a:lnTo>
                  <a:lnTo>
                    <a:pt x="95002" y="317964"/>
                  </a:lnTo>
                  <a:lnTo>
                    <a:pt x="99820" y="320176"/>
                  </a:lnTo>
                  <a:lnTo>
                    <a:pt x="104705" y="322234"/>
                  </a:lnTo>
                  <a:lnTo>
                    <a:pt x="109652" y="324135"/>
                  </a:lnTo>
                  <a:lnTo>
                    <a:pt x="114658" y="325879"/>
                  </a:lnTo>
                  <a:lnTo>
                    <a:pt x="119716" y="327464"/>
                  </a:lnTo>
                  <a:lnTo>
                    <a:pt x="124822" y="328887"/>
                  </a:lnTo>
                  <a:lnTo>
                    <a:pt x="129971" y="330148"/>
                  </a:lnTo>
                  <a:lnTo>
                    <a:pt x="135157" y="331245"/>
                  </a:lnTo>
                  <a:lnTo>
                    <a:pt x="140375" y="332176"/>
                  </a:lnTo>
                  <a:lnTo>
                    <a:pt x="145620" y="332942"/>
                  </a:lnTo>
                  <a:lnTo>
                    <a:pt x="150887" y="333541"/>
                  </a:lnTo>
                  <a:lnTo>
                    <a:pt x="156170" y="333973"/>
                  </a:lnTo>
                  <a:lnTo>
                    <a:pt x="161464" y="334238"/>
                  </a:lnTo>
                  <a:lnTo>
                    <a:pt x="166763" y="334334"/>
                  </a:lnTo>
                  <a:lnTo>
                    <a:pt x="172064" y="334262"/>
                  </a:lnTo>
                  <a:lnTo>
                    <a:pt x="177359" y="334022"/>
                  </a:lnTo>
                  <a:lnTo>
                    <a:pt x="182644" y="333615"/>
                  </a:lnTo>
                  <a:lnTo>
                    <a:pt x="187913" y="333040"/>
                  </a:lnTo>
                  <a:lnTo>
                    <a:pt x="193162" y="332298"/>
                  </a:lnTo>
                  <a:lnTo>
                    <a:pt x="198384" y="331390"/>
                  </a:lnTo>
                  <a:lnTo>
                    <a:pt x="203575" y="330317"/>
                  </a:lnTo>
                  <a:lnTo>
                    <a:pt x="208729" y="329081"/>
                  </a:lnTo>
                  <a:lnTo>
                    <a:pt x="213842" y="327681"/>
                  </a:lnTo>
                  <a:lnTo>
                    <a:pt x="218907" y="326120"/>
                  </a:lnTo>
                  <a:lnTo>
                    <a:pt x="223921" y="324399"/>
                  </a:lnTo>
                  <a:lnTo>
                    <a:pt x="228877" y="322520"/>
                  </a:lnTo>
                  <a:lnTo>
                    <a:pt x="233772" y="320485"/>
                  </a:lnTo>
                  <a:lnTo>
                    <a:pt x="238599" y="318295"/>
                  </a:lnTo>
                  <a:lnTo>
                    <a:pt x="243355" y="315954"/>
                  </a:lnTo>
                  <a:lnTo>
                    <a:pt x="248034" y="313463"/>
                  </a:lnTo>
                  <a:lnTo>
                    <a:pt x="252631" y="310825"/>
                  </a:lnTo>
                  <a:lnTo>
                    <a:pt x="257143" y="308043"/>
                  </a:lnTo>
                  <a:lnTo>
                    <a:pt x="261564" y="305119"/>
                  </a:lnTo>
                  <a:lnTo>
                    <a:pt x="265890" y="302056"/>
                  </a:lnTo>
                  <a:lnTo>
                    <a:pt x="270117" y="298858"/>
                  </a:lnTo>
                  <a:lnTo>
                    <a:pt x="274241" y="295527"/>
                  </a:lnTo>
                  <a:lnTo>
                    <a:pt x="278256" y="292067"/>
                  </a:lnTo>
                  <a:lnTo>
                    <a:pt x="282161" y="288482"/>
                  </a:lnTo>
                  <a:lnTo>
                    <a:pt x="285949" y="284774"/>
                  </a:lnTo>
                  <a:lnTo>
                    <a:pt x="289618" y="280949"/>
                  </a:lnTo>
                  <a:lnTo>
                    <a:pt x="293164" y="277009"/>
                  </a:lnTo>
                  <a:lnTo>
                    <a:pt x="296583" y="272958"/>
                  </a:lnTo>
                  <a:lnTo>
                    <a:pt x="299872" y="268801"/>
                  </a:lnTo>
                  <a:lnTo>
                    <a:pt x="303027" y="264542"/>
                  </a:lnTo>
                  <a:lnTo>
                    <a:pt x="306046" y="260185"/>
                  </a:lnTo>
                  <a:lnTo>
                    <a:pt x="308926" y="255735"/>
                  </a:lnTo>
                  <a:lnTo>
                    <a:pt x="311662" y="251195"/>
                  </a:lnTo>
                  <a:lnTo>
                    <a:pt x="314254" y="246571"/>
                  </a:lnTo>
                  <a:lnTo>
                    <a:pt x="316697" y="241868"/>
                  </a:lnTo>
                  <a:lnTo>
                    <a:pt x="318991" y="237089"/>
                  </a:lnTo>
                  <a:lnTo>
                    <a:pt x="321131" y="232239"/>
                  </a:lnTo>
                  <a:lnTo>
                    <a:pt x="323117" y="227325"/>
                  </a:lnTo>
                  <a:lnTo>
                    <a:pt x="324946" y="222350"/>
                  </a:lnTo>
                  <a:lnTo>
                    <a:pt x="326616" y="217319"/>
                  </a:lnTo>
                  <a:lnTo>
                    <a:pt x="328126" y="212238"/>
                  </a:lnTo>
                  <a:lnTo>
                    <a:pt x="329474" y="207111"/>
                  </a:lnTo>
                  <a:lnTo>
                    <a:pt x="330659" y="201945"/>
                  </a:lnTo>
                  <a:lnTo>
                    <a:pt x="331679" y="196743"/>
                  </a:lnTo>
                  <a:lnTo>
                    <a:pt x="332534" y="191512"/>
                  </a:lnTo>
                  <a:lnTo>
                    <a:pt x="333223" y="186256"/>
                  </a:lnTo>
                  <a:lnTo>
                    <a:pt x="333745" y="180982"/>
                  </a:lnTo>
                  <a:lnTo>
                    <a:pt x="334099" y="175693"/>
                  </a:lnTo>
                  <a:lnTo>
                    <a:pt x="334285" y="170395"/>
                  </a:lnTo>
                  <a:lnTo>
                    <a:pt x="334303" y="165095"/>
                  </a:lnTo>
                  <a:lnTo>
                    <a:pt x="334154" y="159796"/>
                  </a:lnTo>
                  <a:lnTo>
                    <a:pt x="333836" y="154505"/>
                  </a:lnTo>
                  <a:lnTo>
                    <a:pt x="333351" y="149227"/>
                  </a:lnTo>
                  <a:lnTo>
                    <a:pt x="332699" y="143966"/>
                  </a:lnTo>
                  <a:lnTo>
                    <a:pt x="331880" y="138729"/>
                  </a:lnTo>
                  <a:lnTo>
                    <a:pt x="330895" y="133521"/>
                  </a:lnTo>
                  <a:lnTo>
                    <a:pt x="329746" y="128346"/>
                  </a:lnTo>
                  <a:lnTo>
                    <a:pt x="328434" y="123211"/>
                  </a:lnTo>
                  <a:lnTo>
                    <a:pt x="326959" y="118119"/>
                  </a:lnTo>
                  <a:lnTo>
                    <a:pt x="325324" y="113077"/>
                  </a:lnTo>
                  <a:lnTo>
                    <a:pt x="323529" y="10809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5135676" y="1079725"/>
              <a:ext cx="156380" cy="59077"/>
            </a:xfrm>
            <a:custGeom>
              <a:avLst/>
              <a:pathLst>
                <a:path w="156380" h="59077">
                  <a:moveTo>
                    <a:pt x="156380" y="0"/>
                  </a:moveTo>
                  <a:lnTo>
                    <a:pt x="0" y="590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5135676" y="1079725"/>
              <a:ext cx="156380" cy="59077"/>
            </a:xfrm>
            <a:custGeom>
              <a:avLst/>
              <a:pathLst>
                <a:path w="156380" h="59077">
                  <a:moveTo>
                    <a:pt x="156380" y="0"/>
                  </a:moveTo>
                  <a:lnTo>
                    <a:pt x="0" y="590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5135676" y="1079725"/>
              <a:ext cx="156380" cy="59077"/>
            </a:xfrm>
            <a:custGeom>
              <a:avLst/>
              <a:pathLst>
                <a:path w="156380" h="59077">
                  <a:moveTo>
                    <a:pt x="156380" y="0"/>
                  </a:moveTo>
                  <a:lnTo>
                    <a:pt x="0" y="590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5135676" y="1079725"/>
              <a:ext cx="156380" cy="59077"/>
            </a:xfrm>
            <a:custGeom>
              <a:avLst/>
              <a:pathLst>
                <a:path w="156380" h="59077">
                  <a:moveTo>
                    <a:pt x="156380" y="0"/>
                  </a:moveTo>
                  <a:lnTo>
                    <a:pt x="0" y="590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5135676" y="1079725"/>
              <a:ext cx="156380" cy="59077"/>
            </a:xfrm>
            <a:custGeom>
              <a:avLst/>
              <a:pathLst>
                <a:path w="156380" h="59077">
                  <a:moveTo>
                    <a:pt x="156380" y="0"/>
                  </a:moveTo>
                  <a:lnTo>
                    <a:pt x="0" y="590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5135676" y="1079725"/>
              <a:ext cx="156380" cy="59077"/>
            </a:xfrm>
            <a:custGeom>
              <a:avLst/>
              <a:pathLst>
                <a:path w="156380" h="59077">
                  <a:moveTo>
                    <a:pt x="156380" y="0"/>
                  </a:moveTo>
                  <a:lnTo>
                    <a:pt x="0" y="590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5135676" y="1079725"/>
              <a:ext cx="156380" cy="59077"/>
            </a:xfrm>
            <a:custGeom>
              <a:avLst/>
              <a:pathLst>
                <a:path w="156380" h="59077">
                  <a:moveTo>
                    <a:pt x="156380" y="0"/>
                  </a:moveTo>
                  <a:lnTo>
                    <a:pt x="0" y="590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5135676" y="1079725"/>
              <a:ext cx="156380" cy="59077"/>
            </a:xfrm>
            <a:custGeom>
              <a:avLst/>
              <a:pathLst>
                <a:path w="156380" h="59077">
                  <a:moveTo>
                    <a:pt x="156380" y="0"/>
                  </a:moveTo>
                  <a:lnTo>
                    <a:pt x="0" y="590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5135676" y="1079725"/>
              <a:ext cx="156380" cy="59077"/>
            </a:xfrm>
            <a:custGeom>
              <a:avLst/>
              <a:pathLst>
                <a:path w="156380" h="59077">
                  <a:moveTo>
                    <a:pt x="156380" y="0"/>
                  </a:moveTo>
                  <a:lnTo>
                    <a:pt x="0" y="590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5135676" y="1079725"/>
              <a:ext cx="156380" cy="59077"/>
            </a:xfrm>
            <a:custGeom>
              <a:avLst/>
              <a:pathLst>
                <a:path w="156380" h="59077">
                  <a:moveTo>
                    <a:pt x="156380" y="0"/>
                  </a:moveTo>
                  <a:lnTo>
                    <a:pt x="0" y="590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5135676" y="1079725"/>
              <a:ext cx="156380" cy="59077"/>
            </a:xfrm>
            <a:custGeom>
              <a:avLst/>
              <a:pathLst>
                <a:path w="156380" h="59077">
                  <a:moveTo>
                    <a:pt x="156380" y="0"/>
                  </a:moveTo>
                  <a:lnTo>
                    <a:pt x="0" y="590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5135676" y="1079725"/>
              <a:ext cx="156380" cy="59077"/>
            </a:xfrm>
            <a:custGeom>
              <a:avLst/>
              <a:pathLst>
                <a:path w="156380" h="59077">
                  <a:moveTo>
                    <a:pt x="156380" y="0"/>
                  </a:moveTo>
                  <a:lnTo>
                    <a:pt x="0" y="590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5135676" y="1079725"/>
              <a:ext cx="156380" cy="59077"/>
            </a:xfrm>
            <a:custGeom>
              <a:avLst/>
              <a:pathLst>
                <a:path w="156380" h="59077">
                  <a:moveTo>
                    <a:pt x="156380" y="0"/>
                  </a:moveTo>
                  <a:lnTo>
                    <a:pt x="0" y="590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5135676" y="1079725"/>
              <a:ext cx="156380" cy="59077"/>
            </a:xfrm>
            <a:custGeom>
              <a:avLst/>
              <a:pathLst>
                <a:path w="156380" h="59077">
                  <a:moveTo>
                    <a:pt x="156380" y="0"/>
                  </a:moveTo>
                  <a:lnTo>
                    <a:pt x="0" y="590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5135676" y="1079725"/>
              <a:ext cx="156380" cy="59077"/>
            </a:xfrm>
            <a:custGeom>
              <a:avLst/>
              <a:pathLst>
                <a:path w="156380" h="59077">
                  <a:moveTo>
                    <a:pt x="156380" y="0"/>
                  </a:moveTo>
                  <a:lnTo>
                    <a:pt x="0" y="59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5135676" y="1079725"/>
              <a:ext cx="156380" cy="59077"/>
            </a:xfrm>
            <a:custGeom>
              <a:avLst/>
              <a:pathLst>
                <a:path w="156380" h="59077">
                  <a:moveTo>
                    <a:pt x="156380" y="0"/>
                  </a:moveTo>
                  <a:lnTo>
                    <a:pt x="0" y="59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5135676" y="1079725"/>
              <a:ext cx="156380" cy="59077"/>
            </a:xfrm>
            <a:custGeom>
              <a:avLst/>
              <a:pathLst>
                <a:path w="156380" h="59077">
                  <a:moveTo>
                    <a:pt x="156380" y="0"/>
                  </a:moveTo>
                  <a:lnTo>
                    <a:pt x="0" y="59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5135676" y="1079725"/>
              <a:ext cx="156380" cy="59077"/>
            </a:xfrm>
            <a:custGeom>
              <a:avLst/>
              <a:pathLst>
                <a:path w="156380" h="59077">
                  <a:moveTo>
                    <a:pt x="156380" y="0"/>
                  </a:moveTo>
                  <a:lnTo>
                    <a:pt x="0" y="59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135676" y="1079725"/>
              <a:ext cx="156380" cy="59077"/>
            </a:xfrm>
            <a:custGeom>
              <a:avLst/>
              <a:pathLst>
                <a:path w="156380" h="59077">
                  <a:moveTo>
                    <a:pt x="156380" y="0"/>
                  </a:moveTo>
                  <a:lnTo>
                    <a:pt x="0" y="590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5135676" y="1079725"/>
              <a:ext cx="156380" cy="59077"/>
            </a:xfrm>
            <a:custGeom>
              <a:avLst/>
              <a:pathLst>
                <a:path w="156380" h="59077">
                  <a:moveTo>
                    <a:pt x="156380" y="0"/>
                  </a:moveTo>
                  <a:lnTo>
                    <a:pt x="0" y="590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5135676" y="1078951"/>
              <a:ext cx="156380" cy="59851"/>
            </a:xfrm>
            <a:custGeom>
              <a:avLst/>
              <a:pathLst>
                <a:path w="156380" h="59851">
                  <a:moveTo>
                    <a:pt x="156380" y="773"/>
                  </a:moveTo>
                  <a:lnTo>
                    <a:pt x="156085" y="0"/>
                  </a:lnTo>
                  <a:lnTo>
                    <a:pt x="0" y="598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5135676" y="971635"/>
              <a:ext cx="156085" cy="167167"/>
            </a:xfrm>
            <a:custGeom>
              <a:avLst/>
              <a:pathLst>
                <a:path w="156085" h="167167">
                  <a:moveTo>
                    <a:pt x="156085" y="107316"/>
                  </a:moveTo>
                  <a:lnTo>
                    <a:pt x="154054" y="102267"/>
                  </a:lnTo>
                  <a:lnTo>
                    <a:pt x="151860" y="97286"/>
                  </a:lnTo>
                  <a:lnTo>
                    <a:pt x="149505" y="92380"/>
                  </a:lnTo>
                  <a:lnTo>
                    <a:pt x="146991" y="87553"/>
                  </a:lnTo>
                  <a:lnTo>
                    <a:pt x="144322" y="82810"/>
                  </a:lnTo>
                  <a:lnTo>
                    <a:pt x="141499" y="78157"/>
                  </a:lnTo>
                  <a:lnTo>
                    <a:pt x="138527" y="73598"/>
                  </a:lnTo>
                  <a:lnTo>
                    <a:pt x="135407" y="69138"/>
                  </a:lnTo>
                  <a:lnTo>
                    <a:pt x="132145" y="64782"/>
                  </a:lnTo>
                  <a:lnTo>
                    <a:pt x="128742" y="60535"/>
                  </a:lnTo>
                  <a:lnTo>
                    <a:pt x="125202" y="56401"/>
                  </a:lnTo>
                  <a:lnTo>
                    <a:pt x="121530" y="52384"/>
                  </a:lnTo>
                  <a:lnTo>
                    <a:pt x="117730" y="48489"/>
                  </a:lnTo>
                  <a:lnTo>
                    <a:pt x="113804" y="44719"/>
                  </a:lnTo>
                  <a:lnTo>
                    <a:pt x="109758" y="41079"/>
                  </a:lnTo>
                  <a:lnTo>
                    <a:pt x="105595" y="37573"/>
                  </a:lnTo>
                  <a:lnTo>
                    <a:pt x="101321" y="34205"/>
                  </a:lnTo>
                  <a:lnTo>
                    <a:pt x="96939" y="30977"/>
                  </a:lnTo>
                  <a:lnTo>
                    <a:pt x="92454" y="27894"/>
                  </a:lnTo>
                  <a:lnTo>
                    <a:pt x="87872" y="24958"/>
                  </a:lnTo>
                  <a:lnTo>
                    <a:pt x="83196" y="22173"/>
                  </a:lnTo>
                  <a:lnTo>
                    <a:pt x="78432" y="19541"/>
                  </a:lnTo>
                  <a:lnTo>
                    <a:pt x="73585" y="17066"/>
                  </a:lnTo>
                  <a:lnTo>
                    <a:pt x="68660" y="14751"/>
                  </a:lnTo>
                  <a:lnTo>
                    <a:pt x="63662" y="12596"/>
                  </a:lnTo>
                  <a:lnTo>
                    <a:pt x="58597" y="10606"/>
                  </a:lnTo>
                  <a:lnTo>
                    <a:pt x="53469" y="8781"/>
                  </a:lnTo>
                  <a:lnTo>
                    <a:pt x="48285" y="7125"/>
                  </a:lnTo>
                  <a:lnTo>
                    <a:pt x="43050" y="5638"/>
                  </a:lnTo>
                  <a:lnTo>
                    <a:pt x="37769" y="4322"/>
                  </a:lnTo>
                  <a:lnTo>
                    <a:pt x="32448" y="3179"/>
                  </a:lnTo>
                  <a:lnTo>
                    <a:pt x="27092" y="2210"/>
                  </a:lnTo>
                  <a:lnTo>
                    <a:pt x="21708" y="1415"/>
                  </a:lnTo>
                  <a:lnTo>
                    <a:pt x="16301" y="796"/>
                  </a:lnTo>
                  <a:lnTo>
                    <a:pt x="10877" y="354"/>
                  </a:lnTo>
                  <a:lnTo>
                    <a:pt x="5441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537837" y="941493"/>
              <a:ext cx="79443" cy="167167"/>
            </a:xfrm>
            <a:custGeom>
              <a:avLst/>
              <a:pathLst>
                <a:path w="79443" h="167167">
                  <a:moveTo>
                    <a:pt x="79443" y="0"/>
                  </a:moveTo>
                  <a:lnTo>
                    <a:pt x="73531" y="104"/>
                  </a:lnTo>
                  <a:lnTo>
                    <a:pt x="67626" y="418"/>
                  </a:lnTo>
                  <a:lnTo>
                    <a:pt x="61736" y="940"/>
                  </a:lnTo>
                  <a:lnTo>
                    <a:pt x="55868" y="1670"/>
                  </a:lnTo>
                  <a:lnTo>
                    <a:pt x="50030" y="2607"/>
                  </a:lnTo>
                  <a:lnTo>
                    <a:pt x="44229" y="3750"/>
                  </a:lnTo>
                  <a:lnTo>
                    <a:pt x="38471" y="5098"/>
                  </a:lnTo>
                  <a:lnTo>
                    <a:pt x="32765" y="6648"/>
                  </a:lnTo>
                  <a:lnTo>
                    <a:pt x="27118" y="8400"/>
                  </a:lnTo>
                  <a:lnTo>
                    <a:pt x="21535" y="10349"/>
                  </a:lnTo>
                  <a:lnTo>
                    <a:pt x="16026" y="12496"/>
                  </a:lnTo>
                  <a:lnTo>
                    <a:pt x="10595" y="14835"/>
                  </a:lnTo>
                  <a:lnTo>
                    <a:pt x="5251" y="17365"/>
                  </a:lnTo>
                  <a:lnTo>
                    <a:pt x="0" y="20083"/>
                  </a:lnTo>
                  <a:lnTo>
                    <a:pt x="7944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4450113" y="961576"/>
              <a:ext cx="334334" cy="314230"/>
            </a:xfrm>
            <a:custGeom>
              <a:avLst/>
              <a:pathLst>
                <a:path w="334334" h="314230">
                  <a:moveTo>
                    <a:pt x="87723" y="0"/>
                  </a:moveTo>
                  <a:lnTo>
                    <a:pt x="83103" y="2591"/>
                  </a:lnTo>
                  <a:lnTo>
                    <a:pt x="78566" y="5327"/>
                  </a:lnTo>
                  <a:lnTo>
                    <a:pt x="74118" y="8206"/>
                  </a:lnTo>
                  <a:lnTo>
                    <a:pt x="69764" y="11224"/>
                  </a:lnTo>
                  <a:lnTo>
                    <a:pt x="65508" y="14379"/>
                  </a:lnTo>
                  <a:lnTo>
                    <a:pt x="61354" y="17667"/>
                  </a:lnTo>
                  <a:lnTo>
                    <a:pt x="57306" y="21085"/>
                  </a:lnTo>
                  <a:lnTo>
                    <a:pt x="53369" y="24630"/>
                  </a:lnTo>
                  <a:lnTo>
                    <a:pt x="49545" y="28297"/>
                  </a:lnTo>
                  <a:lnTo>
                    <a:pt x="45840" y="32084"/>
                  </a:lnTo>
                  <a:lnTo>
                    <a:pt x="42257" y="35987"/>
                  </a:lnTo>
                  <a:lnTo>
                    <a:pt x="38799" y="40000"/>
                  </a:lnTo>
                  <a:lnTo>
                    <a:pt x="35471" y="44122"/>
                  </a:lnTo>
                  <a:lnTo>
                    <a:pt x="32274" y="48347"/>
                  </a:lnTo>
                  <a:lnTo>
                    <a:pt x="29213" y="52671"/>
                  </a:lnTo>
                  <a:lnTo>
                    <a:pt x="26290" y="57090"/>
                  </a:lnTo>
                  <a:lnTo>
                    <a:pt x="23509" y="61599"/>
                  </a:lnTo>
                  <a:lnTo>
                    <a:pt x="20873" y="66195"/>
                  </a:lnTo>
                  <a:lnTo>
                    <a:pt x="18383" y="70871"/>
                  </a:lnTo>
                  <a:lnTo>
                    <a:pt x="16043" y="75624"/>
                  </a:lnTo>
                  <a:lnTo>
                    <a:pt x="13854" y="80449"/>
                  </a:lnTo>
                  <a:lnTo>
                    <a:pt x="11819" y="85340"/>
                  </a:lnTo>
                  <a:lnTo>
                    <a:pt x="9941" y="90294"/>
                  </a:lnTo>
                  <a:lnTo>
                    <a:pt x="8220" y="95305"/>
                  </a:lnTo>
                  <a:lnTo>
                    <a:pt x="6659" y="100368"/>
                  </a:lnTo>
                  <a:lnTo>
                    <a:pt x="5260" y="105477"/>
                  </a:lnTo>
                  <a:lnTo>
                    <a:pt x="4023" y="110629"/>
                  </a:lnTo>
                  <a:lnTo>
                    <a:pt x="2949" y="115817"/>
                  </a:lnTo>
                  <a:lnTo>
                    <a:pt x="2041" y="121036"/>
                  </a:lnTo>
                  <a:lnTo>
                    <a:pt x="1298" y="126282"/>
                  </a:lnTo>
                  <a:lnTo>
                    <a:pt x="723" y="131548"/>
                  </a:lnTo>
                  <a:lnTo>
                    <a:pt x="314" y="136831"/>
                  </a:lnTo>
                  <a:lnTo>
                    <a:pt x="73" y="142123"/>
                  </a:lnTo>
                  <a:lnTo>
                    <a:pt x="0" y="147420"/>
                  </a:lnTo>
                  <a:lnTo>
                    <a:pt x="94" y="152718"/>
                  </a:lnTo>
                  <a:lnTo>
                    <a:pt x="357" y="158009"/>
                  </a:lnTo>
                  <a:lnTo>
                    <a:pt x="787" y="163289"/>
                  </a:lnTo>
                  <a:lnTo>
                    <a:pt x="1384" y="168554"/>
                  </a:lnTo>
                  <a:lnTo>
                    <a:pt x="2147" y="173796"/>
                  </a:lnTo>
                  <a:lnTo>
                    <a:pt x="3077" y="179012"/>
                  </a:lnTo>
                  <a:lnTo>
                    <a:pt x="4171" y="184196"/>
                  </a:lnTo>
                  <a:lnTo>
                    <a:pt x="5429" y="189342"/>
                  </a:lnTo>
                  <a:lnTo>
                    <a:pt x="6849" y="194446"/>
                  </a:lnTo>
                  <a:lnTo>
                    <a:pt x="8430" y="199503"/>
                  </a:lnTo>
                  <a:lnTo>
                    <a:pt x="10171" y="204506"/>
                  </a:lnTo>
                  <a:lnTo>
                    <a:pt x="12070" y="209452"/>
                  </a:lnTo>
                  <a:lnTo>
                    <a:pt x="14124" y="214336"/>
                  </a:lnTo>
                  <a:lnTo>
                    <a:pt x="16332" y="219152"/>
                  </a:lnTo>
                  <a:lnTo>
                    <a:pt x="18691" y="223895"/>
                  </a:lnTo>
                  <a:lnTo>
                    <a:pt x="21200" y="228562"/>
                  </a:lnTo>
                  <a:lnTo>
                    <a:pt x="23855" y="233146"/>
                  </a:lnTo>
                  <a:lnTo>
                    <a:pt x="26654" y="237644"/>
                  </a:lnTo>
                  <a:lnTo>
                    <a:pt x="29595" y="242051"/>
                  </a:lnTo>
                  <a:lnTo>
                    <a:pt x="32673" y="246363"/>
                  </a:lnTo>
                  <a:lnTo>
                    <a:pt x="35887" y="250575"/>
                  </a:lnTo>
                  <a:lnTo>
                    <a:pt x="39232" y="254683"/>
                  </a:lnTo>
                  <a:lnTo>
                    <a:pt x="42706" y="258683"/>
                  </a:lnTo>
                  <a:lnTo>
                    <a:pt x="46305" y="262571"/>
                  </a:lnTo>
                  <a:lnTo>
                    <a:pt x="50025" y="266343"/>
                  </a:lnTo>
                  <a:lnTo>
                    <a:pt x="53863" y="269995"/>
                  </a:lnTo>
                  <a:lnTo>
                    <a:pt x="57815" y="273524"/>
                  </a:lnTo>
                  <a:lnTo>
                    <a:pt x="61876" y="276926"/>
                  </a:lnTo>
                  <a:lnTo>
                    <a:pt x="66044" y="280197"/>
                  </a:lnTo>
                  <a:lnTo>
                    <a:pt x="70313" y="283334"/>
                  </a:lnTo>
                  <a:lnTo>
                    <a:pt x="74679" y="286335"/>
                  </a:lnTo>
                  <a:lnTo>
                    <a:pt x="79138" y="289196"/>
                  </a:lnTo>
                  <a:lnTo>
                    <a:pt x="83685" y="291914"/>
                  </a:lnTo>
                  <a:lnTo>
                    <a:pt x="88317" y="294487"/>
                  </a:lnTo>
                  <a:lnTo>
                    <a:pt x="93027" y="296911"/>
                  </a:lnTo>
                  <a:lnTo>
                    <a:pt x="97812" y="299185"/>
                  </a:lnTo>
                  <a:lnTo>
                    <a:pt x="102667" y="301307"/>
                  </a:lnTo>
                  <a:lnTo>
                    <a:pt x="107587" y="303273"/>
                  </a:lnTo>
                  <a:lnTo>
                    <a:pt x="112566" y="305083"/>
                  </a:lnTo>
                  <a:lnTo>
                    <a:pt x="117600" y="306734"/>
                  </a:lnTo>
                  <a:lnTo>
                    <a:pt x="122684" y="308224"/>
                  </a:lnTo>
                  <a:lnTo>
                    <a:pt x="127813" y="309553"/>
                  </a:lnTo>
                  <a:lnTo>
                    <a:pt x="132981" y="310718"/>
                  </a:lnTo>
                  <a:lnTo>
                    <a:pt x="138183" y="311719"/>
                  </a:lnTo>
                  <a:lnTo>
                    <a:pt x="143415" y="312555"/>
                  </a:lnTo>
                  <a:lnTo>
                    <a:pt x="148670" y="313225"/>
                  </a:lnTo>
                  <a:lnTo>
                    <a:pt x="153944" y="313727"/>
                  </a:lnTo>
                  <a:lnTo>
                    <a:pt x="159232" y="314063"/>
                  </a:lnTo>
                  <a:lnTo>
                    <a:pt x="164527" y="314230"/>
                  </a:lnTo>
                  <a:lnTo>
                    <a:pt x="169825" y="314230"/>
                  </a:lnTo>
                  <a:lnTo>
                    <a:pt x="175120" y="314062"/>
                  </a:lnTo>
                  <a:lnTo>
                    <a:pt x="180407" y="313726"/>
                  </a:lnTo>
                  <a:lnTo>
                    <a:pt x="185681" y="313223"/>
                  </a:lnTo>
                  <a:lnTo>
                    <a:pt x="190937" y="312552"/>
                  </a:lnTo>
                  <a:lnTo>
                    <a:pt x="196168" y="311716"/>
                  </a:lnTo>
                  <a:lnTo>
                    <a:pt x="201371" y="310714"/>
                  </a:lnTo>
                  <a:lnTo>
                    <a:pt x="206539" y="309548"/>
                  </a:lnTo>
                  <a:lnTo>
                    <a:pt x="211667" y="308219"/>
                  </a:lnTo>
                  <a:lnTo>
                    <a:pt x="216751" y="306728"/>
                  </a:lnTo>
                  <a:lnTo>
                    <a:pt x="221785" y="305077"/>
                  </a:lnTo>
                  <a:lnTo>
                    <a:pt x="226764" y="303267"/>
                  </a:lnTo>
                  <a:lnTo>
                    <a:pt x="231683" y="301300"/>
                  </a:lnTo>
                  <a:lnTo>
                    <a:pt x="236538" y="299178"/>
                  </a:lnTo>
                  <a:lnTo>
                    <a:pt x="241322" y="296903"/>
                  </a:lnTo>
                  <a:lnTo>
                    <a:pt x="246033" y="294478"/>
                  </a:lnTo>
                  <a:lnTo>
                    <a:pt x="250664" y="291905"/>
                  </a:lnTo>
                  <a:lnTo>
                    <a:pt x="255211" y="289186"/>
                  </a:lnTo>
                  <a:lnTo>
                    <a:pt x="259670" y="286325"/>
                  </a:lnTo>
                  <a:lnTo>
                    <a:pt x="264036" y="283324"/>
                  </a:lnTo>
                  <a:lnTo>
                    <a:pt x="268304" y="280186"/>
                  </a:lnTo>
                  <a:lnTo>
                    <a:pt x="272471" y="276914"/>
                  </a:lnTo>
                  <a:lnTo>
                    <a:pt x="276532" y="273512"/>
                  </a:lnTo>
                  <a:lnTo>
                    <a:pt x="280484" y="269983"/>
                  </a:lnTo>
                  <a:lnTo>
                    <a:pt x="284321" y="266330"/>
                  </a:lnTo>
                  <a:lnTo>
                    <a:pt x="288041" y="262558"/>
                  </a:lnTo>
                  <a:lnTo>
                    <a:pt x="291640" y="258669"/>
                  </a:lnTo>
                  <a:lnTo>
                    <a:pt x="295113" y="254669"/>
                  </a:lnTo>
                  <a:lnTo>
                    <a:pt x="298458" y="250561"/>
                  </a:lnTo>
                  <a:lnTo>
                    <a:pt x="301671" y="246348"/>
                  </a:lnTo>
                  <a:lnTo>
                    <a:pt x="304749" y="242036"/>
                  </a:lnTo>
                  <a:lnTo>
                    <a:pt x="307689" y="237629"/>
                  </a:lnTo>
                  <a:lnTo>
                    <a:pt x="310488" y="233130"/>
                  </a:lnTo>
                  <a:lnTo>
                    <a:pt x="313142" y="228545"/>
                  </a:lnTo>
                  <a:lnTo>
                    <a:pt x="315650" y="223879"/>
                  </a:lnTo>
                  <a:lnTo>
                    <a:pt x="318009" y="219135"/>
                  </a:lnTo>
                  <a:lnTo>
                    <a:pt x="320217" y="214319"/>
                  </a:lnTo>
                  <a:lnTo>
                    <a:pt x="322271" y="209435"/>
                  </a:lnTo>
                  <a:lnTo>
                    <a:pt x="324168" y="204489"/>
                  </a:lnTo>
                  <a:lnTo>
                    <a:pt x="325909" y="199485"/>
                  </a:lnTo>
                  <a:lnTo>
                    <a:pt x="327489" y="194428"/>
                  </a:lnTo>
                  <a:lnTo>
                    <a:pt x="328909" y="189324"/>
                  </a:lnTo>
                  <a:lnTo>
                    <a:pt x="330167" y="184178"/>
                  </a:lnTo>
                  <a:lnTo>
                    <a:pt x="331260" y="178994"/>
                  </a:lnTo>
                  <a:lnTo>
                    <a:pt x="332189" y="173778"/>
                  </a:lnTo>
                  <a:lnTo>
                    <a:pt x="332952" y="168535"/>
                  </a:lnTo>
                  <a:lnTo>
                    <a:pt x="333548" y="163271"/>
                  </a:lnTo>
                  <a:lnTo>
                    <a:pt x="333978" y="157991"/>
                  </a:lnTo>
                  <a:lnTo>
                    <a:pt x="334240" y="152699"/>
                  </a:lnTo>
                  <a:lnTo>
                    <a:pt x="334334" y="147402"/>
                  </a:lnTo>
                  <a:lnTo>
                    <a:pt x="334260" y="142105"/>
                  </a:lnTo>
                  <a:lnTo>
                    <a:pt x="334018" y="136812"/>
                  </a:lnTo>
                  <a:lnTo>
                    <a:pt x="333609" y="131530"/>
                  </a:lnTo>
                  <a:lnTo>
                    <a:pt x="333032" y="126264"/>
                  </a:lnTo>
                  <a:lnTo>
                    <a:pt x="332289" y="121018"/>
                  </a:lnTo>
                  <a:lnTo>
                    <a:pt x="331380" y="115799"/>
                  </a:lnTo>
                  <a:lnTo>
                    <a:pt x="330307" y="110611"/>
                  </a:lnTo>
                  <a:lnTo>
                    <a:pt x="329069" y="105459"/>
                  </a:lnTo>
                  <a:lnTo>
                    <a:pt x="327669" y="100350"/>
                  </a:lnTo>
                  <a:lnTo>
                    <a:pt x="326107" y="95287"/>
                  </a:lnTo>
                  <a:lnTo>
                    <a:pt x="324386" y="90277"/>
                  </a:lnTo>
                  <a:lnTo>
                    <a:pt x="322507" y="85323"/>
                  </a:lnTo>
                  <a:lnTo>
                    <a:pt x="320472" y="80432"/>
                  </a:lnTo>
                  <a:lnTo>
                    <a:pt x="318283" y="75607"/>
                  </a:lnTo>
                  <a:lnTo>
                    <a:pt x="315942" y="70854"/>
                  </a:lnTo>
                  <a:lnTo>
                    <a:pt x="313452" y="66178"/>
                  </a:lnTo>
                  <a:lnTo>
                    <a:pt x="310814" y="61583"/>
                  </a:lnTo>
                  <a:lnTo>
                    <a:pt x="308033" y="57074"/>
                  </a:lnTo>
                  <a:lnTo>
                    <a:pt x="167167" y="1470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4617280" y="941493"/>
              <a:ext cx="140866" cy="167167"/>
            </a:xfrm>
            <a:custGeom>
              <a:avLst/>
              <a:pathLst>
                <a:path w="140866" h="167167">
                  <a:moveTo>
                    <a:pt x="140866" y="77158"/>
                  </a:moveTo>
                  <a:lnTo>
                    <a:pt x="137781" y="72503"/>
                  </a:lnTo>
                  <a:lnTo>
                    <a:pt x="134542" y="67954"/>
                  </a:lnTo>
                  <a:lnTo>
                    <a:pt x="131153" y="63515"/>
                  </a:lnTo>
                  <a:lnTo>
                    <a:pt x="127618" y="59192"/>
                  </a:lnTo>
                  <a:lnTo>
                    <a:pt x="123940" y="54990"/>
                  </a:lnTo>
                  <a:lnTo>
                    <a:pt x="120124" y="50913"/>
                  </a:lnTo>
                  <a:lnTo>
                    <a:pt x="116174" y="46965"/>
                  </a:lnTo>
                  <a:lnTo>
                    <a:pt x="112095" y="43152"/>
                  </a:lnTo>
                  <a:lnTo>
                    <a:pt x="107890" y="39477"/>
                  </a:lnTo>
                  <a:lnTo>
                    <a:pt x="103565" y="35945"/>
                  </a:lnTo>
                  <a:lnTo>
                    <a:pt x="99124" y="32559"/>
                  </a:lnTo>
                  <a:lnTo>
                    <a:pt x="94573" y="29323"/>
                  </a:lnTo>
                  <a:lnTo>
                    <a:pt x="89916" y="26241"/>
                  </a:lnTo>
                  <a:lnTo>
                    <a:pt x="85158" y="23317"/>
                  </a:lnTo>
                  <a:lnTo>
                    <a:pt x="80306" y="20553"/>
                  </a:lnTo>
                  <a:lnTo>
                    <a:pt x="75364" y="17952"/>
                  </a:lnTo>
                  <a:lnTo>
                    <a:pt x="70338" y="15518"/>
                  </a:lnTo>
                  <a:lnTo>
                    <a:pt x="65234" y="13253"/>
                  </a:lnTo>
                  <a:lnTo>
                    <a:pt x="60057" y="11160"/>
                  </a:lnTo>
                  <a:lnTo>
                    <a:pt x="54812" y="9241"/>
                  </a:lnTo>
                  <a:lnTo>
                    <a:pt x="49507" y="7499"/>
                  </a:lnTo>
                  <a:lnTo>
                    <a:pt x="44146" y="5934"/>
                  </a:lnTo>
                  <a:lnTo>
                    <a:pt x="38736" y="4550"/>
                  </a:lnTo>
                  <a:lnTo>
                    <a:pt x="33283" y="3346"/>
                  </a:lnTo>
                  <a:lnTo>
                    <a:pt x="27793" y="2326"/>
                  </a:lnTo>
                  <a:lnTo>
                    <a:pt x="22271" y="1490"/>
                  </a:lnTo>
                  <a:lnTo>
                    <a:pt x="16725" y="838"/>
                  </a:lnTo>
                  <a:lnTo>
                    <a:pt x="11160" y="372"/>
                  </a:lnTo>
                  <a:lnTo>
                    <a:pt x="558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4010419" y="1031511"/>
              <a:ext cx="95475" cy="167167"/>
            </a:xfrm>
            <a:custGeom>
              <a:avLst/>
              <a:pathLst>
                <a:path w="95475" h="167167">
                  <a:moveTo>
                    <a:pt x="95475" y="0"/>
                  </a:moveTo>
                  <a:lnTo>
                    <a:pt x="89831" y="95"/>
                  </a:lnTo>
                  <a:lnTo>
                    <a:pt x="84193" y="381"/>
                  </a:lnTo>
                  <a:lnTo>
                    <a:pt x="78567" y="857"/>
                  </a:lnTo>
                  <a:lnTo>
                    <a:pt x="72962" y="1522"/>
                  </a:lnTo>
                  <a:lnTo>
                    <a:pt x="67381" y="2377"/>
                  </a:lnTo>
                  <a:lnTo>
                    <a:pt x="61833" y="3420"/>
                  </a:lnTo>
                  <a:lnTo>
                    <a:pt x="56323" y="4649"/>
                  </a:lnTo>
                  <a:lnTo>
                    <a:pt x="50858" y="6064"/>
                  </a:lnTo>
                  <a:lnTo>
                    <a:pt x="45444" y="7662"/>
                  </a:lnTo>
                  <a:lnTo>
                    <a:pt x="40087" y="9442"/>
                  </a:lnTo>
                  <a:lnTo>
                    <a:pt x="34793" y="11402"/>
                  </a:lnTo>
                  <a:lnTo>
                    <a:pt x="29568" y="13540"/>
                  </a:lnTo>
                  <a:lnTo>
                    <a:pt x="24418" y="15853"/>
                  </a:lnTo>
                  <a:lnTo>
                    <a:pt x="19350" y="18339"/>
                  </a:lnTo>
                  <a:lnTo>
                    <a:pt x="14368" y="20994"/>
                  </a:lnTo>
                  <a:lnTo>
                    <a:pt x="9478" y="23816"/>
                  </a:lnTo>
                  <a:lnTo>
                    <a:pt x="4687" y="26801"/>
                  </a:lnTo>
                  <a:lnTo>
                    <a:pt x="0" y="29947"/>
                  </a:lnTo>
                  <a:lnTo>
                    <a:pt x="9547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938732" y="1061459"/>
              <a:ext cx="167162" cy="259009"/>
            </a:xfrm>
            <a:custGeom>
              <a:avLst/>
              <a:pathLst>
                <a:path w="167162" h="259009">
                  <a:moveTo>
                    <a:pt x="71687" y="0"/>
                  </a:moveTo>
                  <a:lnTo>
                    <a:pt x="67299" y="3159"/>
                  </a:lnTo>
                  <a:lnTo>
                    <a:pt x="63015" y="6459"/>
                  </a:lnTo>
                  <a:lnTo>
                    <a:pt x="58841" y="9896"/>
                  </a:lnTo>
                  <a:lnTo>
                    <a:pt x="54779" y="13466"/>
                  </a:lnTo>
                  <a:lnTo>
                    <a:pt x="50836" y="17165"/>
                  </a:lnTo>
                  <a:lnTo>
                    <a:pt x="47014" y="20990"/>
                  </a:lnTo>
                  <a:lnTo>
                    <a:pt x="43318" y="24937"/>
                  </a:lnTo>
                  <a:lnTo>
                    <a:pt x="39751" y="29001"/>
                  </a:lnTo>
                  <a:lnTo>
                    <a:pt x="36318" y="33178"/>
                  </a:lnTo>
                  <a:lnTo>
                    <a:pt x="33021" y="37464"/>
                  </a:lnTo>
                  <a:lnTo>
                    <a:pt x="29865" y="41855"/>
                  </a:lnTo>
                  <a:lnTo>
                    <a:pt x="26853" y="46345"/>
                  </a:lnTo>
                  <a:lnTo>
                    <a:pt x="23987" y="50930"/>
                  </a:lnTo>
                  <a:lnTo>
                    <a:pt x="21271" y="55606"/>
                  </a:lnTo>
                  <a:lnTo>
                    <a:pt x="18708" y="60367"/>
                  </a:lnTo>
                  <a:lnTo>
                    <a:pt x="16300" y="65208"/>
                  </a:lnTo>
                  <a:lnTo>
                    <a:pt x="14050" y="70125"/>
                  </a:lnTo>
                  <a:lnTo>
                    <a:pt x="11960" y="75112"/>
                  </a:lnTo>
                  <a:lnTo>
                    <a:pt x="10033" y="80164"/>
                  </a:lnTo>
                  <a:lnTo>
                    <a:pt x="8270" y="85276"/>
                  </a:lnTo>
                  <a:lnTo>
                    <a:pt x="6673" y="90442"/>
                  </a:lnTo>
                  <a:lnTo>
                    <a:pt x="5244" y="95657"/>
                  </a:lnTo>
                  <a:lnTo>
                    <a:pt x="3985" y="100915"/>
                  </a:lnTo>
                  <a:lnTo>
                    <a:pt x="2896" y="106212"/>
                  </a:lnTo>
                  <a:lnTo>
                    <a:pt x="1979" y="111541"/>
                  </a:lnTo>
                  <a:lnTo>
                    <a:pt x="1235" y="116896"/>
                  </a:lnTo>
                  <a:lnTo>
                    <a:pt x="664" y="122273"/>
                  </a:lnTo>
                  <a:lnTo>
                    <a:pt x="268" y="127666"/>
                  </a:lnTo>
                  <a:lnTo>
                    <a:pt x="46" y="133069"/>
                  </a:lnTo>
                  <a:lnTo>
                    <a:pt x="0" y="138476"/>
                  </a:lnTo>
                  <a:lnTo>
                    <a:pt x="128" y="143881"/>
                  </a:lnTo>
                  <a:lnTo>
                    <a:pt x="430" y="149280"/>
                  </a:lnTo>
                  <a:lnTo>
                    <a:pt x="908" y="154666"/>
                  </a:lnTo>
                  <a:lnTo>
                    <a:pt x="1559" y="160034"/>
                  </a:lnTo>
                  <a:lnTo>
                    <a:pt x="2383" y="165378"/>
                  </a:lnTo>
                  <a:lnTo>
                    <a:pt x="3380" y="170692"/>
                  </a:lnTo>
                  <a:lnTo>
                    <a:pt x="4548" y="175972"/>
                  </a:lnTo>
                  <a:lnTo>
                    <a:pt x="5887" y="181211"/>
                  </a:lnTo>
                  <a:lnTo>
                    <a:pt x="7394" y="186404"/>
                  </a:lnTo>
                  <a:lnTo>
                    <a:pt x="9068" y="191545"/>
                  </a:lnTo>
                  <a:lnTo>
                    <a:pt x="10908" y="196630"/>
                  </a:lnTo>
                  <a:lnTo>
                    <a:pt x="12911" y="201652"/>
                  </a:lnTo>
                  <a:lnTo>
                    <a:pt x="15076" y="206607"/>
                  </a:lnTo>
                  <a:lnTo>
                    <a:pt x="17399" y="211489"/>
                  </a:lnTo>
                  <a:lnTo>
                    <a:pt x="19880" y="216294"/>
                  </a:lnTo>
                  <a:lnTo>
                    <a:pt x="22514" y="221016"/>
                  </a:lnTo>
                  <a:lnTo>
                    <a:pt x="25300" y="225651"/>
                  </a:lnTo>
                  <a:lnTo>
                    <a:pt x="28234" y="230192"/>
                  </a:lnTo>
                  <a:lnTo>
                    <a:pt x="31314" y="234637"/>
                  </a:lnTo>
                  <a:lnTo>
                    <a:pt x="34535" y="238979"/>
                  </a:lnTo>
                  <a:lnTo>
                    <a:pt x="37896" y="243216"/>
                  </a:lnTo>
                  <a:lnTo>
                    <a:pt x="41391" y="247341"/>
                  </a:lnTo>
                  <a:lnTo>
                    <a:pt x="45019" y="251351"/>
                  </a:lnTo>
                  <a:lnTo>
                    <a:pt x="48774" y="255242"/>
                  </a:lnTo>
                  <a:lnTo>
                    <a:pt x="52653" y="259009"/>
                  </a:lnTo>
                  <a:lnTo>
                    <a:pt x="167162" y="1372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991385" y="1031511"/>
              <a:ext cx="281662" cy="334332"/>
            </a:xfrm>
            <a:custGeom>
              <a:avLst/>
              <a:pathLst>
                <a:path w="281662" h="334332">
                  <a:moveTo>
                    <a:pt x="0" y="288956"/>
                  </a:moveTo>
                  <a:lnTo>
                    <a:pt x="3914" y="292521"/>
                  </a:lnTo>
                  <a:lnTo>
                    <a:pt x="7940" y="295961"/>
                  </a:lnTo>
                  <a:lnTo>
                    <a:pt x="12072" y="299272"/>
                  </a:lnTo>
                  <a:lnTo>
                    <a:pt x="16308" y="302450"/>
                  </a:lnTo>
                  <a:lnTo>
                    <a:pt x="20641" y="305492"/>
                  </a:lnTo>
                  <a:lnTo>
                    <a:pt x="25069" y="308396"/>
                  </a:lnTo>
                  <a:lnTo>
                    <a:pt x="29587" y="311157"/>
                  </a:lnTo>
                  <a:lnTo>
                    <a:pt x="34190" y="313775"/>
                  </a:lnTo>
                  <a:lnTo>
                    <a:pt x="38874" y="316245"/>
                  </a:lnTo>
                  <a:lnTo>
                    <a:pt x="43633" y="318566"/>
                  </a:lnTo>
                  <a:lnTo>
                    <a:pt x="48463" y="320734"/>
                  </a:lnTo>
                  <a:lnTo>
                    <a:pt x="53360" y="322749"/>
                  </a:lnTo>
                  <a:lnTo>
                    <a:pt x="58318" y="324608"/>
                  </a:lnTo>
                  <a:lnTo>
                    <a:pt x="63333" y="326308"/>
                  </a:lnTo>
                  <a:lnTo>
                    <a:pt x="68399" y="327849"/>
                  </a:lnTo>
                  <a:lnTo>
                    <a:pt x="73511" y="329229"/>
                  </a:lnTo>
                  <a:lnTo>
                    <a:pt x="78664" y="330446"/>
                  </a:lnTo>
                  <a:lnTo>
                    <a:pt x="83853" y="331499"/>
                  </a:lnTo>
                  <a:lnTo>
                    <a:pt x="89073" y="332388"/>
                  </a:lnTo>
                  <a:lnTo>
                    <a:pt x="94319" y="333111"/>
                  </a:lnTo>
                  <a:lnTo>
                    <a:pt x="99584" y="333667"/>
                  </a:lnTo>
                  <a:lnTo>
                    <a:pt x="104865" y="334056"/>
                  </a:lnTo>
                  <a:lnTo>
                    <a:pt x="110156" y="334278"/>
                  </a:lnTo>
                  <a:lnTo>
                    <a:pt x="115450" y="334332"/>
                  </a:lnTo>
                  <a:lnTo>
                    <a:pt x="120744" y="334218"/>
                  </a:lnTo>
                  <a:lnTo>
                    <a:pt x="126032" y="333937"/>
                  </a:lnTo>
                  <a:lnTo>
                    <a:pt x="131308" y="333488"/>
                  </a:lnTo>
                  <a:lnTo>
                    <a:pt x="136567" y="332873"/>
                  </a:lnTo>
                  <a:lnTo>
                    <a:pt x="141804" y="332091"/>
                  </a:lnTo>
                  <a:lnTo>
                    <a:pt x="147013" y="331144"/>
                  </a:lnTo>
                  <a:lnTo>
                    <a:pt x="152191" y="330032"/>
                  </a:lnTo>
                  <a:lnTo>
                    <a:pt x="157330" y="328757"/>
                  </a:lnTo>
                  <a:lnTo>
                    <a:pt x="162426" y="327320"/>
                  </a:lnTo>
                  <a:lnTo>
                    <a:pt x="167474" y="325722"/>
                  </a:lnTo>
                  <a:lnTo>
                    <a:pt x="172469" y="323965"/>
                  </a:lnTo>
                  <a:lnTo>
                    <a:pt x="177406" y="322050"/>
                  </a:lnTo>
                  <a:lnTo>
                    <a:pt x="182280" y="319981"/>
                  </a:lnTo>
                  <a:lnTo>
                    <a:pt x="187086" y="317758"/>
                  </a:lnTo>
                  <a:lnTo>
                    <a:pt x="191819" y="315384"/>
                  </a:lnTo>
                  <a:lnTo>
                    <a:pt x="196474" y="312861"/>
                  </a:lnTo>
                  <a:lnTo>
                    <a:pt x="201047" y="310192"/>
                  </a:lnTo>
                  <a:lnTo>
                    <a:pt x="205533" y="307379"/>
                  </a:lnTo>
                  <a:lnTo>
                    <a:pt x="209928" y="304426"/>
                  </a:lnTo>
                  <a:lnTo>
                    <a:pt x="214228" y="301335"/>
                  </a:lnTo>
                  <a:lnTo>
                    <a:pt x="218427" y="298110"/>
                  </a:lnTo>
                  <a:lnTo>
                    <a:pt x="222522" y="294753"/>
                  </a:lnTo>
                  <a:lnTo>
                    <a:pt x="226509" y="291268"/>
                  </a:lnTo>
                  <a:lnTo>
                    <a:pt x="230383" y="287658"/>
                  </a:lnTo>
                  <a:lnTo>
                    <a:pt x="234141" y="283928"/>
                  </a:lnTo>
                  <a:lnTo>
                    <a:pt x="237779" y="280081"/>
                  </a:lnTo>
                  <a:lnTo>
                    <a:pt x="241293" y="276120"/>
                  </a:lnTo>
                  <a:lnTo>
                    <a:pt x="244680" y="272050"/>
                  </a:lnTo>
                  <a:lnTo>
                    <a:pt x="247936" y="267875"/>
                  </a:lnTo>
                  <a:lnTo>
                    <a:pt x="251059" y="263598"/>
                  </a:lnTo>
                  <a:lnTo>
                    <a:pt x="254045" y="259225"/>
                  </a:lnTo>
                  <a:lnTo>
                    <a:pt x="256890" y="254760"/>
                  </a:lnTo>
                  <a:lnTo>
                    <a:pt x="259593" y="250207"/>
                  </a:lnTo>
                  <a:lnTo>
                    <a:pt x="262150" y="245570"/>
                  </a:lnTo>
                  <a:lnTo>
                    <a:pt x="264559" y="240855"/>
                  </a:lnTo>
                  <a:lnTo>
                    <a:pt x="266818" y="236065"/>
                  </a:lnTo>
                  <a:lnTo>
                    <a:pt x="268923" y="231207"/>
                  </a:lnTo>
                  <a:lnTo>
                    <a:pt x="270874" y="226284"/>
                  </a:lnTo>
                  <a:lnTo>
                    <a:pt x="272668" y="221303"/>
                  </a:lnTo>
                  <a:lnTo>
                    <a:pt x="274303" y="216266"/>
                  </a:lnTo>
                  <a:lnTo>
                    <a:pt x="275778" y="211181"/>
                  </a:lnTo>
                  <a:lnTo>
                    <a:pt x="277091" y="206051"/>
                  </a:lnTo>
                  <a:lnTo>
                    <a:pt x="278241" y="200883"/>
                  </a:lnTo>
                  <a:lnTo>
                    <a:pt x="279227" y="195680"/>
                  </a:lnTo>
                  <a:lnTo>
                    <a:pt x="280047" y="190449"/>
                  </a:lnTo>
                  <a:lnTo>
                    <a:pt x="280701" y="185195"/>
                  </a:lnTo>
                  <a:lnTo>
                    <a:pt x="281189" y="179922"/>
                  </a:lnTo>
                  <a:lnTo>
                    <a:pt x="281509" y="174637"/>
                  </a:lnTo>
                  <a:lnTo>
                    <a:pt x="281662" y="169344"/>
                  </a:lnTo>
                  <a:lnTo>
                    <a:pt x="281647" y="164049"/>
                  </a:lnTo>
                  <a:lnTo>
                    <a:pt x="281465" y="158757"/>
                  </a:lnTo>
                  <a:lnTo>
                    <a:pt x="281115" y="153473"/>
                  </a:lnTo>
                  <a:lnTo>
                    <a:pt x="280597" y="148204"/>
                  </a:lnTo>
                  <a:lnTo>
                    <a:pt x="279913" y="142953"/>
                  </a:lnTo>
                  <a:lnTo>
                    <a:pt x="279064" y="137727"/>
                  </a:lnTo>
                  <a:lnTo>
                    <a:pt x="278049" y="132530"/>
                  </a:lnTo>
                  <a:lnTo>
                    <a:pt x="276870" y="127368"/>
                  </a:lnTo>
                  <a:lnTo>
                    <a:pt x="275528" y="122246"/>
                  </a:lnTo>
                  <a:lnTo>
                    <a:pt x="274024" y="117168"/>
                  </a:lnTo>
                  <a:lnTo>
                    <a:pt x="272361" y="112141"/>
                  </a:lnTo>
                  <a:lnTo>
                    <a:pt x="270539" y="107170"/>
                  </a:lnTo>
                  <a:lnTo>
                    <a:pt x="268560" y="102258"/>
                  </a:lnTo>
                  <a:lnTo>
                    <a:pt x="266427" y="97412"/>
                  </a:lnTo>
                  <a:lnTo>
                    <a:pt x="264142" y="92635"/>
                  </a:lnTo>
                  <a:lnTo>
                    <a:pt x="261706" y="87934"/>
                  </a:lnTo>
                  <a:lnTo>
                    <a:pt x="259123" y="83312"/>
                  </a:lnTo>
                  <a:lnTo>
                    <a:pt x="256395" y="78774"/>
                  </a:lnTo>
                  <a:lnTo>
                    <a:pt x="253524" y="74324"/>
                  </a:lnTo>
                  <a:lnTo>
                    <a:pt x="250514" y="69968"/>
                  </a:lnTo>
                  <a:lnTo>
                    <a:pt x="247367" y="65709"/>
                  </a:lnTo>
                  <a:lnTo>
                    <a:pt x="244087" y="61553"/>
                  </a:lnTo>
                  <a:lnTo>
                    <a:pt x="240677" y="57502"/>
                  </a:lnTo>
                  <a:lnTo>
                    <a:pt x="237141" y="53561"/>
                  </a:lnTo>
                  <a:lnTo>
                    <a:pt x="233481" y="49734"/>
                  </a:lnTo>
                  <a:lnTo>
                    <a:pt x="229702" y="46025"/>
                  </a:lnTo>
                  <a:lnTo>
                    <a:pt x="225808" y="42437"/>
                  </a:lnTo>
                  <a:lnTo>
                    <a:pt x="221802" y="38975"/>
                  </a:lnTo>
                  <a:lnTo>
                    <a:pt x="217688" y="35641"/>
                  </a:lnTo>
                  <a:lnTo>
                    <a:pt x="213471" y="32439"/>
                  </a:lnTo>
                  <a:lnTo>
                    <a:pt x="209154" y="29373"/>
                  </a:lnTo>
                  <a:lnTo>
                    <a:pt x="204742" y="26444"/>
                  </a:lnTo>
                  <a:lnTo>
                    <a:pt x="200240" y="23657"/>
                  </a:lnTo>
                  <a:lnTo>
                    <a:pt x="195652" y="21014"/>
                  </a:lnTo>
                  <a:lnTo>
                    <a:pt x="190983" y="18517"/>
                  </a:lnTo>
                  <a:lnTo>
                    <a:pt x="186236" y="16170"/>
                  </a:lnTo>
                  <a:lnTo>
                    <a:pt x="181418" y="13974"/>
                  </a:lnTo>
                  <a:lnTo>
                    <a:pt x="176533" y="11932"/>
                  </a:lnTo>
                  <a:lnTo>
                    <a:pt x="171585" y="10045"/>
                  </a:lnTo>
                  <a:lnTo>
                    <a:pt x="166580" y="8316"/>
                  </a:lnTo>
                  <a:lnTo>
                    <a:pt x="161523" y="6747"/>
                  </a:lnTo>
                  <a:lnTo>
                    <a:pt x="156419" y="5338"/>
                  </a:lnTo>
                  <a:lnTo>
                    <a:pt x="151273" y="4092"/>
                  </a:lnTo>
                  <a:lnTo>
                    <a:pt x="146090" y="3010"/>
                  </a:lnTo>
                  <a:lnTo>
                    <a:pt x="140875" y="2092"/>
                  </a:lnTo>
                  <a:lnTo>
                    <a:pt x="135633" y="1340"/>
                  </a:lnTo>
                  <a:lnTo>
                    <a:pt x="130371" y="754"/>
                  </a:lnTo>
                  <a:lnTo>
                    <a:pt x="125092" y="335"/>
                  </a:lnTo>
                  <a:lnTo>
                    <a:pt x="119803" y="83"/>
                  </a:lnTo>
                  <a:lnTo>
                    <a:pt x="114509" y="0"/>
                  </a:lnTo>
                  <a:lnTo>
                    <a:pt x="11450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461921" y="1236837"/>
              <a:ext cx="171926" cy="334333"/>
            </a:xfrm>
            <a:custGeom>
              <a:avLst/>
              <a:pathLst>
                <a:path w="171926" h="334333">
                  <a:moveTo>
                    <a:pt x="167167" y="0"/>
                  </a:moveTo>
                  <a:lnTo>
                    <a:pt x="161815" y="85"/>
                  </a:lnTo>
                  <a:lnTo>
                    <a:pt x="156468" y="342"/>
                  </a:lnTo>
                  <a:lnTo>
                    <a:pt x="151133" y="770"/>
                  </a:lnTo>
                  <a:lnTo>
                    <a:pt x="145814" y="1369"/>
                  </a:lnTo>
                  <a:lnTo>
                    <a:pt x="140517" y="2137"/>
                  </a:lnTo>
                  <a:lnTo>
                    <a:pt x="135247" y="3075"/>
                  </a:lnTo>
                  <a:lnTo>
                    <a:pt x="130010" y="4181"/>
                  </a:lnTo>
                  <a:lnTo>
                    <a:pt x="124811" y="5454"/>
                  </a:lnTo>
                  <a:lnTo>
                    <a:pt x="119655" y="6893"/>
                  </a:lnTo>
                  <a:lnTo>
                    <a:pt x="114548" y="8497"/>
                  </a:lnTo>
                  <a:lnTo>
                    <a:pt x="109495" y="10263"/>
                  </a:lnTo>
                  <a:lnTo>
                    <a:pt x="104502" y="12189"/>
                  </a:lnTo>
                  <a:lnTo>
                    <a:pt x="99572" y="14275"/>
                  </a:lnTo>
                  <a:lnTo>
                    <a:pt x="94712" y="16518"/>
                  </a:lnTo>
                  <a:lnTo>
                    <a:pt x="89926" y="18914"/>
                  </a:lnTo>
                  <a:lnTo>
                    <a:pt x="85219" y="21463"/>
                  </a:lnTo>
                  <a:lnTo>
                    <a:pt x="80596" y="24162"/>
                  </a:lnTo>
                  <a:lnTo>
                    <a:pt x="76062" y="27007"/>
                  </a:lnTo>
                  <a:lnTo>
                    <a:pt x="71622" y="29995"/>
                  </a:lnTo>
                  <a:lnTo>
                    <a:pt x="67279" y="33124"/>
                  </a:lnTo>
                  <a:lnTo>
                    <a:pt x="63039" y="36391"/>
                  </a:lnTo>
                  <a:lnTo>
                    <a:pt x="58905" y="39792"/>
                  </a:lnTo>
                  <a:lnTo>
                    <a:pt x="54883" y="43323"/>
                  </a:lnTo>
                  <a:lnTo>
                    <a:pt x="50976" y="46981"/>
                  </a:lnTo>
                  <a:lnTo>
                    <a:pt x="47187" y="50763"/>
                  </a:lnTo>
                  <a:lnTo>
                    <a:pt x="43522" y="54664"/>
                  </a:lnTo>
                  <a:lnTo>
                    <a:pt x="39984" y="58680"/>
                  </a:lnTo>
                  <a:lnTo>
                    <a:pt x="36576" y="62807"/>
                  </a:lnTo>
                  <a:lnTo>
                    <a:pt x="33301" y="67042"/>
                  </a:lnTo>
                  <a:lnTo>
                    <a:pt x="30164" y="71379"/>
                  </a:lnTo>
                  <a:lnTo>
                    <a:pt x="27168" y="75814"/>
                  </a:lnTo>
                  <a:lnTo>
                    <a:pt x="24315" y="80343"/>
                  </a:lnTo>
                  <a:lnTo>
                    <a:pt x="21609" y="84961"/>
                  </a:lnTo>
                  <a:lnTo>
                    <a:pt x="19051" y="89663"/>
                  </a:lnTo>
                  <a:lnTo>
                    <a:pt x="16646" y="94445"/>
                  </a:lnTo>
                  <a:lnTo>
                    <a:pt x="14395" y="99301"/>
                  </a:lnTo>
                  <a:lnTo>
                    <a:pt x="12300" y="104227"/>
                  </a:lnTo>
                  <a:lnTo>
                    <a:pt x="10365" y="109218"/>
                  </a:lnTo>
                  <a:lnTo>
                    <a:pt x="8590" y="114267"/>
                  </a:lnTo>
                  <a:lnTo>
                    <a:pt x="6978" y="119371"/>
                  </a:lnTo>
                  <a:lnTo>
                    <a:pt x="5530" y="124524"/>
                  </a:lnTo>
                  <a:lnTo>
                    <a:pt x="4247" y="129721"/>
                  </a:lnTo>
                  <a:lnTo>
                    <a:pt x="3132" y="134956"/>
                  </a:lnTo>
                  <a:lnTo>
                    <a:pt x="2185" y="140224"/>
                  </a:lnTo>
                  <a:lnTo>
                    <a:pt x="1407" y="145520"/>
                  </a:lnTo>
                  <a:lnTo>
                    <a:pt x="799" y="150838"/>
                  </a:lnTo>
                  <a:lnTo>
                    <a:pt x="361" y="156173"/>
                  </a:lnTo>
                  <a:lnTo>
                    <a:pt x="95" y="161519"/>
                  </a:lnTo>
                  <a:lnTo>
                    <a:pt x="0" y="166871"/>
                  </a:lnTo>
                  <a:lnTo>
                    <a:pt x="76" y="172223"/>
                  </a:lnTo>
                  <a:lnTo>
                    <a:pt x="323" y="177570"/>
                  </a:lnTo>
                  <a:lnTo>
                    <a:pt x="742" y="182906"/>
                  </a:lnTo>
                  <a:lnTo>
                    <a:pt x="1331" y="188226"/>
                  </a:lnTo>
                  <a:lnTo>
                    <a:pt x="2090" y="193524"/>
                  </a:lnTo>
                  <a:lnTo>
                    <a:pt x="3019" y="198796"/>
                  </a:lnTo>
                  <a:lnTo>
                    <a:pt x="4115" y="204035"/>
                  </a:lnTo>
                  <a:lnTo>
                    <a:pt x="5379" y="209236"/>
                  </a:lnTo>
                  <a:lnTo>
                    <a:pt x="6809" y="214394"/>
                  </a:lnTo>
                  <a:lnTo>
                    <a:pt x="8403" y="219504"/>
                  </a:lnTo>
                  <a:lnTo>
                    <a:pt x="10160" y="224560"/>
                  </a:lnTo>
                  <a:lnTo>
                    <a:pt x="12078" y="229557"/>
                  </a:lnTo>
                  <a:lnTo>
                    <a:pt x="14155" y="234491"/>
                  </a:lnTo>
                  <a:lnTo>
                    <a:pt x="16389" y="239355"/>
                  </a:lnTo>
                  <a:lnTo>
                    <a:pt x="18778" y="244145"/>
                  </a:lnTo>
                  <a:lnTo>
                    <a:pt x="21318" y="248856"/>
                  </a:lnTo>
                  <a:lnTo>
                    <a:pt x="24008" y="253484"/>
                  </a:lnTo>
                  <a:lnTo>
                    <a:pt x="26845" y="258023"/>
                  </a:lnTo>
                  <a:lnTo>
                    <a:pt x="29826" y="262469"/>
                  </a:lnTo>
                  <a:lnTo>
                    <a:pt x="32947" y="266817"/>
                  </a:lnTo>
                  <a:lnTo>
                    <a:pt x="36206" y="271063"/>
                  </a:lnTo>
                  <a:lnTo>
                    <a:pt x="39600" y="275202"/>
                  </a:lnTo>
                  <a:lnTo>
                    <a:pt x="43124" y="279231"/>
                  </a:lnTo>
                  <a:lnTo>
                    <a:pt x="46775" y="283145"/>
                  </a:lnTo>
                  <a:lnTo>
                    <a:pt x="50550" y="286940"/>
                  </a:lnTo>
                  <a:lnTo>
                    <a:pt x="54445" y="290612"/>
                  </a:lnTo>
                  <a:lnTo>
                    <a:pt x="58454" y="294157"/>
                  </a:lnTo>
                  <a:lnTo>
                    <a:pt x="62576" y="297573"/>
                  </a:lnTo>
                  <a:lnTo>
                    <a:pt x="66804" y="300855"/>
                  </a:lnTo>
                  <a:lnTo>
                    <a:pt x="71136" y="303999"/>
                  </a:lnTo>
                  <a:lnTo>
                    <a:pt x="75566" y="307003"/>
                  </a:lnTo>
                  <a:lnTo>
                    <a:pt x="80090" y="309864"/>
                  </a:lnTo>
                  <a:lnTo>
                    <a:pt x="84703" y="312579"/>
                  </a:lnTo>
                  <a:lnTo>
                    <a:pt x="89401" y="315145"/>
                  </a:lnTo>
                  <a:lnTo>
                    <a:pt x="94178" y="317558"/>
                  </a:lnTo>
                  <a:lnTo>
                    <a:pt x="99030" y="319818"/>
                  </a:lnTo>
                  <a:lnTo>
                    <a:pt x="103952" y="321921"/>
                  </a:lnTo>
                  <a:lnTo>
                    <a:pt x="108939" y="323866"/>
                  </a:lnTo>
                  <a:lnTo>
                    <a:pt x="113986" y="325650"/>
                  </a:lnTo>
                  <a:lnTo>
                    <a:pt x="119087" y="327271"/>
                  </a:lnTo>
                  <a:lnTo>
                    <a:pt x="124238" y="328728"/>
                  </a:lnTo>
                  <a:lnTo>
                    <a:pt x="129432" y="330020"/>
                  </a:lnTo>
                  <a:lnTo>
                    <a:pt x="134665" y="331144"/>
                  </a:lnTo>
                  <a:lnTo>
                    <a:pt x="139932" y="332101"/>
                  </a:lnTo>
                  <a:lnTo>
                    <a:pt x="145226" y="332888"/>
                  </a:lnTo>
                  <a:lnTo>
                    <a:pt x="150543" y="333506"/>
                  </a:lnTo>
                  <a:lnTo>
                    <a:pt x="155877" y="333953"/>
                  </a:lnTo>
                  <a:lnTo>
                    <a:pt x="161222" y="334229"/>
                  </a:lnTo>
                  <a:lnTo>
                    <a:pt x="166574" y="334333"/>
                  </a:lnTo>
                  <a:lnTo>
                    <a:pt x="171926" y="334267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629088" y="1404005"/>
              <a:ext cx="4759" cy="167099"/>
            </a:xfrm>
            <a:custGeom>
              <a:avLst/>
              <a:pathLst>
                <a:path w="4759" h="167099">
                  <a:moveTo>
                    <a:pt x="4759" y="16709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629088" y="1404005"/>
              <a:ext cx="4759" cy="167099"/>
            </a:xfrm>
            <a:custGeom>
              <a:avLst/>
              <a:pathLst>
                <a:path w="4759" h="167099">
                  <a:moveTo>
                    <a:pt x="4759" y="16709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629088" y="1404005"/>
              <a:ext cx="4759" cy="167099"/>
            </a:xfrm>
            <a:custGeom>
              <a:avLst/>
              <a:pathLst>
                <a:path w="4759" h="167099">
                  <a:moveTo>
                    <a:pt x="4759" y="16709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629088" y="1404005"/>
              <a:ext cx="4759" cy="167099"/>
            </a:xfrm>
            <a:custGeom>
              <a:avLst/>
              <a:pathLst>
                <a:path w="4759" h="167099">
                  <a:moveTo>
                    <a:pt x="4759" y="16709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629088" y="1404005"/>
              <a:ext cx="4759" cy="167099"/>
            </a:xfrm>
            <a:custGeom>
              <a:avLst/>
              <a:pathLst>
                <a:path w="4759" h="167099">
                  <a:moveTo>
                    <a:pt x="4759" y="16709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629088" y="1404005"/>
              <a:ext cx="4759" cy="167099"/>
            </a:xfrm>
            <a:custGeom>
              <a:avLst/>
              <a:pathLst>
                <a:path w="4759" h="167099">
                  <a:moveTo>
                    <a:pt x="4759" y="16709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629088" y="1404005"/>
              <a:ext cx="4759" cy="167099"/>
            </a:xfrm>
            <a:custGeom>
              <a:avLst/>
              <a:pathLst>
                <a:path w="4759" h="167099">
                  <a:moveTo>
                    <a:pt x="4759" y="16709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629088" y="1404005"/>
              <a:ext cx="4759" cy="167099"/>
            </a:xfrm>
            <a:custGeom>
              <a:avLst/>
              <a:pathLst>
                <a:path w="4759" h="167099">
                  <a:moveTo>
                    <a:pt x="4759" y="16709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629088" y="1404005"/>
              <a:ext cx="4759" cy="167099"/>
            </a:xfrm>
            <a:custGeom>
              <a:avLst/>
              <a:pathLst>
                <a:path w="4759" h="167099">
                  <a:moveTo>
                    <a:pt x="4759" y="16709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629088" y="1404005"/>
              <a:ext cx="4759" cy="167099"/>
            </a:xfrm>
            <a:custGeom>
              <a:avLst/>
              <a:pathLst>
                <a:path w="4759" h="167099">
                  <a:moveTo>
                    <a:pt x="4759" y="16709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629088" y="1404005"/>
              <a:ext cx="4759" cy="167099"/>
            </a:xfrm>
            <a:custGeom>
              <a:avLst/>
              <a:pathLst>
                <a:path w="4759" h="167099">
                  <a:moveTo>
                    <a:pt x="4759" y="16709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629088" y="1404005"/>
              <a:ext cx="4759" cy="167099"/>
            </a:xfrm>
            <a:custGeom>
              <a:avLst/>
              <a:pathLst>
                <a:path w="4759" h="167099">
                  <a:moveTo>
                    <a:pt x="4759" y="16709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629088" y="1404005"/>
              <a:ext cx="4759" cy="167099"/>
            </a:xfrm>
            <a:custGeom>
              <a:avLst/>
              <a:pathLst>
                <a:path w="4759" h="167099">
                  <a:moveTo>
                    <a:pt x="4759" y="16709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629088" y="1404005"/>
              <a:ext cx="4759" cy="167099"/>
            </a:xfrm>
            <a:custGeom>
              <a:avLst/>
              <a:pathLst>
                <a:path w="4759" h="167099">
                  <a:moveTo>
                    <a:pt x="4759" y="16709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629088" y="1404005"/>
              <a:ext cx="4759" cy="167099"/>
            </a:xfrm>
            <a:custGeom>
              <a:avLst/>
              <a:pathLst>
                <a:path w="4759" h="167099">
                  <a:moveTo>
                    <a:pt x="4759" y="16709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629088" y="1404005"/>
              <a:ext cx="4759" cy="167099"/>
            </a:xfrm>
            <a:custGeom>
              <a:avLst/>
              <a:pathLst>
                <a:path w="4759" h="167099">
                  <a:moveTo>
                    <a:pt x="4759" y="16709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629088" y="1404005"/>
              <a:ext cx="4759" cy="167099"/>
            </a:xfrm>
            <a:custGeom>
              <a:avLst/>
              <a:pathLst>
                <a:path w="4759" h="167099">
                  <a:moveTo>
                    <a:pt x="4759" y="16709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629088" y="1239847"/>
              <a:ext cx="167149" cy="331257"/>
            </a:xfrm>
            <a:custGeom>
              <a:avLst/>
              <a:pathLst>
                <a:path w="167149" h="331257">
                  <a:moveTo>
                    <a:pt x="4759" y="331257"/>
                  </a:moveTo>
                  <a:lnTo>
                    <a:pt x="10065" y="331021"/>
                  </a:lnTo>
                  <a:lnTo>
                    <a:pt x="15361" y="330617"/>
                  </a:lnTo>
                  <a:lnTo>
                    <a:pt x="20641" y="330045"/>
                  </a:lnTo>
                  <a:lnTo>
                    <a:pt x="25900" y="329306"/>
                  </a:lnTo>
                  <a:lnTo>
                    <a:pt x="31133" y="328400"/>
                  </a:lnTo>
                  <a:lnTo>
                    <a:pt x="36335" y="327328"/>
                  </a:lnTo>
                  <a:lnTo>
                    <a:pt x="41500" y="326091"/>
                  </a:lnTo>
                  <a:lnTo>
                    <a:pt x="46624" y="324691"/>
                  </a:lnTo>
                  <a:lnTo>
                    <a:pt x="51700" y="323129"/>
                  </a:lnTo>
                  <a:lnTo>
                    <a:pt x="56724" y="321406"/>
                  </a:lnTo>
                  <a:lnTo>
                    <a:pt x="61691" y="319525"/>
                  </a:lnTo>
                  <a:lnTo>
                    <a:pt x="66595" y="317487"/>
                  </a:lnTo>
                  <a:lnTo>
                    <a:pt x="71432" y="315294"/>
                  </a:lnTo>
                  <a:lnTo>
                    <a:pt x="76197" y="312948"/>
                  </a:lnTo>
                  <a:lnTo>
                    <a:pt x="80886" y="310453"/>
                  </a:lnTo>
                  <a:lnTo>
                    <a:pt x="85492" y="307809"/>
                  </a:lnTo>
                  <a:lnTo>
                    <a:pt x="90013" y="305021"/>
                  </a:lnTo>
                  <a:lnTo>
                    <a:pt x="94442" y="302091"/>
                  </a:lnTo>
                  <a:lnTo>
                    <a:pt x="98776" y="299021"/>
                  </a:lnTo>
                  <a:lnTo>
                    <a:pt x="103010" y="295815"/>
                  </a:lnTo>
                  <a:lnTo>
                    <a:pt x="107141" y="292476"/>
                  </a:lnTo>
                  <a:lnTo>
                    <a:pt x="111163" y="289008"/>
                  </a:lnTo>
                  <a:lnTo>
                    <a:pt x="115073" y="285413"/>
                  </a:lnTo>
                  <a:lnTo>
                    <a:pt x="118867" y="281697"/>
                  </a:lnTo>
                  <a:lnTo>
                    <a:pt x="122541" y="277861"/>
                  </a:lnTo>
                  <a:lnTo>
                    <a:pt x="126091" y="273911"/>
                  </a:lnTo>
                  <a:lnTo>
                    <a:pt x="129514" y="269850"/>
                  </a:lnTo>
                  <a:lnTo>
                    <a:pt x="132806" y="265682"/>
                  </a:lnTo>
                  <a:lnTo>
                    <a:pt x="135964" y="261412"/>
                  </a:lnTo>
                  <a:lnTo>
                    <a:pt x="138985" y="257044"/>
                  </a:lnTo>
                  <a:lnTo>
                    <a:pt x="141866" y="252582"/>
                  </a:lnTo>
                  <a:lnTo>
                    <a:pt x="144603" y="248030"/>
                  </a:lnTo>
                  <a:lnTo>
                    <a:pt x="147195" y="243394"/>
                  </a:lnTo>
                  <a:lnTo>
                    <a:pt x="149638" y="238679"/>
                  </a:lnTo>
                  <a:lnTo>
                    <a:pt x="151929" y="233887"/>
                  </a:lnTo>
                  <a:lnTo>
                    <a:pt x="154068" y="229026"/>
                  </a:lnTo>
                  <a:lnTo>
                    <a:pt x="156051" y="224099"/>
                  </a:lnTo>
                  <a:lnTo>
                    <a:pt x="157876" y="219111"/>
                  </a:lnTo>
                  <a:lnTo>
                    <a:pt x="159542" y="214068"/>
                  </a:lnTo>
                  <a:lnTo>
                    <a:pt x="161047" y="208975"/>
                  </a:lnTo>
                  <a:lnTo>
                    <a:pt x="162390" y="203836"/>
                  </a:lnTo>
                  <a:lnTo>
                    <a:pt x="163568" y="198657"/>
                  </a:lnTo>
                  <a:lnTo>
                    <a:pt x="164582" y="193444"/>
                  </a:lnTo>
                  <a:lnTo>
                    <a:pt x="165429" y="188201"/>
                  </a:lnTo>
                  <a:lnTo>
                    <a:pt x="166109" y="182933"/>
                  </a:lnTo>
                  <a:lnTo>
                    <a:pt x="166622" y="177647"/>
                  </a:lnTo>
                  <a:lnTo>
                    <a:pt x="166966" y="172347"/>
                  </a:lnTo>
                  <a:lnTo>
                    <a:pt x="167142" y="167039"/>
                  </a:lnTo>
                  <a:lnTo>
                    <a:pt x="167149" y="161728"/>
                  </a:lnTo>
                  <a:lnTo>
                    <a:pt x="166988" y="156419"/>
                  </a:lnTo>
                  <a:lnTo>
                    <a:pt x="166658" y="151118"/>
                  </a:lnTo>
                  <a:lnTo>
                    <a:pt x="166159" y="145831"/>
                  </a:lnTo>
                  <a:lnTo>
                    <a:pt x="165493" y="140561"/>
                  </a:lnTo>
                  <a:lnTo>
                    <a:pt x="164660" y="135316"/>
                  </a:lnTo>
                  <a:lnTo>
                    <a:pt x="163661" y="130100"/>
                  </a:lnTo>
                  <a:lnTo>
                    <a:pt x="162496" y="124918"/>
                  </a:lnTo>
                  <a:lnTo>
                    <a:pt x="161168" y="119776"/>
                  </a:lnTo>
                  <a:lnTo>
                    <a:pt x="159677" y="114678"/>
                  </a:lnTo>
                  <a:lnTo>
                    <a:pt x="158024" y="109631"/>
                  </a:lnTo>
                  <a:lnTo>
                    <a:pt x="156212" y="104638"/>
                  </a:lnTo>
                  <a:lnTo>
                    <a:pt x="154243" y="99706"/>
                  </a:lnTo>
                  <a:lnTo>
                    <a:pt x="152117" y="94838"/>
                  </a:lnTo>
                  <a:lnTo>
                    <a:pt x="149839" y="90041"/>
                  </a:lnTo>
                  <a:lnTo>
                    <a:pt x="147408" y="85319"/>
                  </a:lnTo>
                  <a:lnTo>
                    <a:pt x="144830" y="80676"/>
                  </a:lnTo>
                  <a:lnTo>
                    <a:pt x="142105" y="76117"/>
                  </a:lnTo>
                  <a:lnTo>
                    <a:pt x="139236" y="71647"/>
                  </a:lnTo>
                  <a:lnTo>
                    <a:pt x="136227" y="67271"/>
                  </a:lnTo>
                  <a:lnTo>
                    <a:pt x="133080" y="62992"/>
                  </a:lnTo>
                  <a:lnTo>
                    <a:pt x="129799" y="58815"/>
                  </a:lnTo>
                  <a:lnTo>
                    <a:pt x="126388" y="54745"/>
                  </a:lnTo>
                  <a:lnTo>
                    <a:pt x="122848" y="50785"/>
                  </a:lnTo>
                  <a:lnTo>
                    <a:pt x="119184" y="46940"/>
                  </a:lnTo>
                  <a:lnTo>
                    <a:pt x="115401" y="43213"/>
                  </a:lnTo>
                  <a:lnTo>
                    <a:pt x="111500" y="39608"/>
                  </a:lnTo>
                  <a:lnTo>
                    <a:pt x="107488" y="36129"/>
                  </a:lnTo>
                  <a:lnTo>
                    <a:pt x="103366" y="32779"/>
                  </a:lnTo>
                  <a:lnTo>
                    <a:pt x="99140" y="29561"/>
                  </a:lnTo>
                  <a:lnTo>
                    <a:pt x="94815" y="26480"/>
                  </a:lnTo>
                  <a:lnTo>
                    <a:pt x="90393" y="23537"/>
                  </a:lnTo>
                  <a:lnTo>
                    <a:pt x="85880" y="20737"/>
                  </a:lnTo>
                  <a:lnTo>
                    <a:pt x="81281" y="18081"/>
                  </a:lnTo>
                  <a:lnTo>
                    <a:pt x="76600" y="15573"/>
                  </a:lnTo>
                  <a:lnTo>
                    <a:pt x="71841" y="13214"/>
                  </a:lnTo>
                  <a:lnTo>
                    <a:pt x="67010" y="11008"/>
                  </a:lnTo>
                  <a:lnTo>
                    <a:pt x="62111" y="8957"/>
                  </a:lnTo>
                  <a:lnTo>
                    <a:pt x="57149" y="7062"/>
                  </a:lnTo>
                  <a:lnTo>
                    <a:pt x="52130" y="5326"/>
                  </a:lnTo>
                  <a:lnTo>
                    <a:pt x="47058" y="3750"/>
                  </a:lnTo>
                  <a:lnTo>
                    <a:pt x="41938" y="2336"/>
                  </a:lnTo>
                  <a:lnTo>
                    <a:pt x="36777" y="1086"/>
                  </a:lnTo>
                  <a:lnTo>
                    <a:pt x="31578" y="0"/>
                  </a:lnTo>
                  <a:lnTo>
                    <a:pt x="0" y="164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629088" y="1236837"/>
              <a:ext cx="31578" cy="167167"/>
            </a:xfrm>
            <a:custGeom>
              <a:avLst/>
              <a:pathLst>
                <a:path w="31578" h="167167">
                  <a:moveTo>
                    <a:pt x="31578" y="3009"/>
                  </a:moveTo>
                  <a:lnTo>
                    <a:pt x="25317" y="1928"/>
                  </a:lnTo>
                  <a:lnTo>
                    <a:pt x="19020" y="1085"/>
                  </a:lnTo>
                  <a:lnTo>
                    <a:pt x="12695" y="482"/>
                  </a:lnTo>
                  <a:lnTo>
                    <a:pt x="6352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093395" y="1546402"/>
              <a:ext cx="119170" cy="167167"/>
            </a:xfrm>
            <a:custGeom>
              <a:avLst/>
              <a:pathLst>
                <a:path w="119170" h="167167">
                  <a:moveTo>
                    <a:pt x="119170" y="0"/>
                  </a:moveTo>
                  <a:lnTo>
                    <a:pt x="113644" y="91"/>
                  </a:lnTo>
                  <a:lnTo>
                    <a:pt x="108123" y="365"/>
                  </a:lnTo>
                  <a:lnTo>
                    <a:pt x="102614" y="821"/>
                  </a:lnTo>
                  <a:lnTo>
                    <a:pt x="97124" y="1460"/>
                  </a:lnTo>
                  <a:lnTo>
                    <a:pt x="91658" y="2279"/>
                  </a:lnTo>
                  <a:lnTo>
                    <a:pt x="86221" y="3279"/>
                  </a:lnTo>
                  <a:lnTo>
                    <a:pt x="80821" y="4458"/>
                  </a:lnTo>
                  <a:lnTo>
                    <a:pt x="75463" y="5814"/>
                  </a:lnTo>
                  <a:lnTo>
                    <a:pt x="70152" y="7348"/>
                  </a:lnTo>
                  <a:lnTo>
                    <a:pt x="64895" y="9056"/>
                  </a:lnTo>
                  <a:lnTo>
                    <a:pt x="59698" y="10936"/>
                  </a:lnTo>
                  <a:lnTo>
                    <a:pt x="54565" y="12988"/>
                  </a:lnTo>
                  <a:lnTo>
                    <a:pt x="49503" y="15208"/>
                  </a:lnTo>
                  <a:lnTo>
                    <a:pt x="44518" y="17594"/>
                  </a:lnTo>
                  <a:lnTo>
                    <a:pt x="39613" y="20144"/>
                  </a:lnTo>
                  <a:lnTo>
                    <a:pt x="34796" y="22855"/>
                  </a:lnTo>
                  <a:lnTo>
                    <a:pt x="30071" y="25723"/>
                  </a:lnTo>
                  <a:lnTo>
                    <a:pt x="25444" y="28746"/>
                  </a:lnTo>
                  <a:lnTo>
                    <a:pt x="20919" y="31921"/>
                  </a:lnTo>
                  <a:lnTo>
                    <a:pt x="16501" y="35243"/>
                  </a:lnTo>
                  <a:lnTo>
                    <a:pt x="12196" y="38709"/>
                  </a:lnTo>
                  <a:lnTo>
                    <a:pt x="8007" y="42316"/>
                  </a:lnTo>
                  <a:lnTo>
                    <a:pt x="3940" y="46059"/>
                  </a:lnTo>
                  <a:lnTo>
                    <a:pt x="0" y="49935"/>
                  </a:lnTo>
                  <a:lnTo>
                    <a:pt x="11917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093395" y="1596338"/>
              <a:ext cx="119170" cy="117231"/>
            </a:xfrm>
            <a:custGeom>
              <a:avLst/>
              <a:pathLst>
                <a:path w="119170" h="117231">
                  <a:moveTo>
                    <a:pt x="0" y="0"/>
                  </a:moveTo>
                  <a:lnTo>
                    <a:pt x="119170" y="1172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093395" y="1596338"/>
              <a:ext cx="119170" cy="117231"/>
            </a:xfrm>
            <a:custGeom>
              <a:avLst/>
              <a:pathLst>
                <a:path w="119170" h="117231">
                  <a:moveTo>
                    <a:pt x="0" y="0"/>
                  </a:moveTo>
                  <a:lnTo>
                    <a:pt x="119170" y="1172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093395" y="1596338"/>
              <a:ext cx="119170" cy="117231"/>
            </a:xfrm>
            <a:custGeom>
              <a:avLst/>
              <a:pathLst>
                <a:path w="119170" h="117231">
                  <a:moveTo>
                    <a:pt x="0" y="0"/>
                  </a:moveTo>
                  <a:lnTo>
                    <a:pt x="119170" y="1172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093395" y="1596338"/>
              <a:ext cx="119170" cy="117231"/>
            </a:xfrm>
            <a:custGeom>
              <a:avLst/>
              <a:pathLst>
                <a:path w="119170" h="117231">
                  <a:moveTo>
                    <a:pt x="0" y="0"/>
                  </a:moveTo>
                  <a:lnTo>
                    <a:pt x="119170" y="1172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93395" y="1596338"/>
              <a:ext cx="119170" cy="117231"/>
            </a:xfrm>
            <a:custGeom>
              <a:avLst/>
              <a:pathLst>
                <a:path w="119170" h="117231">
                  <a:moveTo>
                    <a:pt x="0" y="0"/>
                  </a:moveTo>
                  <a:lnTo>
                    <a:pt x="119170" y="1172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93395" y="1596338"/>
              <a:ext cx="119170" cy="117231"/>
            </a:xfrm>
            <a:custGeom>
              <a:avLst/>
              <a:pathLst>
                <a:path w="119170" h="117231">
                  <a:moveTo>
                    <a:pt x="0" y="0"/>
                  </a:moveTo>
                  <a:lnTo>
                    <a:pt x="119170" y="1172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93395" y="1596338"/>
              <a:ext cx="119170" cy="117231"/>
            </a:xfrm>
            <a:custGeom>
              <a:avLst/>
              <a:pathLst>
                <a:path w="119170" h="117231">
                  <a:moveTo>
                    <a:pt x="0" y="0"/>
                  </a:moveTo>
                  <a:lnTo>
                    <a:pt x="119170" y="1172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93395" y="1596338"/>
              <a:ext cx="119170" cy="117231"/>
            </a:xfrm>
            <a:custGeom>
              <a:avLst/>
              <a:pathLst>
                <a:path w="119170" h="117231">
                  <a:moveTo>
                    <a:pt x="0" y="0"/>
                  </a:moveTo>
                  <a:lnTo>
                    <a:pt x="119170" y="1172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93395" y="1596338"/>
              <a:ext cx="119170" cy="117231"/>
            </a:xfrm>
            <a:custGeom>
              <a:avLst/>
              <a:pathLst>
                <a:path w="119170" h="117231">
                  <a:moveTo>
                    <a:pt x="0" y="0"/>
                  </a:moveTo>
                  <a:lnTo>
                    <a:pt x="119170" y="1172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93395" y="1596338"/>
              <a:ext cx="119170" cy="117231"/>
            </a:xfrm>
            <a:custGeom>
              <a:avLst/>
              <a:pathLst>
                <a:path w="119170" h="117231">
                  <a:moveTo>
                    <a:pt x="0" y="0"/>
                  </a:moveTo>
                  <a:lnTo>
                    <a:pt x="119170" y="1172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93395" y="1596338"/>
              <a:ext cx="119170" cy="117231"/>
            </a:xfrm>
            <a:custGeom>
              <a:avLst/>
              <a:pathLst>
                <a:path w="119170" h="117231">
                  <a:moveTo>
                    <a:pt x="0" y="0"/>
                  </a:moveTo>
                  <a:lnTo>
                    <a:pt x="119170" y="1172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93395" y="1596338"/>
              <a:ext cx="119170" cy="117231"/>
            </a:xfrm>
            <a:custGeom>
              <a:avLst/>
              <a:pathLst>
                <a:path w="119170" h="117231">
                  <a:moveTo>
                    <a:pt x="0" y="0"/>
                  </a:moveTo>
                  <a:lnTo>
                    <a:pt x="119170" y="1172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93395" y="1596338"/>
              <a:ext cx="119170" cy="117231"/>
            </a:xfrm>
            <a:custGeom>
              <a:avLst/>
              <a:pathLst>
                <a:path w="119170" h="117231">
                  <a:moveTo>
                    <a:pt x="0" y="0"/>
                  </a:moveTo>
                  <a:lnTo>
                    <a:pt x="119170" y="1172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93395" y="1596338"/>
              <a:ext cx="119170" cy="117231"/>
            </a:xfrm>
            <a:custGeom>
              <a:avLst/>
              <a:pathLst>
                <a:path w="119170" h="117231">
                  <a:moveTo>
                    <a:pt x="0" y="0"/>
                  </a:moveTo>
                  <a:lnTo>
                    <a:pt x="119170" y="1172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93395" y="1596338"/>
              <a:ext cx="119170" cy="117231"/>
            </a:xfrm>
            <a:custGeom>
              <a:avLst/>
              <a:pathLst>
                <a:path w="119170" h="117231">
                  <a:moveTo>
                    <a:pt x="0" y="0"/>
                  </a:moveTo>
                  <a:lnTo>
                    <a:pt x="119170" y="1172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93395" y="1596338"/>
              <a:ext cx="119170" cy="117231"/>
            </a:xfrm>
            <a:custGeom>
              <a:avLst/>
              <a:pathLst>
                <a:path w="119170" h="117231">
                  <a:moveTo>
                    <a:pt x="0" y="0"/>
                  </a:moveTo>
                  <a:lnTo>
                    <a:pt x="119170" y="1172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45415" y="1574256"/>
              <a:ext cx="334317" cy="306477"/>
            </a:xfrm>
            <a:custGeom>
              <a:avLst/>
              <a:pathLst>
                <a:path w="334317" h="306477">
                  <a:moveTo>
                    <a:pt x="47980" y="22081"/>
                  </a:moveTo>
                  <a:lnTo>
                    <a:pt x="44332" y="25910"/>
                  </a:lnTo>
                  <a:lnTo>
                    <a:pt x="40806" y="29852"/>
                  </a:lnTo>
                  <a:lnTo>
                    <a:pt x="37406" y="33903"/>
                  </a:lnTo>
                  <a:lnTo>
                    <a:pt x="34137" y="38060"/>
                  </a:lnTo>
                  <a:lnTo>
                    <a:pt x="31000" y="42319"/>
                  </a:lnTo>
                  <a:lnTo>
                    <a:pt x="28000" y="46674"/>
                  </a:lnTo>
                  <a:lnTo>
                    <a:pt x="25139" y="51122"/>
                  </a:lnTo>
                  <a:lnTo>
                    <a:pt x="22421" y="55659"/>
                  </a:lnTo>
                  <a:lnTo>
                    <a:pt x="19847" y="60279"/>
                  </a:lnTo>
                  <a:lnTo>
                    <a:pt x="17420" y="64978"/>
                  </a:lnTo>
                  <a:lnTo>
                    <a:pt x="15144" y="69752"/>
                  </a:lnTo>
                  <a:lnTo>
                    <a:pt x="13020" y="74595"/>
                  </a:lnTo>
                  <a:lnTo>
                    <a:pt x="11049" y="79503"/>
                  </a:lnTo>
                  <a:lnTo>
                    <a:pt x="9236" y="84471"/>
                  </a:lnTo>
                  <a:lnTo>
                    <a:pt x="7580" y="89494"/>
                  </a:lnTo>
                  <a:lnTo>
                    <a:pt x="6084" y="94567"/>
                  </a:lnTo>
                  <a:lnTo>
                    <a:pt x="4749" y="99684"/>
                  </a:lnTo>
                  <a:lnTo>
                    <a:pt x="3577" y="104841"/>
                  </a:lnTo>
                  <a:lnTo>
                    <a:pt x="2568" y="110033"/>
                  </a:lnTo>
                  <a:lnTo>
                    <a:pt x="1724" y="115254"/>
                  </a:lnTo>
                  <a:lnTo>
                    <a:pt x="1046" y="120499"/>
                  </a:lnTo>
                  <a:lnTo>
                    <a:pt x="534" y="125763"/>
                  </a:lnTo>
                  <a:lnTo>
                    <a:pt x="188" y="131040"/>
                  </a:lnTo>
                  <a:lnTo>
                    <a:pt x="10" y="136326"/>
                  </a:lnTo>
                  <a:lnTo>
                    <a:pt x="0" y="141615"/>
                  </a:lnTo>
                  <a:lnTo>
                    <a:pt x="156" y="146901"/>
                  </a:lnTo>
                  <a:lnTo>
                    <a:pt x="480" y="152180"/>
                  </a:lnTo>
                  <a:lnTo>
                    <a:pt x="970" y="157446"/>
                  </a:lnTo>
                  <a:lnTo>
                    <a:pt x="1627" y="162694"/>
                  </a:lnTo>
                  <a:lnTo>
                    <a:pt x="2449" y="167918"/>
                  </a:lnTo>
                  <a:lnTo>
                    <a:pt x="3436" y="173114"/>
                  </a:lnTo>
                  <a:lnTo>
                    <a:pt x="4588" y="178276"/>
                  </a:lnTo>
                  <a:lnTo>
                    <a:pt x="5902" y="183399"/>
                  </a:lnTo>
                  <a:lnTo>
                    <a:pt x="7377" y="188477"/>
                  </a:lnTo>
                  <a:lnTo>
                    <a:pt x="9012" y="193507"/>
                  </a:lnTo>
                  <a:lnTo>
                    <a:pt x="10805" y="198482"/>
                  </a:lnTo>
                  <a:lnTo>
                    <a:pt x="12755" y="203398"/>
                  </a:lnTo>
                  <a:lnTo>
                    <a:pt x="14860" y="208250"/>
                  </a:lnTo>
                  <a:lnTo>
                    <a:pt x="17117" y="213033"/>
                  </a:lnTo>
                  <a:lnTo>
                    <a:pt x="19524" y="217743"/>
                  </a:lnTo>
                  <a:lnTo>
                    <a:pt x="22079" y="222373"/>
                  </a:lnTo>
                  <a:lnTo>
                    <a:pt x="24779" y="226921"/>
                  </a:lnTo>
                  <a:lnTo>
                    <a:pt x="27621" y="231381"/>
                  </a:lnTo>
                  <a:lnTo>
                    <a:pt x="30604" y="235748"/>
                  </a:lnTo>
                  <a:lnTo>
                    <a:pt x="33723" y="240020"/>
                  </a:lnTo>
                  <a:lnTo>
                    <a:pt x="36975" y="244190"/>
                  </a:lnTo>
                  <a:lnTo>
                    <a:pt x="40358" y="248255"/>
                  </a:lnTo>
                  <a:lnTo>
                    <a:pt x="43867" y="252212"/>
                  </a:lnTo>
                  <a:lnTo>
                    <a:pt x="47500" y="256055"/>
                  </a:lnTo>
                  <a:lnTo>
                    <a:pt x="51253" y="259782"/>
                  </a:lnTo>
                  <a:lnTo>
                    <a:pt x="55122" y="263388"/>
                  </a:lnTo>
                  <a:lnTo>
                    <a:pt x="59103" y="266869"/>
                  </a:lnTo>
                  <a:lnTo>
                    <a:pt x="63192" y="270223"/>
                  </a:lnTo>
                  <a:lnTo>
                    <a:pt x="67385" y="273446"/>
                  </a:lnTo>
                  <a:lnTo>
                    <a:pt x="71678" y="276535"/>
                  </a:lnTo>
                  <a:lnTo>
                    <a:pt x="76067" y="279487"/>
                  </a:lnTo>
                  <a:lnTo>
                    <a:pt x="80547" y="282298"/>
                  </a:lnTo>
                  <a:lnTo>
                    <a:pt x="85113" y="284966"/>
                  </a:lnTo>
                  <a:lnTo>
                    <a:pt x="89762" y="287488"/>
                  </a:lnTo>
                  <a:lnTo>
                    <a:pt x="94488" y="289862"/>
                  </a:lnTo>
                  <a:lnTo>
                    <a:pt x="99286" y="292085"/>
                  </a:lnTo>
                  <a:lnTo>
                    <a:pt x="104153" y="294156"/>
                  </a:lnTo>
                  <a:lnTo>
                    <a:pt x="109083" y="296071"/>
                  </a:lnTo>
                  <a:lnTo>
                    <a:pt x="114070" y="297829"/>
                  </a:lnTo>
                  <a:lnTo>
                    <a:pt x="119111" y="299429"/>
                  </a:lnTo>
                  <a:lnTo>
                    <a:pt x="124200" y="300869"/>
                  </a:lnTo>
                  <a:lnTo>
                    <a:pt x="129332" y="302146"/>
                  </a:lnTo>
                  <a:lnTo>
                    <a:pt x="134502" y="303261"/>
                  </a:lnTo>
                  <a:lnTo>
                    <a:pt x="139705" y="304212"/>
                  </a:lnTo>
                  <a:lnTo>
                    <a:pt x="144935" y="304998"/>
                  </a:lnTo>
                  <a:lnTo>
                    <a:pt x="150187" y="305618"/>
                  </a:lnTo>
                  <a:lnTo>
                    <a:pt x="155456" y="306071"/>
                  </a:lnTo>
                  <a:lnTo>
                    <a:pt x="160737" y="306357"/>
                  </a:lnTo>
                  <a:lnTo>
                    <a:pt x="166025" y="306477"/>
                  </a:lnTo>
                  <a:lnTo>
                    <a:pt x="171313" y="306429"/>
                  </a:lnTo>
                  <a:lnTo>
                    <a:pt x="176598" y="306213"/>
                  </a:lnTo>
                  <a:lnTo>
                    <a:pt x="181873" y="305831"/>
                  </a:lnTo>
                  <a:lnTo>
                    <a:pt x="187133" y="305282"/>
                  </a:lnTo>
                  <a:lnTo>
                    <a:pt x="192373" y="304567"/>
                  </a:lnTo>
                  <a:lnTo>
                    <a:pt x="197588" y="303686"/>
                  </a:lnTo>
                  <a:lnTo>
                    <a:pt x="202772" y="302641"/>
                  </a:lnTo>
                  <a:lnTo>
                    <a:pt x="207921" y="301433"/>
                  </a:lnTo>
                  <a:lnTo>
                    <a:pt x="213029" y="300062"/>
                  </a:lnTo>
                  <a:lnTo>
                    <a:pt x="218091" y="298530"/>
                  </a:lnTo>
                  <a:lnTo>
                    <a:pt x="223102" y="296839"/>
                  </a:lnTo>
                  <a:lnTo>
                    <a:pt x="228057" y="294990"/>
                  </a:lnTo>
                  <a:lnTo>
                    <a:pt x="232951" y="292986"/>
                  </a:lnTo>
                  <a:lnTo>
                    <a:pt x="237779" y="290827"/>
                  </a:lnTo>
                  <a:lnTo>
                    <a:pt x="242537" y="288517"/>
                  </a:lnTo>
                  <a:lnTo>
                    <a:pt x="247219" y="286058"/>
                  </a:lnTo>
                  <a:lnTo>
                    <a:pt x="251821" y="283452"/>
                  </a:lnTo>
                  <a:lnTo>
                    <a:pt x="256338" y="280701"/>
                  </a:lnTo>
                  <a:lnTo>
                    <a:pt x="260766" y="277809"/>
                  </a:lnTo>
                  <a:lnTo>
                    <a:pt x="265100" y="274779"/>
                  </a:lnTo>
                  <a:lnTo>
                    <a:pt x="269337" y="271612"/>
                  </a:lnTo>
                  <a:lnTo>
                    <a:pt x="273471" y="268314"/>
                  </a:lnTo>
                  <a:lnTo>
                    <a:pt x="277498" y="264886"/>
                  </a:lnTo>
                  <a:lnTo>
                    <a:pt x="281415" y="261332"/>
                  </a:lnTo>
                  <a:lnTo>
                    <a:pt x="285218" y="257657"/>
                  </a:lnTo>
                  <a:lnTo>
                    <a:pt x="288902" y="253863"/>
                  </a:lnTo>
                  <a:lnTo>
                    <a:pt x="292465" y="249954"/>
                  </a:lnTo>
                  <a:lnTo>
                    <a:pt x="295902" y="245934"/>
                  </a:lnTo>
                  <a:lnTo>
                    <a:pt x="299211" y="241808"/>
                  </a:lnTo>
                  <a:lnTo>
                    <a:pt x="302387" y="237580"/>
                  </a:lnTo>
                  <a:lnTo>
                    <a:pt x="305428" y="233252"/>
                  </a:lnTo>
                  <a:lnTo>
                    <a:pt x="308330" y="228831"/>
                  </a:lnTo>
                  <a:lnTo>
                    <a:pt x="311091" y="224320"/>
                  </a:lnTo>
                  <a:lnTo>
                    <a:pt x="313708" y="219725"/>
                  </a:lnTo>
                  <a:lnTo>
                    <a:pt x="316178" y="215048"/>
                  </a:lnTo>
                  <a:lnTo>
                    <a:pt x="318500" y="210296"/>
                  </a:lnTo>
                  <a:lnTo>
                    <a:pt x="320669" y="205473"/>
                  </a:lnTo>
                  <a:lnTo>
                    <a:pt x="322685" y="200584"/>
                  </a:lnTo>
                  <a:lnTo>
                    <a:pt x="324546" y="195633"/>
                  </a:lnTo>
                  <a:lnTo>
                    <a:pt x="326248" y="190626"/>
                  </a:lnTo>
                  <a:lnTo>
                    <a:pt x="327792" y="185567"/>
                  </a:lnTo>
                  <a:lnTo>
                    <a:pt x="329175" y="180463"/>
                  </a:lnTo>
                  <a:lnTo>
                    <a:pt x="330395" y="175317"/>
                  </a:lnTo>
                  <a:lnTo>
                    <a:pt x="331453" y="170135"/>
                  </a:lnTo>
                  <a:lnTo>
                    <a:pt x="332345" y="164922"/>
                  </a:lnTo>
                  <a:lnTo>
                    <a:pt x="333073" y="159683"/>
                  </a:lnTo>
                  <a:lnTo>
                    <a:pt x="333634" y="154425"/>
                  </a:lnTo>
                  <a:lnTo>
                    <a:pt x="334029" y="149151"/>
                  </a:lnTo>
                  <a:lnTo>
                    <a:pt x="334257" y="143867"/>
                  </a:lnTo>
                  <a:lnTo>
                    <a:pt x="334317" y="138578"/>
                  </a:lnTo>
                  <a:lnTo>
                    <a:pt x="334210" y="133291"/>
                  </a:lnTo>
                  <a:lnTo>
                    <a:pt x="333936" y="128009"/>
                  </a:lnTo>
                  <a:lnTo>
                    <a:pt x="333495" y="122739"/>
                  </a:lnTo>
                  <a:lnTo>
                    <a:pt x="332887" y="117485"/>
                  </a:lnTo>
                  <a:lnTo>
                    <a:pt x="332114" y="112253"/>
                  </a:lnTo>
                  <a:lnTo>
                    <a:pt x="331175" y="107049"/>
                  </a:lnTo>
                  <a:lnTo>
                    <a:pt x="330073" y="101876"/>
                  </a:lnTo>
                  <a:lnTo>
                    <a:pt x="328807" y="96741"/>
                  </a:lnTo>
                  <a:lnTo>
                    <a:pt x="327379" y="91649"/>
                  </a:lnTo>
                  <a:lnTo>
                    <a:pt x="325791" y="86604"/>
                  </a:lnTo>
                  <a:lnTo>
                    <a:pt x="324044" y="81612"/>
                  </a:lnTo>
                  <a:lnTo>
                    <a:pt x="322141" y="76678"/>
                  </a:lnTo>
                  <a:lnTo>
                    <a:pt x="320082" y="71806"/>
                  </a:lnTo>
                  <a:lnTo>
                    <a:pt x="317870" y="67002"/>
                  </a:lnTo>
                  <a:lnTo>
                    <a:pt x="315507" y="62271"/>
                  </a:lnTo>
                  <a:lnTo>
                    <a:pt x="312996" y="57616"/>
                  </a:lnTo>
                  <a:lnTo>
                    <a:pt x="310338" y="53044"/>
                  </a:lnTo>
                  <a:lnTo>
                    <a:pt x="307538" y="48557"/>
                  </a:lnTo>
                  <a:lnTo>
                    <a:pt x="304596" y="44162"/>
                  </a:lnTo>
                  <a:lnTo>
                    <a:pt x="301518" y="39862"/>
                  </a:lnTo>
                  <a:lnTo>
                    <a:pt x="298304" y="35661"/>
                  </a:lnTo>
                  <a:lnTo>
                    <a:pt x="294960" y="31564"/>
                  </a:lnTo>
                  <a:lnTo>
                    <a:pt x="291488" y="27575"/>
                  </a:lnTo>
                  <a:lnTo>
                    <a:pt x="287891" y="23698"/>
                  </a:lnTo>
                  <a:lnTo>
                    <a:pt x="284173" y="19936"/>
                  </a:lnTo>
                  <a:lnTo>
                    <a:pt x="280338" y="16294"/>
                  </a:lnTo>
                  <a:lnTo>
                    <a:pt x="276390" y="12775"/>
                  </a:lnTo>
                  <a:lnTo>
                    <a:pt x="272333" y="9383"/>
                  </a:lnTo>
                  <a:lnTo>
                    <a:pt x="268170" y="6121"/>
                  </a:lnTo>
                  <a:lnTo>
                    <a:pt x="263906" y="2992"/>
                  </a:lnTo>
                  <a:lnTo>
                    <a:pt x="259545" y="0"/>
                  </a:lnTo>
                  <a:lnTo>
                    <a:pt x="167151" y="1393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212566" y="1546402"/>
              <a:ext cx="92394" cy="167167"/>
            </a:xfrm>
            <a:custGeom>
              <a:avLst/>
              <a:pathLst>
                <a:path w="92394" h="167167">
                  <a:moveTo>
                    <a:pt x="92394" y="27853"/>
                  </a:moveTo>
                  <a:lnTo>
                    <a:pt x="87541" y="24754"/>
                  </a:lnTo>
                  <a:lnTo>
                    <a:pt x="82584" y="21823"/>
                  </a:lnTo>
                  <a:lnTo>
                    <a:pt x="77529" y="19065"/>
                  </a:lnTo>
                  <a:lnTo>
                    <a:pt x="72383" y="16483"/>
                  </a:lnTo>
                  <a:lnTo>
                    <a:pt x="67150" y="14080"/>
                  </a:lnTo>
                  <a:lnTo>
                    <a:pt x="61838" y="11858"/>
                  </a:lnTo>
                  <a:lnTo>
                    <a:pt x="56452" y="9820"/>
                  </a:lnTo>
                  <a:lnTo>
                    <a:pt x="51000" y="7969"/>
                  </a:lnTo>
                  <a:lnTo>
                    <a:pt x="45486" y="6307"/>
                  </a:lnTo>
                  <a:lnTo>
                    <a:pt x="39919" y="4836"/>
                  </a:lnTo>
                  <a:lnTo>
                    <a:pt x="34305" y="3557"/>
                  </a:lnTo>
                  <a:lnTo>
                    <a:pt x="28650" y="2473"/>
                  </a:lnTo>
                  <a:lnTo>
                    <a:pt x="22961" y="1584"/>
                  </a:lnTo>
                  <a:lnTo>
                    <a:pt x="17244" y="891"/>
                  </a:lnTo>
                  <a:lnTo>
                    <a:pt x="11507" y="396"/>
                  </a:lnTo>
                  <a:lnTo>
                    <a:pt x="5757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93844" y="1943516"/>
              <a:ext cx="84939" cy="167167"/>
            </a:xfrm>
            <a:custGeom>
              <a:avLst/>
              <a:pathLst>
                <a:path w="84939" h="167167">
                  <a:moveTo>
                    <a:pt x="84939" y="0"/>
                  </a:moveTo>
                  <a:lnTo>
                    <a:pt x="79000" y="105"/>
                  </a:lnTo>
                  <a:lnTo>
                    <a:pt x="73069" y="421"/>
                  </a:lnTo>
                  <a:lnTo>
                    <a:pt x="67153" y="948"/>
                  </a:lnTo>
                  <a:lnTo>
                    <a:pt x="61259" y="1685"/>
                  </a:lnTo>
                  <a:lnTo>
                    <a:pt x="55395" y="2631"/>
                  </a:lnTo>
                  <a:lnTo>
                    <a:pt x="49569" y="3784"/>
                  </a:lnTo>
                  <a:lnTo>
                    <a:pt x="43787" y="5144"/>
                  </a:lnTo>
                  <a:lnTo>
                    <a:pt x="38057" y="6708"/>
                  </a:lnTo>
                  <a:lnTo>
                    <a:pt x="32386" y="8475"/>
                  </a:lnTo>
                  <a:lnTo>
                    <a:pt x="26782" y="10442"/>
                  </a:lnTo>
                  <a:lnTo>
                    <a:pt x="21251" y="12607"/>
                  </a:lnTo>
                  <a:lnTo>
                    <a:pt x="15800" y="14967"/>
                  </a:lnTo>
                  <a:lnTo>
                    <a:pt x="10437" y="17519"/>
                  </a:lnTo>
                  <a:lnTo>
                    <a:pt x="5168" y="20260"/>
                  </a:lnTo>
                  <a:lnTo>
                    <a:pt x="0" y="23187"/>
                  </a:lnTo>
                  <a:lnTo>
                    <a:pt x="8493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93844" y="1966704"/>
              <a:ext cx="84939" cy="143980"/>
            </a:xfrm>
            <a:custGeom>
              <a:avLst/>
              <a:pathLst>
                <a:path w="84939" h="143980">
                  <a:moveTo>
                    <a:pt x="0" y="0"/>
                  </a:moveTo>
                  <a:lnTo>
                    <a:pt x="84939" y="1439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93844" y="1966704"/>
              <a:ext cx="84939" cy="143980"/>
            </a:xfrm>
            <a:custGeom>
              <a:avLst/>
              <a:pathLst>
                <a:path w="84939" h="143980">
                  <a:moveTo>
                    <a:pt x="0" y="0"/>
                  </a:moveTo>
                  <a:lnTo>
                    <a:pt x="84939" y="1439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93844" y="1966704"/>
              <a:ext cx="84939" cy="143980"/>
            </a:xfrm>
            <a:custGeom>
              <a:avLst/>
              <a:pathLst>
                <a:path w="84939" h="143980">
                  <a:moveTo>
                    <a:pt x="0" y="0"/>
                  </a:moveTo>
                  <a:lnTo>
                    <a:pt x="84939" y="1439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93844" y="1966704"/>
              <a:ext cx="84939" cy="143980"/>
            </a:xfrm>
            <a:custGeom>
              <a:avLst/>
              <a:pathLst>
                <a:path w="84939" h="143980">
                  <a:moveTo>
                    <a:pt x="0" y="0"/>
                  </a:moveTo>
                  <a:lnTo>
                    <a:pt x="84939" y="1439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93844" y="1966704"/>
              <a:ext cx="84939" cy="143980"/>
            </a:xfrm>
            <a:custGeom>
              <a:avLst/>
              <a:pathLst>
                <a:path w="84939" h="143980">
                  <a:moveTo>
                    <a:pt x="0" y="0"/>
                  </a:moveTo>
                  <a:lnTo>
                    <a:pt x="84939" y="1439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93844" y="1966704"/>
              <a:ext cx="84939" cy="143980"/>
            </a:xfrm>
            <a:custGeom>
              <a:avLst/>
              <a:pathLst>
                <a:path w="84939" h="143980">
                  <a:moveTo>
                    <a:pt x="0" y="0"/>
                  </a:moveTo>
                  <a:lnTo>
                    <a:pt x="84939" y="1439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93844" y="1966704"/>
              <a:ext cx="84939" cy="143980"/>
            </a:xfrm>
            <a:custGeom>
              <a:avLst/>
              <a:pathLst>
                <a:path w="84939" h="143980">
                  <a:moveTo>
                    <a:pt x="0" y="0"/>
                  </a:moveTo>
                  <a:lnTo>
                    <a:pt x="84939" y="1439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93844" y="1966704"/>
              <a:ext cx="84939" cy="143980"/>
            </a:xfrm>
            <a:custGeom>
              <a:avLst/>
              <a:pathLst>
                <a:path w="84939" h="143980">
                  <a:moveTo>
                    <a:pt x="0" y="0"/>
                  </a:moveTo>
                  <a:lnTo>
                    <a:pt x="84939" y="1439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93844" y="1966704"/>
              <a:ext cx="84939" cy="143980"/>
            </a:xfrm>
            <a:custGeom>
              <a:avLst/>
              <a:pathLst>
                <a:path w="84939" h="143980">
                  <a:moveTo>
                    <a:pt x="0" y="0"/>
                  </a:moveTo>
                  <a:lnTo>
                    <a:pt x="84939" y="1439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93844" y="1966704"/>
              <a:ext cx="84939" cy="143980"/>
            </a:xfrm>
            <a:custGeom>
              <a:avLst/>
              <a:pathLst>
                <a:path w="84939" h="143980">
                  <a:moveTo>
                    <a:pt x="0" y="0"/>
                  </a:moveTo>
                  <a:lnTo>
                    <a:pt x="84939" y="143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93844" y="1966704"/>
              <a:ext cx="84939" cy="143980"/>
            </a:xfrm>
            <a:custGeom>
              <a:avLst/>
              <a:pathLst>
                <a:path w="84939" h="143980">
                  <a:moveTo>
                    <a:pt x="0" y="0"/>
                  </a:moveTo>
                  <a:lnTo>
                    <a:pt x="84939" y="143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93844" y="1966704"/>
              <a:ext cx="84939" cy="143980"/>
            </a:xfrm>
            <a:custGeom>
              <a:avLst/>
              <a:pathLst>
                <a:path w="84939" h="143980">
                  <a:moveTo>
                    <a:pt x="0" y="0"/>
                  </a:moveTo>
                  <a:lnTo>
                    <a:pt x="84939" y="143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93844" y="1966704"/>
              <a:ext cx="84939" cy="143980"/>
            </a:xfrm>
            <a:custGeom>
              <a:avLst/>
              <a:pathLst>
                <a:path w="84939" h="143980">
                  <a:moveTo>
                    <a:pt x="0" y="0"/>
                  </a:moveTo>
                  <a:lnTo>
                    <a:pt x="84939" y="143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93844" y="1966704"/>
              <a:ext cx="84939" cy="143980"/>
            </a:xfrm>
            <a:custGeom>
              <a:avLst/>
              <a:pathLst>
                <a:path w="84939" h="143980">
                  <a:moveTo>
                    <a:pt x="0" y="0"/>
                  </a:moveTo>
                  <a:lnTo>
                    <a:pt x="84939" y="1439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93844" y="1966704"/>
              <a:ext cx="84939" cy="143980"/>
            </a:xfrm>
            <a:custGeom>
              <a:avLst/>
              <a:pathLst>
                <a:path w="84939" h="143980">
                  <a:moveTo>
                    <a:pt x="0" y="0"/>
                  </a:moveTo>
                  <a:lnTo>
                    <a:pt x="84939" y="1439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93755" y="1966756"/>
              <a:ext cx="85028" cy="143927"/>
            </a:xfrm>
            <a:custGeom>
              <a:avLst/>
              <a:pathLst>
                <a:path w="85028" h="143927">
                  <a:moveTo>
                    <a:pt x="0" y="0"/>
                  </a:moveTo>
                  <a:lnTo>
                    <a:pt x="85028" y="1439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11618" y="1943516"/>
              <a:ext cx="334326" cy="334318"/>
            </a:xfrm>
            <a:custGeom>
              <a:avLst/>
              <a:pathLst>
                <a:path w="334326" h="334318">
                  <a:moveTo>
                    <a:pt x="82136" y="23239"/>
                  </a:moveTo>
                  <a:lnTo>
                    <a:pt x="77633" y="25997"/>
                  </a:lnTo>
                  <a:lnTo>
                    <a:pt x="73218" y="28895"/>
                  </a:lnTo>
                  <a:lnTo>
                    <a:pt x="68898" y="31932"/>
                  </a:lnTo>
                  <a:lnTo>
                    <a:pt x="64675" y="35103"/>
                  </a:lnTo>
                  <a:lnTo>
                    <a:pt x="60555" y="38406"/>
                  </a:lnTo>
                  <a:lnTo>
                    <a:pt x="56541" y="41838"/>
                  </a:lnTo>
                  <a:lnTo>
                    <a:pt x="52638" y="45394"/>
                  </a:lnTo>
                  <a:lnTo>
                    <a:pt x="48849" y="49073"/>
                  </a:lnTo>
                  <a:lnTo>
                    <a:pt x="45178" y="52869"/>
                  </a:lnTo>
                  <a:lnTo>
                    <a:pt x="41628" y="56779"/>
                  </a:lnTo>
                  <a:lnTo>
                    <a:pt x="38204" y="60799"/>
                  </a:lnTo>
                  <a:lnTo>
                    <a:pt x="34909" y="64925"/>
                  </a:lnTo>
                  <a:lnTo>
                    <a:pt x="31745" y="69154"/>
                  </a:lnTo>
                  <a:lnTo>
                    <a:pt x="28717" y="73480"/>
                  </a:lnTo>
                  <a:lnTo>
                    <a:pt x="25827" y="77900"/>
                  </a:lnTo>
                  <a:lnTo>
                    <a:pt x="23078" y="82408"/>
                  </a:lnTo>
                  <a:lnTo>
                    <a:pt x="20473" y="87002"/>
                  </a:lnTo>
                  <a:lnTo>
                    <a:pt x="18014" y="91675"/>
                  </a:lnTo>
                  <a:lnTo>
                    <a:pt x="15704" y="96424"/>
                  </a:lnTo>
                  <a:lnTo>
                    <a:pt x="13545" y="101243"/>
                  </a:lnTo>
                  <a:lnTo>
                    <a:pt x="11539" y="106128"/>
                  </a:lnTo>
                  <a:lnTo>
                    <a:pt x="9689" y="111074"/>
                  </a:lnTo>
                  <a:lnTo>
                    <a:pt x="7996" y="116076"/>
                  </a:lnTo>
                  <a:lnTo>
                    <a:pt x="6461" y="121129"/>
                  </a:lnTo>
                  <a:lnTo>
                    <a:pt x="5087" y="126228"/>
                  </a:lnTo>
                  <a:lnTo>
                    <a:pt x="3875" y="131368"/>
                  </a:lnTo>
                  <a:lnTo>
                    <a:pt x="2826" y="136544"/>
                  </a:lnTo>
                  <a:lnTo>
                    <a:pt x="1941" y="141750"/>
                  </a:lnTo>
                  <a:lnTo>
                    <a:pt x="1220" y="146981"/>
                  </a:lnTo>
                  <a:lnTo>
                    <a:pt x="666" y="152233"/>
                  </a:lnTo>
                  <a:lnTo>
                    <a:pt x="277" y="157499"/>
                  </a:lnTo>
                  <a:lnTo>
                    <a:pt x="55" y="162775"/>
                  </a:lnTo>
                  <a:lnTo>
                    <a:pt x="0" y="168056"/>
                  </a:lnTo>
                  <a:lnTo>
                    <a:pt x="111" y="173335"/>
                  </a:lnTo>
                  <a:lnTo>
                    <a:pt x="389" y="178609"/>
                  </a:lnTo>
                  <a:lnTo>
                    <a:pt x="834" y="183871"/>
                  </a:lnTo>
                  <a:lnTo>
                    <a:pt x="1444" y="189116"/>
                  </a:lnTo>
                  <a:lnTo>
                    <a:pt x="2220" y="194340"/>
                  </a:lnTo>
                  <a:lnTo>
                    <a:pt x="3161" y="199536"/>
                  </a:lnTo>
                  <a:lnTo>
                    <a:pt x="4265" y="204700"/>
                  </a:lnTo>
                  <a:lnTo>
                    <a:pt x="5532" y="209827"/>
                  </a:lnTo>
                  <a:lnTo>
                    <a:pt x="6960" y="214911"/>
                  </a:lnTo>
                  <a:lnTo>
                    <a:pt x="8548" y="219947"/>
                  </a:lnTo>
                  <a:lnTo>
                    <a:pt x="10294" y="224931"/>
                  </a:lnTo>
                  <a:lnTo>
                    <a:pt x="12197" y="229857"/>
                  </a:lnTo>
                  <a:lnTo>
                    <a:pt x="14254" y="234720"/>
                  </a:lnTo>
                  <a:lnTo>
                    <a:pt x="16464" y="239516"/>
                  </a:lnTo>
                  <a:lnTo>
                    <a:pt x="18825" y="244240"/>
                  </a:lnTo>
                  <a:lnTo>
                    <a:pt x="21333" y="248887"/>
                  </a:lnTo>
                  <a:lnTo>
                    <a:pt x="23987" y="253453"/>
                  </a:lnTo>
                  <a:lnTo>
                    <a:pt x="26784" y="257932"/>
                  </a:lnTo>
                  <a:lnTo>
                    <a:pt x="29721" y="262321"/>
                  </a:lnTo>
                  <a:lnTo>
                    <a:pt x="32795" y="266614"/>
                  </a:lnTo>
                  <a:lnTo>
                    <a:pt x="36003" y="270809"/>
                  </a:lnTo>
                  <a:lnTo>
                    <a:pt x="39342" y="274900"/>
                  </a:lnTo>
                  <a:lnTo>
                    <a:pt x="42809" y="278884"/>
                  </a:lnTo>
                  <a:lnTo>
                    <a:pt x="46400" y="282756"/>
                  </a:lnTo>
                  <a:lnTo>
                    <a:pt x="50111" y="286513"/>
                  </a:lnTo>
                  <a:lnTo>
                    <a:pt x="53939" y="290150"/>
                  </a:lnTo>
                  <a:lnTo>
                    <a:pt x="57880" y="293665"/>
                  </a:lnTo>
                  <a:lnTo>
                    <a:pt x="61930" y="297054"/>
                  </a:lnTo>
                  <a:lnTo>
                    <a:pt x="66085" y="300313"/>
                  </a:lnTo>
                  <a:lnTo>
                    <a:pt x="70341" y="303439"/>
                  </a:lnTo>
                  <a:lnTo>
                    <a:pt x="74694" y="306430"/>
                  </a:lnTo>
                  <a:lnTo>
                    <a:pt x="79139" y="309281"/>
                  </a:lnTo>
                  <a:lnTo>
                    <a:pt x="83671" y="311990"/>
                  </a:lnTo>
                  <a:lnTo>
                    <a:pt x="88287" y="314555"/>
                  </a:lnTo>
                  <a:lnTo>
                    <a:pt x="92982" y="316973"/>
                  </a:lnTo>
                  <a:lnTo>
                    <a:pt x="97751" y="319242"/>
                  </a:lnTo>
                  <a:lnTo>
                    <a:pt x="102589" y="321358"/>
                  </a:lnTo>
                  <a:lnTo>
                    <a:pt x="107491" y="323321"/>
                  </a:lnTo>
                  <a:lnTo>
                    <a:pt x="112453" y="325128"/>
                  </a:lnTo>
                  <a:lnTo>
                    <a:pt x="117470" y="326777"/>
                  </a:lnTo>
                  <a:lnTo>
                    <a:pt x="122536" y="328267"/>
                  </a:lnTo>
                  <a:lnTo>
                    <a:pt x="127647" y="329596"/>
                  </a:lnTo>
                  <a:lnTo>
                    <a:pt x="132797" y="330764"/>
                  </a:lnTo>
                  <a:lnTo>
                    <a:pt x="137982" y="331767"/>
                  </a:lnTo>
                  <a:lnTo>
                    <a:pt x="143195" y="332607"/>
                  </a:lnTo>
                  <a:lnTo>
                    <a:pt x="148433" y="333282"/>
                  </a:lnTo>
                  <a:lnTo>
                    <a:pt x="153689" y="333790"/>
                  </a:lnTo>
                  <a:lnTo>
                    <a:pt x="158959" y="334133"/>
                  </a:lnTo>
                  <a:lnTo>
                    <a:pt x="164237" y="334309"/>
                  </a:lnTo>
                  <a:lnTo>
                    <a:pt x="169517" y="334318"/>
                  </a:lnTo>
                  <a:lnTo>
                    <a:pt x="174796" y="334160"/>
                  </a:lnTo>
                  <a:lnTo>
                    <a:pt x="180067" y="333836"/>
                  </a:lnTo>
                  <a:lnTo>
                    <a:pt x="185324" y="333345"/>
                  </a:lnTo>
                  <a:lnTo>
                    <a:pt x="190564" y="332689"/>
                  </a:lnTo>
                  <a:lnTo>
                    <a:pt x="195781" y="331867"/>
                  </a:lnTo>
                  <a:lnTo>
                    <a:pt x="200969" y="330881"/>
                  </a:lnTo>
                  <a:lnTo>
                    <a:pt x="206123" y="329731"/>
                  </a:lnTo>
                  <a:lnTo>
                    <a:pt x="211238" y="328420"/>
                  </a:lnTo>
                  <a:lnTo>
                    <a:pt x="216309" y="326947"/>
                  </a:lnTo>
                  <a:lnTo>
                    <a:pt x="221332" y="325315"/>
                  </a:lnTo>
                  <a:lnTo>
                    <a:pt x="226300" y="323525"/>
                  </a:lnTo>
                  <a:lnTo>
                    <a:pt x="231209" y="321580"/>
                  </a:lnTo>
                  <a:lnTo>
                    <a:pt x="236054" y="319480"/>
                  </a:lnTo>
                  <a:lnTo>
                    <a:pt x="240831" y="317228"/>
                  </a:lnTo>
                  <a:lnTo>
                    <a:pt x="245534" y="314826"/>
                  </a:lnTo>
                  <a:lnTo>
                    <a:pt x="250159" y="312277"/>
                  </a:lnTo>
                  <a:lnTo>
                    <a:pt x="254701" y="309583"/>
                  </a:lnTo>
                  <a:lnTo>
                    <a:pt x="259156" y="306747"/>
                  </a:lnTo>
                  <a:lnTo>
                    <a:pt x="263518" y="303772"/>
                  </a:lnTo>
                  <a:lnTo>
                    <a:pt x="267785" y="300660"/>
                  </a:lnTo>
                  <a:lnTo>
                    <a:pt x="271951" y="297415"/>
                  </a:lnTo>
                  <a:lnTo>
                    <a:pt x="276013" y="294041"/>
                  </a:lnTo>
                  <a:lnTo>
                    <a:pt x="279966" y="290539"/>
                  </a:lnTo>
                  <a:lnTo>
                    <a:pt x="283807" y="286915"/>
                  </a:lnTo>
                  <a:lnTo>
                    <a:pt x="287531" y="283171"/>
                  </a:lnTo>
                  <a:lnTo>
                    <a:pt x="291135" y="279311"/>
                  </a:lnTo>
                  <a:lnTo>
                    <a:pt x="294615" y="275339"/>
                  </a:lnTo>
                  <a:lnTo>
                    <a:pt x="297968" y="271260"/>
                  </a:lnTo>
                  <a:lnTo>
                    <a:pt x="301191" y="267076"/>
                  </a:lnTo>
                  <a:lnTo>
                    <a:pt x="304280" y="262793"/>
                  </a:lnTo>
                  <a:lnTo>
                    <a:pt x="307232" y="258415"/>
                  </a:lnTo>
                  <a:lnTo>
                    <a:pt x="310044" y="253945"/>
                  </a:lnTo>
                  <a:lnTo>
                    <a:pt x="312714" y="249389"/>
                  </a:lnTo>
                  <a:lnTo>
                    <a:pt x="315238" y="244750"/>
                  </a:lnTo>
                  <a:lnTo>
                    <a:pt x="317615" y="240035"/>
                  </a:lnTo>
                  <a:lnTo>
                    <a:pt x="319841" y="235246"/>
                  </a:lnTo>
                  <a:lnTo>
                    <a:pt x="321915" y="230390"/>
                  </a:lnTo>
                  <a:lnTo>
                    <a:pt x="323835" y="225470"/>
                  </a:lnTo>
                  <a:lnTo>
                    <a:pt x="325599" y="220493"/>
                  </a:lnTo>
                  <a:lnTo>
                    <a:pt x="327204" y="215462"/>
                  </a:lnTo>
                  <a:lnTo>
                    <a:pt x="328649" y="210383"/>
                  </a:lnTo>
                  <a:lnTo>
                    <a:pt x="329934" y="205260"/>
                  </a:lnTo>
                  <a:lnTo>
                    <a:pt x="331056" y="200100"/>
                  </a:lnTo>
                  <a:lnTo>
                    <a:pt x="332014" y="194907"/>
                  </a:lnTo>
                  <a:lnTo>
                    <a:pt x="332808" y="189686"/>
                  </a:lnTo>
                  <a:lnTo>
                    <a:pt x="333437" y="184443"/>
                  </a:lnTo>
                  <a:lnTo>
                    <a:pt x="333900" y="179183"/>
                  </a:lnTo>
                  <a:lnTo>
                    <a:pt x="334196" y="173910"/>
                  </a:lnTo>
                  <a:lnTo>
                    <a:pt x="334326" y="168631"/>
                  </a:lnTo>
                  <a:lnTo>
                    <a:pt x="334288" y="163350"/>
                  </a:lnTo>
                  <a:lnTo>
                    <a:pt x="334085" y="158074"/>
                  </a:lnTo>
                  <a:lnTo>
                    <a:pt x="333714" y="152806"/>
                  </a:lnTo>
                  <a:lnTo>
                    <a:pt x="333177" y="147552"/>
                  </a:lnTo>
                  <a:lnTo>
                    <a:pt x="332475" y="142318"/>
                  </a:lnTo>
                  <a:lnTo>
                    <a:pt x="331608" y="137109"/>
                  </a:lnTo>
                  <a:lnTo>
                    <a:pt x="330576" y="131930"/>
                  </a:lnTo>
                  <a:lnTo>
                    <a:pt x="329382" y="126786"/>
                  </a:lnTo>
                  <a:lnTo>
                    <a:pt x="328025" y="121683"/>
                  </a:lnTo>
                  <a:lnTo>
                    <a:pt x="326508" y="116625"/>
                  </a:lnTo>
                  <a:lnTo>
                    <a:pt x="324832" y="111617"/>
                  </a:lnTo>
                  <a:lnTo>
                    <a:pt x="322999" y="106664"/>
                  </a:lnTo>
                  <a:lnTo>
                    <a:pt x="321010" y="101772"/>
                  </a:lnTo>
                  <a:lnTo>
                    <a:pt x="318868" y="96946"/>
                  </a:lnTo>
                  <a:lnTo>
                    <a:pt x="316574" y="92189"/>
                  </a:lnTo>
                  <a:lnTo>
                    <a:pt x="314132" y="87507"/>
                  </a:lnTo>
                  <a:lnTo>
                    <a:pt x="311542" y="82905"/>
                  </a:lnTo>
                  <a:lnTo>
                    <a:pt x="308809" y="78387"/>
                  </a:lnTo>
                  <a:lnTo>
                    <a:pt x="305934" y="73957"/>
                  </a:lnTo>
                  <a:lnTo>
                    <a:pt x="302920" y="69620"/>
                  </a:lnTo>
                  <a:lnTo>
                    <a:pt x="299772" y="65381"/>
                  </a:lnTo>
                  <a:lnTo>
                    <a:pt x="296490" y="61243"/>
                  </a:lnTo>
                  <a:lnTo>
                    <a:pt x="293080" y="57211"/>
                  </a:lnTo>
                  <a:lnTo>
                    <a:pt x="289544" y="53289"/>
                  </a:lnTo>
                  <a:lnTo>
                    <a:pt x="285886" y="49480"/>
                  </a:lnTo>
                  <a:lnTo>
                    <a:pt x="282110" y="45789"/>
                  </a:lnTo>
                  <a:lnTo>
                    <a:pt x="278219" y="42219"/>
                  </a:lnTo>
                  <a:lnTo>
                    <a:pt x="274217" y="38774"/>
                  </a:lnTo>
                  <a:lnTo>
                    <a:pt x="270108" y="35457"/>
                  </a:lnTo>
                  <a:lnTo>
                    <a:pt x="265896" y="32271"/>
                  </a:lnTo>
                  <a:lnTo>
                    <a:pt x="261586" y="29219"/>
                  </a:lnTo>
                  <a:lnTo>
                    <a:pt x="257182" y="26306"/>
                  </a:lnTo>
                  <a:lnTo>
                    <a:pt x="252688" y="23533"/>
                  </a:lnTo>
                  <a:lnTo>
                    <a:pt x="248108" y="20903"/>
                  </a:lnTo>
                  <a:lnTo>
                    <a:pt x="243448" y="18420"/>
                  </a:lnTo>
                  <a:lnTo>
                    <a:pt x="238712" y="16084"/>
                  </a:lnTo>
                  <a:lnTo>
                    <a:pt x="233904" y="13900"/>
                  </a:lnTo>
                  <a:lnTo>
                    <a:pt x="229030" y="11868"/>
                  </a:lnTo>
                  <a:lnTo>
                    <a:pt x="224093" y="9992"/>
                  </a:lnTo>
                  <a:lnTo>
                    <a:pt x="219101" y="8272"/>
                  </a:lnTo>
                  <a:lnTo>
                    <a:pt x="214056" y="6711"/>
                  </a:lnTo>
                  <a:lnTo>
                    <a:pt x="208964" y="5310"/>
                  </a:lnTo>
                  <a:lnTo>
                    <a:pt x="203831" y="4070"/>
                  </a:lnTo>
                  <a:lnTo>
                    <a:pt x="198661" y="2994"/>
                  </a:lnTo>
                  <a:lnTo>
                    <a:pt x="193460" y="2081"/>
                  </a:lnTo>
                  <a:lnTo>
                    <a:pt x="188232" y="1332"/>
                  </a:lnTo>
                  <a:lnTo>
                    <a:pt x="182984" y="750"/>
                  </a:lnTo>
                  <a:lnTo>
                    <a:pt x="177720" y="333"/>
                  </a:lnTo>
                  <a:lnTo>
                    <a:pt x="172445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42765" y="2406772"/>
              <a:ext cx="102968" cy="167167"/>
            </a:xfrm>
            <a:custGeom>
              <a:avLst/>
              <a:pathLst>
                <a:path w="102968" h="167167">
                  <a:moveTo>
                    <a:pt x="102968" y="0"/>
                  </a:moveTo>
                  <a:lnTo>
                    <a:pt x="97422" y="92"/>
                  </a:lnTo>
                  <a:lnTo>
                    <a:pt x="91883" y="367"/>
                  </a:lnTo>
                  <a:lnTo>
                    <a:pt x="86355" y="827"/>
                  </a:lnTo>
                  <a:lnTo>
                    <a:pt x="80846" y="1470"/>
                  </a:lnTo>
                  <a:lnTo>
                    <a:pt x="75362" y="2295"/>
                  </a:lnTo>
                  <a:lnTo>
                    <a:pt x="69907" y="3301"/>
                  </a:lnTo>
                  <a:lnTo>
                    <a:pt x="64490" y="4488"/>
                  </a:lnTo>
                  <a:lnTo>
                    <a:pt x="59114" y="5854"/>
                  </a:lnTo>
                  <a:lnTo>
                    <a:pt x="53787" y="7398"/>
                  </a:lnTo>
                  <a:lnTo>
                    <a:pt x="48514" y="9117"/>
                  </a:lnTo>
                  <a:lnTo>
                    <a:pt x="43300" y="11011"/>
                  </a:lnTo>
                  <a:lnTo>
                    <a:pt x="38153" y="13076"/>
                  </a:lnTo>
                  <a:lnTo>
                    <a:pt x="33077" y="15311"/>
                  </a:lnTo>
                  <a:lnTo>
                    <a:pt x="28078" y="17713"/>
                  </a:lnTo>
                  <a:lnTo>
                    <a:pt x="23161" y="20280"/>
                  </a:lnTo>
                  <a:lnTo>
                    <a:pt x="18332" y="23008"/>
                  </a:lnTo>
                  <a:lnTo>
                    <a:pt x="13596" y="25895"/>
                  </a:lnTo>
                  <a:lnTo>
                    <a:pt x="8959" y="28938"/>
                  </a:lnTo>
                  <a:lnTo>
                    <a:pt x="4425" y="32133"/>
                  </a:lnTo>
                  <a:lnTo>
                    <a:pt x="0" y="35476"/>
                  </a:lnTo>
                  <a:lnTo>
                    <a:pt x="10296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478580" y="2408916"/>
              <a:ext cx="334304" cy="332190"/>
            </a:xfrm>
            <a:custGeom>
              <a:avLst/>
              <a:pathLst>
                <a:path w="334304" h="332190">
                  <a:moveTo>
                    <a:pt x="64184" y="33332"/>
                  </a:moveTo>
                  <a:lnTo>
                    <a:pt x="60057" y="36666"/>
                  </a:lnTo>
                  <a:lnTo>
                    <a:pt x="56037" y="40129"/>
                  </a:lnTo>
                  <a:lnTo>
                    <a:pt x="52130" y="43719"/>
                  </a:lnTo>
                  <a:lnTo>
                    <a:pt x="48338" y="47430"/>
                  </a:lnTo>
                  <a:lnTo>
                    <a:pt x="44666" y="51260"/>
                  </a:lnTo>
                  <a:lnTo>
                    <a:pt x="41118" y="55204"/>
                  </a:lnTo>
                  <a:lnTo>
                    <a:pt x="37696" y="59259"/>
                  </a:lnTo>
                  <a:lnTo>
                    <a:pt x="34405" y="63420"/>
                  </a:lnTo>
                  <a:lnTo>
                    <a:pt x="31247" y="67684"/>
                  </a:lnTo>
                  <a:lnTo>
                    <a:pt x="28227" y="72046"/>
                  </a:lnTo>
                  <a:lnTo>
                    <a:pt x="25346" y="76502"/>
                  </a:lnTo>
                  <a:lnTo>
                    <a:pt x="22609" y="81046"/>
                  </a:lnTo>
                  <a:lnTo>
                    <a:pt x="20016" y="85676"/>
                  </a:lnTo>
                  <a:lnTo>
                    <a:pt x="17572" y="90385"/>
                  </a:lnTo>
                  <a:lnTo>
                    <a:pt x="15279" y="95169"/>
                  </a:lnTo>
                  <a:lnTo>
                    <a:pt x="13139" y="100024"/>
                  </a:lnTo>
                  <a:lnTo>
                    <a:pt x="11154" y="104944"/>
                  </a:lnTo>
                  <a:lnTo>
                    <a:pt x="9326" y="109925"/>
                  </a:lnTo>
                  <a:lnTo>
                    <a:pt x="7657" y="114962"/>
                  </a:lnTo>
                  <a:lnTo>
                    <a:pt x="6148" y="120048"/>
                  </a:lnTo>
                  <a:lnTo>
                    <a:pt x="4802" y="125180"/>
                  </a:lnTo>
                  <a:lnTo>
                    <a:pt x="3620" y="130352"/>
                  </a:lnTo>
                  <a:lnTo>
                    <a:pt x="2602" y="135560"/>
                  </a:lnTo>
                  <a:lnTo>
                    <a:pt x="1750" y="140796"/>
                  </a:lnTo>
                  <a:lnTo>
                    <a:pt x="1064" y="146057"/>
                  </a:lnTo>
                  <a:lnTo>
                    <a:pt x="546" y="151338"/>
                  </a:lnTo>
                  <a:lnTo>
                    <a:pt x="196" y="156632"/>
                  </a:lnTo>
                  <a:lnTo>
                    <a:pt x="13" y="161934"/>
                  </a:lnTo>
                  <a:lnTo>
                    <a:pt x="0" y="167240"/>
                  </a:lnTo>
                  <a:lnTo>
                    <a:pt x="154" y="172543"/>
                  </a:lnTo>
                  <a:lnTo>
                    <a:pt x="477" y="177839"/>
                  </a:lnTo>
                  <a:lnTo>
                    <a:pt x="967" y="183122"/>
                  </a:lnTo>
                  <a:lnTo>
                    <a:pt x="1626" y="188387"/>
                  </a:lnTo>
                  <a:lnTo>
                    <a:pt x="2450" y="193628"/>
                  </a:lnTo>
                  <a:lnTo>
                    <a:pt x="3441" y="198840"/>
                  </a:lnTo>
                  <a:lnTo>
                    <a:pt x="4597" y="204018"/>
                  </a:lnTo>
                  <a:lnTo>
                    <a:pt x="5916" y="209157"/>
                  </a:lnTo>
                  <a:lnTo>
                    <a:pt x="7398" y="214252"/>
                  </a:lnTo>
                  <a:lnTo>
                    <a:pt x="9041" y="219297"/>
                  </a:lnTo>
                  <a:lnTo>
                    <a:pt x="10843" y="224287"/>
                  </a:lnTo>
                  <a:lnTo>
                    <a:pt x="12802" y="229218"/>
                  </a:lnTo>
                  <a:lnTo>
                    <a:pt x="14917" y="234084"/>
                  </a:lnTo>
                  <a:lnTo>
                    <a:pt x="17185" y="238880"/>
                  </a:lnTo>
                  <a:lnTo>
                    <a:pt x="19605" y="243602"/>
                  </a:lnTo>
                  <a:lnTo>
                    <a:pt x="22173" y="248245"/>
                  </a:lnTo>
                  <a:lnTo>
                    <a:pt x="24887" y="252804"/>
                  </a:lnTo>
                  <a:lnTo>
                    <a:pt x="27744" y="257274"/>
                  </a:lnTo>
                  <a:lnTo>
                    <a:pt x="30742" y="261652"/>
                  </a:lnTo>
                  <a:lnTo>
                    <a:pt x="33877" y="265932"/>
                  </a:lnTo>
                  <a:lnTo>
                    <a:pt x="37146" y="270111"/>
                  </a:lnTo>
                  <a:lnTo>
                    <a:pt x="40547" y="274183"/>
                  </a:lnTo>
                  <a:lnTo>
                    <a:pt x="44075" y="278146"/>
                  </a:lnTo>
                  <a:lnTo>
                    <a:pt x="47726" y="281995"/>
                  </a:lnTo>
                  <a:lnTo>
                    <a:pt x="51499" y="285726"/>
                  </a:lnTo>
                  <a:lnTo>
                    <a:pt x="55387" y="289335"/>
                  </a:lnTo>
                  <a:lnTo>
                    <a:pt x="59389" y="292820"/>
                  </a:lnTo>
                  <a:lnTo>
                    <a:pt x="63498" y="296175"/>
                  </a:lnTo>
                  <a:lnTo>
                    <a:pt x="67713" y="299398"/>
                  </a:lnTo>
                  <a:lnTo>
                    <a:pt x="72027" y="302486"/>
                  </a:lnTo>
                  <a:lnTo>
                    <a:pt x="76437" y="305436"/>
                  </a:lnTo>
                  <a:lnTo>
                    <a:pt x="80939" y="308244"/>
                  </a:lnTo>
                  <a:lnTo>
                    <a:pt x="85528" y="310908"/>
                  </a:lnTo>
                  <a:lnTo>
                    <a:pt x="90198" y="313425"/>
                  </a:lnTo>
                  <a:lnTo>
                    <a:pt x="94946" y="315792"/>
                  </a:lnTo>
                  <a:lnTo>
                    <a:pt x="99767" y="318007"/>
                  </a:lnTo>
                  <a:lnTo>
                    <a:pt x="104656" y="320069"/>
                  </a:lnTo>
                  <a:lnTo>
                    <a:pt x="109608" y="321974"/>
                  </a:lnTo>
                  <a:lnTo>
                    <a:pt x="114618" y="323721"/>
                  </a:lnTo>
                  <a:lnTo>
                    <a:pt x="119680" y="325308"/>
                  </a:lnTo>
                  <a:lnTo>
                    <a:pt x="124791" y="326734"/>
                  </a:lnTo>
                  <a:lnTo>
                    <a:pt x="129944" y="327997"/>
                  </a:lnTo>
                  <a:lnTo>
                    <a:pt x="135135" y="329096"/>
                  </a:lnTo>
                  <a:lnTo>
                    <a:pt x="140358" y="330029"/>
                  </a:lnTo>
                  <a:lnTo>
                    <a:pt x="145607" y="330796"/>
                  </a:lnTo>
                  <a:lnTo>
                    <a:pt x="150879" y="331396"/>
                  </a:lnTo>
                  <a:lnTo>
                    <a:pt x="156167" y="331829"/>
                  </a:lnTo>
                  <a:lnTo>
                    <a:pt x="161466" y="332094"/>
                  </a:lnTo>
                  <a:lnTo>
                    <a:pt x="166771" y="332190"/>
                  </a:lnTo>
                  <a:lnTo>
                    <a:pt x="172076" y="332118"/>
                  </a:lnTo>
                  <a:lnTo>
                    <a:pt x="177376" y="331877"/>
                  </a:lnTo>
                  <a:lnTo>
                    <a:pt x="182666" y="331469"/>
                  </a:lnTo>
                  <a:lnTo>
                    <a:pt x="187940" y="330893"/>
                  </a:lnTo>
                  <a:lnTo>
                    <a:pt x="193194" y="330150"/>
                  </a:lnTo>
                  <a:lnTo>
                    <a:pt x="198421" y="329240"/>
                  </a:lnTo>
                  <a:lnTo>
                    <a:pt x="203616" y="328165"/>
                  </a:lnTo>
                  <a:lnTo>
                    <a:pt x="208775" y="326926"/>
                  </a:lnTo>
                  <a:lnTo>
                    <a:pt x="213892" y="325523"/>
                  </a:lnTo>
                  <a:lnTo>
                    <a:pt x="218962" y="323959"/>
                  </a:lnTo>
                  <a:lnTo>
                    <a:pt x="223980" y="322235"/>
                  </a:lnTo>
                  <a:lnTo>
                    <a:pt x="228940" y="320352"/>
                  </a:lnTo>
                  <a:lnTo>
                    <a:pt x="233838" y="318313"/>
                  </a:lnTo>
                  <a:lnTo>
                    <a:pt x="238669" y="316120"/>
                  </a:lnTo>
                  <a:lnTo>
                    <a:pt x="243428" y="313774"/>
                  </a:lnTo>
                  <a:lnTo>
                    <a:pt x="248110" y="311279"/>
                  </a:lnTo>
                  <a:lnTo>
                    <a:pt x="252711" y="308636"/>
                  </a:lnTo>
                  <a:lnTo>
                    <a:pt x="257225" y="305848"/>
                  </a:lnTo>
                  <a:lnTo>
                    <a:pt x="261649" y="302919"/>
                  </a:lnTo>
                  <a:lnTo>
                    <a:pt x="265977" y="299851"/>
                  </a:lnTo>
                  <a:lnTo>
                    <a:pt x="270206" y="296647"/>
                  </a:lnTo>
                  <a:lnTo>
                    <a:pt x="274331" y="293310"/>
                  </a:lnTo>
                  <a:lnTo>
                    <a:pt x="278349" y="289844"/>
                  </a:lnTo>
                  <a:lnTo>
                    <a:pt x="282254" y="286252"/>
                  </a:lnTo>
                  <a:lnTo>
                    <a:pt x="286043" y="282539"/>
                  </a:lnTo>
                  <a:lnTo>
                    <a:pt x="289712" y="278707"/>
                  </a:lnTo>
                  <a:lnTo>
                    <a:pt x="293258" y="274760"/>
                  </a:lnTo>
                  <a:lnTo>
                    <a:pt x="296677" y="270703"/>
                  </a:lnTo>
                  <a:lnTo>
                    <a:pt x="299966" y="266539"/>
                  </a:lnTo>
                  <a:lnTo>
                    <a:pt x="303120" y="262273"/>
                  </a:lnTo>
                  <a:lnTo>
                    <a:pt x="306138" y="257909"/>
                  </a:lnTo>
                  <a:lnTo>
                    <a:pt x="309016" y="253452"/>
                  </a:lnTo>
                  <a:lnTo>
                    <a:pt x="311751" y="248905"/>
                  </a:lnTo>
                  <a:lnTo>
                    <a:pt x="314340" y="244274"/>
                  </a:lnTo>
                  <a:lnTo>
                    <a:pt x="316781" y="239564"/>
                  </a:lnTo>
                  <a:lnTo>
                    <a:pt x="319071" y="234778"/>
                  </a:lnTo>
                  <a:lnTo>
                    <a:pt x="321208" y="229921"/>
                  </a:lnTo>
                  <a:lnTo>
                    <a:pt x="323190" y="225000"/>
                  </a:lnTo>
                  <a:lnTo>
                    <a:pt x="325015" y="220018"/>
                  </a:lnTo>
                  <a:lnTo>
                    <a:pt x="326680" y="214981"/>
                  </a:lnTo>
                  <a:lnTo>
                    <a:pt x="328185" y="209893"/>
                  </a:lnTo>
                  <a:lnTo>
                    <a:pt x="329528" y="204760"/>
                  </a:lnTo>
                  <a:lnTo>
                    <a:pt x="330707" y="199587"/>
                  </a:lnTo>
                  <a:lnTo>
                    <a:pt x="331722" y="194379"/>
                  </a:lnTo>
                  <a:lnTo>
                    <a:pt x="332571" y="189142"/>
                  </a:lnTo>
                  <a:lnTo>
                    <a:pt x="333253" y="183880"/>
                  </a:lnTo>
                  <a:lnTo>
                    <a:pt x="333767" y="178600"/>
                  </a:lnTo>
                  <a:lnTo>
                    <a:pt x="334114" y="173305"/>
                  </a:lnTo>
                  <a:lnTo>
                    <a:pt x="334293" y="168003"/>
                  </a:lnTo>
                  <a:lnTo>
                    <a:pt x="334304" y="162697"/>
                  </a:lnTo>
                  <a:lnTo>
                    <a:pt x="334146" y="157394"/>
                  </a:lnTo>
                  <a:lnTo>
                    <a:pt x="333819" y="152098"/>
                  </a:lnTo>
                  <a:lnTo>
                    <a:pt x="333325" y="146816"/>
                  </a:lnTo>
                  <a:lnTo>
                    <a:pt x="332664" y="141551"/>
                  </a:lnTo>
                  <a:lnTo>
                    <a:pt x="331835" y="136311"/>
                  </a:lnTo>
                  <a:lnTo>
                    <a:pt x="330841" y="131099"/>
                  </a:lnTo>
                  <a:lnTo>
                    <a:pt x="329682" y="125922"/>
                  </a:lnTo>
                  <a:lnTo>
                    <a:pt x="328360" y="120783"/>
                  </a:lnTo>
                  <a:lnTo>
                    <a:pt x="326875" y="115690"/>
                  </a:lnTo>
                  <a:lnTo>
                    <a:pt x="325228" y="110646"/>
                  </a:lnTo>
                  <a:lnTo>
                    <a:pt x="323423" y="105657"/>
                  </a:lnTo>
                  <a:lnTo>
                    <a:pt x="321461" y="100728"/>
                  </a:lnTo>
                  <a:lnTo>
                    <a:pt x="319342" y="95863"/>
                  </a:lnTo>
                  <a:lnTo>
                    <a:pt x="317071" y="91068"/>
                  </a:lnTo>
                  <a:lnTo>
                    <a:pt x="314649" y="86348"/>
                  </a:lnTo>
                  <a:lnTo>
                    <a:pt x="312078" y="81707"/>
                  </a:lnTo>
                  <a:lnTo>
                    <a:pt x="309361" y="77150"/>
                  </a:lnTo>
                  <a:lnTo>
                    <a:pt x="306500" y="72681"/>
                  </a:lnTo>
                  <a:lnTo>
                    <a:pt x="303500" y="68305"/>
                  </a:lnTo>
                  <a:lnTo>
                    <a:pt x="300362" y="64027"/>
                  </a:lnTo>
                  <a:lnTo>
                    <a:pt x="297090" y="59851"/>
                  </a:lnTo>
                  <a:lnTo>
                    <a:pt x="293687" y="55780"/>
                  </a:lnTo>
                  <a:lnTo>
                    <a:pt x="290156" y="51820"/>
                  </a:lnTo>
                  <a:lnTo>
                    <a:pt x="286502" y="47973"/>
                  </a:lnTo>
                  <a:lnTo>
                    <a:pt x="282727" y="44245"/>
                  </a:lnTo>
                  <a:lnTo>
                    <a:pt x="278836" y="40638"/>
                  </a:lnTo>
                  <a:lnTo>
                    <a:pt x="274833" y="37156"/>
                  </a:lnTo>
                  <a:lnTo>
                    <a:pt x="270721" y="33803"/>
                  </a:lnTo>
                  <a:lnTo>
                    <a:pt x="266504" y="30583"/>
                  </a:lnTo>
                  <a:lnTo>
                    <a:pt x="262188" y="27498"/>
                  </a:lnTo>
                  <a:lnTo>
                    <a:pt x="257776" y="24551"/>
                  </a:lnTo>
                  <a:lnTo>
                    <a:pt x="253272" y="21746"/>
                  </a:lnTo>
                  <a:lnTo>
                    <a:pt x="248682" y="19085"/>
                  </a:lnTo>
                  <a:lnTo>
                    <a:pt x="244010" y="16571"/>
                  </a:lnTo>
                  <a:lnTo>
                    <a:pt x="239260" y="14207"/>
                  </a:lnTo>
                  <a:lnTo>
                    <a:pt x="234437" y="11995"/>
                  </a:lnTo>
                  <a:lnTo>
                    <a:pt x="229547" y="9937"/>
                  </a:lnTo>
                  <a:lnTo>
                    <a:pt x="224594" y="8035"/>
                  </a:lnTo>
                  <a:lnTo>
                    <a:pt x="219583" y="6291"/>
                  </a:lnTo>
                  <a:lnTo>
                    <a:pt x="214520" y="4707"/>
                  </a:lnTo>
                  <a:lnTo>
                    <a:pt x="209408" y="3284"/>
                  </a:lnTo>
                  <a:lnTo>
                    <a:pt x="204254" y="2025"/>
                  </a:lnTo>
                  <a:lnTo>
                    <a:pt x="199063" y="930"/>
                  </a:lnTo>
                  <a:lnTo>
                    <a:pt x="193839" y="0"/>
                  </a:lnTo>
                  <a:lnTo>
                    <a:pt x="167152" y="1650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645733" y="2406772"/>
              <a:ext cx="26687" cy="167167"/>
            </a:xfrm>
            <a:custGeom>
              <a:avLst/>
              <a:pathLst>
                <a:path w="26687" h="167167">
                  <a:moveTo>
                    <a:pt x="26687" y="2143"/>
                  </a:moveTo>
                  <a:lnTo>
                    <a:pt x="20053" y="1207"/>
                  </a:lnTo>
                  <a:lnTo>
                    <a:pt x="13386" y="536"/>
                  </a:lnTo>
                  <a:lnTo>
                    <a:pt x="6698" y="13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358824" y="2911194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10" y="752"/>
                  </a:lnTo>
                  <a:lnTo>
                    <a:pt x="146053" y="1337"/>
                  </a:lnTo>
                  <a:lnTo>
                    <a:pt x="140817" y="2088"/>
                  </a:lnTo>
                  <a:lnTo>
                    <a:pt x="135607" y="3004"/>
                  </a:lnTo>
                  <a:lnTo>
                    <a:pt x="130429" y="4084"/>
                  </a:lnTo>
                  <a:lnTo>
                    <a:pt x="125288" y="5327"/>
                  </a:lnTo>
                  <a:lnTo>
                    <a:pt x="120188" y="6733"/>
                  </a:lnTo>
                  <a:lnTo>
                    <a:pt x="115136" y="8299"/>
                  </a:lnTo>
                  <a:lnTo>
                    <a:pt x="110136" y="10025"/>
                  </a:lnTo>
                  <a:lnTo>
                    <a:pt x="105192" y="11908"/>
                  </a:lnTo>
                  <a:lnTo>
                    <a:pt x="100311" y="13946"/>
                  </a:lnTo>
                  <a:lnTo>
                    <a:pt x="95497" y="16137"/>
                  </a:lnTo>
                  <a:lnTo>
                    <a:pt x="90755" y="18480"/>
                  </a:lnTo>
                  <a:lnTo>
                    <a:pt x="86089" y="20972"/>
                  </a:lnTo>
                  <a:lnTo>
                    <a:pt x="81504" y="23610"/>
                  </a:lnTo>
                  <a:lnTo>
                    <a:pt x="77005" y="26392"/>
                  </a:lnTo>
                  <a:lnTo>
                    <a:pt x="72596" y="29314"/>
                  </a:lnTo>
                  <a:lnTo>
                    <a:pt x="68282" y="32375"/>
                  </a:lnTo>
                  <a:lnTo>
                    <a:pt x="64067" y="35571"/>
                  </a:lnTo>
                  <a:lnTo>
                    <a:pt x="59955" y="38898"/>
                  </a:lnTo>
                  <a:lnTo>
                    <a:pt x="55950" y="42354"/>
                  </a:lnTo>
                  <a:lnTo>
                    <a:pt x="52057" y="45935"/>
                  </a:lnTo>
                  <a:lnTo>
                    <a:pt x="48279" y="49638"/>
                  </a:lnTo>
                  <a:lnTo>
                    <a:pt x="44620" y="53458"/>
                  </a:lnTo>
                  <a:lnTo>
                    <a:pt x="41084" y="57391"/>
                  </a:lnTo>
                  <a:lnTo>
                    <a:pt x="37674" y="61435"/>
                  </a:lnTo>
                  <a:lnTo>
                    <a:pt x="34393" y="65585"/>
                  </a:lnTo>
                  <a:lnTo>
                    <a:pt x="31246" y="69836"/>
                  </a:lnTo>
                  <a:lnTo>
                    <a:pt x="28234" y="74185"/>
                  </a:lnTo>
                  <a:lnTo>
                    <a:pt x="25362" y="78627"/>
                  </a:lnTo>
                  <a:lnTo>
                    <a:pt x="22632" y="83157"/>
                  </a:lnTo>
                  <a:lnTo>
                    <a:pt x="20046" y="87772"/>
                  </a:lnTo>
                  <a:lnTo>
                    <a:pt x="17608" y="92466"/>
                  </a:lnTo>
                  <a:lnTo>
                    <a:pt x="15319" y="97235"/>
                  </a:lnTo>
                  <a:lnTo>
                    <a:pt x="13183" y="102074"/>
                  </a:lnTo>
                  <a:lnTo>
                    <a:pt x="11200" y="106978"/>
                  </a:lnTo>
                  <a:lnTo>
                    <a:pt x="9374" y="111942"/>
                  </a:lnTo>
                  <a:lnTo>
                    <a:pt x="7706" y="116962"/>
                  </a:lnTo>
                  <a:lnTo>
                    <a:pt x="6197" y="122032"/>
                  </a:lnTo>
                  <a:lnTo>
                    <a:pt x="4850" y="127147"/>
                  </a:lnTo>
                  <a:lnTo>
                    <a:pt x="3665" y="132302"/>
                  </a:lnTo>
                  <a:lnTo>
                    <a:pt x="2644" y="137492"/>
                  </a:lnTo>
                  <a:lnTo>
                    <a:pt x="1787" y="142712"/>
                  </a:lnTo>
                  <a:lnTo>
                    <a:pt x="1096" y="147956"/>
                  </a:lnTo>
                  <a:lnTo>
                    <a:pt x="571" y="153220"/>
                  </a:lnTo>
                  <a:lnTo>
                    <a:pt x="214" y="158497"/>
                  </a:lnTo>
                  <a:lnTo>
                    <a:pt x="23" y="163784"/>
                  </a:lnTo>
                  <a:lnTo>
                    <a:pt x="0" y="169073"/>
                  </a:lnTo>
                  <a:lnTo>
                    <a:pt x="143" y="174361"/>
                  </a:lnTo>
                  <a:lnTo>
                    <a:pt x="455" y="179641"/>
                  </a:lnTo>
                  <a:lnTo>
                    <a:pt x="933" y="184909"/>
                  </a:lnTo>
                  <a:lnTo>
                    <a:pt x="1577" y="190159"/>
                  </a:lnTo>
                  <a:lnTo>
                    <a:pt x="2388" y="195387"/>
                  </a:lnTo>
                  <a:lnTo>
                    <a:pt x="3363" y="200586"/>
                  </a:lnTo>
                  <a:lnTo>
                    <a:pt x="4502" y="205751"/>
                  </a:lnTo>
                  <a:lnTo>
                    <a:pt x="5805" y="210878"/>
                  </a:lnTo>
                  <a:lnTo>
                    <a:pt x="7268" y="215961"/>
                  </a:lnTo>
                  <a:lnTo>
                    <a:pt x="8892" y="220995"/>
                  </a:lnTo>
                  <a:lnTo>
                    <a:pt x="10674" y="225975"/>
                  </a:lnTo>
                  <a:lnTo>
                    <a:pt x="12613" y="230897"/>
                  </a:lnTo>
                  <a:lnTo>
                    <a:pt x="14707" y="235755"/>
                  </a:lnTo>
                  <a:lnTo>
                    <a:pt x="16953" y="240543"/>
                  </a:lnTo>
                  <a:lnTo>
                    <a:pt x="19350" y="245259"/>
                  </a:lnTo>
                  <a:lnTo>
                    <a:pt x="21895" y="249896"/>
                  </a:lnTo>
                  <a:lnTo>
                    <a:pt x="24585" y="254451"/>
                  </a:lnTo>
                  <a:lnTo>
                    <a:pt x="27418" y="258918"/>
                  </a:lnTo>
                  <a:lnTo>
                    <a:pt x="30391" y="263293"/>
                  </a:lnTo>
                  <a:lnTo>
                    <a:pt x="33501" y="267572"/>
                  </a:lnTo>
                  <a:lnTo>
                    <a:pt x="36744" y="271750"/>
                  </a:lnTo>
                  <a:lnTo>
                    <a:pt x="40118" y="275824"/>
                  </a:lnTo>
                  <a:lnTo>
                    <a:pt x="43620" y="279789"/>
                  </a:lnTo>
                  <a:lnTo>
                    <a:pt x="47245" y="283641"/>
                  </a:lnTo>
                  <a:lnTo>
                    <a:pt x="50990" y="287377"/>
                  </a:lnTo>
                  <a:lnTo>
                    <a:pt x="54851" y="290992"/>
                  </a:lnTo>
                  <a:lnTo>
                    <a:pt x="58825" y="294483"/>
                  </a:lnTo>
                  <a:lnTo>
                    <a:pt x="62908" y="297847"/>
                  </a:lnTo>
                  <a:lnTo>
                    <a:pt x="67094" y="301080"/>
                  </a:lnTo>
                  <a:lnTo>
                    <a:pt x="71381" y="304178"/>
                  </a:lnTo>
                  <a:lnTo>
                    <a:pt x="75764" y="307140"/>
                  </a:lnTo>
                  <a:lnTo>
                    <a:pt x="80238" y="309961"/>
                  </a:lnTo>
                  <a:lnTo>
                    <a:pt x="84800" y="312640"/>
                  </a:lnTo>
                  <a:lnTo>
                    <a:pt x="89444" y="315173"/>
                  </a:lnTo>
                  <a:lnTo>
                    <a:pt x="94165" y="317557"/>
                  </a:lnTo>
                  <a:lnTo>
                    <a:pt x="98960" y="319791"/>
                  </a:lnTo>
                  <a:lnTo>
                    <a:pt x="103823" y="321873"/>
                  </a:lnTo>
                  <a:lnTo>
                    <a:pt x="108749" y="323799"/>
                  </a:lnTo>
                  <a:lnTo>
                    <a:pt x="113734" y="325568"/>
                  </a:lnTo>
                  <a:lnTo>
                    <a:pt x="118772" y="327179"/>
                  </a:lnTo>
                  <a:lnTo>
                    <a:pt x="123859" y="328630"/>
                  </a:lnTo>
                  <a:lnTo>
                    <a:pt x="128989" y="329919"/>
                  </a:lnTo>
                  <a:lnTo>
                    <a:pt x="134158" y="331045"/>
                  </a:lnTo>
                  <a:lnTo>
                    <a:pt x="139359" y="332007"/>
                  </a:lnTo>
                  <a:lnTo>
                    <a:pt x="144588" y="332804"/>
                  </a:lnTo>
                  <a:lnTo>
                    <a:pt x="149840" y="333435"/>
                  </a:lnTo>
                  <a:lnTo>
                    <a:pt x="155109" y="333900"/>
                  </a:lnTo>
                  <a:lnTo>
                    <a:pt x="160391" y="334197"/>
                  </a:lnTo>
                  <a:lnTo>
                    <a:pt x="165679" y="334328"/>
                  </a:lnTo>
                  <a:lnTo>
                    <a:pt x="170968" y="334291"/>
                  </a:lnTo>
                  <a:lnTo>
                    <a:pt x="176254" y="334087"/>
                  </a:lnTo>
                  <a:lnTo>
                    <a:pt x="181530" y="333715"/>
                  </a:lnTo>
                  <a:lnTo>
                    <a:pt x="186793" y="333177"/>
                  </a:lnTo>
                  <a:lnTo>
                    <a:pt x="192035" y="332473"/>
                  </a:lnTo>
                  <a:lnTo>
                    <a:pt x="197253" y="331603"/>
                  </a:lnTo>
                  <a:lnTo>
                    <a:pt x="202440" y="330568"/>
                  </a:lnTo>
                  <a:lnTo>
                    <a:pt x="207592" y="329370"/>
                  </a:lnTo>
                  <a:lnTo>
                    <a:pt x="212704" y="328010"/>
                  </a:lnTo>
                  <a:lnTo>
                    <a:pt x="217770" y="326488"/>
                  </a:lnTo>
                  <a:lnTo>
                    <a:pt x="222785" y="324807"/>
                  </a:lnTo>
                  <a:lnTo>
                    <a:pt x="227745" y="322968"/>
                  </a:lnTo>
                  <a:lnTo>
                    <a:pt x="232644" y="320973"/>
                  </a:lnTo>
                  <a:lnTo>
                    <a:pt x="237478" y="318824"/>
                  </a:lnTo>
                  <a:lnTo>
                    <a:pt x="242241" y="316523"/>
                  </a:lnTo>
                  <a:lnTo>
                    <a:pt x="246928" y="314073"/>
                  </a:lnTo>
                  <a:lnTo>
                    <a:pt x="251536" y="311475"/>
                  </a:lnTo>
                  <a:lnTo>
                    <a:pt x="256060" y="308733"/>
                  </a:lnTo>
                  <a:lnTo>
                    <a:pt x="260494" y="305850"/>
                  </a:lnTo>
                  <a:lnTo>
                    <a:pt x="264835" y="302827"/>
                  </a:lnTo>
                  <a:lnTo>
                    <a:pt x="269079" y="299669"/>
                  </a:lnTo>
                  <a:lnTo>
                    <a:pt x="273220" y="296378"/>
                  </a:lnTo>
                  <a:lnTo>
                    <a:pt x="277255" y="292957"/>
                  </a:lnTo>
                  <a:lnTo>
                    <a:pt x="281179" y="289411"/>
                  </a:lnTo>
                  <a:lnTo>
                    <a:pt x="284990" y="285742"/>
                  </a:lnTo>
                  <a:lnTo>
                    <a:pt x="288683" y="281955"/>
                  </a:lnTo>
                  <a:lnTo>
                    <a:pt x="292254" y="278052"/>
                  </a:lnTo>
                  <a:lnTo>
                    <a:pt x="295699" y="274039"/>
                  </a:lnTo>
                  <a:lnTo>
                    <a:pt x="299016" y="269919"/>
                  </a:lnTo>
                  <a:lnTo>
                    <a:pt x="302201" y="265695"/>
                  </a:lnTo>
                  <a:lnTo>
                    <a:pt x="305251" y="261373"/>
                  </a:lnTo>
                  <a:lnTo>
                    <a:pt x="308162" y="256957"/>
                  </a:lnTo>
                  <a:lnTo>
                    <a:pt x="310932" y="252451"/>
                  </a:lnTo>
                  <a:lnTo>
                    <a:pt x="313559" y="247859"/>
                  </a:lnTo>
                  <a:lnTo>
                    <a:pt x="316038" y="243187"/>
                  </a:lnTo>
                  <a:lnTo>
                    <a:pt x="318369" y="238438"/>
                  </a:lnTo>
                  <a:lnTo>
                    <a:pt x="320548" y="233618"/>
                  </a:lnTo>
                  <a:lnTo>
                    <a:pt x="322574" y="228732"/>
                  </a:lnTo>
                  <a:lnTo>
                    <a:pt x="324444" y="223784"/>
                  </a:lnTo>
                  <a:lnTo>
                    <a:pt x="326156" y="218779"/>
                  </a:lnTo>
                  <a:lnTo>
                    <a:pt x="327710" y="213723"/>
                  </a:lnTo>
                  <a:lnTo>
                    <a:pt x="329102" y="208620"/>
                  </a:lnTo>
                  <a:lnTo>
                    <a:pt x="330333" y="203475"/>
                  </a:lnTo>
                  <a:lnTo>
                    <a:pt x="331400" y="198294"/>
                  </a:lnTo>
                  <a:lnTo>
                    <a:pt x="332303" y="193082"/>
                  </a:lnTo>
                  <a:lnTo>
                    <a:pt x="333040" y="187844"/>
                  </a:lnTo>
                  <a:lnTo>
                    <a:pt x="333611" y="182586"/>
                  </a:lnTo>
                  <a:lnTo>
                    <a:pt x="334015" y="177311"/>
                  </a:lnTo>
                  <a:lnTo>
                    <a:pt x="334253" y="172027"/>
                  </a:lnTo>
                  <a:lnTo>
                    <a:pt x="334323" y="166738"/>
                  </a:lnTo>
                  <a:lnTo>
                    <a:pt x="334226" y="161449"/>
                  </a:lnTo>
                  <a:lnTo>
                    <a:pt x="333961" y="156166"/>
                  </a:lnTo>
                  <a:lnTo>
                    <a:pt x="333530" y="150894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3062089"/>
              <a:ext cx="166373" cy="16272"/>
            </a:xfrm>
            <a:custGeom>
              <a:avLst/>
              <a:pathLst>
                <a:path w="166373" h="16272">
                  <a:moveTo>
                    <a:pt x="166373" y="0"/>
                  </a:moveTo>
                  <a:lnTo>
                    <a:pt x="0" y="162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3062089"/>
              <a:ext cx="166373" cy="16272"/>
            </a:xfrm>
            <a:custGeom>
              <a:avLst/>
              <a:pathLst>
                <a:path w="166373" h="16272">
                  <a:moveTo>
                    <a:pt x="166373" y="0"/>
                  </a:moveTo>
                  <a:lnTo>
                    <a:pt x="0" y="162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3062089"/>
              <a:ext cx="166373" cy="16272"/>
            </a:xfrm>
            <a:custGeom>
              <a:avLst/>
              <a:pathLst>
                <a:path w="166373" h="16272">
                  <a:moveTo>
                    <a:pt x="166373" y="0"/>
                  </a:moveTo>
                  <a:lnTo>
                    <a:pt x="0" y="162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25980" y="3062089"/>
              <a:ext cx="166373" cy="16272"/>
            </a:xfrm>
            <a:custGeom>
              <a:avLst/>
              <a:pathLst>
                <a:path w="166373" h="16272">
                  <a:moveTo>
                    <a:pt x="166373" y="0"/>
                  </a:moveTo>
                  <a:lnTo>
                    <a:pt x="0" y="162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25980" y="3062089"/>
              <a:ext cx="166373" cy="16272"/>
            </a:xfrm>
            <a:custGeom>
              <a:avLst/>
              <a:pathLst>
                <a:path w="166373" h="16272">
                  <a:moveTo>
                    <a:pt x="166373" y="0"/>
                  </a:moveTo>
                  <a:lnTo>
                    <a:pt x="0" y="162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25980" y="3062089"/>
              <a:ext cx="166373" cy="16272"/>
            </a:xfrm>
            <a:custGeom>
              <a:avLst/>
              <a:pathLst>
                <a:path w="166373" h="16272">
                  <a:moveTo>
                    <a:pt x="166373" y="0"/>
                  </a:moveTo>
                  <a:lnTo>
                    <a:pt x="0" y="162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25980" y="3062089"/>
              <a:ext cx="166373" cy="16272"/>
            </a:xfrm>
            <a:custGeom>
              <a:avLst/>
              <a:pathLst>
                <a:path w="166373" h="16272">
                  <a:moveTo>
                    <a:pt x="166373" y="0"/>
                  </a:moveTo>
                  <a:lnTo>
                    <a:pt x="0" y="162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25980" y="3062089"/>
              <a:ext cx="166373" cy="16272"/>
            </a:xfrm>
            <a:custGeom>
              <a:avLst/>
              <a:pathLst>
                <a:path w="166373" h="16272">
                  <a:moveTo>
                    <a:pt x="166373" y="0"/>
                  </a:moveTo>
                  <a:lnTo>
                    <a:pt x="0" y="162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25980" y="3062089"/>
              <a:ext cx="166373" cy="16272"/>
            </a:xfrm>
            <a:custGeom>
              <a:avLst/>
              <a:pathLst>
                <a:path w="166373" h="16272">
                  <a:moveTo>
                    <a:pt x="166373" y="0"/>
                  </a:moveTo>
                  <a:lnTo>
                    <a:pt x="0" y="162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25980" y="3062089"/>
              <a:ext cx="166373" cy="16272"/>
            </a:xfrm>
            <a:custGeom>
              <a:avLst/>
              <a:pathLst>
                <a:path w="166373" h="16272">
                  <a:moveTo>
                    <a:pt x="166373" y="0"/>
                  </a:moveTo>
                  <a:lnTo>
                    <a:pt x="0" y="162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25980" y="3062089"/>
              <a:ext cx="166373" cy="16272"/>
            </a:xfrm>
            <a:custGeom>
              <a:avLst/>
              <a:pathLst>
                <a:path w="166373" h="16272">
                  <a:moveTo>
                    <a:pt x="166373" y="0"/>
                  </a:moveTo>
                  <a:lnTo>
                    <a:pt x="0" y="162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25980" y="3062089"/>
              <a:ext cx="166373" cy="16272"/>
            </a:xfrm>
            <a:custGeom>
              <a:avLst/>
              <a:pathLst>
                <a:path w="166373" h="16272">
                  <a:moveTo>
                    <a:pt x="166373" y="0"/>
                  </a:moveTo>
                  <a:lnTo>
                    <a:pt x="0" y="162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25980" y="3062089"/>
              <a:ext cx="166373" cy="16272"/>
            </a:xfrm>
            <a:custGeom>
              <a:avLst/>
              <a:pathLst>
                <a:path w="166373" h="16272">
                  <a:moveTo>
                    <a:pt x="166373" y="0"/>
                  </a:moveTo>
                  <a:lnTo>
                    <a:pt x="0" y="162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25980" y="2924994"/>
              <a:ext cx="166373" cy="153367"/>
            </a:xfrm>
            <a:custGeom>
              <a:avLst/>
              <a:pathLst>
                <a:path w="166373" h="153367">
                  <a:moveTo>
                    <a:pt x="166373" y="137094"/>
                  </a:moveTo>
                  <a:lnTo>
                    <a:pt x="165740" y="131572"/>
                  </a:lnTo>
                  <a:lnTo>
                    <a:pt x="164924" y="126073"/>
                  </a:lnTo>
                  <a:lnTo>
                    <a:pt x="163925" y="120605"/>
                  </a:lnTo>
                  <a:lnTo>
                    <a:pt x="162745" y="115173"/>
                  </a:lnTo>
                  <a:lnTo>
                    <a:pt x="161385" y="109783"/>
                  </a:lnTo>
                  <a:lnTo>
                    <a:pt x="159847" y="104442"/>
                  </a:lnTo>
                  <a:lnTo>
                    <a:pt x="158132" y="99154"/>
                  </a:lnTo>
                  <a:lnTo>
                    <a:pt x="156242" y="93927"/>
                  </a:lnTo>
                  <a:lnTo>
                    <a:pt x="154180" y="88765"/>
                  </a:lnTo>
                  <a:lnTo>
                    <a:pt x="151947" y="83674"/>
                  </a:lnTo>
                  <a:lnTo>
                    <a:pt x="149545" y="78661"/>
                  </a:lnTo>
                  <a:lnTo>
                    <a:pt x="146979" y="73730"/>
                  </a:lnTo>
                  <a:lnTo>
                    <a:pt x="144250" y="68888"/>
                  </a:lnTo>
                  <a:lnTo>
                    <a:pt x="141362" y="64138"/>
                  </a:lnTo>
                  <a:lnTo>
                    <a:pt x="138317" y="59488"/>
                  </a:lnTo>
                  <a:lnTo>
                    <a:pt x="135119" y="54941"/>
                  </a:lnTo>
                  <a:lnTo>
                    <a:pt x="131772" y="50503"/>
                  </a:lnTo>
                  <a:lnTo>
                    <a:pt x="128279" y="46179"/>
                  </a:lnTo>
                  <a:lnTo>
                    <a:pt x="124644" y="41973"/>
                  </a:lnTo>
                  <a:lnTo>
                    <a:pt x="120872" y="37890"/>
                  </a:lnTo>
                  <a:lnTo>
                    <a:pt x="116966" y="33935"/>
                  </a:lnTo>
                  <a:lnTo>
                    <a:pt x="112930" y="30113"/>
                  </a:lnTo>
                  <a:lnTo>
                    <a:pt x="108770" y="26426"/>
                  </a:lnTo>
                  <a:lnTo>
                    <a:pt x="104489" y="22880"/>
                  </a:lnTo>
                  <a:lnTo>
                    <a:pt x="100093" y="19478"/>
                  </a:lnTo>
                  <a:lnTo>
                    <a:pt x="95586" y="16224"/>
                  </a:lnTo>
                  <a:lnTo>
                    <a:pt x="90974" y="13122"/>
                  </a:lnTo>
                  <a:lnTo>
                    <a:pt x="86261" y="10175"/>
                  </a:lnTo>
                  <a:lnTo>
                    <a:pt x="81452" y="7386"/>
                  </a:lnTo>
                  <a:lnTo>
                    <a:pt x="76554" y="4759"/>
                  </a:lnTo>
                  <a:lnTo>
                    <a:pt x="71571" y="2296"/>
                  </a:lnTo>
                  <a:lnTo>
                    <a:pt x="66508" y="0"/>
                  </a:lnTo>
                  <a:lnTo>
                    <a:pt x="0" y="1533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25980" y="2911194"/>
              <a:ext cx="66508" cy="167167"/>
            </a:xfrm>
            <a:custGeom>
              <a:avLst/>
              <a:pathLst>
                <a:path w="66508" h="167167">
                  <a:moveTo>
                    <a:pt x="66508" y="13800"/>
                  </a:moveTo>
                  <a:lnTo>
                    <a:pt x="61241" y="11621"/>
                  </a:lnTo>
                  <a:lnTo>
                    <a:pt x="55903" y="9624"/>
                  </a:lnTo>
                  <a:lnTo>
                    <a:pt x="50499" y="7810"/>
                  </a:lnTo>
                  <a:lnTo>
                    <a:pt x="45037" y="6181"/>
                  </a:lnTo>
                  <a:lnTo>
                    <a:pt x="39523" y="4739"/>
                  </a:lnTo>
                  <a:lnTo>
                    <a:pt x="33962" y="3486"/>
                  </a:lnTo>
                  <a:lnTo>
                    <a:pt x="28362" y="2423"/>
                  </a:lnTo>
                  <a:lnTo>
                    <a:pt x="22729" y="1552"/>
                  </a:lnTo>
                  <a:lnTo>
                    <a:pt x="17070" y="873"/>
                  </a:lnTo>
                  <a:lnTo>
                    <a:pt x="11391" y="388"/>
                  </a:lnTo>
                  <a:lnTo>
                    <a:pt x="569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358833" y="3429590"/>
              <a:ext cx="334297" cy="334334"/>
            </a:xfrm>
            <a:custGeom>
              <a:avLst/>
              <a:pathLst>
                <a:path w="334297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2" y="336"/>
                  </a:lnTo>
                  <a:lnTo>
                    <a:pt x="151252" y="757"/>
                  </a:lnTo>
                  <a:lnTo>
                    <a:pt x="145979" y="1345"/>
                  </a:lnTo>
                  <a:lnTo>
                    <a:pt x="140727" y="2100"/>
                  </a:lnTo>
                  <a:lnTo>
                    <a:pt x="135502" y="3022"/>
                  </a:lnTo>
                  <a:lnTo>
                    <a:pt x="130308" y="4109"/>
                  </a:lnTo>
                  <a:lnTo>
                    <a:pt x="125152" y="5360"/>
                  </a:lnTo>
                  <a:lnTo>
                    <a:pt x="120038" y="6775"/>
                  </a:lnTo>
                  <a:lnTo>
                    <a:pt x="114971" y="8351"/>
                  </a:lnTo>
                  <a:lnTo>
                    <a:pt x="109957" y="10086"/>
                  </a:lnTo>
                  <a:lnTo>
                    <a:pt x="105001" y="11981"/>
                  </a:lnTo>
                  <a:lnTo>
                    <a:pt x="100107" y="14031"/>
                  </a:lnTo>
                  <a:lnTo>
                    <a:pt x="95281" y="16236"/>
                  </a:lnTo>
                  <a:lnTo>
                    <a:pt x="90527" y="18593"/>
                  </a:lnTo>
                  <a:lnTo>
                    <a:pt x="85850" y="21099"/>
                  </a:lnTo>
                  <a:lnTo>
                    <a:pt x="81255" y="23753"/>
                  </a:lnTo>
                  <a:lnTo>
                    <a:pt x="76747" y="26551"/>
                  </a:lnTo>
                  <a:lnTo>
                    <a:pt x="72330" y="29491"/>
                  </a:lnTo>
                  <a:lnTo>
                    <a:pt x="68008" y="32569"/>
                  </a:lnTo>
                  <a:lnTo>
                    <a:pt x="63787" y="35784"/>
                  </a:lnTo>
                  <a:lnTo>
                    <a:pt x="59669" y="39130"/>
                  </a:lnTo>
                  <a:lnTo>
                    <a:pt x="55660" y="42606"/>
                  </a:lnTo>
                  <a:lnTo>
                    <a:pt x="51763" y="46207"/>
                  </a:lnTo>
                  <a:lnTo>
                    <a:pt x="47982" y="49929"/>
                  </a:lnTo>
                  <a:lnTo>
                    <a:pt x="44321" y="53770"/>
                  </a:lnTo>
                  <a:lnTo>
                    <a:pt x="40784" y="57726"/>
                  </a:lnTo>
                  <a:lnTo>
                    <a:pt x="37375" y="61791"/>
                  </a:lnTo>
                  <a:lnTo>
                    <a:pt x="34096" y="65963"/>
                  </a:lnTo>
                  <a:lnTo>
                    <a:pt x="30951" y="70236"/>
                  </a:lnTo>
                  <a:lnTo>
                    <a:pt x="27943" y="74607"/>
                  </a:lnTo>
                  <a:lnTo>
                    <a:pt x="25076" y="79072"/>
                  </a:lnTo>
                  <a:lnTo>
                    <a:pt x="22352" y="83625"/>
                  </a:lnTo>
                  <a:lnTo>
                    <a:pt x="19773" y="88263"/>
                  </a:lnTo>
                  <a:lnTo>
                    <a:pt x="17343" y="92980"/>
                  </a:lnTo>
                  <a:lnTo>
                    <a:pt x="15064" y="97771"/>
                  </a:lnTo>
                  <a:lnTo>
                    <a:pt x="12938" y="102633"/>
                  </a:lnTo>
                  <a:lnTo>
                    <a:pt x="10968" y="107559"/>
                  </a:lnTo>
                  <a:lnTo>
                    <a:pt x="9155" y="112546"/>
                  </a:lnTo>
                  <a:lnTo>
                    <a:pt x="7501" y="117588"/>
                  </a:lnTo>
                  <a:lnTo>
                    <a:pt x="6008" y="122679"/>
                  </a:lnTo>
                  <a:lnTo>
                    <a:pt x="4677" y="127816"/>
                  </a:lnTo>
                  <a:lnTo>
                    <a:pt x="3510" y="132992"/>
                  </a:lnTo>
                  <a:lnTo>
                    <a:pt x="2508" y="138202"/>
                  </a:lnTo>
                  <a:lnTo>
                    <a:pt x="1672" y="143442"/>
                  </a:lnTo>
                  <a:lnTo>
                    <a:pt x="1002" y="148706"/>
                  </a:lnTo>
                  <a:lnTo>
                    <a:pt x="500" y="153988"/>
                  </a:lnTo>
                  <a:lnTo>
                    <a:pt x="166" y="159283"/>
                  </a:lnTo>
                  <a:lnTo>
                    <a:pt x="0" y="164587"/>
                  </a:lnTo>
                  <a:lnTo>
                    <a:pt x="2" y="169893"/>
                  </a:lnTo>
                  <a:lnTo>
                    <a:pt x="173" y="175196"/>
                  </a:lnTo>
                  <a:lnTo>
                    <a:pt x="511" y="180491"/>
                  </a:lnTo>
                  <a:lnTo>
                    <a:pt x="1018" y="185773"/>
                  </a:lnTo>
                  <a:lnTo>
                    <a:pt x="1692" y="191036"/>
                  </a:lnTo>
                  <a:lnTo>
                    <a:pt x="2533" y="196275"/>
                  </a:lnTo>
                  <a:lnTo>
                    <a:pt x="3540" y="201485"/>
                  </a:lnTo>
                  <a:lnTo>
                    <a:pt x="4712" y="206660"/>
                  </a:lnTo>
                  <a:lnTo>
                    <a:pt x="6047" y="211795"/>
                  </a:lnTo>
                  <a:lnTo>
                    <a:pt x="7544" y="216885"/>
                  </a:lnTo>
                  <a:lnTo>
                    <a:pt x="9203" y="221925"/>
                  </a:lnTo>
                  <a:lnTo>
                    <a:pt x="11020" y="226910"/>
                  </a:lnTo>
                  <a:lnTo>
                    <a:pt x="12995" y="231835"/>
                  </a:lnTo>
                  <a:lnTo>
                    <a:pt x="15125" y="236695"/>
                  </a:lnTo>
                  <a:lnTo>
                    <a:pt x="17408" y="241485"/>
                  </a:lnTo>
                  <a:lnTo>
                    <a:pt x="19842" y="246200"/>
                  </a:lnTo>
                  <a:lnTo>
                    <a:pt x="22424" y="250835"/>
                  </a:lnTo>
                  <a:lnTo>
                    <a:pt x="25153" y="255386"/>
                  </a:lnTo>
                  <a:lnTo>
                    <a:pt x="28024" y="259848"/>
                  </a:lnTo>
                  <a:lnTo>
                    <a:pt x="31035" y="264216"/>
                  </a:lnTo>
                  <a:lnTo>
                    <a:pt x="34184" y="268487"/>
                  </a:lnTo>
                  <a:lnTo>
                    <a:pt x="37466" y="272656"/>
                  </a:lnTo>
                  <a:lnTo>
                    <a:pt x="40880" y="276718"/>
                  </a:lnTo>
                  <a:lnTo>
                    <a:pt x="44420" y="280670"/>
                  </a:lnTo>
                  <a:lnTo>
                    <a:pt x="48084" y="284508"/>
                  </a:lnTo>
                  <a:lnTo>
                    <a:pt x="51868" y="288228"/>
                  </a:lnTo>
                  <a:lnTo>
                    <a:pt x="55768" y="291825"/>
                  </a:lnTo>
                  <a:lnTo>
                    <a:pt x="59781" y="295297"/>
                  </a:lnTo>
                  <a:lnTo>
                    <a:pt x="63901" y="298640"/>
                  </a:lnTo>
                  <a:lnTo>
                    <a:pt x="68126" y="301851"/>
                  </a:lnTo>
                  <a:lnTo>
                    <a:pt x="72450" y="304926"/>
                  </a:lnTo>
                  <a:lnTo>
                    <a:pt x="76870" y="307862"/>
                  </a:lnTo>
                  <a:lnTo>
                    <a:pt x="81380" y="310656"/>
                  </a:lnTo>
                  <a:lnTo>
                    <a:pt x="85977" y="313305"/>
                  </a:lnTo>
                  <a:lnTo>
                    <a:pt x="90656" y="315808"/>
                  </a:lnTo>
                  <a:lnTo>
                    <a:pt x="95412" y="318161"/>
                  </a:lnTo>
                  <a:lnTo>
                    <a:pt x="100240" y="320361"/>
                  </a:lnTo>
                  <a:lnTo>
                    <a:pt x="105136" y="322407"/>
                  </a:lnTo>
                  <a:lnTo>
                    <a:pt x="110094" y="324297"/>
                  </a:lnTo>
                  <a:lnTo>
                    <a:pt x="115110" y="326029"/>
                  </a:lnTo>
                  <a:lnTo>
                    <a:pt x="120178" y="327600"/>
                  </a:lnTo>
                  <a:lnTo>
                    <a:pt x="125293" y="329010"/>
                  </a:lnTo>
                  <a:lnTo>
                    <a:pt x="130450" y="330257"/>
                  </a:lnTo>
                  <a:lnTo>
                    <a:pt x="135645" y="331339"/>
                  </a:lnTo>
                  <a:lnTo>
                    <a:pt x="140871" y="332256"/>
                  </a:lnTo>
                  <a:lnTo>
                    <a:pt x="146123" y="333007"/>
                  </a:lnTo>
                  <a:lnTo>
                    <a:pt x="151397" y="333591"/>
                  </a:lnTo>
                  <a:lnTo>
                    <a:pt x="156687" y="334007"/>
                  </a:lnTo>
                  <a:lnTo>
                    <a:pt x="161987" y="334255"/>
                  </a:lnTo>
                  <a:lnTo>
                    <a:pt x="167293" y="334334"/>
                  </a:lnTo>
                  <a:lnTo>
                    <a:pt x="172598" y="334245"/>
                  </a:lnTo>
                  <a:lnTo>
                    <a:pt x="177898" y="333988"/>
                  </a:lnTo>
                  <a:lnTo>
                    <a:pt x="183187" y="333563"/>
                  </a:lnTo>
                  <a:lnTo>
                    <a:pt x="188459" y="332970"/>
                  </a:lnTo>
                  <a:lnTo>
                    <a:pt x="193711" y="332210"/>
                  </a:lnTo>
                  <a:lnTo>
                    <a:pt x="198935" y="331284"/>
                  </a:lnTo>
                  <a:lnTo>
                    <a:pt x="204128" y="330193"/>
                  </a:lnTo>
                  <a:lnTo>
                    <a:pt x="209283" y="328937"/>
                  </a:lnTo>
                  <a:lnTo>
                    <a:pt x="214396" y="327518"/>
                  </a:lnTo>
                  <a:lnTo>
                    <a:pt x="219461" y="325938"/>
                  </a:lnTo>
                  <a:lnTo>
                    <a:pt x="224474" y="324198"/>
                  </a:lnTo>
                  <a:lnTo>
                    <a:pt x="229428" y="322299"/>
                  </a:lnTo>
                  <a:lnTo>
                    <a:pt x="234320" y="320244"/>
                  </a:lnTo>
                  <a:lnTo>
                    <a:pt x="239145" y="318035"/>
                  </a:lnTo>
                  <a:lnTo>
                    <a:pt x="243897" y="315674"/>
                  </a:lnTo>
                  <a:lnTo>
                    <a:pt x="248571" y="313164"/>
                  </a:lnTo>
                  <a:lnTo>
                    <a:pt x="253163" y="310506"/>
                  </a:lnTo>
                  <a:lnTo>
                    <a:pt x="257669" y="307704"/>
                  </a:lnTo>
                  <a:lnTo>
                    <a:pt x="262084" y="304760"/>
                  </a:lnTo>
                  <a:lnTo>
                    <a:pt x="266403" y="301678"/>
                  </a:lnTo>
                  <a:lnTo>
                    <a:pt x="270622" y="298460"/>
                  </a:lnTo>
                  <a:lnTo>
                    <a:pt x="274736" y="295110"/>
                  </a:lnTo>
                  <a:lnTo>
                    <a:pt x="278743" y="291631"/>
                  </a:lnTo>
                  <a:lnTo>
                    <a:pt x="282637" y="288027"/>
                  </a:lnTo>
                  <a:lnTo>
                    <a:pt x="286414" y="284301"/>
                  </a:lnTo>
                  <a:lnTo>
                    <a:pt x="290071" y="280457"/>
                  </a:lnTo>
                  <a:lnTo>
                    <a:pt x="293605" y="276498"/>
                  </a:lnTo>
                  <a:lnTo>
                    <a:pt x="297011" y="272430"/>
                  </a:lnTo>
                  <a:lnTo>
                    <a:pt x="300286" y="268255"/>
                  </a:lnTo>
                  <a:lnTo>
                    <a:pt x="303428" y="263979"/>
                  </a:lnTo>
                  <a:lnTo>
                    <a:pt x="306431" y="259605"/>
                  </a:lnTo>
                  <a:lnTo>
                    <a:pt x="309295" y="255138"/>
                  </a:lnTo>
                  <a:lnTo>
                    <a:pt x="312015" y="250583"/>
                  </a:lnTo>
                  <a:lnTo>
                    <a:pt x="314590" y="245943"/>
                  </a:lnTo>
                  <a:lnTo>
                    <a:pt x="317015" y="241224"/>
                  </a:lnTo>
                  <a:lnTo>
                    <a:pt x="319290" y="236430"/>
                  </a:lnTo>
                  <a:lnTo>
                    <a:pt x="321412" y="231567"/>
                  </a:lnTo>
                  <a:lnTo>
                    <a:pt x="323378" y="226638"/>
                  </a:lnTo>
                  <a:lnTo>
                    <a:pt x="325187" y="221650"/>
                  </a:lnTo>
                  <a:lnTo>
                    <a:pt x="326836" y="216607"/>
                  </a:lnTo>
                  <a:lnTo>
                    <a:pt x="328325" y="211514"/>
                  </a:lnTo>
                  <a:lnTo>
                    <a:pt x="329651" y="206377"/>
                  </a:lnTo>
                  <a:lnTo>
                    <a:pt x="330814" y="201200"/>
                  </a:lnTo>
                  <a:lnTo>
                    <a:pt x="331811" y="195988"/>
                  </a:lnTo>
                  <a:lnTo>
                    <a:pt x="332643" y="190748"/>
                  </a:lnTo>
                  <a:lnTo>
                    <a:pt x="333308" y="185484"/>
                  </a:lnTo>
                  <a:lnTo>
                    <a:pt x="333806" y="180201"/>
                  </a:lnTo>
                  <a:lnTo>
                    <a:pt x="334135" y="174905"/>
                  </a:lnTo>
                  <a:lnTo>
                    <a:pt x="334297" y="169602"/>
                  </a:lnTo>
                  <a:lnTo>
                    <a:pt x="334290" y="164296"/>
                  </a:lnTo>
                  <a:lnTo>
                    <a:pt x="334114" y="158992"/>
                  </a:lnTo>
                  <a:lnTo>
                    <a:pt x="333771" y="153698"/>
                  </a:lnTo>
                  <a:lnTo>
                    <a:pt x="333260" y="148416"/>
                  </a:lnTo>
                  <a:lnTo>
                    <a:pt x="332581" y="143154"/>
                  </a:lnTo>
                  <a:lnTo>
                    <a:pt x="331735" y="137916"/>
                  </a:lnTo>
                  <a:lnTo>
                    <a:pt x="330724" y="132707"/>
                  </a:lnTo>
                  <a:lnTo>
                    <a:pt x="329548" y="127533"/>
                  </a:lnTo>
                  <a:lnTo>
                    <a:pt x="328208" y="122399"/>
                  </a:lnTo>
                  <a:lnTo>
                    <a:pt x="326706" y="117310"/>
                  </a:lnTo>
                  <a:lnTo>
                    <a:pt x="325044" y="112271"/>
                  </a:lnTo>
                  <a:lnTo>
                    <a:pt x="323222" y="107287"/>
                  </a:lnTo>
                  <a:lnTo>
                    <a:pt x="321243" y="102364"/>
                  </a:lnTo>
                  <a:lnTo>
                    <a:pt x="319109" y="97506"/>
                  </a:lnTo>
                  <a:lnTo>
                    <a:pt x="316821" y="92719"/>
                  </a:lnTo>
                  <a:lnTo>
                    <a:pt x="314383" y="88006"/>
                  </a:lnTo>
                  <a:lnTo>
                    <a:pt x="311797" y="83373"/>
                  </a:lnTo>
                  <a:lnTo>
                    <a:pt x="309065" y="78825"/>
                  </a:lnTo>
                  <a:lnTo>
                    <a:pt x="306189" y="74365"/>
                  </a:lnTo>
                  <a:lnTo>
                    <a:pt x="303174" y="69999"/>
                  </a:lnTo>
                  <a:lnTo>
                    <a:pt x="300022" y="65731"/>
                  </a:lnTo>
                  <a:lnTo>
                    <a:pt x="296736" y="61565"/>
                  </a:lnTo>
                  <a:lnTo>
                    <a:pt x="293319" y="57506"/>
                  </a:lnTo>
                  <a:lnTo>
                    <a:pt x="289775" y="53557"/>
                  </a:lnTo>
                  <a:lnTo>
                    <a:pt x="286108" y="49722"/>
                  </a:lnTo>
                  <a:lnTo>
                    <a:pt x="282320" y="46006"/>
                  </a:lnTo>
                  <a:lnTo>
                    <a:pt x="278417" y="42412"/>
                  </a:lnTo>
                  <a:lnTo>
                    <a:pt x="274402" y="38943"/>
                  </a:lnTo>
                  <a:lnTo>
                    <a:pt x="270278" y="3560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25980" y="3465194"/>
              <a:ext cx="103131" cy="131563"/>
            </a:xfrm>
            <a:custGeom>
              <a:avLst/>
              <a:pathLst>
                <a:path w="103131" h="131563">
                  <a:moveTo>
                    <a:pt x="103131" y="0"/>
                  </a:moveTo>
                  <a:lnTo>
                    <a:pt x="0" y="1315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25980" y="3465194"/>
              <a:ext cx="103131" cy="131563"/>
            </a:xfrm>
            <a:custGeom>
              <a:avLst/>
              <a:pathLst>
                <a:path w="103131" h="131563">
                  <a:moveTo>
                    <a:pt x="103131" y="0"/>
                  </a:moveTo>
                  <a:lnTo>
                    <a:pt x="0" y="1315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525980" y="3465194"/>
              <a:ext cx="103131" cy="131563"/>
            </a:xfrm>
            <a:custGeom>
              <a:avLst/>
              <a:pathLst>
                <a:path w="103131" h="131563">
                  <a:moveTo>
                    <a:pt x="103131" y="0"/>
                  </a:moveTo>
                  <a:lnTo>
                    <a:pt x="0" y="1315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525980" y="3465194"/>
              <a:ext cx="103131" cy="131563"/>
            </a:xfrm>
            <a:custGeom>
              <a:avLst/>
              <a:pathLst>
                <a:path w="103131" h="131563">
                  <a:moveTo>
                    <a:pt x="103131" y="0"/>
                  </a:moveTo>
                  <a:lnTo>
                    <a:pt x="0" y="1315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525980" y="3465194"/>
              <a:ext cx="103131" cy="131563"/>
            </a:xfrm>
            <a:custGeom>
              <a:avLst/>
              <a:pathLst>
                <a:path w="103131" h="131563">
                  <a:moveTo>
                    <a:pt x="103131" y="0"/>
                  </a:moveTo>
                  <a:lnTo>
                    <a:pt x="0" y="1315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525980" y="3465194"/>
              <a:ext cx="103131" cy="131563"/>
            </a:xfrm>
            <a:custGeom>
              <a:avLst/>
              <a:pathLst>
                <a:path w="103131" h="131563">
                  <a:moveTo>
                    <a:pt x="103131" y="0"/>
                  </a:moveTo>
                  <a:lnTo>
                    <a:pt x="0" y="1315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525980" y="3465194"/>
              <a:ext cx="103131" cy="131563"/>
            </a:xfrm>
            <a:custGeom>
              <a:avLst/>
              <a:pathLst>
                <a:path w="103131" h="131563">
                  <a:moveTo>
                    <a:pt x="103131" y="0"/>
                  </a:moveTo>
                  <a:lnTo>
                    <a:pt x="0" y="1315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525980" y="3465194"/>
              <a:ext cx="103131" cy="131563"/>
            </a:xfrm>
            <a:custGeom>
              <a:avLst/>
              <a:pathLst>
                <a:path w="103131" h="131563">
                  <a:moveTo>
                    <a:pt x="103131" y="0"/>
                  </a:moveTo>
                  <a:lnTo>
                    <a:pt x="0" y="1315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525980" y="3465194"/>
              <a:ext cx="103131" cy="131563"/>
            </a:xfrm>
            <a:custGeom>
              <a:avLst/>
              <a:pathLst>
                <a:path w="103131" h="131563">
                  <a:moveTo>
                    <a:pt x="103131" y="0"/>
                  </a:moveTo>
                  <a:lnTo>
                    <a:pt x="0" y="1315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525980" y="3465194"/>
              <a:ext cx="103131" cy="131563"/>
            </a:xfrm>
            <a:custGeom>
              <a:avLst/>
              <a:pathLst>
                <a:path w="103131" h="131563">
                  <a:moveTo>
                    <a:pt x="103131" y="0"/>
                  </a:moveTo>
                  <a:lnTo>
                    <a:pt x="0" y="1315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525980" y="3465194"/>
              <a:ext cx="103131" cy="131563"/>
            </a:xfrm>
            <a:custGeom>
              <a:avLst/>
              <a:pathLst>
                <a:path w="103131" h="131563">
                  <a:moveTo>
                    <a:pt x="103131" y="0"/>
                  </a:moveTo>
                  <a:lnTo>
                    <a:pt x="0" y="1315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525980" y="3465194"/>
              <a:ext cx="103131" cy="131563"/>
            </a:xfrm>
            <a:custGeom>
              <a:avLst/>
              <a:pathLst>
                <a:path w="103131" h="131563">
                  <a:moveTo>
                    <a:pt x="103131" y="0"/>
                  </a:moveTo>
                  <a:lnTo>
                    <a:pt x="0" y="1315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525980" y="3456311"/>
              <a:ext cx="103131" cy="140446"/>
            </a:xfrm>
            <a:custGeom>
              <a:avLst/>
              <a:pathLst>
                <a:path w="103131" h="140446">
                  <a:moveTo>
                    <a:pt x="103131" y="8883"/>
                  </a:moveTo>
                  <a:lnTo>
                    <a:pt x="90662" y="0"/>
                  </a:lnTo>
                  <a:lnTo>
                    <a:pt x="0" y="1404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525980" y="3429590"/>
              <a:ext cx="90662" cy="167167"/>
            </a:xfrm>
            <a:custGeom>
              <a:avLst/>
              <a:pathLst>
                <a:path w="90662" h="167167">
                  <a:moveTo>
                    <a:pt x="90662" y="26720"/>
                  </a:moveTo>
                  <a:lnTo>
                    <a:pt x="85875" y="23743"/>
                  </a:lnTo>
                  <a:lnTo>
                    <a:pt x="80991" y="20930"/>
                  </a:lnTo>
                  <a:lnTo>
                    <a:pt x="76015" y="18283"/>
                  </a:lnTo>
                  <a:lnTo>
                    <a:pt x="70953" y="15805"/>
                  </a:lnTo>
                  <a:lnTo>
                    <a:pt x="65810" y="13499"/>
                  </a:lnTo>
                  <a:lnTo>
                    <a:pt x="60592" y="11367"/>
                  </a:lnTo>
                  <a:lnTo>
                    <a:pt x="55305" y="9413"/>
                  </a:lnTo>
                  <a:lnTo>
                    <a:pt x="49955" y="7638"/>
                  </a:lnTo>
                  <a:lnTo>
                    <a:pt x="44548" y="6045"/>
                  </a:lnTo>
                  <a:lnTo>
                    <a:pt x="39091" y="4635"/>
                  </a:lnTo>
                  <a:lnTo>
                    <a:pt x="33590" y="3409"/>
                  </a:lnTo>
                  <a:lnTo>
                    <a:pt x="28050" y="2370"/>
                  </a:lnTo>
                  <a:lnTo>
                    <a:pt x="22478" y="1518"/>
                  </a:lnTo>
                  <a:lnTo>
                    <a:pt x="16881" y="854"/>
                  </a:lnTo>
                  <a:lnTo>
                    <a:pt x="11264" y="379"/>
                  </a:lnTo>
                  <a:lnTo>
                    <a:pt x="5635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478578" y="3934012"/>
              <a:ext cx="334321" cy="334329"/>
            </a:xfrm>
            <a:custGeom>
              <a:avLst/>
              <a:pathLst>
                <a:path w="334321" h="334329">
                  <a:moveTo>
                    <a:pt x="167155" y="0"/>
                  </a:moveTo>
                  <a:lnTo>
                    <a:pt x="161864" y="83"/>
                  </a:lnTo>
                  <a:lnTo>
                    <a:pt x="156579" y="334"/>
                  </a:lnTo>
                  <a:lnTo>
                    <a:pt x="151304" y="753"/>
                  </a:lnTo>
                  <a:lnTo>
                    <a:pt x="146045" y="1338"/>
                  </a:lnTo>
                  <a:lnTo>
                    <a:pt x="140807" y="2089"/>
                  </a:lnTo>
                  <a:lnTo>
                    <a:pt x="135595" y="3006"/>
                  </a:lnTo>
                  <a:lnTo>
                    <a:pt x="130416" y="4087"/>
                  </a:lnTo>
                  <a:lnTo>
                    <a:pt x="125273" y="5331"/>
                  </a:lnTo>
                  <a:lnTo>
                    <a:pt x="120172" y="6738"/>
                  </a:lnTo>
                  <a:lnTo>
                    <a:pt x="115118" y="8305"/>
                  </a:lnTo>
                  <a:lnTo>
                    <a:pt x="110116" y="10032"/>
                  </a:lnTo>
                  <a:lnTo>
                    <a:pt x="105171" y="11916"/>
                  </a:lnTo>
                  <a:lnTo>
                    <a:pt x="100288" y="13955"/>
                  </a:lnTo>
                  <a:lnTo>
                    <a:pt x="95473" y="16148"/>
                  </a:lnTo>
                  <a:lnTo>
                    <a:pt x="90729" y="18493"/>
                  </a:lnTo>
                  <a:lnTo>
                    <a:pt x="86062" y="20986"/>
                  </a:lnTo>
                  <a:lnTo>
                    <a:pt x="81476" y="23626"/>
                  </a:lnTo>
                  <a:lnTo>
                    <a:pt x="76976" y="26409"/>
                  </a:lnTo>
                  <a:lnTo>
                    <a:pt x="72566" y="29334"/>
                  </a:lnTo>
                  <a:lnTo>
                    <a:pt x="68251" y="32397"/>
                  </a:lnTo>
                  <a:lnTo>
                    <a:pt x="64035" y="35595"/>
                  </a:lnTo>
                  <a:lnTo>
                    <a:pt x="59923" y="38924"/>
                  </a:lnTo>
                  <a:lnTo>
                    <a:pt x="55918" y="42382"/>
                  </a:lnTo>
                  <a:lnTo>
                    <a:pt x="52024" y="45966"/>
                  </a:lnTo>
                  <a:lnTo>
                    <a:pt x="48246" y="49670"/>
                  </a:lnTo>
                  <a:lnTo>
                    <a:pt x="44586" y="53492"/>
                  </a:lnTo>
                  <a:lnTo>
                    <a:pt x="41050" y="57429"/>
                  </a:lnTo>
                  <a:lnTo>
                    <a:pt x="37640" y="61475"/>
                  </a:lnTo>
                  <a:lnTo>
                    <a:pt x="34360" y="65627"/>
                  </a:lnTo>
                  <a:lnTo>
                    <a:pt x="31213" y="69881"/>
                  </a:lnTo>
                  <a:lnTo>
                    <a:pt x="28202" y="74232"/>
                  </a:lnTo>
                  <a:lnTo>
                    <a:pt x="25330" y="78676"/>
                  </a:lnTo>
                  <a:lnTo>
                    <a:pt x="22600" y="83209"/>
                  </a:lnTo>
                  <a:lnTo>
                    <a:pt x="20015" y="87827"/>
                  </a:lnTo>
                  <a:lnTo>
                    <a:pt x="17578" y="92523"/>
                  </a:lnTo>
                  <a:lnTo>
                    <a:pt x="15291" y="97295"/>
                  </a:lnTo>
                  <a:lnTo>
                    <a:pt x="13155" y="102136"/>
                  </a:lnTo>
                  <a:lnTo>
                    <a:pt x="11174" y="107043"/>
                  </a:lnTo>
                  <a:lnTo>
                    <a:pt x="9349" y="112010"/>
                  </a:lnTo>
                  <a:lnTo>
                    <a:pt x="7683" y="117032"/>
                  </a:lnTo>
                  <a:lnTo>
                    <a:pt x="6176" y="122104"/>
                  </a:lnTo>
                  <a:lnTo>
                    <a:pt x="4830" y="127222"/>
                  </a:lnTo>
                  <a:lnTo>
                    <a:pt x="3647" y="132379"/>
                  </a:lnTo>
                  <a:lnTo>
                    <a:pt x="2628" y="137572"/>
                  </a:lnTo>
                  <a:lnTo>
                    <a:pt x="1774" y="142794"/>
                  </a:lnTo>
                  <a:lnTo>
                    <a:pt x="1085" y="148040"/>
                  </a:lnTo>
                  <a:lnTo>
                    <a:pt x="563" y="153306"/>
                  </a:lnTo>
                  <a:lnTo>
                    <a:pt x="208" y="158585"/>
                  </a:lnTo>
                  <a:lnTo>
                    <a:pt x="20" y="163873"/>
                  </a:lnTo>
                  <a:lnTo>
                    <a:pt x="0" y="169165"/>
                  </a:lnTo>
                  <a:lnTo>
                    <a:pt x="146" y="174454"/>
                  </a:lnTo>
                  <a:lnTo>
                    <a:pt x="461" y="179736"/>
                  </a:lnTo>
                  <a:lnTo>
                    <a:pt x="942" y="185006"/>
                  </a:lnTo>
                  <a:lnTo>
                    <a:pt x="1590" y="190257"/>
                  </a:lnTo>
                  <a:lnTo>
                    <a:pt x="2404" y="195486"/>
                  </a:lnTo>
                  <a:lnTo>
                    <a:pt x="3383" y="200686"/>
                  </a:lnTo>
                  <a:lnTo>
                    <a:pt x="4525" y="205853"/>
                  </a:lnTo>
                  <a:lnTo>
                    <a:pt x="5831" y="210980"/>
                  </a:lnTo>
                  <a:lnTo>
                    <a:pt x="7299" y="216064"/>
                  </a:lnTo>
                  <a:lnTo>
                    <a:pt x="8926" y="221099"/>
                  </a:lnTo>
                  <a:lnTo>
                    <a:pt x="10713" y="226080"/>
                  </a:lnTo>
                  <a:lnTo>
                    <a:pt x="12656" y="231002"/>
                  </a:lnTo>
                  <a:lnTo>
                    <a:pt x="14753" y="235860"/>
                  </a:lnTo>
                  <a:lnTo>
                    <a:pt x="17004" y="240649"/>
                  </a:lnTo>
                  <a:lnTo>
                    <a:pt x="19405" y="245364"/>
                  </a:lnTo>
                  <a:lnTo>
                    <a:pt x="21954" y="250001"/>
                  </a:lnTo>
                  <a:lnTo>
                    <a:pt x="24648" y="254555"/>
                  </a:lnTo>
                  <a:lnTo>
                    <a:pt x="27485" y="259022"/>
                  </a:lnTo>
                  <a:lnTo>
                    <a:pt x="30462" y="263396"/>
                  </a:lnTo>
                  <a:lnTo>
                    <a:pt x="33577" y="267674"/>
                  </a:lnTo>
                  <a:lnTo>
                    <a:pt x="36825" y="271852"/>
                  </a:lnTo>
                  <a:lnTo>
                    <a:pt x="40203" y="275924"/>
                  </a:lnTo>
                  <a:lnTo>
                    <a:pt x="43709" y="279888"/>
                  </a:lnTo>
                  <a:lnTo>
                    <a:pt x="47338" y="283738"/>
                  </a:lnTo>
                  <a:lnTo>
                    <a:pt x="51088" y="287472"/>
                  </a:lnTo>
                  <a:lnTo>
                    <a:pt x="54953" y="291085"/>
                  </a:lnTo>
                  <a:lnTo>
                    <a:pt x="58932" y="294574"/>
                  </a:lnTo>
                  <a:lnTo>
                    <a:pt x="63018" y="297936"/>
                  </a:lnTo>
                  <a:lnTo>
                    <a:pt x="67209" y="301166"/>
                  </a:lnTo>
                  <a:lnTo>
                    <a:pt x="71500" y="304262"/>
                  </a:lnTo>
                  <a:lnTo>
                    <a:pt x="75887" y="307221"/>
                  </a:lnTo>
                  <a:lnTo>
                    <a:pt x="80366" y="310039"/>
                  </a:lnTo>
                  <a:lnTo>
                    <a:pt x="84931" y="312715"/>
                  </a:lnTo>
                  <a:lnTo>
                    <a:pt x="89579" y="315244"/>
                  </a:lnTo>
                  <a:lnTo>
                    <a:pt x="94304" y="317625"/>
                  </a:lnTo>
                  <a:lnTo>
                    <a:pt x="99103" y="319856"/>
                  </a:lnTo>
                  <a:lnTo>
                    <a:pt x="103969" y="321933"/>
                  </a:lnTo>
                  <a:lnTo>
                    <a:pt x="108899" y="323855"/>
                  </a:lnTo>
                  <a:lnTo>
                    <a:pt x="113888" y="325621"/>
                  </a:lnTo>
                  <a:lnTo>
                    <a:pt x="118929" y="327227"/>
                  </a:lnTo>
                  <a:lnTo>
                    <a:pt x="124019" y="328673"/>
                  </a:lnTo>
                  <a:lnTo>
                    <a:pt x="129152" y="329957"/>
                  </a:lnTo>
                  <a:lnTo>
                    <a:pt x="134324" y="331079"/>
                  </a:lnTo>
                  <a:lnTo>
                    <a:pt x="139528" y="332036"/>
                  </a:lnTo>
                  <a:lnTo>
                    <a:pt x="144760" y="332827"/>
                  </a:lnTo>
                  <a:lnTo>
                    <a:pt x="150014" y="333453"/>
                  </a:lnTo>
                  <a:lnTo>
                    <a:pt x="155286" y="333912"/>
                  </a:lnTo>
                  <a:lnTo>
                    <a:pt x="160569" y="334205"/>
                  </a:lnTo>
                  <a:lnTo>
                    <a:pt x="165859" y="334329"/>
                  </a:lnTo>
                  <a:lnTo>
                    <a:pt x="171150" y="334287"/>
                  </a:lnTo>
                  <a:lnTo>
                    <a:pt x="176438" y="334076"/>
                  </a:lnTo>
                  <a:lnTo>
                    <a:pt x="181716" y="333699"/>
                  </a:lnTo>
                  <a:lnTo>
                    <a:pt x="186979" y="333155"/>
                  </a:lnTo>
                  <a:lnTo>
                    <a:pt x="192223" y="332444"/>
                  </a:lnTo>
                  <a:lnTo>
                    <a:pt x="197441" y="331568"/>
                  </a:lnTo>
                  <a:lnTo>
                    <a:pt x="202629" y="330527"/>
                  </a:lnTo>
                  <a:lnTo>
                    <a:pt x="207782" y="329323"/>
                  </a:lnTo>
                  <a:lnTo>
                    <a:pt x="212893" y="327955"/>
                  </a:lnTo>
                  <a:lnTo>
                    <a:pt x="217959" y="326427"/>
                  </a:lnTo>
                  <a:lnTo>
                    <a:pt x="222974" y="324740"/>
                  </a:lnTo>
                  <a:lnTo>
                    <a:pt x="227934" y="322894"/>
                  </a:lnTo>
                  <a:lnTo>
                    <a:pt x="232832" y="320892"/>
                  </a:lnTo>
                  <a:lnTo>
                    <a:pt x="237664" y="318737"/>
                  </a:lnTo>
                  <a:lnTo>
                    <a:pt x="242426" y="316429"/>
                  </a:lnTo>
                  <a:lnTo>
                    <a:pt x="247112" y="313972"/>
                  </a:lnTo>
                  <a:lnTo>
                    <a:pt x="251719" y="311368"/>
                  </a:lnTo>
                  <a:lnTo>
                    <a:pt x="256240" y="308619"/>
                  </a:lnTo>
                  <a:lnTo>
                    <a:pt x="260673" y="305729"/>
                  </a:lnTo>
                  <a:lnTo>
                    <a:pt x="265011" y="302700"/>
                  </a:lnTo>
                  <a:lnTo>
                    <a:pt x="269252" y="299535"/>
                  </a:lnTo>
                  <a:lnTo>
                    <a:pt x="273390" y="296237"/>
                  </a:lnTo>
                  <a:lnTo>
                    <a:pt x="277422" y="292810"/>
                  </a:lnTo>
                  <a:lnTo>
                    <a:pt x="281343" y="289257"/>
                  </a:lnTo>
                  <a:lnTo>
                    <a:pt x="285150" y="285582"/>
                  </a:lnTo>
                  <a:lnTo>
                    <a:pt x="288839" y="281788"/>
                  </a:lnTo>
                  <a:lnTo>
                    <a:pt x="292405" y="277880"/>
                  </a:lnTo>
                  <a:lnTo>
                    <a:pt x="295847" y="273860"/>
                  </a:lnTo>
                  <a:lnTo>
                    <a:pt x="299159" y="269733"/>
                  </a:lnTo>
                  <a:lnTo>
                    <a:pt x="302339" y="265504"/>
                  </a:lnTo>
                  <a:lnTo>
                    <a:pt x="305384" y="261176"/>
                  </a:lnTo>
                  <a:lnTo>
                    <a:pt x="308290" y="256754"/>
                  </a:lnTo>
                  <a:lnTo>
                    <a:pt x="311055" y="252243"/>
                  </a:lnTo>
                  <a:lnTo>
                    <a:pt x="313675" y="247646"/>
                  </a:lnTo>
                  <a:lnTo>
                    <a:pt x="316149" y="242968"/>
                  </a:lnTo>
                  <a:lnTo>
                    <a:pt x="318473" y="238214"/>
                  </a:lnTo>
                  <a:lnTo>
                    <a:pt x="320646" y="233390"/>
                  </a:lnTo>
                  <a:lnTo>
                    <a:pt x="322665" y="228499"/>
                  </a:lnTo>
                  <a:lnTo>
                    <a:pt x="324528" y="223546"/>
                  </a:lnTo>
                  <a:lnTo>
                    <a:pt x="326234" y="218537"/>
                  </a:lnTo>
                  <a:lnTo>
                    <a:pt x="327780" y="213476"/>
                  </a:lnTo>
                  <a:lnTo>
                    <a:pt x="329165" y="208369"/>
                  </a:lnTo>
                  <a:lnTo>
                    <a:pt x="330388" y="203221"/>
                  </a:lnTo>
                  <a:lnTo>
                    <a:pt x="331447" y="198037"/>
                  </a:lnTo>
                  <a:lnTo>
                    <a:pt x="332342" y="192822"/>
                  </a:lnTo>
                  <a:lnTo>
                    <a:pt x="333071" y="187581"/>
                  </a:lnTo>
                  <a:lnTo>
                    <a:pt x="333634" y="182319"/>
                  </a:lnTo>
                  <a:lnTo>
                    <a:pt x="334030" y="177043"/>
                  </a:lnTo>
                  <a:lnTo>
                    <a:pt x="334259" y="171756"/>
                  </a:lnTo>
                  <a:lnTo>
                    <a:pt x="334321" y="166465"/>
                  </a:lnTo>
                  <a:lnTo>
                    <a:pt x="334215" y="161175"/>
                  </a:lnTo>
                  <a:lnTo>
                    <a:pt x="333942" y="155890"/>
                  </a:lnTo>
                  <a:lnTo>
                    <a:pt x="333501" y="150617"/>
                  </a:lnTo>
                  <a:lnTo>
                    <a:pt x="332894" y="145361"/>
                  </a:lnTo>
                  <a:lnTo>
                    <a:pt x="332121" y="140126"/>
                  </a:lnTo>
                  <a:lnTo>
                    <a:pt x="331182" y="134918"/>
                  </a:lnTo>
                  <a:lnTo>
                    <a:pt x="330080" y="129743"/>
                  </a:lnTo>
                  <a:lnTo>
                    <a:pt x="328814" y="124605"/>
                  </a:lnTo>
                  <a:lnTo>
                    <a:pt x="327385" y="119510"/>
                  </a:lnTo>
                  <a:lnTo>
                    <a:pt x="325797" y="114463"/>
                  </a:lnTo>
                  <a:lnTo>
                    <a:pt x="324049" y="109468"/>
                  </a:lnTo>
                  <a:lnTo>
                    <a:pt x="322145" y="104532"/>
                  </a:lnTo>
                  <a:lnTo>
                    <a:pt x="320085" y="99658"/>
                  </a:lnTo>
                  <a:lnTo>
                    <a:pt x="317871" y="94851"/>
                  </a:lnTo>
                  <a:lnTo>
                    <a:pt x="315507" y="90117"/>
                  </a:lnTo>
                  <a:lnTo>
                    <a:pt x="312994" y="85461"/>
                  </a:lnTo>
                  <a:lnTo>
                    <a:pt x="310335" y="80886"/>
                  </a:lnTo>
                  <a:lnTo>
                    <a:pt x="307533" y="76398"/>
                  </a:lnTo>
                  <a:lnTo>
                    <a:pt x="304589" y="72000"/>
                  </a:lnTo>
                  <a:lnTo>
                    <a:pt x="301509" y="67698"/>
                  </a:lnTo>
                  <a:lnTo>
                    <a:pt x="298293" y="63496"/>
                  </a:lnTo>
                  <a:lnTo>
                    <a:pt x="294946" y="59397"/>
                  </a:lnTo>
                  <a:lnTo>
                    <a:pt x="291471" y="55406"/>
                  </a:lnTo>
                  <a:lnTo>
                    <a:pt x="287872" y="51528"/>
                  </a:lnTo>
                  <a:lnTo>
                    <a:pt x="284151" y="47765"/>
                  </a:lnTo>
                  <a:lnTo>
                    <a:pt x="280314" y="44122"/>
                  </a:lnTo>
                  <a:lnTo>
                    <a:pt x="276363" y="40602"/>
                  </a:lnTo>
                  <a:lnTo>
                    <a:pt x="272302" y="37209"/>
                  </a:lnTo>
                  <a:lnTo>
                    <a:pt x="268137" y="33947"/>
                  </a:lnTo>
                  <a:lnTo>
                    <a:pt x="263870" y="30817"/>
                  </a:lnTo>
                  <a:lnTo>
                    <a:pt x="259506" y="27825"/>
                  </a:lnTo>
                  <a:lnTo>
                    <a:pt x="255049" y="24972"/>
                  </a:lnTo>
                  <a:lnTo>
                    <a:pt x="250505" y="22261"/>
                  </a:lnTo>
                  <a:lnTo>
                    <a:pt x="245877" y="19696"/>
                  </a:lnTo>
                  <a:lnTo>
                    <a:pt x="241170" y="17278"/>
                  </a:lnTo>
                  <a:lnTo>
                    <a:pt x="236389" y="15010"/>
                  </a:lnTo>
                  <a:lnTo>
                    <a:pt x="231539" y="12895"/>
                  </a:lnTo>
                  <a:lnTo>
                    <a:pt x="226624" y="10935"/>
                  </a:lnTo>
                  <a:lnTo>
                    <a:pt x="221649" y="9131"/>
                  </a:lnTo>
                  <a:lnTo>
                    <a:pt x="216620" y="7486"/>
                  </a:lnTo>
                  <a:lnTo>
                    <a:pt x="211542" y="6000"/>
                  </a:lnTo>
                  <a:lnTo>
                    <a:pt x="206418" y="4676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645733" y="3938689"/>
              <a:ext cx="39263" cy="162491"/>
            </a:xfrm>
            <a:custGeom>
              <a:avLst/>
              <a:pathLst>
                <a:path w="39263" h="162491">
                  <a:moveTo>
                    <a:pt x="39263" y="0"/>
                  </a:moveTo>
                  <a:lnTo>
                    <a:pt x="0" y="1624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645733" y="3938689"/>
              <a:ext cx="39263" cy="162491"/>
            </a:xfrm>
            <a:custGeom>
              <a:avLst/>
              <a:pathLst>
                <a:path w="39263" h="162491">
                  <a:moveTo>
                    <a:pt x="39263" y="0"/>
                  </a:moveTo>
                  <a:lnTo>
                    <a:pt x="0" y="16249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645733" y="3938689"/>
              <a:ext cx="39263" cy="162491"/>
            </a:xfrm>
            <a:custGeom>
              <a:avLst/>
              <a:pathLst>
                <a:path w="39263" h="162491">
                  <a:moveTo>
                    <a:pt x="39263" y="0"/>
                  </a:moveTo>
                  <a:lnTo>
                    <a:pt x="0" y="1624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2645733" y="3938689"/>
              <a:ext cx="39263" cy="162491"/>
            </a:xfrm>
            <a:custGeom>
              <a:avLst/>
              <a:pathLst>
                <a:path w="39263" h="162491">
                  <a:moveTo>
                    <a:pt x="39263" y="0"/>
                  </a:moveTo>
                  <a:lnTo>
                    <a:pt x="0" y="1624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2645733" y="3938689"/>
              <a:ext cx="39263" cy="162491"/>
            </a:xfrm>
            <a:custGeom>
              <a:avLst/>
              <a:pathLst>
                <a:path w="39263" h="162491">
                  <a:moveTo>
                    <a:pt x="39263" y="0"/>
                  </a:moveTo>
                  <a:lnTo>
                    <a:pt x="0" y="1624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2645733" y="3938689"/>
              <a:ext cx="39263" cy="162491"/>
            </a:xfrm>
            <a:custGeom>
              <a:avLst/>
              <a:pathLst>
                <a:path w="39263" h="162491">
                  <a:moveTo>
                    <a:pt x="39263" y="0"/>
                  </a:moveTo>
                  <a:lnTo>
                    <a:pt x="0" y="1624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2645733" y="3938689"/>
              <a:ext cx="39263" cy="162491"/>
            </a:xfrm>
            <a:custGeom>
              <a:avLst/>
              <a:pathLst>
                <a:path w="39263" h="162491">
                  <a:moveTo>
                    <a:pt x="39263" y="0"/>
                  </a:moveTo>
                  <a:lnTo>
                    <a:pt x="0" y="1624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2645733" y="3938689"/>
              <a:ext cx="39263" cy="162491"/>
            </a:xfrm>
            <a:custGeom>
              <a:avLst/>
              <a:pathLst>
                <a:path w="39263" h="162491">
                  <a:moveTo>
                    <a:pt x="39263" y="0"/>
                  </a:moveTo>
                  <a:lnTo>
                    <a:pt x="0" y="1624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2645733" y="3938689"/>
              <a:ext cx="39263" cy="162491"/>
            </a:xfrm>
            <a:custGeom>
              <a:avLst/>
              <a:pathLst>
                <a:path w="39263" h="162491">
                  <a:moveTo>
                    <a:pt x="39263" y="0"/>
                  </a:moveTo>
                  <a:lnTo>
                    <a:pt x="0" y="1624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2645733" y="3938689"/>
              <a:ext cx="39263" cy="162491"/>
            </a:xfrm>
            <a:custGeom>
              <a:avLst/>
              <a:pathLst>
                <a:path w="39263" h="162491">
                  <a:moveTo>
                    <a:pt x="39263" y="0"/>
                  </a:moveTo>
                  <a:lnTo>
                    <a:pt x="0" y="1624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2645733" y="3938689"/>
              <a:ext cx="39263" cy="162491"/>
            </a:xfrm>
            <a:custGeom>
              <a:avLst/>
              <a:pathLst>
                <a:path w="39263" h="162491">
                  <a:moveTo>
                    <a:pt x="39263" y="0"/>
                  </a:moveTo>
                  <a:lnTo>
                    <a:pt x="0" y="1624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2645733" y="3938285"/>
              <a:ext cx="39263" cy="162895"/>
            </a:xfrm>
            <a:custGeom>
              <a:avLst/>
              <a:pathLst>
                <a:path w="39263" h="162895">
                  <a:moveTo>
                    <a:pt x="39263" y="404"/>
                  </a:moveTo>
                  <a:lnTo>
                    <a:pt x="37551" y="0"/>
                  </a:lnTo>
                  <a:lnTo>
                    <a:pt x="0" y="1628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2645733" y="3934012"/>
              <a:ext cx="37551" cy="167167"/>
            </a:xfrm>
            <a:custGeom>
              <a:avLst/>
              <a:pathLst>
                <a:path w="37551" h="167167">
                  <a:moveTo>
                    <a:pt x="37551" y="4272"/>
                  </a:moveTo>
                  <a:lnTo>
                    <a:pt x="31374" y="2970"/>
                  </a:lnTo>
                  <a:lnTo>
                    <a:pt x="25153" y="1903"/>
                  </a:lnTo>
                  <a:lnTo>
                    <a:pt x="18896" y="1071"/>
                  </a:lnTo>
                  <a:lnTo>
                    <a:pt x="12612" y="476"/>
                  </a:lnTo>
                  <a:lnTo>
                    <a:pt x="6310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2711635" y="4397268"/>
              <a:ext cx="334297" cy="334334"/>
            </a:xfrm>
            <a:custGeom>
              <a:avLst/>
              <a:pathLst>
                <a:path w="334297" h="334334">
                  <a:moveTo>
                    <a:pt x="167147" y="0"/>
                  </a:moveTo>
                  <a:lnTo>
                    <a:pt x="161845" y="84"/>
                  </a:lnTo>
                  <a:lnTo>
                    <a:pt x="156548" y="336"/>
                  </a:lnTo>
                  <a:lnTo>
                    <a:pt x="151262" y="756"/>
                  </a:lnTo>
                  <a:lnTo>
                    <a:pt x="145992" y="1344"/>
                  </a:lnTo>
                  <a:lnTo>
                    <a:pt x="140743" y="2098"/>
                  </a:lnTo>
                  <a:lnTo>
                    <a:pt x="135521" y="3018"/>
                  </a:lnTo>
                  <a:lnTo>
                    <a:pt x="130330" y="4104"/>
                  </a:lnTo>
                  <a:lnTo>
                    <a:pt x="125177" y="5354"/>
                  </a:lnTo>
                  <a:lnTo>
                    <a:pt x="120066" y="6767"/>
                  </a:lnTo>
                  <a:lnTo>
                    <a:pt x="115002" y="8341"/>
                  </a:lnTo>
                  <a:lnTo>
                    <a:pt x="109990" y="10074"/>
                  </a:lnTo>
                  <a:lnTo>
                    <a:pt x="105036" y="11966"/>
                  </a:lnTo>
                  <a:lnTo>
                    <a:pt x="100145" y="14015"/>
                  </a:lnTo>
                  <a:lnTo>
                    <a:pt x="95321" y="16217"/>
                  </a:lnTo>
                  <a:lnTo>
                    <a:pt x="90570" y="18571"/>
                  </a:lnTo>
                  <a:lnTo>
                    <a:pt x="85895" y="21074"/>
                  </a:lnTo>
                  <a:lnTo>
                    <a:pt x="81302" y="23725"/>
                  </a:lnTo>
                  <a:lnTo>
                    <a:pt x="76796" y="26520"/>
                  </a:lnTo>
                  <a:lnTo>
                    <a:pt x="72380" y="29457"/>
                  </a:lnTo>
                  <a:lnTo>
                    <a:pt x="68060" y="32532"/>
                  </a:lnTo>
                  <a:lnTo>
                    <a:pt x="63839" y="35742"/>
                  </a:lnTo>
                  <a:lnTo>
                    <a:pt x="59723" y="39085"/>
                  </a:lnTo>
                  <a:lnTo>
                    <a:pt x="55715" y="42557"/>
                  </a:lnTo>
                  <a:lnTo>
                    <a:pt x="51818" y="46154"/>
                  </a:lnTo>
                  <a:lnTo>
                    <a:pt x="48038" y="49873"/>
                  </a:lnTo>
                  <a:lnTo>
                    <a:pt x="44378" y="53710"/>
                  </a:lnTo>
                  <a:lnTo>
                    <a:pt x="40841" y="57661"/>
                  </a:lnTo>
                  <a:lnTo>
                    <a:pt x="37431" y="61722"/>
                  </a:lnTo>
                  <a:lnTo>
                    <a:pt x="34152" y="65889"/>
                  </a:lnTo>
                  <a:lnTo>
                    <a:pt x="31006" y="70158"/>
                  </a:lnTo>
                  <a:lnTo>
                    <a:pt x="27998" y="74525"/>
                  </a:lnTo>
                  <a:lnTo>
                    <a:pt x="25130" y="78985"/>
                  </a:lnTo>
                  <a:lnTo>
                    <a:pt x="22404" y="83534"/>
                  </a:lnTo>
                  <a:lnTo>
                    <a:pt x="19824" y="88167"/>
                  </a:lnTo>
                  <a:lnTo>
                    <a:pt x="17393" y="92880"/>
                  </a:lnTo>
                  <a:lnTo>
                    <a:pt x="15112" y="97667"/>
                  </a:lnTo>
                  <a:lnTo>
                    <a:pt x="12984" y="102524"/>
                  </a:lnTo>
                  <a:lnTo>
                    <a:pt x="11011" y="107446"/>
                  </a:lnTo>
                  <a:lnTo>
                    <a:pt x="9196" y="112429"/>
                  </a:lnTo>
                  <a:lnTo>
                    <a:pt x="7539" y="117466"/>
                  </a:lnTo>
                  <a:lnTo>
                    <a:pt x="6043" y="122554"/>
                  </a:lnTo>
                  <a:lnTo>
                    <a:pt x="4709" y="127686"/>
                  </a:lnTo>
                  <a:lnTo>
                    <a:pt x="3538" y="132858"/>
                  </a:lnTo>
                  <a:lnTo>
                    <a:pt x="2533" y="138064"/>
                  </a:lnTo>
                  <a:lnTo>
                    <a:pt x="1692" y="143300"/>
                  </a:lnTo>
                  <a:lnTo>
                    <a:pt x="1019" y="148560"/>
                  </a:lnTo>
                  <a:lnTo>
                    <a:pt x="512" y="153839"/>
                  </a:lnTo>
                  <a:lnTo>
                    <a:pt x="173" y="159131"/>
                  </a:lnTo>
                  <a:lnTo>
                    <a:pt x="2" y="164431"/>
                  </a:lnTo>
                  <a:lnTo>
                    <a:pt x="0" y="169734"/>
                  </a:lnTo>
                  <a:lnTo>
                    <a:pt x="165" y="175034"/>
                  </a:lnTo>
                  <a:lnTo>
                    <a:pt x="499" y="180326"/>
                  </a:lnTo>
                  <a:lnTo>
                    <a:pt x="1000" y="185605"/>
                  </a:lnTo>
                  <a:lnTo>
                    <a:pt x="1668" y="190866"/>
                  </a:lnTo>
                  <a:lnTo>
                    <a:pt x="2503" y="196102"/>
                  </a:lnTo>
                  <a:lnTo>
                    <a:pt x="3504" y="201310"/>
                  </a:lnTo>
                  <a:lnTo>
                    <a:pt x="4669" y="206483"/>
                  </a:lnTo>
                  <a:lnTo>
                    <a:pt x="5998" y="211617"/>
                  </a:lnTo>
                  <a:lnTo>
                    <a:pt x="7489" y="216706"/>
                  </a:lnTo>
                  <a:lnTo>
                    <a:pt x="9140" y="221745"/>
                  </a:lnTo>
                  <a:lnTo>
                    <a:pt x="10951" y="226729"/>
                  </a:lnTo>
                  <a:lnTo>
                    <a:pt x="12919" y="231653"/>
                  </a:lnTo>
                  <a:lnTo>
                    <a:pt x="15042" y="236513"/>
                  </a:lnTo>
                  <a:lnTo>
                    <a:pt x="17318" y="241302"/>
                  </a:lnTo>
                  <a:lnTo>
                    <a:pt x="19744" y="246017"/>
                  </a:lnTo>
                  <a:lnTo>
                    <a:pt x="22319" y="250653"/>
                  </a:lnTo>
                  <a:lnTo>
                    <a:pt x="25040" y="255204"/>
                  </a:lnTo>
                  <a:lnTo>
                    <a:pt x="27904" y="259667"/>
                  </a:lnTo>
                  <a:lnTo>
                    <a:pt x="30908" y="264037"/>
                  </a:lnTo>
                  <a:lnTo>
                    <a:pt x="34049" y="268310"/>
                  </a:lnTo>
                  <a:lnTo>
                    <a:pt x="37324" y="272480"/>
                  </a:lnTo>
                  <a:lnTo>
                    <a:pt x="40730" y="276545"/>
                  </a:lnTo>
                  <a:lnTo>
                    <a:pt x="44263" y="280500"/>
                  </a:lnTo>
                  <a:lnTo>
                    <a:pt x="47919" y="284340"/>
                  </a:lnTo>
                  <a:lnTo>
                    <a:pt x="51696" y="288063"/>
                  </a:lnTo>
                  <a:lnTo>
                    <a:pt x="55588" y="291664"/>
                  </a:lnTo>
                  <a:lnTo>
                    <a:pt x="59593" y="295140"/>
                  </a:lnTo>
                  <a:lnTo>
                    <a:pt x="63706" y="298487"/>
                  </a:lnTo>
                  <a:lnTo>
                    <a:pt x="67923" y="301702"/>
                  </a:lnTo>
                  <a:lnTo>
                    <a:pt x="72240" y="304781"/>
                  </a:lnTo>
                  <a:lnTo>
                    <a:pt x="76653" y="307722"/>
                  </a:lnTo>
                  <a:lnTo>
                    <a:pt x="81157" y="310522"/>
                  </a:lnTo>
                  <a:lnTo>
                    <a:pt x="85747" y="313177"/>
                  </a:lnTo>
                  <a:lnTo>
                    <a:pt x="90419" y="315685"/>
                  </a:lnTo>
                  <a:lnTo>
                    <a:pt x="95168" y="318044"/>
                  </a:lnTo>
                  <a:lnTo>
                    <a:pt x="99990" y="320251"/>
                  </a:lnTo>
                  <a:lnTo>
                    <a:pt x="104879" y="322304"/>
                  </a:lnTo>
                  <a:lnTo>
                    <a:pt x="109831" y="324201"/>
                  </a:lnTo>
                  <a:lnTo>
                    <a:pt x="114841" y="325940"/>
                  </a:lnTo>
                  <a:lnTo>
                    <a:pt x="119903" y="327519"/>
                  </a:lnTo>
                  <a:lnTo>
                    <a:pt x="125013" y="328937"/>
                  </a:lnTo>
                  <a:lnTo>
                    <a:pt x="130165" y="330192"/>
                  </a:lnTo>
                  <a:lnTo>
                    <a:pt x="135354" y="331283"/>
                  </a:lnTo>
                  <a:lnTo>
                    <a:pt x="140576" y="332209"/>
                  </a:lnTo>
                  <a:lnTo>
                    <a:pt x="145824" y="332969"/>
                  </a:lnTo>
                  <a:lnTo>
                    <a:pt x="151093" y="333562"/>
                  </a:lnTo>
                  <a:lnTo>
                    <a:pt x="156379" y="333987"/>
                  </a:lnTo>
                  <a:lnTo>
                    <a:pt x="161676" y="334245"/>
                  </a:lnTo>
                  <a:lnTo>
                    <a:pt x="166978" y="334334"/>
                  </a:lnTo>
                  <a:lnTo>
                    <a:pt x="172280" y="334256"/>
                  </a:lnTo>
                  <a:lnTo>
                    <a:pt x="177577" y="334009"/>
                  </a:lnTo>
                  <a:lnTo>
                    <a:pt x="182864" y="333594"/>
                  </a:lnTo>
                  <a:lnTo>
                    <a:pt x="188134" y="333012"/>
                  </a:lnTo>
                  <a:lnTo>
                    <a:pt x="193384" y="332263"/>
                  </a:lnTo>
                  <a:lnTo>
                    <a:pt x="198607" y="331347"/>
                  </a:lnTo>
                  <a:lnTo>
                    <a:pt x="203799" y="330267"/>
                  </a:lnTo>
                  <a:lnTo>
                    <a:pt x="208954" y="329022"/>
                  </a:lnTo>
                  <a:lnTo>
                    <a:pt x="214066" y="327615"/>
                  </a:lnTo>
                  <a:lnTo>
                    <a:pt x="219132" y="326046"/>
                  </a:lnTo>
                  <a:lnTo>
                    <a:pt x="224145" y="324317"/>
                  </a:lnTo>
                  <a:lnTo>
                    <a:pt x="229101" y="322430"/>
                  </a:lnTo>
                  <a:lnTo>
                    <a:pt x="233994" y="320387"/>
                  </a:lnTo>
                  <a:lnTo>
                    <a:pt x="238820" y="318190"/>
                  </a:lnTo>
                  <a:lnTo>
                    <a:pt x="243574" y="315841"/>
                  </a:lnTo>
                  <a:lnTo>
                    <a:pt x="248251" y="313342"/>
                  </a:lnTo>
                  <a:lnTo>
                    <a:pt x="252847" y="310696"/>
                  </a:lnTo>
                  <a:lnTo>
                    <a:pt x="257356" y="307905"/>
                  </a:lnTo>
                  <a:lnTo>
                    <a:pt x="261775" y="304973"/>
                  </a:lnTo>
                  <a:lnTo>
                    <a:pt x="266098" y="301903"/>
                  </a:lnTo>
                  <a:lnTo>
                    <a:pt x="270322" y="298696"/>
                  </a:lnTo>
                  <a:lnTo>
                    <a:pt x="274442" y="295358"/>
                  </a:lnTo>
                  <a:lnTo>
                    <a:pt x="278453" y="291890"/>
                  </a:lnTo>
                  <a:lnTo>
                    <a:pt x="282353" y="288297"/>
                  </a:lnTo>
                  <a:lnTo>
                    <a:pt x="286137" y="284582"/>
                  </a:lnTo>
                  <a:lnTo>
                    <a:pt x="289802" y="280749"/>
                  </a:lnTo>
                  <a:lnTo>
                    <a:pt x="293343" y="276801"/>
                  </a:lnTo>
                  <a:lnTo>
                    <a:pt x="296756" y="272744"/>
                  </a:lnTo>
                  <a:lnTo>
                    <a:pt x="300040" y="268580"/>
                  </a:lnTo>
                  <a:lnTo>
                    <a:pt x="303190" y="264313"/>
                  </a:lnTo>
                  <a:lnTo>
                    <a:pt x="306202" y="259950"/>
                  </a:lnTo>
                  <a:lnTo>
                    <a:pt x="309075" y="255492"/>
                  </a:lnTo>
                  <a:lnTo>
                    <a:pt x="311805" y="250946"/>
                  </a:lnTo>
                  <a:lnTo>
                    <a:pt x="314390" y="246316"/>
                  </a:lnTo>
                  <a:lnTo>
                    <a:pt x="316826" y="241606"/>
                  </a:lnTo>
                  <a:lnTo>
                    <a:pt x="319112" y="236821"/>
                  </a:lnTo>
                  <a:lnTo>
                    <a:pt x="321245" y="231966"/>
                  </a:lnTo>
                  <a:lnTo>
                    <a:pt x="323222" y="227046"/>
                  </a:lnTo>
                  <a:lnTo>
                    <a:pt x="325043" y="222065"/>
                  </a:lnTo>
                  <a:lnTo>
                    <a:pt x="326705" y="217030"/>
                  </a:lnTo>
                  <a:lnTo>
                    <a:pt x="328206" y="211944"/>
                  </a:lnTo>
                  <a:lnTo>
                    <a:pt x="329545" y="206813"/>
                  </a:lnTo>
                  <a:lnTo>
                    <a:pt x="330721" y="201642"/>
                  </a:lnTo>
                  <a:lnTo>
                    <a:pt x="331732" y="196436"/>
                  </a:lnTo>
                  <a:lnTo>
                    <a:pt x="332578" y="191201"/>
                  </a:lnTo>
                  <a:lnTo>
                    <a:pt x="333257" y="185942"/>
                  </a:lnTo>
                  <a:lnTo>
                    <a:pt x="333769" y="180664"/>
                  </a:lnTo>
                  <a:lnTo>
                    <a:pt x="334113" y="175373"/>
                  </a:lnTo>
                  <a:lnTo>
                    <a:pt x="334289" y="170073"/>
                  </a:lnTo>
                  <a:lnTo>
                    <a:pt x="334297" y="164770"/>
                  </a:lnTo>
                  <a:lnTo>
                    <a:pt x="334137" y="159469"/>
                  </a:lnTo>
                  <a:lnTo>
                    <a:pt x="333809" y="154177"/>
                  </a:lnTo>
                  <a:lnTo>
                    <a:pt x="333313" y="148897"/>
                  </a:lnTo>
                  <a:lnTo>
                    <a:pt x="332650" y="143636"/>
                  </a:lnTo>
                  <a:lnTo>
                    <a:pt x="331821" y="138398"/>
                  </a:lnTo>
                  <a:lnTo>
                    <a:pt x="330825" y="133190"/>
                  </a:lnTo>
                  <a:lnTo>
                    <a:pt x="329665" y="128015"/>
                  </a:lnTo>
                  <a:lnTo>
                    <a:pt x="328342" y="122880"/>
                  </a:lnTo>
                  <a:lnTo>
                    <a:pt x="326856" y="117790"/>
                  </a:lnTo>
                  <a:lnTo>
                    <a:pt x="325209" y="112749"/>
                  </a:lnTo>
                  <a:lnTo>
                    <a:pt x="323404" y="107763"/>
                  </a:lnTo>
                  <a:lnTo>
                    <a:pt x="321441" y="102837"/>
                  </a:lnTo>
                  <a:lnTo>
                    <a:pt x="319323" y="97976"/>
                  </a:lnTo>
                  <a:lnTo>
                    <a:pt x="317052" y="93184"/>
                  </a:lnTo>
                  <a:lnTo>
                    <a:pt x="314630" y="88466"/>
                  </a:lnTo>
                  <a:lnTo>
                    <a:pt x="312060" y="83828"/>
                  </a:lnTo>
                  <a:lnTo>
                    <a:pt x="309343" y="79274"/>
                  </a:lnTo>
                  <a:lnTo>
                    <a:pt x="306484" y="74808"/>
                  </a:lnTo>
                  <a:lnTo>
                    <a:pt x="303485" y="70435"/>
                  </a:lnTo>
                  <a:lnTo>
                    <a:pt x="300348" y="66159"/>
                  </a:lnTo>
                  <a:lnTo>
                    <a:pt x="297077" y="61985"/>
                  </a:lnTo>
                  <a:lnTo>
                    <a:pt x="293676" y="57917"/>
                  </a:lnTo>
                  <a:lnTo>
                    <a:pt x="290147" y="53959"/>
                  </a:lnTo>
                  <a:lnTo>
                    <a:pt x="286494" y="50115"/>
                  </a:lnTo>
                  <a:lnTo>
                    <a:pt x="282722" y="46388"/>
                  </a:lnTo>
                  <a:lnTo>
                    <a:pt x="278833" y="42783"/>
                  </a:lnTo>
                  <a:lnTo>
                    <a:pt x="274831" y="39303"/>
                  </a:lnTo>
                  <a:lnTo>
                    <a:pt x="270721" y="35952"/>
                  </a:lnTo>
                  <a:lnTo>
                    <a:pt x="266508" y="32733"/>
                  </a:lnTo>
                  <a:lnTo>
                    <a:pt x="262194" y="29649"/>
                  </a:lnTo>
                  <a:lnTo>
                    <a:pt x="257784" y="26704"/>
                  </a:lnTo>
                  <a:lnTo>
                    <a:pt x="253283" y="23900"/>
                  </a:lnTo>
                  <a:lnTo>
                    <a:pt x="248696" y="21240"/>
                  </a:lnTo>
                  <a:lnTo>
                    <a:pt x="244026" y="18726"/>
                  </a:lnTo>
                  <a:lnTo>
                    <a:pt x="239279" y="16363"/>
                  </a:lnTo>
                  <a:lnTo>
                    <a:pt x="234460" y="14151"/>
                  </a:lnTo>
                  <a:lnTo>
                    <a:pt x="229573" y="12093"/>
                  </a:lnTo>
                  <a:lnTo>
                    <a:pt x="224623" y="10191"/>
                  </a:lnTo>
                  <a:lnTo>
                    <a:pt x="219615" y="8447"/>
                  </a:lnTo>
                  <a:lnTo>
                    <a:pt x="214554" y="6862"/>
                  </a:lnTo>
                  <a:lnTo>
                    <a:pt x="209446" y="5439"/>
                  </a:lnTo>
                  <a:lnTo>
                    <a:pt x="204295" y="4179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2878783" y="4401448"/>
              <a:ext cx="37147" cy="162987"/>
            </a:xfrm>
            <a:custGeom>
              <a:avLst/>
              <a:pathLst>
                <a:path w="37147" h="162987">
                  <a:moveTo>
                    <a:pt x="37147" y="0"/>
                  </a:moveTo>
                  <a:lnTo>
                    <a:pt x="0" y="1629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2878783" y="4401448"/>
              <a:ext cx="37147" cy="162987"/>
            </a:xfrm>
            <a:custGeom>
              <a:avLst/>
              <a:pathLst>
                <a:path w="37147" h="162987">
                  <a:moveTo>
                    <a:pt x="37147" y="0"/>
                  </a:moveTo>
                  <a:lnTo>
                    <a:pt x="0" y="1629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2878783" y="4401448"/>
              <a:ext cx="37147" cy="162987"/>
            </a:xfrm>
            <a:custGeom>
              <a:avLst/>
              <a:pathLst>
                <a:path w="37147" h="162987">
                  <a:moveTo>
                    <a:pt x="37147" y="0"/>
                  </a:moveTo>
                  <a:lnTo>
                    <a:pt x="0" y="1629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2878783" y="4401448"/>
              <a:ext cx="37147" cy="162987"/>
            </a:xfrm>
            <a:custGeom>
              <a:avLst/>
              <a:pathLst>
                <a:path w="37147" h="162987">
                  <a:moveTo>
                    <a:pt x="37147" y="0"/>
                  </a:moveTo>
                  <a:lnTo>
                    <a:pt x="0" y="1629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2878783" y="4401448"/>
              <a:ext cx="37147" cy="162987"/>
            </a:xfrm>
            <a:custGeom>
              <a:avLst/>
              <a:pathLst>
                <a:path w="37147" h="162987">
                  <a:moveTo>
                    <a:pt x="37147" y="0"/>
                  </a:moveTo>
                  <a:lnTo>
                    <a:pt x="0" y="162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2878783" y="4401448"/>
              <a:ext cx="37147" cy="162987"/>
            </a:xfrm>
            <a:custGeom>
              <a:avLst/>
              <a:pathLst>
                <a:path w="37147" h="162987">
                  <a:moveTo>
                    <a:pt x="37147" y="0"/>
                  </a:moveTo>
                  <a:lnTo>
                    <a:pt x="0" y="162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2878783" y="4401448"/>
              <a:ext cx="37147" cy="162987"/>
            </a:xfrm>
            <a:custGeom>
              <a:avLst/>
              <a:pathLst>
                <a:path w="37147" h="162987">
                  <a:moveTo>
                    <a:pt x="37147" y="0"/>
                  </a:moveTo>
                  <a:lnTo>
                    <a:pt x="0" y="162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2878783" y="4401448"/>
              <a:ext cx="37147" cy="162987"/>
            </a:xfrm>
            <a:custGeom>
              <a:avLst/>
              <a:pathLst>
                <a:path w="37147" h="162987">
                  <a:moveTo>
                    <a:pt x="37147" y="0"/>
                  </a:moveTo>
                  <a:lnTo>
                    <a:pt x="0" y="162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2878783" y="4401448"/>
              <a:ext cx="37147" cy="162987"/>
            </a:xfrm>
            <a:custGeom>
              <a:avLst/>
              <a:pathLst>
                <a:path w="37147" h="162987">
                  <a:moveTo>
                    <a:pt x="37147" y="0"/>
                  </a:moveTo>
                  <a:lnTo>
                    <a:pt x="0" y="1629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2878783" y="4401448"/>
              <a:ext cx="37147" cy="162987"/>
            </a:xfrm>
            <a:custGeom>
              <a:avLst/>
              <a:pathLst>
                <a:path w="37147" h="162987">
                  <a:moveTo>
                    <a:pt x="37147" y="0"/>
                  </a:moveTo>
                  <a:lnTo>
                    <a:pt x="0" y="1629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2878783" y="4401066"/>
              <a:ext cx="37147" cy="163369"/>
            </a:xfrm>
            <a:custGeom>
              <a:avLst/>
              <a:pathLst>
                <a:path w="37147" h="163369">
                  <a:moveTo>
                    <a:pt x="37147" y="381"/>
                  </a:moveTo>
                  <a:lnTo>
                    <a:pt x="35430" y="0"/>
                  </a:lnTo>
                  <a:lnTo>
                    <a:pt x="0" y="1633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2878783" y="4397268"/>
              <a:ext cx="35430" cy="167167"/>
            </a:xfrm>
            <a:custGeom>
              <a:avLst/>
              <a:pathLst>
                <a:path w="35430" h="167167">
                  <a:moveTo>
                    <a:pt x="35430" y="3797"/>
                  </a:moveTo>
                  <a:lnTo>
                    <a:pt x="28422" y="2433"/>
                  </a:lnTo>
                  <a:lnTo>
                    <a:pt x="21362" y="1370"/>
                  </a:lnTo>
                  <a:lnTo>
                    <a:pt x="14263" y="609"/>
                  </a:lnTo>
                  <a:lnTo>
                    <a:pt x="7138" y="15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045399" y="4794382"/>
              <a:ext cx="167166" cy="215170"/>
            </a:xfrm>
            <a:custGeom>
              <a:avLst/>
              <a:pathLst>
                <a:path w="167166" h="215170">
                  <a:moveTo>
                    <a:pt x="167166" y="0"/>
                  </a:moveTo>
                  <a:lnTo>
                    <a:pt x="161801" y="86"/>
                  </a:lnTo>
                  <a:lnTo>
                    <a:pt x="156440" y="344"/>
                  </a:lnTo>
                  <a:lnTo>
                    <a:pt x="151091" y="774"/>
                  </a:lnTo>
                  <a:lnTo>
                    <a:pt x="145758" y="1376"/>
                  </a:lnTo>
                  <a:lnTo>
                    <a:pt x="140448" y="2149"/>
                  </a:lnTo>
                  <a:lnTo>
                    <a:pt x="135164" y="3091"/>
                  </a:lnTo>
                  <a:lnTo>
                    <a:pt x="129914" y="4203"/>
                  </a:lnTo>
                  <a:lnTo>
                    <a:pt x="124703" y="5483"/>
                  </a:lnTo>
                  <a:lnTo>
                    <a:pt x="119535" y="6929"/>
                  </a:lnTo>
                  <a:lnTo>
                    <a:pt x="114416" y="8541"/>
                  </a:lnTo>
                  <a:lnTo>
                    <a:pt x="109351" y="10316"/>
                  </a:lnTo>
                  <a:lnTo>
                    <a:pt x="104346" y="12252"/>
                  </a:lnTo>
                  <a:lnTo>
                    <a:pt x="99406" y="14349"/>
                  </a:lnTo>
                  <a:lnTo>
                    <a:pt x="94536" y="16602"/>
                  </a:lnTo>
                  <a:lnTo>
                    <a:pt x="89740" y="19011"/>
                  </a:lnTo>
                  <a:lnTo>
                    <a:pt x="85024" y="21573"/>
                  </a:lnTo>
                  <a:lnTo>
                    <a:pt x="80393" y="24285"/>
                  </a:lnTo>
                  <a:lnTo>
                    <a:pt x="75852" y="27144"/>
                  </a:lnTo>
                  <a:lnTo>
                    <a:pt x="71404" y="30147"/>
                  </a:lnTo>
                  <a:lnTo>
                    <a:pt x="67055" y="33291"/>
                  </a:lnTo>
                  <a:lnTo>
                    <a:pt x="62810" y="36574"/>
                  </a:lnTo>
                  <a:lnTo>
                    <a:pt x="58672" y="39991"/>
                  </a:lnTo>
                  <a:lnTo>
                    <a:pt x="54645" y="43539"/>
                  </a:lnTo>
                  <a:lnTo>
                    <a:pt x="50735" y="47214"/>
                  </a:lnTo>
                  <a:lnTo>
                    <a:pt x="46945" y="51013"/>
                  </a:lnTo>
                  <a:lnTo>
                    <a:pt x="43278" y="54932"/>
                  </a:lnTo>
                  <a:lnTo>
                    <a:pt x="39739" y="58967"/>
                  </a:lnTo>
                  <a:lnTo>
                    <a:pt x="36332" y="63113"/>
                  </a:lnTo>
                  <a:lnTo>
                    <a:pt x="33059" y="67366"/>
                  </a:lnTo>
                  <a:lnTo>
                    <a:pt x="29925" y="71722"/>
                  </a:lnTo>
                  <a:lnTo>
                    <a:pt x="26932" y="76177"/>
                  </a:lnTo>
                  <a:lnTo>
                    <a:pt x="24084" y="80725"/>
                  </a:lnTo>
                  <a:lnTo>
                    <a:pt x="21383" y="85362"/>
                  </a:lnTo>
                  <a:lnTo>
                    <a:pt x="18832" y="90084"/>
                  </a:lnTo>
                  <a:lnTo>
                    <a:pt x="16434" y="94885"/>
                  </a:lnTo>
                  <a:lnTo>
                    <a:pt x="14192" y="99761"/>
                  </a:lnTo>
                  <a:lnTo>
                    <a:pt x="12107" y="104706"/>
                  </a:lnTo>
                  <a:lnTo>
                    <a:pt x="10182" y="109715"/>
                  </a:lnTo>
                  <a:lnTo>
                    <a:pt x="8418" y="114784"/>
                  </a:lnTo>
                  <a:lnTo>
                    <a:pt x="6819" y="119906"/>
                  </a:lnTo>
                  <a:lnTo>
                    <a:pt x="5384" y="125078"/>
                  </a:lnTo>
                  <a:lnTo>
                    <a:pt x="4117" y="130292"/>
                  </a:lnTo>
                  <a:lnTo>
                    <a:pt x="3017" y="135545"/>
                  </a:lnTo>
                  <a:lnTo>
                    <a:pt x="2087" y="140830"/>
                  </a:lnTo>
                  <a:lnTo>
                    <a:pt x="1326" y="146143"/>
                  </a:lnTo>
                  <a:lnTo>
                    <a:pt x="737" y="151477"/>
                  </a:lnTo>
                  <a:lnTo>
                    <a:pt x="319" y="156827"/>
                  </a:lnTo>
                  <a:lnTo>
                    <a:pt x="73" y="162188"/>
                  </a:lnTo>
                  <a:lnTo>
                    <a:pt x="0" y="167554"/>
                  </a:lnTo>
                  <a:lnTo>
                    <a:pt x="98" y="172920"/>
                  </a:lnTo>
                  <a:lnTo>
                    <a:pt x="369" y="178280"/>
                  </a:lnTo>
                  <a:lnTo>
                    <a:pt x="811" y="183628"/>
                  </a:lnTo>
                  <a:lnTo>
                    <a:pt x="1426" y="188959"/>
                  </a:lnTo>
                  <a:lnTo>
                    <a:pt x="2210" y="194268"/>
                  </a:lnTo>
                  <a:lnTo>
                    <a:pt x="3165" y="199549"/>
                  </a:lnTo>
                  <a:lnTo>
                    <a:pt x="4289" y="204796"/>
                  </a:lnTo>
                  <a:lnTo>
                    <a:pt x="5581" y="210005"/>
                  </a:lnTo>
                  <a:lnTo>
                    <a:pt x="7039" y="21517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052439" y="4961550"/>
              <a:ext cx="160127" cy="48002"/>
            </a:xfrm>
            <a:custGeom>
              <a:avLst/>
              <a:pathLst>
                <a:path w="160127" h="48002">
                  <a:moveTo>
                    <a:pt x="0" y="48002"/>
                  </a:moveTo>
                  <a:lnTo>
                    <a:pt x="16012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052439" y="4961550"/>
              <a:ext cx="160127" cy="48002"/>
            </a:xfrm>
            <a:custGeom>
              <a:avLst/>
              <a:pathLst>
                <a:path w="160127" h="48002">
                  <a:moveTo>
                    <a:pt x="0" y="48002"/>
                  </a:moveTo>
                  <a:lnTo>
                    <a:pt x="16012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052439" y="4961550"/>
              <a:ext cx="160127" cy="48002"/>
            </a:xfrm>
            <a:custGeom>
              <a:avLst/>
              <a:pathLst>
                <a:path w="160127" h="48002">
                  <a:moveTo>
                    <a:pt x="0" y="48002"/>
                  </a:moveTo>
                  <a:lnTo>
                    <a:pt x="16012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052439" y="4961550"/>
              <a:ext cx="160127" cy="48002"/>
            </a:xfrm>
            <a:custGeom>
              <a:avLst/>
              <a:pathLst>
                <a:path w="160127" h="48002">
                  <a:moveTo>
                    <a:pt x="0" y="48002"/>
                  </a:moveTo>
                  <a:lnTo>
                    <a:pt x="1601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052439" y="4961550"/>
              <a:ext cx="160127" cy="48002"/>
            </a:xfrm>
            <a:custGeom>
              <a:avLst/>
              <a:pathLst>
                <a:path w="160127" h="48002">
                  <a:moveTo>
                    <a:pt x="0" y="48002"/>
                  </a:moveTo>
                  <a:lnTo>
                    <a:pt x="1601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052439" y="4961550"/>
              <a:ext cx="160127" cy="48002"/>
            </a:xfrm>
            <a:custGeom>
              <a:avLst/>
              <a:pathLst>
                <a:path w="160127" h="48002">
                  <a:moveTo>
                    <a:pt x="0" y="48002"/>
                  </a:moveTo>
                  <a:lnTo>
                    <a:pt x="1601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052439" y="4961550"/>
              <a:ext cx="160127" cy="48002"/>
            </a:xfrm>
            <a:custGeom>
              <a:avLst/>
              <a:pathLst>
                <a:path w="160127" h="48002">
                  <a:moveTo>
                    <a:pt x="0" y="48002"/>
                  </a:moveTo>
                  <a:lnTo>
                    <a:pt x="1601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052439" y="4961550"/>
              <a:ext cx="160127" cy="48002"/>
            </a:xfrm>
            <a:custGeom>
              <a:avLst/>
              <a:pathLst>
                <a:path w="160127" h="48002">
                  <a:moveTo>
                    <a:pt x="0" y="48002"/>
                  </a:moveTo>
                  <a:lnTo>
                    <a:pt x="16012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052439" y="4961550"/>
              <a:ext cx="160127" cy="48002"/>
            </a:xfrm>
            <a:custGeom>
              <a:avLst/>
              <a:pathLst>
                <a:path w="160127" h="48002">
                  <a:moveTo>
                    <a:pt x="0" y="48002"/>
                  </a:moveTo>
                  <a:lnTo>
                    <a:pt x="16012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052439" y="4961550"/>
              <a:ext cx="160127" cy="74899"/>
            </a:xfrm>
            <a:custGeom>
              <a:avLst/>
              <a:pathLst>
                <a:path w="160127" h="74899">
                  <a:moveTo>
                    <a:pt x="0" y="48002"/>
                  </a:moveTo>
                  <a:lnTo>
                    <a:pt x="2229" y="54894"/>
                  </a:lnTo>
                  <a:lnTo>
                    <a:pt x="4755" y="61682"/>
                  </a:lnTo>
                  <a:lnTo>
                    <a:pt x="7573" y="68355"/>
                  </a:lnTo>
                  <a:lnTo>
                    <a:pt x="10678" y="74899"/>
                  </a:lnTo>
                  <a:lnTo>
                    <a:pt x="16012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063117" y="4794382"/>
              <a:ext cx="316599" cy="334333"/>
            </a:xfrm>
            <a:custGeom>
              <a:avLst/>
              <a:pathLst>
                <a:path w="316599" h="334333">
                  <a:moveTo>
                    <a:pt x="0" y="242067"/>
                  </a:moveTo>
                  <a:lnTo>
                    <a:pt x="2449" y="246766"/>
                  </a:lnTo>
                  <a:lnTo>
                    <a:pt x="5045" y="251385"/>
                  </a:lnTo>
                  <a:lnTo>
                    <a:pt x="7787" y="255919"/>
                  </a:lnTo>
                  <a:lnTo>
                    <a:pt x="10671" y="260365"/>
                  </a:lnTo>
                  <a:lnTo>
                    <a:pt x="13695" y="264716"/>
                  </a:lnTo>
                  <a:lnTo>
                    <a:pt x="16855" y="268970"/>
                  </a:lnTo>
                  <a:lnTo>
                    <a:pt x="20148" y="273121"/>
                  </a:lnTo>
                  <a:lnTo>
                    <a:pt x="23571" y="277166"/>
                  </a:lnTo>
                  <a:lnTo>
                    <a:pt x="27121" y="281101"/>
                  </a:lnTo>
                  <a:lnTo>
                    <a:pt x="30793" y="284921"/>
                  </a:lnTo>
                  <a:lnTo>
                    <a:pt x="34585" y="288622"/>
                  </a:lnTo>
                  <a:lnTo>
                    <a:pt x="38492" y="292202"/>
                  </a:lnTo>
                  <a:lnTo>
                    <a:pt x="42511" y="295656"/>
                  </a:lnTo>
                  <a:lnTo>
                    <a:pt x="46637" y="298980"/>
                  </a:lnTo>
                  <a:lnTo>
                    <a:pt x="50867" y="302173"/>
                  </a:lnTo>
                  <a:lnTo>
                    <a:pt x="55195" y="305229"/>
                  </a:lnTo>
                  <a:lnTo>
                    <a:pt x="59618" y="308147"/>
                  </a:lnTo>
                  <a:lnTo>
                    <a:pt x="64132" y="310924"/>
                  </a:lnTo>
                  <a:lnTo>
                    <a:pt x="68731" y="313556"/>
                  </a:lnTo>
                  <a:lnTo>
                    <a:pt x="73411" y="316040"/>
                  </a:lnTo>
                  <a:lnTo>
                    <a:pt x="78168" y="318376"/>
                  </a:lnTo>
                  <a:lnTo>
                    <a:pt x="82996" y="320559"/>
                  </a:lnTo>
                  <a:lnTo>
                    <a:pt x="87891" y="322588"/>
                  </a:lnTo>
                  <a:lnTo>
                    <a:pt x="92848" y="324461"/>
                  </a:lnTo>
                  <a:lnTo>
                    <a:pt x="97862" y="326176"/>
                  </a:lnTo>
                  <a:lnTo>
                    <a:pt x="102928" y="327731"/>
                  </a:lnTo>
                  <a:lnTo>
                    <a:pt x="108040" y="329125"/>
                  </a:lnTo>
                  <a:lnTo>
                    <a:pt x="113194" y="330356"/>
                  </a:lnTo>
                  <a:lnTo>
                    <a:pt x="118385" y="331423"/>
                  </a:lnTo>
                  <a:lnTo>
                    <a:pt x="123606" y="332325"/>
                  </a:lnTo>
                  <a:lnTo>
                    <a:pt x="128854" y="333061"/>
                  </a:lnTo>
                  <a:lnTo>
                    <a:pt x="134122" y="333630"/>
                  </a:lnTo>
                  <a:lnTo>
                    <a:pt x="139406" y="334032"/>
                  </a:lnTo>
                  <a:lnTo>
                    <a:pt x="144700" y="334267"/>
                  </a:lnTo>
                  <a:lnTo>
                    <a:pt x="149998" y="334333"/>
                  </a:lnTo>
                  <a:lnTo>
                    <a:pt x="155296" y="334232"/>
                  </a:lnTo>
                  <a:lnTo>
                    <a:pt x="160589" y="333963"/>
                  </a:lnTo>
                  <a:lnTo>
                    <a:pt x="165869" y="333526"/>
                  </a:lnTo>
                  <a:lnTo>
                    <a:pt x="171134" y="332922"/>
                  </a:lnTo>
                  <a:lnTo>
                    <a:pt x="176377" y="332151"/>
                  </a:lnTo>
                  <a:lnTo>
                    <a:pt x="181592" y="331215"/>
                  </a:lnTo>
                  <a:lnTo>
                    <a:pt x="186776" y="330114"/>
                  </a:lnTo>
                  <a:lnTo>
                    <a:pt x="191921" y="328849"/>
                  </a:lnTo>
                  <a:lnTo>
                    <a:pt x="197024" y="327421"/>
                  </a:lnTo>
                  <a:lnTo>
                    <a:pt x="202080" y="325833"/>
                  </a:lnTo>
                  <a:lnTo>
                    <a:pt x="207082" y="324085"/>
                  </a:lnTo>
                  <a:lnTo>
                    <a:pt x="212027" y="322180"/>
                  </a:lnTo>
                  <a:lnTo>
                    <a:pt x="216908" y="320118"/>
                  </a:lnTo>
                  <a:lnTo>
                    <a:pt x="221722" y="317903"/>
                  </a:lnTo>
                  <a:lnTo>
                    <a:pt x="226463" y="315537"/>
                  </a:lnTo>
                  <a:lnTo>
                    <a:pt x="231127" y="313021"/>
                  </a:lnTo>
                  <a:lnTo>
                    <a:pt x="235709" y="310359"/>
                  </a:lnTo>
                  <a:lnTo>
                    <a:pt x="240204" y="307553"/>
                  </a:lnTo>
                  <a:lnTo>
                    <a:pt x="244608" y="304606"/>
                  </a:lnTo>
                  <a:lnTo>
                    <a:pt x="248916" y="301521"/>
                  </a:lnTo>
                  <a:lnTo>
                    <a:pt x="253125" y="298301"/>
                  </a:lnTo>
                  <a:lnTo>
                    <a:pt x="257229" y="294949"/>
                  </a:lnTo>
                  <a:lnTo>
                    <a:pt x="261225" y="291469"/>
                  </a:lnTo>
                  <a:lnTo>
                    <a:pt x="265108" y="287864"/>
                  </a:lnTo>
                  <a:lnTo>
                    <a:pt x="268876" y="284137"/>
                  </a:lnTo>
                  <a:lnTo>
                    <a:pt x="272523" y="280293"/>
                  </a:lnTo>
                  <a:lnTo>
                    <a:pt x="276047" y="276336"/>
                  </a:lnTo>
                  <a:lnTo>
                    <a:pt x="279443" y="272268"/>
                  </a:lnTo>
                  <a:lnTo>
                    <a:pt x="282709" y="268096"/>
                  </a:lnTo>
                  <a:lnTo>
                    <a:pt x="285841" y="263821"/>
                  </a:lnTo>
                  <a:lnTo>
                    <a:pt x="288836" y="259450"/>
                  </a:lnTo>
                  <a:lnTo>
                    <a:pt x="291691" y="254985"/>
                  </a:lnTo>
                  <a:lnTo>
                    <a:pt x="294403" y="250433"/>
                  </a:lnTo>
                  <a:lnTo>
                    <a:pt x="296969" y="245797"/>
                  </a:lnTo>
                  <a:lnTo>
                    <a:pt x="299387" y="241082"/>
                  </a:lnTo>
                  <a:lnTo>
                    <a:pt x="301654" y="236292"/>
                  </a:lnTo>
                  <a:lnTo>
                    <a:pt x="303769" y="231434"/>
                  </a:lnTo>
                  <a:lnTo>
                    <a:pt x="305728" y="226510"/>
                  </a:lnTo>
                  <a:lnTo>
                    <a:pt x="307531" y="221527"/>
                  </a:lnTo>
                  <a:lnTo>
                    <a:pt x="309174" y="216489"/>
                  </a:lnTo>
                  <a:lnTo>
                    <a:pt x="310657" y="211402"/>
                  </a:lnTo>
                  <a:lnTo>
                    <a:pt x="311978" y="206270"/>
                  </a:lnTo>
                  <a:lnTo>
                    <a:pt x="313136" y="201099"/>
                  </a:lnTo>
                  <a:lnTo>
                    <a:pt x="314129" y="195894"/>
                  </a:lnTo>
                  <a:lnTo>
                    <a:pt x="314957" y="190660"/>
                  </a:lnTo>
                  <a:lnTo>
                    <a:pt x="315618" y="185403"/>
                  </a:lnTo>
                  <a:lnTo>
                    <a:pt x="316113" y="180127"/>
                  </a:lnTo>
                  <a:lnTo>
                    <a:pt x="316440" y="174838"/>
                  </a:lnTo>
                  <a:lnTo>
                    <a:pt x="316599" y="169542"/>
                  </a:lnTo>
                  <a:lnTo>
                    <a:pt x="316590" y="164243"/>
                  </a:lnTo>
                  <a:lnTo>
                    <a:pt x="316414" y="158947"/>
                  </a:lnTo>
                  <a:lnTo>
                    <a:pt x="316069" y="153659"/>
                  </a:lnTo>
                  <a:lnTo>
                    <a:pt x="315557" y="148385"/>
                  </a:lnTo>
                  <a:lnTo>
                    <a:pt x="314879" y="143129"/>
                  </a:lnTo>
                  <a:lnTo>
                    <a:pt x="314034" y="137898"/>
                  </a:lnTo>
                  <a:lnTo>
                    <a:pt x="313023" y="132696"/>
                  </a:lnTo>
                  <a:lnTo>
                    <a:pt x="311849" y="127529"/>
                  </a:lnTo>
                  <a:lnTo>
                    <a:pt x="310511" y="122402"/>
                  </a:lnTo>
                  <a:lnTo>
                    <a:pt x="309011" y="117319"/>
                  </a:lnTo>
                  <a:lnTo>
                    <a:pt x="307351" y="112287"/>
                  </a:lnTo>
                  <a:lnTo>
                    <a:pt x="305532" y="107310"/>
                  </a:lnTo>
                  <a:lnTo>
                    <a:pt x="303557" y="102393"/>
                  </a:lnTo>
                  <a:lnTo>
                    <a:pt x="301426" y="97541"/>
                  </a:lnTo>
                  <a:lnTo>
                    <a:pt x="299143" y="92759"/>
                  </a:lnTo>
                  <a:lnTo>
                    <a:pt x="296710" y="88052"/>
                  </a:lnTo>
                  <a:lnTo>
                    <a:pt x="294128" y="83425"/>
                  </a:lnTo>
                  <a:lnTo>
                    <a:pt x="291401" y="78881"/>
                  </a:lnTo>
                  <a:lnTo>
                    <a:pt x="288532" y="74426"/>
                  </a:lnTo>
                  <a:lnTo>
                    <a:pt x="285522" y="70065"/>
                  </a:lnTo>
                  <a:lnTo>
                    <a:pt x="282376" y="65801"/>
                  </a:lnTo>
                  <a:lnTo>
                    <a:pt x="279097" y="61638"/>
                  </a:lnTo>
                  <a:lnTo>
                    <a:pt x="275687" y="57582"/>
                  </a:lnTo>
                  <a:lnTo>
                    <a:pt x="272150" y="53636"/>
                  </a:lnTo>
                  <a:lnTo>
                    <a:pt x="268490" y="49804"/>
                  </a:lnTo>
                  <a:lnTo>
                    <a:pt x="264711" y="46090"/>
                  </a:lnTo>
                  <a:lnTo>
                    <a:pt x="260815" y="42498"/>
                  </a:lnTo>
                  <a:lnTo>
                    <a:pt x="256808" y="39031"/>
                  </a:lnTo>
                  <a:lnTo>
                    <a:pt x="252693" y="35692"/>
                  </a:lnTo>
                  <a:lnTo>
                    <a:pt x="248474" y="32486"/>
                  </a:lnTo>
                  <a:lnTo>
                    <a:pt x="244156" y="29415"/>
                  </a:lnTo>
                  <a:lnTo>
                    <a:pt x="239742" y="26483"/>
                  </a:lnTo>
                  <a:lnTo>
                    <a:pt x="235238" y="23692"/>
                  </a:lnTo>
                  <a:lnTo>
                    <a:pt x="230647" y="21045"/>
                  </a:lnTo>
                  <a:lnTo>
                    <a:pt x="225975" y="18544"/>
                  </a:lnTo>
                  <a:lnTo>
                    <a:pt x="221226" y="16194"/>
                  </a:lnTo>
                  <a:lnTo>
                    <a:pt x="216405" y="13995"/>
                  </a:lnTo>
                  <a:lnTo>
                    <a:pt x="211516" y="11949"/>
                  </a:lnTo>
                  <a:lnTo>
                    <a:pt x="206566" y="10060"/>
                  </a:lnTo>
                  <a:lnTo>
                    <a:pt x="201558" y="8329"/>
                  </a:lnTo>
                  <a:lnTo>
                    <a:pt x="196497" y="6757"/>
                  </a:lnTo>
                  <a:lnTo>
                    <a:pt x="191389" y="5346"/>
                  </a:lnTo>
                  <a:lnTo>
                    <a:pt x="186239" y="4098"/>
                  </a:lnTo>
                  <a:lnTo>
                    <a:pt x="181052" y="3014"/>
                  </a:lnTo>
                  <a:lnTo>
                    <a:pt x="175834" y="2095"/>
                  </a:lnTo>
                  <a:lnTo>
                    <a:pt x="170589" y="1342"/>
                  </a:lnTo>
                  <a:lnTo>
                    <a:pt x="165322" y="755"/>
                  </a:lnTo>
                  <a:lnTo>
                    <a:pt x="160040" y="335"/>
                  </a:lnTo>
                  <a:lnTo>
                    <a:pt x="154747" y="83"/>
                  </a:lnTo>
                  <a:lnTo>
                    <a:pt x="149449" y="0"/>
                  </a:lnTo>
                  <a:lnTo>
                    <a:pt x="1494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3628467" y="5103947"/>
              <a:ext cx="620" cy="167167"/>
            </a:xfrm>
            <a:custGeom>
              <a:avLst/>
              <a:pathLst>
                <a:path w="620" h="167167">
                  <a:moveTo>
                    <a:pt x="620" y="0"/>
                  </a:moveTo>
                  <a:lnTo>
                    <a:pt x="0" y="1"/>
                  </a:lnTo>
                  <a:lnTo>
                    <a:pt x="62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3628467" y="5103948"/>
              <a:ext cx="620" cy="167166"/>
            </a:xfrm>
            <a:custGeom>
              <a:avLst/>
              <a:pathLst>
                <a:path w="620" h="167166">
                  <a:moveTo>
                    <a:pt x="0" y="0"/>
                  </a:moveTo>
                  <a:lnTo>
                    <a:pt x="620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3628467" y="5103948"/>
              <a:ext cx="620" cy="167166"/>
            </a:xfrm>
            <a:custGeom>
              <a:avLst/>
              <a:pathLst>
                <a:path w="620" h="167166">
                  <a:moveTo>
                    <a:pt x="0" y="0"/>
                  </a:moveTo>
                  <a:lnTo>
                    <a:pt x="620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3628467" y="5103948"/>
              <a:ext cx="620" cy="167166"/>
            </a:xfrm>
            <a:custGeom>
              <a:avLst/>
              <a:pathLst>
                <a:path w="620" h="167166">
                  <a:moveTo>
                    <a:pt x="0" y="0"/>
                  </a:moveTo>
                  <a:lnTo>
                    <a:pt x="620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3628467" y="5103948"/>
              <a:ext cx="620" cy="167166"/>
            </a:xfrm>
            <a:custGeom>
              <a:avLst/>
              <a:pathLst>
                <a:path w="620" h="167166">
                  <a:moveTo>
                    <a:pt x="0" y="0"/>
                  </a:moveTo>
                  <a:lnTo>
                    <a:pt x="620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3628467" y="5103948"/>
              <a:ext cx="620" cy="167166"/>
            </a:xfrm>
            <a:custGeom>
              <a:avLst/>
              <a:pathLst>
                <a:path w="620" h="167166">
                  <a:moveTo>
                    <a:pt x="0" y="0"/>
                  </a:moveTo>
                  <a:lnTo>
                    <a:pt x="620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3628467" y="5103948"/>
              <a:ext cx="620" cy="167166"/>
            </a:xfrm>
            <a:custGeom>
              <a:avLst/>
              <a:pathLst>
                <a:path w="620" h="167166">
                  <a:moveTo>
                    <a:pt x="0" y="0"/>
                  </a:moveTo>
                  <a:lnTo>
                    <a:pt x="620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3628467" y="5103948"/>
              <a:ext cx="620" cy="167166"/>
            </a:xfrm>
            <a:custGeom>
              <a:avLst/>
              <a:pathLst>
                <a:path w="620" h="167166">
                  <a:moveTo>
                    <a:pt x="0" y="0"/>
                  </a:moveTo>
                  <a:lnTo>
                    <a:pt x="620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3628467" y="5103948"/>
              <a:ext cx="620" cy="167166"/>
            </a:xfrm>
            <a:custGeom>
              <a:avLst/>
              <a:pathLst>
                <a:path w="620" h="167166">
                  <a:moveTo>
                    <a:pt x="0" y="0"/>
                  </a:moveTo>
                  <a:lnTo>
                    <a:pt x="620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3461939" y="5103948"/>
              <a:ext cx="334313" cy="334331"/>
            </a:xfrm>
            <a:custGeom>
              <a:avLst/>
              <a:pathLst>
                <a:path w="334313" h="334331">
                  <a:moveTo>
                    <a:pt x="166528" y="0"/>
                  </a:moveTo>
                  <a:lnTo>
                    <a:pt x="161240" y="103"/>
                  </a:lnTo>
                  <a:lnTo>
                    <a:pt x="155958" y="373"/>
                  </a:lnTo>
                  <a:lnTo>
                    <a:pt x="150687" y="811"/>
                  </a:lnTo>
                  <a:lnTo>
                    <a:pt x="145433" y="1415"/>
                  </a:lnTo>
                  <a:lnTo>
                    <a:pt x="140200" y="2185"/>
                  </a:lnTo>
                  <a:lnTo>
                    <a:pt x="134995" y="3120"/>
                  </a:lnTo>
                  <a:lnTo>
                    <a:pt x="129821" y="4219"/>
                  </a:lnTo>
                  <a:lnTo>
                    <a:pt x="124685" y="5481"/>
                  </a:lnTo>
                  <a:lnTo>
                    <a:pt x="119592" y="6906"/>
                  </a:lnTo>
                  <a:lnTo>
                    <a:pt x="114546" y="8490"/>
                  </a:lnTo>
                  <a:lnTo>
                    <a:pt x="109553" y="10234"/>
                  </a:lnTo>
                  <a:lnTo>
                    <a:pt x="104617" y="12134"/>
                  </a:lnTo>
                  <a:lnTo>
                    <a:pt x="99744" y="14190"/>
                  </a:lnTo>
                  <a:lnTo>
                    <a:pt x="94938" y="16399"/>
                  </a:lnTo>
                  <a:lnTo>
                    <a:pt x="90205" y="18759"/>
                  </a:lnTo>
                  <a:lnTo>
                    <a:pt x="85549" y="21267"/>
                  </a:lnTo>
                  <a:lnTo>
                    <a:pt x="80974" y="23921"/>
                  </a:lnTo>
                  <a:lnTo>
                    <a:pt x="76486" y="26719"/>
                  </a:lnTo>
                  <a:lnTo>
                    <a:pt x="72089" y="29657"/>
                  </a:lnTo>
                  <a:lnTo>
                    <a:pt x="67786" y="32733"/>
                  </a:lnTo>
                  <a:lnTo>
                    <a:pt x="63583" y="35944"/>
                  </a:lnTo>
                  <a:lnTo>
                    <a:pt x="59484" y="39286"/>
                  </a:lnTo>
                  <a:lnTo>
                    <a:pt x="55493" y="42756"/>
                  </a:lnTo>
                  <a:lnTo>
                    <a:pt x="51613" y="46350"/>
                  </a:lnTo>
                  <a:lnTo>
                    <a:pt x="47849" y="50065"/>
                  </a:lnTo>
                  <a:lnTo>
                    <a:pt x="44204" y="53898"/>
                  </a:lnTo>
                  <a:lnTo>
                    <a:pt x="40682" y="57844"/>
                  </a:lnTo>
                  <a:lnTo>
                    <a:pt x="37287" y="61899"/>
                  </a:lnTo>
                  <a:lnTo>
                    <a:pt x="34022" y="66060"/>
                  </a:lnTo>
                  <a:lnTo>
                    <a:pt x="30891" y="70322"/>
                  </a:lnTo>
                  <a:lnTo>
                    <a:pt x="27895" y="74681"/>
                  </a:lnTo>
                  <a:lnTo>
                    <a:pt x="25039" y="79132"/>
                  </a:lnTo>
                  <a:lnTo>
                    <a:pt x="22325" y="83672"/>
                  </a:lnTo>
                  <a:lnTo>
                    <a:pt x="19757" y="88295"/>
                  </a:lnTo>
                  <a:lnTo>
                    <a:pt x="17335" y="92997"/>
                  </a:lnTo>
                  <a:lnTo>
                    <a:pt x="15064" y="97773"/>
                  </a:lnTo>
                  <a:lnTo>
                    <a:pt x="12945" y="102619"/>
                  </a:lnTo>
                  <a:lnTo>
                    <a:pt x="10980" y="107529"/>
                  </a:lnTo>
                  <a:lnTo>
                    <a:pt x="9172" y="112500"/>
                  </a:lnTo>
                  <a:lnTo>
                    <a:pt x="7522" y="117524"/>
                  </a:lnTo>
                  <a:lnTo>
                    <a:pt x="6031" y="122599"/>
                  </a:lnTo>
                  <a:lnTo>
                    <a:pt x="4702" y="127718"/>
                  </a:lnTo>
                  <a:lnTo>
                    <a:pt x="3535" y="132877"/>
                  </a:lnTo>
                  <a:lnTo>
                    <a:pt x="2533" y="138070"/>
                  </a:lnTo>
                  <a:lnTo>
                    <a:pt x="1695" y="143292"/>
                  </a:lnTo>
                  <a:lnTo>
                    <a:pt x="1022" y="148538"/>
                  </a:lnTo>
                  <a:lnTo>
                    <a:pt x="516" y="153802"/>
                  </a:lnTo>
                  <a:lnTo>
                    <a:pt x="177" y="159080"/>
                  </a:lnTo>
                  <a:lnTo>
                    <a:pt x="4" y="164366"/>
                  </a:lnTo>
                  <a:lnTo>
                    <a:pt x="0" y="169655"/>
                  </a:lnTo>
                  <a:lnTo>
                    <a:pt x="162" y="174941"/>
                  </a:lnTo>
                  <a:lnTo>
                    <a:pt x="491" y="180220"/>
                  </a:lnTo>
                  <a:lnTo>
                    <a:pt x="988" y="185486"/>
                  </a:lnTo>
                  <a:lnTo>
                    <a:pt x="1651" y="190733"/>
                  </a:lnTo>
                  <a:lnTo>
                    <a:pt x="2479" y="195956"/>
                  </a:lnTo>
                  <a:lnTo>
                    <a:pt x="3472" y="201151"/>
                  </a:lnTo>
                  <a:lnTo>
                    <a:pt x="4629" y="206312"/>
                  </a:lnTo>
                  <a:lnTo>
                    <a:pt x="5949" y="211433"/>
                  </a:lnTo>
                  <a:lnTo>
                    <a:pt x="7430" y="216511"/>
                  </a:lnTo>
                  <a:lnTo>
                    <a:pt x="9071" y="221539"/>
                  </a:lnTo>
                  <a:lnTo>
                    <a:pt x="10870" y="226512"/>
                  </a:lnTo>
                  <a:lnTo>
                    <a:pt x="12825" y="231426"/>
                  </a:lnTo>
                  <a:lnTo>
                    <a:pt x="14936" y="236276"/>
                  </a:lnTo>
                  <a:lnTo>
                    <a:pt x="17198" y="241056"/>
                  </a:lnTo>
                  <a:lnTo>
                    <a:pt x="19610" y="245763"/>
                  </a:lnTo>
                  <a:lnTo>
                    <a:pt x="22171" y="250391"/>
                  </a:lnTo>
                  <a:lnTo>
                    <a:pt x="24876" y="254935"/>
                  </a:lnTo>
                  <a:lnTo>
                    <a:pt x="27724" y="259392"/>
                  </a:lnTo>
                  <a:lnTo>
                    <a:pt x="30711" y="263757"/>
                  </a:lnTo>
                  <a:lnTo>
                    <a:pt x="33835" y="268024"/>
                  </a:lnTo>
                  <a:lnTo>
                    <a:pt x="37092" y="272191"/>
                  </a:lnTo>
                  <a:lnTo>
                    <a:pt x="40480" y="276253"/>
                  </a:lnTo>
                  <a:lnTo>
                    <a:pt x="43994" y="280205"/>
                  </a:lnTo>
                  <a:lnTo>
                    <a:pt x="47631" y="284045"/>
                  </a:lnTo>
                  <a:lnTo>
                    <a:pt x="51389" y="287767"/>
                  </a:lnTo>
                  <a:lnTo>
                    <a:pt x="55262" y="291368"/>
                  </a:lnTo>
                  <a:lnTo>
                    <a:pt x="59247" y="294846"/>
                  </a:lnTo>
                  <a:lnTo>
                    <a:pt x="63340" y="298195"/>
                  </a:lnTo>
                  <a:lnTo>
                    <a:pt x="67537" y="301414"/>
                  </a:lnTo>
                  <a:lnTo>
                    <a:pt x="71833" y="304498"/>
                  </a:lnTo>
                  <a:lnTo>
                    <a:pt x="76225" y="307444"/>
                  </a:lnTo>
                  <a:lnTo>
                    <a:pt x="80709" y="310250"/>
                  </a:lnTo>
                  <a:lnTo>
                    <a:pt x="85278" y="312913"/>
                  </a:lnTo>
                  <a:lnTo>
                    <a:pt x="89930" y="315430"/>
                  </a:lnTo>
                  <a:lnTo>
                    <a:pt x="94659" y="317798"/>
                  </a:lnTo>
                  <a:lnTo>
                    <a:pt x="99460" y="320016"/>
                  </a:lnTo>
                  <a:lnTo>
                    <a:pt x="104329" y="322081"/>
                  </a:lnTo>
                  <a:lnTo>
                    <a:pt x="109261" y="323991"/>
                  </a:lnTo>
                  <a:lnTo>
                    <a:pt x="114251" y="325743"/>
                  </a:lnTo>
                  <a:lnTo>
                    <a:pt x="119294" y="327337"/>
                  </a:lnTo>
                  <a:lnTo>
                    <a:pt x="124385" y="328771"/>
                  </a:lnTo>
                  <a:lnTo>
                    <a:pt x="129519" y="330043"/>
                  </a:lnTo>
                  <a:lnTo>
                    <a:pt x="134690" y="331152"/>
                  </a:lnTo>
                  <a:lnTo>
                    <a:pt x="139894" y="332097"/>
                  </a:lnTo>
                  <a:lnTo>
                    <a:pt x="145125" y="332876"/>
                  </a:lnTo>
                  <a:lnTo>
                    <a:pt x="150378" y="333490"/>
                  </a:lnTo>
                  <a:lnTo>
                    <a:pt x="155648" y="333937"/>
                  </a:lnTo>
                  <a:lnTo>
                    <a:pt x="160929" y="334218"/>
                  </a:lnTo>
                  <a:lnTo>
                    <a:pt x="166217" y="334331"/>
                  </a:lnTo>
                  <a:lnTo>
                    <a:pt x="171506" y="334276"/>
                  </a:lnTo>
                  <a:lnTo>
                    <a:pt x="176790" y="334055"/>
                  </a:lnTo>
                  <a:lnTo>
                    <a:pt x="182064" y="333666"/>
                  </a:lnTo>
                  <a:lnTo>
                    <a:pt x="187324" y="333111"/>
                  </a:lnTo>
                  <a:lnTo>
                    <a:pt x="192564" y="332390"/>
                  </a:lnTo>
                  <a:lnTo>
                    <a:pt x="197778" y="331503"/>
                  </a:lnTo>
                  <a:lnTo>
                    <a:pt x="202961" y="330452"/>
                  </a:lnTo>
                  <a:lnTo>
                    <a:pt x="208108" y="329237"/>
                  </a:lnTo>
                  <a:lnTo>
                    <a:pt x="213215" y="327861"/>
                  </a:lnTo>
                  <a:lnTo>
                    <a:pt x="218275" y="326323"/>
                  </a:lnTo>
                  <a:lnTo>
                    <a:pt x="223285" y="324626"/>
                  </a:lnTo>
                  <a:lnTo>
                    <a:pt x="228238" y="322771"/>
                  </a:lnTo>
                  <a:lnTo>
                    <a:pt x="233129" y="320761"/>
                  </a:lnTo>
                  <a:lnTo>
                    <a:pt x="237955" y="318597"/>
                  </a:lnTo>
                  <a:lnTo>
                    <a:pt x="242710" y="316281"/>
                  </a:lnTo>
                  <a:lnTo>
                    <a:pt x="247390" y="313816"/>
                  </a:lnTo>
                  <a:lnTo>
                    <a:pt x="251989" y="311204"/>
                  </a:lnTo>
                  <a:lnTo>
                    <a:pt x="256503" y="308448"/>
                  </a:lnTo>
                  <a:lnTo>
                    <a:pt x="260927" y="305551"/>
                  </a:lnTo>
                  <a:lnTo>
                    <a:pt x="265258" y="302515"/>
                  </a:lnTo>
                  <a:lnTo>
                    <a:pt x="269491" y="299344"/>
                  </a:lnTo>
                  <a:lnTo>
                    <a:pt x="273621" y="296040"/>
                  </a:lnTo>
                  <a:lnTo>
                    <a:pt x="277644" y="292607"/>
                  </a:lnTo>
                  <a:lnTo>
                    <a:pt x="281557" y="289049"/>
                  </a:lnTo>
                  <a:lnTo>
                    <a:pt x="285356" y="285369"/>
                  </a:lnTo>
                  <a:lnTo>
                    <a:pt x="289036" y="281570"/>
                  </a:lnTo>
                  <a:lnTo>
                    <a:pt x="292594" y="277657"/>
                  </a:lnTo>
                  <a:lnTo>
                    <a:pt x="296026" y="273634"/>
                  </a:lnTo>
                  <a:lnTo>
                    <a:pt x="299330" y="269503"/>
                  </a:lnTo>
                  <a:lnTo>
                    <a:pt x="302501" y="265271"/>
                  </a:lnTo>
                  <a:lnTo>
                    <a:pt x="305537" y="260940"/>
                  </a:lnTo>
                  <a:lnTo>
                    <a:pt x="308434" y="256515"/>
                  </a:lnTo>
                  <a:lnTo>
                    <a:pt x="311190" y="252001"/>
                  </a:lnTo>
                  <a:lnTo>
                    <a:pt x="313801" y="247402"/>
                  </a:lnTo>
                  <a:lnTo>
                    <a:pt x="316266" y="242723"/>
                  </a:lnTo>
                  <a:lnTo>
                    <a:pt x="318582" y="237967"/>
                  </a:lnTo>
                  <a:lnTo>
                    <a:pt x="320746" y="233142"/>
                  </a:lnTo>
                  <a:lnTo>
                    <a:pt x="322756" y="228250"/>
                  </a:lnTo>
                  <a:lnTo>
                    <a:pt x="324610" y="223297"/>
                  </a:lnTo>
                  <a:lnTo>
                    <a:pt x="326307" y="218287"/>
                  </a:lnTo>
                  <a:lnTo>
                    <a:pt x="327845" y="213227"/>
                  </a:lnTo>
                  <a:lnTo>
                    <a:pt x="329221" y="208120"/>
                  </a:lnTo>
                  <a:lnTo>
                    <a:pt x="330436" y="202973"/>
                  </a:lnTo>
                  <a:lnTo>
                    <a:pt x="331487" y="197789"/>
                  </a:lnTo>
                  <a:lnTo>
                    <a:pt x="332373" y="192575"/>
                  </a:lnTo>
                  <a:lnTo>
                    <a:pt x="333095" y="187336"/>
                  </a:lnTo>
                  <a:lnTo>
                    <a:pt x="333650" y="182076"/>
                  </a:lnTo>
                  <a:lnTo>
                    <a:pt x="334038" y="176802"/>
                  </a:lnTo>
                  <a:lnTo>
                    <a:pt x="334259" y="171517"/>
                  </a:lnTo>
                  <a:lnTo>
                    <a:pt x="334313" y="166229"/>
                  </a:lnTo>
                  <a:lnTo>
                    <a:pt x="334200" y="160941"/>
                  </a:lnTo>
                  <a:lnTo>
                    <a:pt x="333919" y="155660"/>
                  </a:lnTo>
                  <a:lnTo>
                    <a:pt x="333472" y="150390"/>
                  </a:lnTo>
                  <a:lnTo>
                    <a:pt x="332858" y="145137"/>
                  </a:lnTo>
                  <a:lnTo>
                    <a:pt x="332078" y="139906"/>
                  </a:lnTo>
                  <a:lnTo>
                    <a:pt x="331133" y="134702"/>
                  </a:lnTo>
                  <a:lnTo>
                    <a:pt x="330024" y="129530"/>
                  </a:lnTo>
                  <a:lnTo>
                    <a:pt x="328752" y="124397"/>
                  </a:lnTo>
                  <a:lnTo>
                    <a:pt x="327318" y="119306"/>
                  </a:lnTo>
                  <a:lnTo>
                    <a:pt x="325724" y="114263"/>
                  </a:lnTo>
                  <a:lnTo>
                    <a:pt x="323971" y="109273"/>
                  </a:lnTo>
                  <a:lnTo>
                    <a:pt x="322061" y="104341"/>
                  </a:lnTo>
                  <a:lnTo>
                    <a:pt x="319996" y="99472"/>
                  </a:lnTo>
                  <a:lnTo>
                    <a:pt x="317779" y="94671"/>
                  </a:lnTo>
                  <a:lnTo>
                    <a:pt x="315410" y="89942"/>
                  </a:lnTo>
                  <a:lnTo>
                    <a:pt x="312893" y="85291"/>
                  </a:lnTo>
                  <a:lnTo>
                    <a:pt x="310230" y="80721"/>
                  </a:lnTo>
                  <a:lnTo>
                    <a:pt x="307423" y="76238"/>
                  </a:lnTo>
                  <a:lnTo>
                    <a:pt x="304477" y="71846"/>
                  </a:lnTo>
                  <a:lnTo>
                    <a:pt x="301393" y="67549"/>
                  </a:lnTo>
                  <a:lnTo>
                    <a:pt x="298174" y="63353"/>
                  </a:lnTo>
                  <a:lnTo>
                    <a:pt x="294825" y="59260"/>
                  </a:lnTo>
                  <a:lnTo>
                    <a:pt x="291347" y="55275"/>
                  </a:lnTo>
                  <a:lnTo>
                    <a:pt x="287746" y="51402"/>
                  </a:lnTo>
                  <a:lnTo>
                    <a:pt x="284023" y="47645"/>
                  </a:lnTo>
                  <a:lnTo>
                    <a:pt x="280184" y="44007"/>
                  </a:lnTo>
                  <a:lnTo>
                    <a:pt x="276231" y="40493"/>
                  </a:lnTo>
                  <a:lnTo>
                    <a:pt x="272169" y="37106"/>
                  </a:lnTo>
                  <a:lnTo>
                    <a:pt x="268002" y="33849"/>
                  </a:lnTo>
                  <a:lnTo>
                    <a:pt x="263734" y="30725"/>
                  </a:lnTo>
                  <a:lnTo>
                    <a:pt x="259370" y="27738"/>
                  </a:lnTo>
                  <a:lnTo>
                    <a:pt x="254913" y="24890"/>
                  </a:lnTo>
                  <a:lnTo>
                    <a:pt x="250368" y="22185"/>
                  </a:lnTo>
                  <a:lnTo>
                    <a:pt x="245740" y="19625"/>
                  </a:lnTo>
                  <a:lnTo>
                    <a:pt x="241034" y="17213"/>
                  </a:lnTo>
                  <a:lnTo>
                    <a:pt x="236253" y="14951"/>
                  </a:lnTo>
                  <a:lnTo>
                    <a:pt x="231403" y="12841"/>
                  </a:lnTo>
                  <a:lnTo>
                    <a:pt x="226489" y="10885"/>
                  </a:lnTo>
                  <a:lnTo>
                    <a:pt x="221516" y="9086"/>
                  </a:lnTo>
                  <a:lnTo>
                    <a:pt x="216488" y="7445"/>
                  </a:lnTo>
                  <a:lnTo>
                    <a:pt x="167148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3629088" y="5103947"/>
              <a:ext cx="49339" cy="167167"/>
            </a:xfrm>
            <a:custGeom>
              <a:avLst/>
              <a:pathLst>
                <a:path w="49339" h="167167">
                  <a:moveTo>
                    <a:pt x="49339" y="7447"/>
                  </a:moveTo>
                  <a:lnTo>
                    <a:pt x="43324" y="5711"/>
                  </a:lnTo>
                  <a:lnTo>
                    <a:pt x="37248" y="4202"/>
                  </a:lnTo>
                  <a:lnTo>
                    <a:pt x="31120" y="2922"/>
                  </a:lnTo>
                  <a:lnTo>
                    <a:pt x="24949" y="1872"/>
                  </a:lnTo>
                  <a:lnTo>
                    <a:pt x="18742" y="1054"/>
                  </a:lnTo>
                  <a:lnTo>
                    <a:pt x="12509" y="468"/>
                  </a:lnTo>
                  <a:lnTo>
                    <a:pt x="6259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3938729" y="5309273"/>
              <a:ext cx="167164" cy="230960"/>
            </a:xfrm>
            <a:custGeom>
              <a:avLst/>
              <a:pathLst>
                <a:path w="167164" h="230960">
                  <a:moveTo>
                    <a:pt x="167164" y="0"/>
                  </a:moveTo>
                  <a:lnTo>
                    <a:pt x="161788" y="86"/>
                  </a:lnTo>
                  <a:lnTo>
                    <a:pt x="156416" y="345"/>
                  </a:lnTo>
                  <a:lnTo>
                    <a:pt x="151056" y="777"/>
                  </a:lnTo>
                  <a:lnTo>
                    <a:pt x="145713" y="1382"/>
                  </a:lnTo>
                  <a:lnTo>
                    <a:pt x="140392" y="2157"/>
                  </a:lnTo>
                  <a:lnTo>
                    <a:pt x="135098" y="3104"/>
                  </a:lnTo>
                  <a:lnTo>
                    <a:pt x="129838" y="4220"/>
                  </a:lnTo>
                  <a:lnTo>
                    <a:pt x="124616" y="5505"/>
                  </a:lnTo>
                  <a:lnTo>
                    <a:pt x="119439" y="6957"/>
                  </a:lnTo>
                  <a:lnTo>
                    <a:pt x="114310" y="8575"/>
                  </a:lnTo>
                  <a:lnTo>
                    <a:pt x="109237" y="10357"/>
                  </a:lnTo>
                  <a:lnTo>
                    <a:pt x="104223" y="12301"/>
                  </a:lnTo>
                  <a:lnTo>
                    <a:pt x="99275" y="14406"/>
                  </a:lnTo>
                  <a:lnTo>
                    <a:pt x="94396" y="16669"/>
                  </a:lnTo>
                  <a:lnTo>
                    <a:pt x="89593" y="19087"/>
                  </a:lnTo>
                  <a:lnTo>
                    <a:pt x="84871" y="21659"/>
                  </a:lnTo>
                  <a:lnTo>
                    <a:pt x="80233" y="24381"/>
                  </a:lnTo>
                  <a:lnTo>
                    <a:pt x="75686" y="27251"/>
                  </a:lnTo>
                  <a:lnTo>
                    <a:pt x="71233" y="30265"/>
                  </a:lnTo>
                  <a:lnTo>
                    <a:pt x="66879" y="33422"/>
                  </a:lnTo>
                  <a:lnTo>
                    <a:pt x="62629" y="36716"/>
                  </a:lnTo>
                  <a:lnTo>
                    <a:pt x="58487" y="40146"/>
                  </a:lnTo>
                  <a:lnTo>
                    <a:pt x="54458" y="43707"/>
                  </a:lnTo>
                  <a:lnTo>
                    <a:pt x="50546" y="47396"/>
                  </a:lnTo>
                  <a:lnTo>
                    <a:pt x="46754" y="51209"/>
                  </a:lnTo>
                  <a:lnTo>
                    <a:pt x="43086" y="55142"/>
                  </a:lnTo>
                  <a:lnTo>
                    <a:pt x="39547" y="59191"/>
                  </a:lnTo>
                  <a:lnTo>
                    <a:pt x="36140" y="63351"/>
                  </a:lnTo>
                  <a:lnTo>
                    <a:pt x="32869" y="67619"/>
                  </a:lnTo>
                  <a:lnTo>
                    <a:pt x="29737" y="71990"/>
                  </a:lnTo>
                  <a:lnTo>
                    <a:pt x="26747" y="76460"/>
                  </a:lnTo>
                  <a:lnTo>
                    <a:pt x="23902" y="81023"/>
                  </a:lnTo>
                  <a:lnTo>
                    <a:pt x="21205" y="85676"/>
                  </a:lnTo>
                  <a:lnTo>
                    <a:pt x="18660" y="90412"/>
                  </a:lnTo>
                  <a:lnTo>
                    <a:pt x="16268" y="95229"/>
                  </a:lnTo>
                  <a:lnTo>
                    <a:pt x="14032" y="100119"/>
                  </a:lnTo>
                  <a:lnTo>
                    <a:pt x="11955" y="105079"/>
                  </a:lnTo>
                  <a:lnTo>
                    <a:pt x="10038" y="110103"/>
                  </a:lnTo>
                  <a:lnTo>
                    <a:pt x="8284" y="115187"/>
                  </a:lnTo>
                  <a:lnTo>
                    <a:pt x="6694" y="120324"/>
                  </a:lnTo>
                  <a:lnTo>
                    <a:pt x="5271" y="125509"/>
                  </a:lnTo>
                  <a:lnTo>
                    <a:pt x="4014" y="130738"/>
                  </a:lnTo>
                  <a:lnTo>
                    <a:pt x="2927" y="136005"/>
                  </a:lnTo>
                  <a:lnTo>
                    <a:pt x="2010" y="141303"/>
                  </a:lnTo>
                  <a:lnTo>
                    <a:pt x="1263" y="146629"/>
                  </a:lnTo>
                  <a:lnTo>
                    <a:pt x="689" y="151975"/>
                  </a:lnTo>
                  <a:lnTo>
                    <a:pt x="286" y="157338"/>
                  </a:lnTo>
                  <a:lnTo>
                    <a:pt x="56" y="162710"/>
                  </a:lnTo>
                  <a:lnTo>
                    <a:pt x="0" y="168087"/>
                  </a:lnTo>
                  <a:lnTo>
                    <a:pt x="116" y="173463"/>
                  </a:lnTo>
                  <a:lnTo>
                    <a:pt x="405" y="178833"/>
                  </a:lnTo>
                  <a:lnTo>
                    <a:pt x="866" y="184191"/>
                  </a:lnTo>
                  <a:lnTo>
                    <a:pt x="1500" y="189531"/>
                  </a:lnTo>
                  <a:lnTo>
                    <a:pt x="2305" y="194848"/>
                  </a:lnTo>
                  <a:lnTo>
                    <a:pt x="3280" y="200136"/>
                  </a:lnTo>
                  <a:lnTo>
                    <a:pt x="4425" y="205390"/>
                  </a:lnTo>
                  <a:lnTo>
                    <a:pt x="5739" y="210604"/>
                  </a:lnTo>
                  <a:lnTo>
                    <a:pt x="7220" y="215774"/>
                  </a:lnTo>
                  <a:lnTo>
                    <a:pt x="8866" y="220893"/>
                  </a:lnTo>
                  <a:lnTo>
                    <a:pt x="10676" y="225957"/>
                  </a:lnTo>
                  <a:lnTo>
                    <a:pt x="12648" y="23096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3951378" y="5309273"/>
              <a:ext cx="321667" cy="334333"/>
            </a:xfrm>
            <a:custGeom>
              <a:avLst/>
              <a:pathLst>
                <a:path w="321667" h="334333">
                  <a:moveTo>
                    <a:pt x="0" y="230960"/>
                  </a:moveTo>
                  <a:lnTo>
                    <a:pt x="2104" y="235836"/>
                  </a:lnTo>
                  <a:lnTo>
                    <a:pt x="4362" y="240643"/>
                  </a:lnTo>
                  <a:lnTo>
                    <a:pt x="6772" y="245375"/>
                  </a:lnTo>
                  <a:lnTo>
                    <a:pt x="9331" y="250029"/>
                  </a:lnTo>
                  <a:lnTo>
                    <a:pt x="12036" y="254599"/>
                  </a:lnTo>
                  <a:lnTo>
                    <a:pt x="14885" y="259081"/>
                  </a:lnTo>
                  <a:lnTo>
                    <a:pt x="17876" y="263470"/>
                  </a:lnTo>
                  <a:lnTo>
                    <a:pt x="21004" y="267762"/>
                  </a:lnTo>
                  <a:lnTo>
                    <a:pt x="24267" y="271952"/>
                  </a:lnTo>
                  <a:lnTo>
                    <a:pt x="27661" y="276037"/>
                  </a:lnTo>
                  <a:lnTo>
                    <a:pt x="31183" y="280012"/>
                  </a:lnTo>
                  <a:lnTo>
                    <a:pt x="34830" y="283872"/>
                  </a:lnTo>
                  <a:lnTo>
                    <a:pt x="38598" y="287615"/>
                  </a:lnTo>
                  <a:lnTo>
                    <a:pt x="42482" y="291237"/>
                  </a:lnTo>
                  <a:lnTo>
                    <a:pt x="46480" y="294733"/>
                  </a:lnTo>
                  <a:lnTo>
                    <a:pt x="50587" y="298101"/>
                  </a:lnTo>
                  <a:lnTo>
                    <a:pt x="54798" y="301336"/>
                  </a:lnTo>
                  <a:lnTo>
                    <a:pt x="59111" y="304436"/>
                  </a:lnTo>
                  <a:lnTo>
                    <a:pt x="63519" y="307397"/>
                  </a:lnTo>
                  <a:lnTo>
                    <a:pt x="68020" y="310217"/>
                  </a:lnTo>
                  <a:lnTo>
                    <a:pt x="72607" y="312892"/>
                  </a:lnTo>
                  <a:lnTo>
                    <a:pt x="77278" y="315421"/>
                  </a:lnTo>
                  <a:lnTo>
                    <a:pt x="82026" y="317799"/>
                  </a:lnTo>
                  <a:lnTo>
                    <a:pt x="86848" y="320026"/>
                  </a:lnTo>
                  <a:lnTo>
                    <a:pt x="91737" y="322098"/>
                  </a:lnTo>
                  <a:lnTo>
                    <a:pt x="96691" y="324014"/>
                  </a:lnTo>
                  <a:lnTo>
                    <a:pt x="101702" y="325772"/>
                  </a:lnTo>
                  <a:lnTo>
                    <a:pt x="106767" y="327370"/>
                  </a:lnTo>
                  <a:lnTo>
                    <a:pt x="111880" y="328806"/>
                  </a:lnTo>
                  <a:lnTo>
                    <a:pt x="117036" y="330079"/>
                  </a:lnTo>
                  <a:lnTo>
                    <a:pt x="122230" y="331187"/>
                  </a:lnTo>
                  <a:lnTo>
                    <a:pt x="127457" y="332130"/>
                  </a:lnTo>
                  <a:lnTo>
                    <a:pt x="132710" y="332906"/>
                  </a:lnTo>
                  <a:lnTo>
                    <a:pt x="137986" y="333515"/>
                  </a:lnTo>
                  <a:lnTo>
                    <a:pt x="143279" y="333956"/>
                  </a:lnTo>
                  <a:lnTo>
                    <a:pt x="148582" y="334229"/>
                  </a:lnTo>
                  <a:lnTo>
                    <a:pt x="153892" y="334333"/>
                  </a:lnTo>
                  <a:lnTo>
                    <a:pt x="159203" y="334269"/>
                  </a:lnTo>
                  <a:lnTo>
                    <a:pt x="164508" y="334035"/>
                  </a:lnTo>
                  <a:lnTo>
                    <a:pt x="169804" y="333634"/>
                  </a:lnTo>
                  <a:lnTo>
                    <a:pt x="175084" y="333064"/>
                  </a:lnTo>
                  <a:lnTo>
                    <a:pt x="180344" y="332327"/>
                  </a:lnTo>
                  <a:lnTo>
                    <a:pt x="185577" y="331423"/>
                  </a:lnTo>
                  <a:lnTo>
                    <a:pt x="190779" y="330354"/>
                  </a:lnTo>
                  <a:lnTo>
                    <a:pt x="195945" y="329120"/>
                  </a:lnTo>
                  <a:lnTo>
                    <a:pt x="201068" y="327722"/>
                  </a:lnTo>
                  <a:lnTo>
                    <a:pt x="206145" y="326162"/>
                  </a:lnTo>
                  <a:lnTo>
                    <a:pt x="211169" y="324442"/>
                  </a:lnTo>
                  <a:lnTo>
                    <a:pt x="216137" y="322563"/>
                  </a:lnTo>
                  <a:lnTo>
                    <a:pt x="221042" y="320527"/>
                  </a:lnTo>
                  <a:lnTo>
                    <a:pt x="225880" y="318336"/>
                  </a:lnTo>
                  <a:lnTo>
                    <a:pt x="230646" y="315993"/>
                  </a:lnTo>
                  <a:lnTo>
                    <a:pt x="235335" y="313500"/>
                  </a:lnTo>
                  <a:lnTo>
                    <a:pt x="239943" y="310859"/>
                  </a:lnTo>
                  <a:lnTo>
                    <a:pt x="244464" y="308072"/>
                  </a:lnTo>
                  <a:lnTo>
                    <a:pt x="248894" y="305144"/>
                  </a:lnTo>
                  <a:lnTo>
                    <a:pt x="253230" y="302077"/>
                  </a:lnTo>
                  <a:lnTo>
                    <a:pt x="257465" y="298873"/>
                  </a:lnTo>
                  <a:lnTo>
                    <a:pt x="261597" y="295536"/>
                  </a:lnTo>
                  <a:lnTo>
                    <a:pt x="265621" y="292070"/>
                  </a:lnTo>
                  <a:lnTo>
                    <a:pt x="269532" y="288477"/>
                  </a:lnTo>
                  <a:lnTo>
                    <a:pt x="273328" y="284763"/>
                  </a:lnTo>
                  <a:lnTo>
                    <a:pt x="277003" y="280929"/>
                  </a:lnTo>
                  <a:lnTo>
                    <a:pt x="280555" y="276981"/>
                  </a:lnTo>
                  <a:lnTo>
                    <a:pt x="283980" y="272922"/>
                  </a:lnTo>
                  <a:lnTo>
                    <a:pt x="287274" y="268756"/>
                  </a:lnTo>
                  <a:lnTo>
                    <a:pt x="290434" y="264487"/>
                  </a:lnTo>
                  <a:lnTo>
                    <a:pt x="293457" y="260121"/>
                  </a:lnTo>
                  <a:lnTo>
                    <a:pt x="296340" y="255660"/>
                  </a:lnTo>
                  <a:lnTo>
                    <a:pt x="299079" y="251111"/>
                  </a:lnTo>
                  <a:lnTo>
                    <a:pt x="301673" y="246476"/>
                  </a:lnTo>
                  <a:lnTo>
                    <a:pt x="304118" y="241762"/>
                  </a:lnTo>
                  <a:lnTo>
                    <a:pt x="306412" y="236972"/>
                  </a:lnTo>
                  <a:lnTo>
                    <a:pt x="308552" y="232111"/>
                  </a:lnTo>
                  <a:lnTo>
                    <a:pt x="310538" y="227186"/>
                  </a:lnTo>
                  <a:lnTo>
                    <a:pt x="312366" y="222199"/>
                  </a:lnTo>
                  <a:lnTo>
                    <a:pt x="314034" y="217157"/>
                  </a:lnTo>
                  <a:lnTo>
                    <a:pt x="315541" y="212065"/>
                  </a:lnTo>
                  <a:lnTo>
                    <a:pt x="316886" y="206927"/>
                  </a:lnTo>
                  <a:lnTo>
                    <a:pt x="318067" y="201749"/>
                  </a:lnTo>
                  <a:lnTo>
                    <a:pt x="319083" y="196537"/>
                  </a:lnTo>
                  <a:lnTo>
                    <a:pt x="319933" y="191294"/>
                  </a:lnTo>
                  <a:lnTo>
                    <a:pt x="320616" y="186027"/>
                  </a:lnTo>
                  <a:lnTo>
                    <a:pt x="321132" y="180742"/>
                  </a:lnTo>
                  <a:lnTo>
                    <a:pt x="321479" y="175442"/>
                  </a:lnTo>
                  <a:lnTo>
                    <a:pt x="321657" y="170134"/>
                  </a:lnTo>
                  <a:lnTo>
                    <a:pt x="321667" y="164823"/>
                  </a:lnTo>
                  <a:lnTo>
                    <a:pt x="321508" y="159515"/>
                  </a:lnTo>
                  <a:lnTo>
                    <a:pt x="321181" y="154214"/>
                  </a:lnTo>
                  <a:lnTo>
                    <a:pt x="320686" y="148927"/>
                  </a:lnTo>
                  <a:lnTo>
                    <a:pt x="320022" y="143657"/>
                  </a:lnTo>
                  <a:lnTo>
                    <a:pt x="319192" y="138412"/>
                  </a:lnTo>
                  <a:lnTo>
                    <a:pt x="318195" y="133195"/>
                  </a:lnTo>
                  <a:lnTo>
                    <a:pt x="317034" y="128013"/>
                  </a:lnTo>
                  <a:lnTo>
                    <a:pt x="315708" y="122870"/>
                  </a:lnTo>
                  <a:lnTo>
                    <a:pt x="314219" y="117772"/>
                  </a:lnTo>
                  <a:lnTo>
                    <a:pt x="312570" y="112724"/>
                  </a:lnTo>
                  <a:lnTo>
                    <a:pt x="310761" y="107731"/>
                  </a:lnTo>
                  <a:lnTo>
                    <a:pt x="308794" y="102798"/>
                  </a:lnTo>
                  <a:lnTo>
                    <a:pt x="306671" y="97930"/>
                  </a:lnTo>
                  <a:lnTo>
                    <a:pt x="304395" y="93131"/>
                  </a:lnTo>
                  <a:lnTo>
                    <a:pt x="301968" y="88408"/>
                  </a:lnTo>
                  <a:lnTo>
                    <a:pt x="299391" y="83763"/>
                  </a:lnTo>
                  <a:lnTo>
                    <a:pt x="296669" y="79203"/>
                  </a:lnTo>
                  <a:lnTo>
                    <a:pt x="293803" y="74732"/>
                  </a:lnTo>
                  <a:lnTo>
                    <a:pt x="290796" y="70354"/>
                  </a:lnTo>
                  <a:lnTo>
                    <a:pt x="287652" y="66074"/>
                  </a:lnTo>
                  <a:lnTo>
                    <a:pt x="284374" y="61896"/>
                  </a:lnTo>
                  <a:lnTo>
                    <a:pt x="280964" y="57824"/>
                  </a:lnTo>
                  <a:lnTo>
                    <a:pt x="277427" y="53863"/>
                  </a:lnTo>
                  <a:lnTo>
                    <a:pt x="273766" y="50016"/>
                  </a:lnTo>
                  <a:lnTo>
                    <a:pt x="269984" y="46287"/>
                  </a:lnTo>
                  <a:lnTo>
                    <a:pt x="266086" y="42680"/>
                  </a:lnTo>
                  <a:lnTo>
                    <a:pt x="262076" y="39198"/>
                  </a:lnTo>
                  <a:lnTo>
                    <a:pt x="257956" y="35846"/>
                  </a:lnTo>
                  <a:lnTo>
                    <a:pt x="253733" y="32627"/>
                  </a:lnTo>
                  <a:lnTo>
                    <a:pt x="249409" y="29543"/>
                  </a:lnTo>
                  <a:lnTo>
                    <a:pt x="244989" y="26598"/>
                  </a:lnTo>
                  <a:lnTo>
                    <a:pt x="240478" y="23795"/>
                  </a:lnTo>
                  <a:lnTo>
                    <a:pt x="235881" y="21137"/>
                  </a:lnTo>
                  <a:lnTo>
                    <a:pt x="231201" y="18626"/>
                  </a:lnTo>
                  <a:lnTo>
                    <a:pt x="226444" y="16265"/>
                  </a:lnTo>
                  <a:lnTo>
                    <a:pt x="221614" y="14056"/>
                  </a:lnTo>
                  <a:lnTo>
                    <a:pt x="216716" y="12002"/>
                  </a:lnTo>
                  <a:lnTo>
                    <a:pt x="211756" y="10105"/>
                  </a:lnTo>
                  <a:lnTo>
                    <a:pt x="206738" y="8366"/>
                  </a:lnTo>
                  <a:lnTo>
                    <a:pt x="201667" y="6787"/>
                  </a:lnTo>
                  <a:lnTo>
                    <a:pt x="196549" y="5370"/>
                  </a:lnTo>
                  <a:lnTo>
                    <a:pt x="191388" y="4117"/>
                  </a:lnTo>
                  <a:lnTo>
                    <a:pt x="186190" y="3028"/>
                  </a:lnTo>
                  <a:lnTo>
                    <a:pt x="180960" y="2104"/>
                  </a:lnTo>
                  <a:lnTo>
                    <a:pt x="175703" y="1348"/>
                  </a:lnTo>
                  <a:lnTo>
                    <a:pt x="170425" y="758"/>
                  </a:lnTo>
                  <a:lnTo>
                    <a:pt x="165131" y="337"/>
                  </a:lnTo>
                  <a:lnTo>
                    <a:pt x="159826" y="84"/>
                  </a:lnTo>
                  <a:lnTo>
                    <a:pt x="154516" y="0"/>
                  </a:lnTo>
                  <a:lnTo>
                    <a:pt x="15451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4586718" y="5399291"/>
              <a:ext cx="30561" cy="167167"/>
            </a:xfrm>
            <a:custGeom>
              <a:avLst/>
              <a:pathLst>
                <a:path w="30561" h="167167">
                  <a:moveTo>
                    <a:pt x="30561" y="0"/>
                  </a:moveTo>
                  <a:lnTo>
                    <a:pt x="22880" y="176"/>
                  </a:lnTo>
                  <a:lnTo>
                    <a:pt x="15215" y="705"/>
                  </a:lnTo>
                  <a:lnTo>
                    <a:pt x="7583" y="1586"/>
                  </a:lnTo>
                  <a:lnTo>
                    <a:pt x="0" y="2817"/>
                  </a:lnTo>
                  <a:lnTo>
                    <a:pt x="3056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4586718" y="5402109"/>
              <a:ext cx="30561" cy="164350"/>
            </a:xfrm>
            <a:custGeom>
              <a:avLst/>
              <a:pathLst>
                <a:path w="30561" h="164350">
                  <a:moveTo>
                    <a:pt x="0" y="0"/>
                  </a:moveTo>
                  <a:lnTo>
                    <a:pt x="30561" y="1643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4586718" y="5402109"/>
              <a:ext cx="30561" cy="164350"/>
            </a:xfrm>
            <a:custGeom>
              <a:avLst/>
              <a:pathLst>
                <a:path w="30561" h="164350">
                  <a:moveTo>
                    <a:pt x="0" y="0"/>
                  </a:moveTo>
                  <a:lnTo>
                    <a:pt x="30561" y="1643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4586718" y="5402109"/>
              <a:ext cx="30561" cy="164350"/>
            </a:xfrm>
            <a:custGeom>
              <a:avLst/>
              <a:pathLst>
                <a:path w="30561" h="164350">
                  <a:moveTo>
                    <a:pt x="0" y="0"/>
                  </a:moveTo>
                  <a:lnTo>
                    <a:pt x="30561" y="1643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4586718" y="5402109"/>
              <a:ext cx="30561" cy="164350"/>
            </a:xfrm>
            <a:custGeom>
              <a:avLst/>
              <a:pathLst>
                <a:path w="30561" h="164350">
                  <a:moveTo>
                    <a:pt x="0" y="0"/>
                  </a:moveTo>
                  <a:lnTo>
                    <a:pt x="30561" y="1643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4586718" y="5402109"/>
              <a:ext cx="30561" cy="164350"/>
            </a:xfrm>
            <a:custGeom>
              <a:avLst/>
              <a:pathLst>
                <a:path w="30561" h="164350">
                  <a:moveTo>
                    <a:pt x="0" y="0"/>
                  </a:moveTo>
                  <a:lnTo>
                    <a:pt x="30561" y="1643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4586718" y="5402109"/>
              <a:ext cx="30561" cy="164350"/>
            </a:xfrm>
            <a:custGeom>
              <a:avLst/>
              <a:pathLst>
                <a:path w="30561" h="164350">
                  <a:moveTo>
                    <a:pt x="0" y="0"/>
                  </a:moveTo>
                  <a:lnTo>
                    <a:pt x="30561" y="1643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4450114" y="5402109"/>
              <a:ext cx="334330" cy="331496"/>
            </a:xfrm>
            <a:custGeom>
              <a:avLst/>
              <a:pathLst>
                <a:path w="334330" h="331496">
                  <a:moveTo>
                    <a:pt x="136604" y="0"/>
                  </a:moveTo>
                  <a:lnTo>
                    <a:pt x="131421" y="1048"/>
                  </a:lnTo>
                  <a:lnTo>
                    <a:pt x="126274" y="2261"/>
                  </a:lnTo>
                  <a:lnTo>
                    <a:pt x="121168" y="3635"/>
                  </a:lnTo>
                  <a:lnTo>
                    <a:pt x="116107" y="5170"/>
                  </a:lnTo>
                  <a:lnTo>
                    <a:pt x="111098" y="6865"/>
                  </a:lnTo>
                  <a:lnTo>
                    <a:pt x="106145" y="8717"/>
                  </a:lnTo>
                  <a:lnTo>
                    <a:pt x="101254" y="10725"/>
                  </a:lnTo>
                  <a:lnTo>
                    <a:pt x="96428" y="12886"/>
                  </a:lnTo>
                  <a:lnTo>
                    <a:pt x="91673" y="15199"/>
                  </a:lnTo>
                  <a:lnTo>
                    <a:pt x="86993" y="17661"/>
                  </a:lnTo>
                  <a:lnTo>
                    <a:pt x="82394" y="20271"/>
                  </a:lnTo>
                  <a:lnTo>
                    <a:pt x="77879" y="23024"/>
                  </a:lnTo>
                  <a:lnTo>
                    <a:pt x="73454" y="25919"/>
                  </a:lnTo>
                  <a:lnTo>
                    <a:pt x="69122" y="28952"/>
                  </a:lnTo>
                  <a:lnTo>
                    <a:pt x="64889" y="32120"/>
                  </a:lnTo>
                  <a:lnTo>
                    <a:pt x="60758" y="35421"/>
                  </a:lnTo>
                  <a:lnTo>
                    <a:pt x="56733" y="38851"/>
                  </a:lnTo>
                  <a:lnTo>
                    <a:pt x="52819" y="42407"/>
                  </a:lnTo>
                  <a:lnTo>
                    <a:pt x="49020" y="46084"/>
                  </a:lnTo>
                  <a:lnTo>
                    <a:pt x="45338" y="49880"/>
                  </a:lnTo>
                  <a:lnTo>
                    <a:pt x="41779" y="53791"/>
                  </a:lnTo>
                  <a:lnTo>
                    <a:pt x="38345" y="57812"/>
                  </a:lnTo>
                  <a:lnTo>
                    <a:pt x="35039" y="61939"/>
                  </a:lnTo>
                  <a:lnTo>
                    <a:pt x="31867" y="66170"/>
                  </a:lnTo>
                  <a:lnTo>
                    <a:pt x="28829" y="70498"/>
                  </a:lnTo>
                  <a:lnTo>
                    <a:pt x="25930" y="74920"/>
                  </a:lnTo>
                  <a:lnTo>
                    <a:pt x="23172" y="79432"/>
                  </a:lnTo>
                  <a:lnTo>
                    <a:pt x="20558" y="84029"/>
                  </a:lnTo>
                  <a:lnTo>
                    <a:pt x="18091" y="88706"/>
                  </a:lnTo>
                  <a:lnTo>
                    <a:pt x="15773" y="93459"/>
                  </a:lnTo>
                  <a:lnTo>
                    <a:pt x="13607" y="98282"/>
                  </a:lnTo>
                  <a:lnTo>
                    <a:pt x="11594" y="103172"/>
                  </a:lnTo>
                  <a:lnTo>
                    <a:pt x="9737" y="108123"/>
                  </a:lnTo>
                  <a:lnTo>
                    <a:pt x="8037" y="113131"/>
                  </a:lnTo>
                  <a:lnTo>
                    <a:pt x="6497" y="118189"/>
                  </a:lnTo>
                  <a:lnTo>
                    <a:pt x="5117" y="123294"/>
                  </a:lnTo>
                  <a:lnTo>
                    <a:pt x="3900" y="128440"/>
                  </a:lnTo>
                  <a:lnTo>
                    <a:pt x="2846" y="133622"/>
                  </a:lnTo>
                  <a:lnTo>
                    <a:pt x="1956" y="138834"/>
                  </a:lnTo>
                  <a:lnTo>
                    <a:pt x="1232" y="144072"/>
                  </a:lnTo>
                  <a:lnTo>
                    <a:pt x="674" y="149330"/>
                  </a:lnTo>
                  <a:lnTo>
                    <a:pt x="282" y="154604"/>
                  </a:lnTo>
                  <a:lnTo>
                    <a:pt x="57" y="159887"/>
                  </a:lnTo>
                  <a:lnTo>
                    <a:pt x="0" y="165174"/>
                  </a:lnTo>
                  <a:lnTo>
                    <a:pt x="109" y="170461"/>
                  </a:lnTo>
                  <a:lnTo>
                    <a:pt x="386" y="175742"/>
                  </a:lnTo>
                  <a:lnTo>
                    <a:pt x="830" y="181011"/>
                  </a:lnTo>
                  <a:lnTo>
                    <a:pt x="1440" y="186264"/>
                  </a:lnTo>
                  <a:lnTo>
                    <a:pt x="2216" y="191494"/>
                  </a:lnTo>
                  <a:lnTo>
                    <a:pt x="3157" y="196698"/>
                  </a:lnTo>
                  <a:lnTo>
                    <a:pt x="4262" y="201869"/>
                  </a:lnTo>
                  <a:lnTo>
                    <a:pt x="5530" y="207002"/>
                  </a:lnTo>
                  <a:lnTo>
                    <a:pt x="6960" y="212093"/>
                  </a:lnTo>
                  <a:lnTo>
                    <a:pt x="8551" y="217136"/>
                  </a:lnTo>
                  <a:lnTo>
                    <a:pt x="10299" y="222127"/>
                  </a:lnTo>
                  <a:lnTo>
                    <a:pt x="12205" y="227059"/>
                  </a:lnTo>
                  <a:lnTo>
                    <a:pt x="14266" y="231929"/>
                  </a:lnTo>
                  <a:lnTo>
                    <a:pt x="16480" y="236731"/>
                  </a:lnTo>
                  <a:lnTo>
                    <a:pt x="18845" y="241461"/>
                  </a:lnTo>
                  <a:lnTo>
                    <a:pt x="21358" y="246113"/>
                  </a:lnTo>
                  <a:lnTo>
                    <a:pt x="24017" y="250684"/>
                  </a:lnTo>
                  <a:lnTo>
                    <a:pt x="26819" y="255168"/>
                  </a:lnTo>
                  <a:lnTo>
                    <a:pt x="29762" y="259562"/>
                  </a:lnTo>
                  <a:lnTo>
                    <a:pt x="32842" y="263860"/>
                  </a:lnTo>
                  <a:lnTo>
                    <a:pt x="36057" y="268059"/>
                  </a:lnTo>
                  <a:lnTo>
                    <a:pt x="39402" y="272153"/>
                  </a:lnTo>
                  <a:lnTo>
                    <a:pt x="42876" y="276140"/>
                  </a:lnTo>
                  <a:lnTo>
                    <a:pt x="46474" y="280015"/>
                  </a:lnTo>
                  <a:lnTo>
                    <a:pt x="50192" y="283775"/>
                  </a:lnTo>
                  <a:lnTo>
                    <a:pt x="54028" y="287415"/>
                  </a:lnTo>
                  <a:lnTo>
                    <a:pt x="57977" y="290932"/>
                  </a:lnTo>
                  <a:lnTo>
                    <a:pt x="62035" y="294322"/>
                  </a:lnTo>
                  <a:lnTo>
                    <a:pt x="66199" y="297582"/>
                  </a:lnTo>
                  <a:lnTo>
                    <a:pt x="70463" y="300708"/>
                  </a:lnTo>
                  <a:lnTo>
                    <a:pt x="74824" y="303699"/>
                  </a:lnTo>
                  <a:lnTo>
                    <a:pt x="79278" y="306550"/>
                  </a:lnTo>
                  <a:lnTo>
                    <a:pt x="83819" y="309258"/>
                  </a:lnTo>
                  <a:lnTo>
                    <a:pt x="88444" y="311822"/>
                  </a:lnTo>
                  <a:lnTo>
                    <a:pt x="93148" y="314238"/>
                  </a:lnTo>
                  <a:lnTo>
                    <a:pt x="97926" y="316504"/>
                  </a:lnTo>
                  <a:lnTo>
                    <a:pt x="102773" y="318618"/>
                  </a:lnTo>
                  <a:lnTo>
                    <a:pt x="107684" y="320577"/>
                  </a:lnTo>
                  <a:lnTo>
                    <a:pt x="112655" y="322380"/>
                  </a:lnTo>
                  <a:lnTo>
                    <a:pt x="117681" y="324025"/>
                  </a:lnTo>
                  <a:lnTo>
                    <a:pt x="122756" y="325510"/>
                  </a:lnTo>
                  <a:lnTo>
                    <a:pt x="127875" y="326834"/>
                  </a:lnTo>
                  <a:lnTo>
                    <a:pt x="133034" y="327996"/>
                  </a:lnTo>
                  <a:lnTo>
                    <a:pt x="138227" y="328993"/>
                  </a:lnTo>
                  <a:lnTo>
                    <a:pt x="143449" y="329826"/>
                  </a:lnTo>
                  <a:lnTo>
                    <a:pt x="148694" y="330493"/>
                  </a:lnTo>
                  <a:lnTo>
                    <a:pt x="153958" y="330995"/>
                  </a:lnTo>
                  <a:lnTo>
                    <a:pt x="159236" y="331329"/>
                  </a:lnTo>
                  <a:lnTo>
                    <a:pt x="164521" y="331496"/>
                  </a:lnTo>
                  <a:lnTo>
                    <a:pt x="169809" y="331496"/>
                  </a:lnTo>
                  <a:lnTo>
                    <a:pt x="175094" y="331329"/>
                  </a:lnTo>
                  <a:lnTo>
                    <a:pt x="180371" y="330995"/>
                  </a:lnTo>
                  <a:lnTo>
                    <a:pt x="185635" y="330493"/>
                  </a:lnTo>
                  <a:lnTo>
                    <a:pt x="190881" y="329826"/>
                  </a:lnTo>
                  <a:lnTo>
                    <a:pt x="196103" y="328993"/>
                  </a:lnTo>
                  <a:lnTo>
                    <a:pt x="201296" y="327996"/>
                  </a:lnTo>
                  <a:lnTo>
                    <a:pt x="206455" y="326834"/>
                  </a:lnTo>
                  <a:lnTo>
                    <a:pt x="211574" y="325510"/>
                  </a:lnTo>
                  <a:lnTo>
                    <a:pt x="216649" y="324025"/>
                  </a:lnTo>
                  <a:lnTo>
                    <a:pt x="221675" y="322380"/>
                  </a:lnTo>
                  <a:lnTo>
                    <a:pt x="226646" y="320577"/>
                  </a:lnTo>
                  <a:lnTo>
                    <a:pt x="231557" y="318618"/>
                  </a:lnTo>
                  <a:lnTo>
                    <a:pt x="236404" y="316504"/>
                  </a:lnTo>
                  <a:lnTo>
                    <a:pt x="241182" y="314238"/>
                  </a:lnTo>
                  <a:lnTo>
                    <a:pt x="245886" y="311822"/>
                  </a:lnTo>
                  <a:lnTo>
                    <a:pt x="250510" y="309258"/>
                  </a:lnTo>
                  <a:lnTo>
                    <a:pt x="255052" y="306550"/>
                  </a:lnTo>
                  <a:lnTo>
                    <a:pt x="259505" y="303699"/>
                  </a:lnTo>
                  <a:lnTo>
                    <a:pt x="263867" y="300708"/>
                  </a:lnTo>
                  <a:lnTo>
                    <a:pt x="268131" y="297582"/>
                  </a:lnTo>
                  <a:lnTo>
                    <a:pt x="272294" y="294322"/>
                  </a:lnTo>
                  <a:lnTo>
                    <a:pt x="276353" y="290932"/>
                  </a:lnTo>
                  <a:lnTo>
                    <a:pt x="280302" y="287415"/>
                  </a:lnTo>
                  <a:lnTo>
                    <a:pt x="284137" y="283775"/>
                  </a:lnTo>
                  <a:lnTo>
                    <a:pt x="287856" y="280015"/>
                  </a:lnTo>
                  <a:lnTo>
                    <a:pt x="291454" y="276140"/>
                  </a:lnTo>
                  <a:lnTo>
                    <a:pt x="294928" y="272153"/>
                  </a:lnTo>
                  <a:lnTo>
                    <a:pt x="298273" y="268059"/>
                  </a:lnTo>
                  <a:lnTo>
                    <a:pt x="301488" y="263860"/>
                  </a:lnTo>
                  <a:lnTo>
                    <a:pt x="304568" y="259562"/>
                  </a:lnTo>
                  <a:lnTo>
                    <a:pt x="307511" y="255168"/>
                  </a:lnTo>
                  <a:lnTo>
                    <a:pt x="310313" y="250684"/>
                  </a:lnTo>
                  <a:lnTo>
                    <a:pt x="312972" y="246113"/>
                  </a:lnTo>
                  <a:lnTo>
                    <a:pt x="315485" y="241461"/>
                  </a:lnTo>
                  <a:lnTo>
                    <a:pt x="317850" y="236731"/>
                  </a:lnTo>
                  <a:lnTo>
                    <a:pt x="320064" y="231929"/>
                  </a:lnTo>
                  <a:lnTo>
                    <a:pt x="322124" y="227059"/>
                  </a:lnTo>
                  <a:lnTo>
                    <a:pt x="324030" y="222127"/>
                  </a:lnTo>
                  <a:lnTo>
                    <a:pt x="325779" y="217136"/>
                  </a:lnTo>
                  <a:lnTo>
                    <a:pt x="327369" y="212093"/>
                  </a:lnTo>
                  <a:lnTo>
                    <a:pt x="328799" y="207002"/>
                  </a:lnTo>
                  <a:lnTo>
                    <a:pt x="330068" y="201869"/>
                  </a:lnTo>
                  <a:lnTo>
                    <a:pt x="331173" y="196698"/>
                  </a:lnTo>
                  <a:lnTo>
                    <a:pt x="332114" y="191494"/>
                  </a:lnTo>
                  <a:lnTo>
                    <a:pt x="332890" y="186264"/>
                  </a:lnTo>
                  <a:lnTo>
                    <a:pt x="333500" y="181011"/>
                  </a:lnTo>
                  <a:lnTo>
                    <a:pt x="333944" y="175742"/>
                  </a:lnTo>
                  <a:lnTo>
                    <a:pt x="334221" y="170461"/>
                  </a:lnTo>
                  <a:lnTo>
                    <a:pt x="334330" y="165174"/>
                  </a:lnTo>
                  <a:lnTo>
                    <a:pt x="334273" y="159887"/>
                  </a:lnTo>
                  <a:lnTo>
                    <a:pt x="334048" y="154604"/>
                  </a:lnTo>
                  <a:lnTo>
                    <a:pt x="333656" y="149330"/>
                  </a:lnTo>
                  <a:lnTo>
                    <a:pt x="333098" y="144072"/>
                  </a:lnTo>
                  <a:lnTo>
                    <a:pt x="332374" y="138834"/>
                  </a:lnTo>
                  <a:lnTo>
                    <a:pt x="331484" y="133622"/>
                  </a:lnTo>
                  <a:lnTo>
                    <a:pt x="330430" y="128440"/>
                  </a:lnTo>
                  <a:lnTo>
                    <a:pt x="329212" y="123294"/>
                  </a:lnTo>
                  <a:lnTo>
                    <a:pt x="327833" y="118189"/>
                  </a:lnTo>
                  <a:lnTo>
                    <a:pt x="326292" y="113131"/>
                  </a:lnTo>
                  <a:lnTo>
                    <a:pt x="324593" y="108123"/>
                  </a:lnTo>
                  <a:lnTo>
                    <a:pt x="322736" y="103172"/>
                  </a:lnTo>
                  <a:lnTo>
                    <a:pt x="320723" y="98282"/>
                  </a:lnTo>
                  <a:lnTo>
                    <a:pt x="318557" y="93459"/>
                  </a:lnTo>
                  <a:lnTo>
                    <a:pt x="316239" y="88706"/>
                  </a:lnTo>
                  <a:lnTo>
                    <a:pt x="313772" y="84029"/>
                  </a:lnTo>
                  <a:lnTo>
                    <a:pt x="311158" y="79432"/>
                  </a:lnTo>
                  <a:lnTo>
                    <a:pt x="308400" y="74920"/>
                  </a:lnTo>
                  <a:lnTo>
                    <a:pt x="305501" y="70498"/>
                  </a:lnTo>
                  <a:lnTo>
                    <a:pt x="302463" y="66170"/>
                  </a:lnTo>
                  <a:lnTo>
                    <a:pt x="299290" y="61939"/>
                  </a:lnTo>
                  <a:lnTo>
                    <a:pt x="295985" y="57812"/>
                  </a:lnTo>
                  <a:lnTo>
                    <a:pt x="292551" y="53791"/>
                  </a:lnTo>
                  <a:lnTo>
                    <a:pt x="288992" y="49880"/>
                  </a:lnTo>
                  <a:lnTo>
                    <a:pt x="285310" y="46084"/>
                  </a:lnTo>
                  <a:lnTo>
                    <a:pt x="281511" y="42407"/>
                  </a:lnTo>
                  <a:lnTo>
                    <a:pt x="277596" y="38851"/>
                  </a:lnTo>
                  <a:lnTo>
                    <a:pt x="273572" y="35421"/>
                  </a:lnTo>
                  <a:lnTo>
                    <a:pt x="269441" y="32120"/>
                  </a:lnTo>
                  <a:lnTo>
                    <a:pt x="265208" y="28952"/>
                  </a:lnTo>
                  <a:lnTo>
                    <a:pt x="260876" y="25919"/>
                  </a:lnTo>
                  <a:lnTo>
                    <a:pt x="256451" y="23024"/>
                  </a:lnTo>
                  <a:lnTo>
                    <a:pt x="251936" y="20271"/>
                  </a:lnTo>
                  <a:lnTo>
                    <a:pt x="247337" y="17661"/>
                  </a:lnTo>
                  <a:lnTo>
                    <a:pt x="242657" y="15199"/>
                  </a:lnTo>
                  <a:lnTo>
                    <a:pt x="237902" y="12886"/>
                  </a:lnTo>
                  <a:lnTo>
                    <a:pt x="233076" y="10725"/>
                  </a:lnTo>
                  <a:lnTo>
                    <a:pt x="228184" y="8717"/>
                  </a:lnTo>
                  <a:lnTo>
                    <a:pt x="223231" y="6865"/>
                  </a:lnTo>
                  <a:lnTo>
                    <a:pt x="218222" y="5170"/>
                  </a:lnTo>
                  <a:lnTo>
                    <a:pt x="213162" y="3635"/>
                  </a:lnTo>
                  <a:lnTo>
                    <a:pt x="208056" y="2261"/>
                  </a:lnTo>
                  <a:lnTo>
                    <a:pt x="202909" y="1048"/>
                  </a:lnTo>
                  <a:lnTo>
                    <a:pt x="197726" y="0"/>
                  </a:lnTo>
                  <a:lnTo>
                    <a:pt x="167165" y="1643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4617280" y="5399291"/>
              <a:ext cx="30561" cy="167167"/>
            </a:xfrm>
            <a:custGeom>
              <a:avLst/>
              <a:pathLst>
                <a:path w="30561" h="167167">
                  <a:moveTo>
                    <a:pt x="30561" y="2817"/>
                  </a:moveTo>
                  <a:lnTo>
                    <a:pt x="22977" y="1586"/>
                  </a:lnTo>
                  <a:lnTo>
                    <a:pt x="15345" y="705"/>
                  </a:lnTo>
                  <a:lnTo>
                    <a:pt x="7680" y="17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4968509" y="5369149"/>
              <a:ext cx="167166" cy="297249"/>
            </a:xfrm>
            <a:custGeom>
              <a:avLst/>
              <a:pathLst>
                <a:path w="167166" h="297249">
                  <a:moveTo>
                    <a:pt x="167166" y="0"/>
                  </a:moveTo>
                  <a:lnTo>
                    <a:pt x="161821" y="85"/>
                  </a:lnTo>
                  <a:lnTo>
                    <a:pt x="156481" y="341"/>
                  </a:lnTo>
                  <a:lnTo>
                    <a:pt x="151152" y="768"/>
                  </a:lnTo>
                  <a:lnTo>
                    <a:pt x="145840" y="1365"/>
                  </a:lnTo>
                  <a:lnTo>
                    <a:pt x="140549" y="2132"/>
                  </a:lnTo>
                  <a:lnTo>
                    <a:pt x="135285" y="3068"/>
                  </a:lnTo>
                  <a:lnTo>
                    <a:pt x="130055" y="4171"/>
                  </a:lnTo>
                  <a:lnTo>
                    <a:pt x="124862" y="5441"/>
                  </a:lnTo>
                  <a:lnTo>
                    <a:pt x="119712" y="6876"/>
                  </a:lnTo>
                  <a:lnTo>
                    <a:pt x="114611" y="8476"/>
                  </a:lnTo>
                  <a:lnTo>
                    <a:pt x="109564" y="10237"/>
                  </a:lnTo>
                  <a:lnTo>
                    <a:pt x="104575" y="12159"/>
                  </a:lnTo>
                  <a:lnTo>
                    <a:pt x="99651" y="14240"/>
                  </a:lnTo>
                  <a:lnTo>
                    <a:pt x="94796" y="16477"/>
                  </a:lnTo>
                  <a:lnTo>
                    <a:pt x="90014" y="18868"/>
                  </a:lnTo>
                  <a:lnTo>
                    <a:pt x="85312" y="21411"/>
                  </a:lnTo>
                  <a:lnTo>
                    <a:pt x="80693" y="24103"/>
                  </a:lnTo>
                  <a:lnTo>
                    <a:pt x="76163" y="26941"/>
                  </a:lnTo>
                  <a:lnTo>
                    <a:pt x="71726" y="29922"/>
                  </a:lnTo>
                  <a:lnTo>
                    <a:pt x="67386" y="33044"/>
                  </a:lnTo>
                  <a:lnTo>
                    <a:pt x="63148" y="36303"/>
                  </a:lnTo>
                  <a:lnTo>
                    <a:pt x="59017" y="39696"/>
                  </a:lnTo>
                  <a:lnTo>
                    <a:pt x="54997" y="43219"/>
                  </a:lnTo>
                  <a:lnTo>
                    <a:pt x="51091" y="46869"/>
                  </a:lnTo>
                  <a:lnTo>
                    <a:pt x="47303" y="50642"/>
                  </a:lnTo>
                  <a:lnTo>
                    <a:pt x="43639" y="54535"/>
                  </a:lnTo>
                  <a:lnTo>
                    <a:pt x="40101" y="58542"/>
                  </a:lnTo>
                  <a:lnTo>
                    <a:pt x="36692" y="62660"/>
                  </a:lnTo>
                  <a:lnTo>
                    <a:pt x="33417" y="66886"/>
                  </a:lnTo>
                  <a:lnTo>
                    <a:pt x="30279" y="71214"/>
                  </a:lnTo>
                  <a:lnTo>
                    <a:pt x="27281" y="75640"/>
                  </a:lnTo>
                  <a:lnTo>
                    <a:pt x="24426" y="80159"/>
                  </a:lnTo>
                  <a:lnTo>
                    <a:pt x="21717" y="84768"/>
                  </a:lnTo>
                  <a:lnTo>
                    <a:pt x="19157" y="89461"/>
                  </a:lnTo>
                  <a:lnTo>
                    <a:pt x="16748" y="94233"/>
                  </a:lnTo>
                  <a:lnTo>
                    <a:pt x="14492" y="99080"/>
                  </a:lnTo>
                  <a:lnTo>
                    <a:pt x="12393" y="103997"/>
                  </a:lnTo>
                  <a:lnTo>
                    <a:pt x="10453" y="108978"/>
                  </a:lnTo>
                  <a:lnTo>
                    <a:pt x="8672" y="114019"/>
                  </a:lnTo>
                  <a:lnTo>
                    <a:pt x="7054" y="119114"/>
                  </a:lnTo>
                  <a:lnTo>
                    <a:pt x="5599" y="124258"/>
                  </a:lnTo>
                  <a:lnTo>
                    <a:pt x="4310" y="129446"/>
                  </a:lnTo>
                  <a:lnTo>
                    <a:pt x="3187" y="134673"/>
                  </a:lnTo>
                  <a:lnTo>
                    <a:pt x="2232" y="139933"/>
                  </a:lnTo>
                  <a:lnTo>
                    <a:pt x="1445" y="145220"/>
                  </a:lnTo>
                  <a:lnTo>
                    <a:pt x="828" y="150531"/>
                  </a:lnTo>
                  <a:lnTo>
                    <a:pt x="381" y="155858"/>
                  </a:lnTo>
                  <a:lnTo>
                    <a:pt x="105" y="161196"/>
                  </a:lnTo>
                  <a:lnTo>
                    <a:pt x="0" y="166541"/>
                  </a:lnTo>
                  <a:lnTo>
                    <a:pt x="65" y="171887"/>
                  </a:lnTo>
                  <a:lnTo>
                    <a:pt x="301" y="177228"/>
                  </a:lnTo>
                  <a:lnTo>
                    <a:pt x="708" y="182558"/>
                  </a:lnTo>
                  <a:lnTo>
                    <a:pt x="1286" y="187873"/>
                  </a:lnTo>
                  <a:lnTo>
                    <a:pt x="2032" y="193166"/>
                  </a:lnTo>
                  <a:lnTo>
                    <a:pt x="2948" y="198433"/>
                  </a:lnTo>
                  <a:lnTo>
                    <a:pt x="4032" y="203668"/>
                  </a:lnTo>
                  <a:lnTo>
                    <a:pt x="5283" y="208865"/>
                  </a:lnTo>
                  <a:lnTo>
                    <a:pt x="6699" y="214020"/>
                  </a:lnTo>
                  <a:lnTo>
                    <a:pt x="8279" y="219127"/>
                  </a:lnTo>
                  <a:lnTo>
                    <a:pt x="10021" y="224181"/>
                  </a:lnTo>
                  <a:lnTo>
                    <a:pt x="11925" y="229177"/>
                  </a:lnTo>
                  <a:lnTo>
                    <a:pt x="13987" y="234109"/>
                  </a:lnTo>
                  <a:lnTo>
                    <a:pt x="16206" y="238973"/>
                  </a:lnTo>
                  <a:lnTo>
                    <a:pt x="18579" y="243763"/>
                  </a:lnTo>
                  <a:lnTo>
                    <a:pt x="21104" y="248475"/>
                  </a:lnTo>
                  <a:lnTo>
                    <a:pt x="23779" y="253104"/>
                  </a:lnTo>
                  <a:lnTo>
                    <a:pt x="26600" y="257645"/>
                  </a:lnTo>
                  <a:lnTo>
                    <a:pt x="29565" y="262093"/>
                  </a:lnTo>
                  <a:lnTo>
                    <a:pt x="32670" y="266444"/>
                  </a:lnTo>
                  <a:lnTo>
                    <a:pt x="35914" y="270694"/>
                  </a:lnTo>
                  <a:lnTo>
                    <a:pt x="39291" y="274838"/>
                  </a:lnTo>
                  <a:lnTo>
                    <a:pt x="42799" y="278872"/>
                  </a:lnTo>
                  <a:lnTo>
                    <a:pt x="46435" y="282791"/>
                  </a:lnTo>
                  <a:lnTo>
                    <a:pt x="50193" y="286592"/>
                  </a:lnTo>
                  <a:lnTo>
                    <a:pt x="54072" y="290272"/>
                  </a:lnTo>
                  <a:lnTo>
                    <a:pt x="58066" y="293825"/>
                  </a:lnTo>
                  <a:lnTo>
                    <a:pt x="62172" y="297249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5030682" y="5536317"/>
              <a:ext cx="104993" cy="130081"/>
            </a:xfrm>
            <a:custGeom>
              <a:avLst/>
              <a:pathLst>
                <a:path w="104993" h="130081">
                  <a:moveTo>
                    <a:pt x="0" y="130081"/>
                  </a:moveTo>
                  <a:lnTo>
                    <a:pt x="1049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5030682" y="5536317"/>
              <a:ext cx="104993" cy="130081"/>
            </a:xfrm>
            <a:custGeom>
              <a:avLst/>
              <a:pathLst>
                <a:path w="104993" h="130081">
                  <a:moveTo>
                    <a:pt x="0" y="130081"/>
                  </a:moveTo>
                  <a:lnTo>
                    <a:pt x="1049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5030682" y="5536317"/>
              <a:ext cx="104993" cy="130081"/>
            </a:xfrm>
            <a:custGeom>
              <a:avLst/>
              <a:pathLst>
                <a:path w="104993" h="130081">
                  <a:moveTo>
                    <a:pt x="0" y="130081"/>
                  </a:moveTo>
                  <a:lnTo>
                    <a:pt x="1049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5030682" y="5536317"/>
              <a:ext cx="104993" cy="130081"/>
            </a:xfrm>
            <a:custGeom>
              <a:avLst/>
              <a:pathLst>
                <a:path w="104993" h="130081">
                  <a:moveTo>
                    <a:pt x="0" y="130081"/>
                  </a:moveTo>
                  <a:lnTo>
                    <a:pt x="10499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5030682" y="5536317"/>
              <a:ext cx="104993" cy="130081"/>
            </a:xfrm>
            <a:custGeom>
              <a:avLst/>
              <a:pathLst>
                <a:path w="104993" h="130081">
                  <a:moveTo>
                    <a:pt x="0" y="130081"/>
                  </a:moveTo>
                  <a:lnTo>
                    <a:pt x="10499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5030682" y="5536317"/>
              <a:ext cx="159839" cy="167162"/>
            </a:xfrm>
            <a:custGeom>
              <a:avLst/>
              <a:pathLst>
                <a:path w="159839" h="167162">
                  <a:moveTo>
                    <a:pt x="0" y="130081"/>
                  </a:moveTo>
                  <a:lnTo>
                    <a:pt x="4307" y="133443"/>
                  </a:lnTo>
                  <a:lnTo>
                    <a:pt x="8722" y="136663"/>
                  </a:lnTo>
                  <a:lnTo>
                    <a:pt x="13240" y="139736"/>
                  </a:lnTo>
                  <a:lnTo>
                    <a:pt x="17856" y="142660"/>
                  </a:lnTo>
                  <a:lnTo>
                    <a:pt x="22565" y="145432"/>
                  </a:lnTo>
                  <a:lnTo>
                    <a:pt x="27363" y="148048"/>
                  </a:lnTo>
                  <a:lnTo>
                    <a:pt x="32243" y="150506"/>
                  </a:lnTo>
                  <a:lnTo>
                    <a:pt x="37201" y="152804"/>
                  </a:lnTo>
                  <a:lnTo>
                    <a:pt x="42231" y="154938"/>
                  </a:lnTo>
                  <a:lnTo>
                    <a:pt x="47328" y="156906"/>
                  </a:lnTo>
                  <a:lnTo>
                    <a:pt x="52487" y="158707"/>
                  </a:lnTo>
                  <a:lnTo>
                    <a:pt x="57703" y="160338"/>
                  </a:lnTo>
                  <a:lnTo>
                    <a:pt x="62968" y="161798"/>
                  </a:lnTo>
                  <a:lnTo>
                    <a:pt x="68279" y="163085"/>
                  </a:lnTo>
                  <a:lnTo>
                    <a:pt x="73628" y="164198"/>
                  </a:lnTo>
                  <a:lnTo>
                    <a:pt x="79012" y="165136"/>
                  </a:lnTo>
                  <a:lnTo>
                    <a:pt x="84423" y="165896"/>
                  </a:lnTo>
                  <a:lnTo>
                    <a:pt x="89856" y="166480"/>
                  </a:lnTo>
                  <a:lnTo>
                    <a:pt x="95305" y="166886"/>
                  </a:lnTo>
                  <a:lnTo>
                    <a:pt x="100765" y="167113"/>
                  </a:lnTo>
                  <a:lnTo>
                    <a:pt x="106229" y="167162"/>
                  </a:lnTo>
                  <a:lnTo>
                    <a:pt x="111691" y="167033"/>
                  </a:lnTo>
                  <a:lnTo>
                    <a:pt x="117147" y="166725"/>
                  </a:lnTo>
                  <a:lnTo>
                    <a:pt x="122590" y="166238"/>
                  </a:lnTo>
                  <a:lnTo>
                    <a:pt x="128013" y="165574"/>
                  </a:lnTo>
                  <a:lnTo>
                    <a:pt x="133413" y="164734"/>
                  </a:lnTo>
                  <a:lnTo>
                    <a:pt x="138781" y="163717"/>
                  </a:lnTo>
                  <a:lnTo>
                    <a:pt x="144114" y="162525"/>
                  </a:lnTo>
                  <a:lnTo>
                    <a:pt x="149405" y="161160"/>
                  </a:lnTo>
                  <a:lnTo>
                    <a:pt x="154649" y="159622"/>
                  </a:lnTo>
                  <a:lnTo>
                    <a:pt x="159839" y="157914"/>
                  </a:lnTo>
                  <a:lnTo>
                    <a:pt x="10499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5135676" y="5369149"/>
              <a:ext cx="167162" cy="325081"/>
            </a:xfrm>
            <a:custGeom>
              <a:avLst/>
              <a:pathLst>
                <a:path w="167162" h="325081">
                  <a:moveTo>
                    <a:pt x="54845" y="325081"/>
                  </a:moveTo>
                  <a:lnTo>
                    <a:pt x="59854" y="323252"/>
                  </a:lnTo>
                  <a:lnTo>
                    <a:pt x="64802" y="321263"/>
                  </a:lnTo>
                  <a:lnTo>
                    <a:pt x="69684" y="319118"/>
                  </a:lnTo>
                  <a:lnTo>
                    <a:pt x="74495" y="316818"/>
                  </a:lnTo>
                  <a:lnTo>
                    <a:pt x="79230" y="314365"/>
                  </a:lnTo>
                  <a:lnTo>
                    <a:pt x="83885" y="311763"/>
                  </a:lnTo>
                  <a:lnTo>
                    <a:pt x="88455" y="309014"/>
                  </a:lnTo>
                  <a:lnTo>
                    <a:pt x="92934" y="306121"/>
                  </a:lnTo>
                  <a:lnTo>
                    <a:pt x="97319" y="303086"/>
                  </a:lnTo>
                  <a:lnTo>
                    <a:pt x="101604" y="299913"/>
                  </a:lnTo>
                  <a:lnTo>
                    <a:pt x="105787" y="296604"/>
                  </a:lnTo>
                  <a:lnTo>
                    <a:pt x="109861" y="293164"/>
                  </a:lnTo>
                  <a:lnTo>
                    <a:pt x="113824" y="289596"/>
                  </a:lnTo>
                  <a:lnTo>
                    <a:pt x="117671" y="285903"/>
                  </a:lnTo>
                  <a:lnTo>
                    <a:pt x="121399" y="282089"/>
                  </a:lnTo>
                  <a:lnTo>
                    <a:pt x="125002" y="278159"/>
                  </a:lnTo>
                  <a:lnTo>
                    <a:pt x="128479" y="274115"/>
                  </a:lnTo>
                  <a:lnTo>
                    <a:pt x="131825" y="269963"/>
                  </a:lnTo>
                  <a:lnTo>
                    <a:pt x="135037" y="265706"/>
                  </a:lnTo>
                  <a:lnTo>
                    <a:pt x="138111" y="261349"/>
                  </a:lnTo>
                  <a:lnTo>
                    <a:pt x="141045" y="256896"/>
                  </a:lnTo>
                  <a:lnTo>
                    <a:pt x="143835" y="252351"/>
                  </a:lnTo>
                  <a:lnTo>
                    <a:pt x="146479" y="247720"/>
                  </a:lnTo>
                  <a:lnTo>
                    <a:pt x="148973" y="243007"/>
                  </a:lnTo>
                  <a:lnTo>
                    <a:pt x="151317" y="238217"/>
                  </a:lnTo>
                  <a:lnTo>
                    <a:pt x="153506" y="233354"/>
                  </a:lnTo>
                  <a:lnTo>
                    <a:pt x="155539" y="228424"/>
                  </a:lnTo>
                  <a:lnTo>
                    <a:pt x="157414" y="223432"/>
                  </a:lnTo>
                  <a:lnTo>
                    <a:pt x="159128" y="218383"/>
                  </a:lnTo>
                  <a:lnTo>
                    <a:pt x="160681" y="213281"/>
                  </a:lnTo>
                  <a:lnTo>
                    <a:pt x="162070" y="208132"/>
                  </a:lnTo>
                  <a:lnTo>
                    <a:pt x="163294" y="202942"/>
                  </a:lnTo>
                  <a:lnTo>
                    <a:pt x="164352" y="197716"/>
                  </a:lnTo>
                  <a:lnTo>
                    <a:pt x="165243" y="192458"/>
                  </a:lnTo>
                  <a:lnTo>
                    <a:pt x="165965" y="187174"/>
                  </a:lnTo>
                  <a:lnTo>
                    <a:pt x="166519" y="181871"/>
                  </a:lnTo>
                  <a:lnTo>
                    <a:pt x="166903" y="176552"/>
                  </a:lnTo>
                  <a:lnTo>
                    <a:pt x="167118" y="171224"/>
                  </a:lnTo>
                  <a:lnTo>
                    <a:pt x="167162" y="165891"/>
                  </a:lnTo>
                  <a:lnTo>
                    <a:pt x="167036" y="160560"/>
                  </a:lnTo>
                  <a:lnTo>
                    <a:pt x="166741" y="155235"/>
                  </a:lnTo>
                  <a:lnTo>
                    <a:pt x="166275" y="149923"/>
                  </a:lnTo>
                  <a:lnTo>
                    <a:pt x="165641" y="144628"/>
                  </a:lnTo>
                  <a:lnTo>
                    <a:pt x="164837" y="139357"/>
                  </a:lnTo>
                  <a:lnTo>
                    <a:pt x="163867" y="134113"/>
                  </a:lnTo>
                  <a:lnTo>
                    <a:pt x="162729" y="128903"/>
                  </a:lnTo>
                  <a:lnTo>
                    <a:pt x="161426" y="123732"/>
                  </a:lnTo>
                  <a:lnTo>
                    <a:pt x="159958" y="118606"/>
                  </a:lnTo>
                  <a:lnTo>
                    <a:pt x="158328" y="113528"/>
                  </a:lnTo>
                  <a:lnTo>
                    <a:pt x="156536" y="108506"/>
                  </a:lnTo>
                  <a:lnTo>
                    <a:pt x="154586" y="103543"/>
                  </a:lnTo>
                  <a:lnTo>
                    <a:pt x="152478" y="98644"/>
                  </a:lnTo>
                  <a:lnTo>
                    <a:pt x="150215" y="93816"/>
                  </a:lnTo>
                  <a:lnTo>
                    <a:pt x="147798" y="89062"/>
                  </a:lnTo>
                  <a:lnTo>
                    <a:pt x="145232" y="84387"/>
                  </a:lnTo>
                  <a:lnTo>
                    <a:pt x="142518" y="79797"/>
                  </a:lnTo>
                  <a:lnTo>
                    <a:pt x="139659" y="75296"/>
                  </a:lnTo>
                  <a:lnTo>
                    <a:pt x="136657" y="70888"/>
                  </a:lnTo>
                  <a:lnTo>
                    <a:pt x="133517" y="66578"/>
                  </a:lnTo>
                  <a:lnTo>
                    <a:pt x="130240" y="62371"/>
                  </a:lnTo>
                  <a:lnTo>
                    <a:pt x="126832" y="58270"/>
                  </a:lnTo>
                  <a:lnTo>
                    <a:pt x="123294" y="54280"/>
                  </a:lnTo>
                  <a:lnTo>
                    <a:pt x="119630" y="50405"/>
                  </a:lnTo>
                  <a:lnTo>
                    <a:pt x="115845" y="46648"/>
                  </a:lnTo>
                  <a:lnTo>
                    <a:pt x="111942" y="43015"/>
                  </a:lnTo>
                  <a:lnTo>
                    <a:pt x="107925" y="39507"/>
                  </a:lnTo>
                  <a:lnTo>
                    <a:pt x="103799" y="36130"/>
                  </a:lnTo>
                  <a:lnTo>
                    <a:pt x="99566" y="32886"/>
                  </a:lnTo>
                  <a:lnTo>
                    <a:pt x="95233" y="29778"/>
                  </a:lnTo>
                  <a:lnTo>
                    <a:pt x="90802" y="26811"/>
                  </a:lnTo>
                  <a:lnTo>
                    <a:pt x="86279" y="23986"/>
                  </a:lnTo>
                  <a:lnTo>
                    <a:pt x="81668" y="21307"/>
                  </a:lnTo>
                  <a:lnTo>
                    <a:pt x="76974" y="18776"/>
                  </a:lnTo>
                  <a:lnTo>
                    <a:pt x="72202" y="16396"/>
                  </a:lnTo>
                  <a:lnTo>
                    <a:pt x="67356" y="14170"/>
                  </a:lnTo>
                  <a:lnTo>
                    <a:pt x="62442" y="12100"/>
                  </a:lnTo>
                  <a:lnTo>
                    <a:pt x="57464" y="10187"/>
                  </a:lnTo>
                  <a:lnTo>
                    <a:pt x="52428" y="8434"/>
                  </a:lnTo>
                  <a:lnTo>
                    <a:pt x="47339" y="6842"/>
                  </a:lnTo>
                  <a:lnTo>
                    <a:pt x="42201" y="5414"/>
                  </a:lnTo>
                  <a:lnTo>
                    <a:pt x="37020" y="4150"/>
                  </a:lnTo>
                  <a:lnTo>
                    <a:pt x="31802" y="3052"/>
                  </a:lnTo>
                  <a:lnTo>
                    <a:pt x="26551" y="2122"/>
                  </a:lnTo>
                  <a:lnTo>
                    <a:pt x="21273" y="1359"/>
                  </a:lnTo>
                  <a:lnTo>
                    <a:pt x="15974" y="764"/>
                  </a:lnTo>
                  <a:lnTo>
                    <a:pt x="10658" y="340"/>
                  </a:lnTo>
                  <a:lnTo>
                    <a:pt x="533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5520295" y="5220472"/>
              <a:ext cx="112840" cy="167167"/>
            </a:xfrm>
            <a:custGeom>
              <a:avLst/>
              <a:pathLst>
                <a:path w="112840" h="167167">
                  <a:moveTo>
                    <a:pt x="112840" y="0"/>
                  </a:moveTo>
                  <a:lnTo>
                    <a:pt x="107210" y="94"/>
                  </a:lnTo>
                  <a:lnTo>
                    <a:pt x="101587" y="379"/>
                  </a:lnTo>
                  <a:lnTo>
                    <a:pt x="95977" y="852"/>
                  </a:lnTo>
                  <a:lnTo>
                    <a:pt x="90386" y="1514"/>
                  </a:lnTo>
                  <a:lnTo>
                    <a:pt x="84821" y="2364"/>
                  </a:lnTo>
                  <a:lnTo>
                    <a:pt x="79287" y="3401"/>
                  </a:lnTo>
                  <a:lnTo>
                    <a:pt x="73791" y="4624"/>
                  </a:lnTo>
                  <a:lnTo>
                    <a:pt x="68340" y="6031"/>
                  </a:lnTo>
                  <a:lnTo>
                    <a:pt x="62939" y="7621"/>
                  </a:lnTo>
                  <a:lnTo>
                    <a:pt x="57595" y="9392"/>
                  </a:lnTo>
                  <a:lnTo>
                    <a:pt x="52313" y="11342"/>
                  </a:lnTo>
                  <a:lnTo>
                    <a:pt x="47100" y="13468"/>
                  </a:lnTo>
                  <a:lnTo>
                    <a:pt x="41961" y="15769"/>
                  </a:lnTo>
                  <a:lnTo>
                    <a:pt x="36903" y="18242"/>
                  </a:lnTo>
                  <a:lnTo>
                    <a:pt x="31931" y="20884"/>
                  </a:lnTo>
                  <a:lnTo>
                    <a:pt x="27051" y="23691"/>
                  </a:lnTo>
                  <a:lnTo>
                    <a:pt x="22268" y="26661"/>
                  </a:lnTo>
                  <a:lnTo>
                    <a:pt x="17588" y="29791"/>
                  </a:lnTo>
                  <a:lnTo>
                    <a:pt x="13016" y="33077"/>
                  </a:lnTo>
                  <a:lnTo>
                    <a:pt x="8557" y="36514"/>
                  </a:lnTo>
                  <a:lnTo>
                    <a:pt x="4217" y="40100"/>
                  </a:lnTo>
                  <a:lnTo>
                    <a:pt x="0" y="43830"/>
                  </a:lnTo>
                  <a:lnTo>
                    <a:pt x="1128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5520295" y="5264302"/>
              <a:ext cx="112840" cy="123337"/>
            </a:xfrm>
            <a:custGeom>
              <a:avLst/>
              <a:pathLst>
                <a:path w="112840" h="123337">
                  <a:moveTo>
                    <a:pt x="0" y="0"/>
                  </a:moveTo>
                  <a:lnTo>
                    <a:pt x="112840" y="123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5520295" y="5264302"/>
              <a:ext cx="112840" cy="123337"/>
            </a:xfrm>
            <a:custGeom>
              <a:avLst/>
              <a:pathLst>
                <a:path w="112840" h="123337">
                  <a:moveTo>
                    <a:pt x="0" y="0"/>
                  </a:moveTo>
                  <a:lnTo>
                    <a:pt x="112840" y="123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5520295" y="5264302"/>
              <a:ext cx="112840" cy="123337"/>
            </a:xfrm>
            <a:custGeom>
              <a:avLst/>
              <a:pathLst>
                <a:path w="112840" h="123337">
                  <a:moveTo>
                    <a:pt x="0" y="0"/>
                  </a:moveTo>
                  <a:lnTo>
                    <a:pt x="112840" y="1233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5520295" y="5264302"/>
              <a:ext cx="112840" cy="123337"/>
            </a:xfrm>
            <a:custGeom>
              <a:avLst/>
              <a:pathLst>
                <a:path w="112840" h="123337">
                  <a:moveTo>
                    <a:pt x="0" y="0"/>
                  </a:moveTo>
                  <a:lnTo>
                    <a:pt x="112840" y="1233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5486322" y="5264302"/>
              <a:ext cx="146812" cy="123337"/>
            </a:xfrm>
            <a:custGeom>
              <a:avLst/>
              <a:pathLst>
                <a:path w="146812" h="123337">
                  <a:moveTo>
                    <a:pt x="33972" y="0"/>
                  </a:moveTo>
                  <a:lnTo>
                    <a:pt x="29511" y="4234"/>
                  </a:lnTo>
                  <a:lnTo>
                    <a:pt x="25209" y="8630"/>
                  </a:lnTo>
                  <a:lnTo>
                    <a:pt x="21071" y="13182"/>
                  </a:lnTo>
                  <a:lnTo>
                    <a:pt x="17103" y="17882"/>
                  </a:lnTo>
                  <a:lnTo>
                    <a:pt x="13312" y="22726"/>
                  </a:lnTo>
                  <a:lnTo>
                    <a:pt x="9701" y="27705"/>
                  </a:lnTo>
                  <a:lnTo>
                    <a:pt x="6275" y="32814"/>
                  </a:lnTo>
                  <a:lnTo>
                    <a:pt x="3040" y="38046"/>
                  </a:lnTo>
                  <a:lnTo>
                    <a:pt x="0" y="43393"/>
                  </a:lnTo>
                  <a:lnTo>
                    <a:pt x="146812" y="1233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5465976" y="5220472"/>
              <a:ext cx="334310" cy="334333"/>
            </a:xfrm>
            <a:custGeom>
              <a:avLst/>
              <a:pathLst>
                <a:path w="334310" h="334333">
                  <a:moveTo>
                    <a:pt x="20346" y="87223"/>
                  </a:moveTo>
                  <a:lnTo>
                    <a:pt x="17881" y="91928"/>
                  </a:lnTo>
                  <a:lnTo>
                    <a:pt x="15566" y="96708"/>
                  </a:lnTo>
                  <a:lnTo>
                    <a:pt x="13404" y="101560"/>
                  </a:lnTo>
                  <a:lnTo>
                    <a:pt x="11397" y="106478"/>
                  </a:lnTo>
                  <a:lnTo>
                    <a:pt x="9548" y="111457"/>
                  </a:lnTo>
                  <a:lnTo>
                    <a:pt x="7857" y="116492"/>
                  </a:lnTo>
                  <a:lnTo>
                    <a:pt x="6328" y="121579"/>
                  </a:lnTo>
                  <a:lnTo>
                    <a:pt x="4961" y="126711"/>
                  </a:lnTo>
                  <a:lnTo>
                    <a:pt x="3757" y="131884"/>
                  </a:lnTo>
                  <a:lnTo>
                    <a:pt x="2719" y="137093"/>
                  </a:lnTo>
                  <a:lnTo>
                    <a:pt x="1847" y="142333"/>
                  </a:lnTo>
                  <a:lnTo>
                    <a:pt x="1141" y="147597"/>
                  </a:lnTo>
                  <a:lnTo>
                    <a:pt x="603" y="152881"/>
                  </a:lnTo>
                  <a:lnTo>
                    <a:pt x="233" y="158180"/>
                  </a:lnTo>
                  <a:lnTo>
                    <a:pt x="32" y="163487"/>
                  </a:lnTo>
                  <a:lnTo>
                    <a:pt x="0" y="168799"/>
                  </a:lnTo>
                  <a:lnTo>
                    <a:pt x="136" y="174108"/>
                  </a:lnTo>
                  <a:lnTo>
                    <a:pt x="441" y="179411"/>
                  </a:lnTo>
                  <a:lnTo>
                    <a:pt x="914" y="184701"/>
                  </a:lnTo>
                  <a:lnTo>
                    <a:pt x="1555" y="189974"/>
                  </a:lnTo>
                  <a:lnTo>
                    <a:pt x="2363" y="195224"/>
                  </a:lnTo>
                  <a:lnTo>
                    <a:pt x="3337" y="200445"/>
                  </a:lnTo>
                  <a:lnTo>
                    <a:pt x="4477" y="205633"/>
                  </a:lnTo>
                  <a:lnTo>
                    <a:pt x="5781" y="210781"/>
                  </a:lnTo>
                  <a:lnTo>
                    <a:pt x="7248" y="215886"/>
                  </a:lnTo>
                  <a:lnTo>
                    <a:pt x="8877" y="220942"/>
                  </a:lnTo>
                  <a:lnTo>
                    <a:pt x="10665" y="225943"/>
                  </a:lnTo>
                  <a:lnTo>
                    <a:pt x="12611" y="230885"/>
                  </a:lnTo>
                  <a:lnTo>
                    <a:pt x="14714" y="235763"/>
                  </a:lnTo>
                  <a:lnTo>
                    <a:pt x="16970" y="240571"/>
                  </a:lnTo>
                  <a:lnTo>
                    <a:pt x="19378" y="245306"/>
                  </a:lnTo>
                  <a:lnTo>
                    <a:pt x="21935" y="249961"/>
                  </a:lnTo>
                  <a:lnTo>
                    <a:pt x="24638" y="254533"/>
                  </a:lnTo>
                  <a:lnTo>
                    <a:pt x="27486" y="259017"/>
                  </a:lnTo>
                  <a:lnTo>
                    <a:pt x="30474" y="263408"/>
                  </a:lnTo>
                  <a:lnTo>
                    <a:pt x="33601" y="267701"/>
                  </a:lnTo>
                  <a:lnTo>
                    <a:pt x="36862" y="271894"/>
                  </a:lnTo>
                  <a:lnTo>
                    <a:pt x="40255" y="275980"/>
                  </a:lnTo>
                  <a:lnTo>
                    <a:pt x="43776" y="279957"/>
                  </a:lnTo>
                  <a:lnTo>
                    <a:pt x="47421" y="283820"/>
                  </a:lnTo>
                  <a:lnTo>
                    <a:pt x="51188" y="287565"/>
                  </a:lnTo>
                  <a:lnTo>
                    <a:pt x="55071" y="291188"/>
                  </a:lnTo>
                  <a:lnTo>
                    <a:pt x="59068" y="294687"/>
                  </a:lnTo>
                  <a:lnTo>
                    <a:pt x="63174" y="298056"/>
                  </a:lnTo>
                  <a:lnTo>
                    <a:pt x="67384" y="301294"/>
                  </a:lnTo>
                  <a:lnTo>
                    <a:pt x="71696" y="304396"/>
                  </a:lnTo>
                  <a:lnTo>
                    <a:pt x="76104" y="307359"/>
                  </a:lnTo>
                  <a:lnTo>
                    <a:pt x="80603" y="310181"/>
                  </a:lnTo>
                  <a:lnTo>
                    <a:pt x="85191" y="312859"/>
                  </a:lnTo>
                  <a:lnTo>
                    <a:pt x="89860" y="315389"/>
                  </a:lnTo>
                  <a:lnTo>
                    <a:pt x="94608" y="317770"/>
                  </a:lnTo>
                  <a:lnTo>
                    <a:pt x="99430" y="319999"/>
                  </a:lnTo>
                  <a:lnTo>
                    <a:pt x="104319" y="322074"/>
                  </a:lnTo>
                  <a:lnTo>
                    <a:pt x="109272" y="323992"/>
                  </a:lnTo>
                  <a:lnTo>
                    <a:pt x="114284" y="325752"/>
                  </a:lnTo>
                  <a:lnTo>
                    <a:pt x="119348" y="327352"/>
                  </a:lnTo>
                  <a:lnTo>
                    <a:pt x="124461" y="328790"/>
                  </a:lnTo>
                  <a:lnTo>
                    <a:pt x="129618" y="330064"/>
                  </a:lnTo>
                  <a:lnTo>
                    <a:pt x="134812" y="331175"/>
                  </a:lnTo>
                  <a:lnTo>
                    <a:pt x="140038" y="332120"/>
                  </a:lnTo>
                  <a:lnTo>
                    <a:pt x="145292" y="332898"/>
                  </a:lnTo>
                  <a:lnTo>
                    <a:pt x="150569" y="333509"/>
                  </a:lnTo>
                  <a:lnTo>
                    <a:pt x="155862" y="333952"/>
                  </a:lnTo>
                  <a:lnTo>
                    <a:pt x="161166" y="334227"/>
                  </a:lnTo>
                  <a:lnTo>
                    <a:pt x="166476" y="334333"/>
                  </a:lnTo>
                  <a:lnTo>
                    <a:pt x="171787" y="334270"/>
                  </a:lnTo>
                  <a:lnTo>
                    <a:pt x="177094" y="334039"/>
                  </a:lnTo>
                  <a:lnTo>
                    <a:pt x="182390" y="333639"/>
                  </a:lnTo>
                  <a:lnTo>
                    <a:pt x="187671" y="333071"/>
                  </a:lnTo>
                  <a:lnTo>
                    <a:pt x="192931" y="332336"/>
                  </a:lnTo>
                  <a:lnTo>
                    <a:pt x="198166" y="331434"/>
                  </a:lnTo>
                  <a:lnTo>
                    <a:pt x="203369" y="330366"/>
                  </a:lnTo>
                  <a:lnTo>
                    <a:pt x="208535" y="329133"/>
                  </a:lnTo>
                  <a:lnTo>
                    <a:pt x="213660" y="327737"/>
                  </a:lnTo>
                  <a:lnTo>
                    <a:pt x="218737" y="326178"/>
                  </a:lnTo>
                  <a:lnTo>
                    <a:pt x="223763" y="324459"/>
                  </a:lnTo>
                  <a:lnTo>
                    <a:pt x="228731" y="322582"/>
                  </a:lnTo>
                  <a:lnTo>
                    <a:pt x="233638" y="320547"/>
                  </a:lnTo>
                  <a:lnTo>
                    <a:pt x="238477" y="318358"/>
                  </a:lnTo>
                  <a:lnTo>
                    <a:pt x="243244" y="316016"/>
                  </a:lnTo>
                  <a:lnTo>
                    <a:pt x="247935" y="313524"/>
                  </a:lnTo>
                  <a:lnTo>
                    <a:pt x="252543" y="310883"/>
                  </a:lnTo>
                  <a:lnTo>
                    <a:pt x="257066" y="308098"/>
                  </a:lnTo>
                  <a:lnTo>
                    <a:pt x="261498" y="305171"/>
                  </a:lnTo>
                  <a:lnTo>
                    <a:pt x="265835" y="302104"/>
                  </a:lnTo>
                  <a:lnTo>
                    <a:pt x="270072" y="298901"/>
                  </a:lnTo>
                  <a:lnTo>
                    <a:pt x="274205" y="295565"/>
                  </a:lnTo>
                  <a:lnTo>
                    <a:pt x="278230" y="292100"/>
                  </a:lnTo>
                  <a:lnTo>
                    <a:pt x="282143" y="288508"/>
                  </a:lnTo>
                  <a:lnTo>
                    <a:pt x="285940" y="284794"/>
                  </a:lnTo>
                  <a:lnTo>
                    <a:pt x="289617" y="280961"/>
                  </a:lnTo>
                  <a:lnTo>
                    <a:pt x="293170" y="277013"/>
                  </a:lnTo>
                  <a:lnTo>
                    <a:pt x="296596" y="272954"/>
                  </a:lnTo>
                  <a:lnTo>
                    <a:pt x="299892" y="268789"/>
                  </a:lnTo>
                  <a:lnTo>
                    <a:pt x="303053" y="264521"/>
                  </a:lnTo>
                  <a:lnTo>
                    <a:pt x="306077" y="260154"/>
                  </a:lnTo>
                  <a:lnTo>
                    <a:pt x="308961" y="255694"/>
                  </a:lnTo>
                  <a:lnTo>
                    <a:pt x="311702" y="251145"/>
                  </a:lnTo>
                  <a:lnTo>
                    <a:pt x="314297" y="246510"/>
                  </a:lnTo>
                  <a:lnTo>
                    <a:pt x="316743" y="241796"/>
                  </a:lnTo>
                  <a:lnTo>
                    <a:pt x="319039" y="237006"/>
                  </a:lnTo>
                  <a:lnTo>
                    <a:pt x="321181" y="232145"/>
                  </a:lnTo>
                  <a:lnTo>
                    <a:pt x="323167" y="227219"/>
                  </a:lnTo>
                  <a:lnTo>
                    <a:pt x="324997" y="222233"/>
                  </a:lnTo>
                  <a:lnTo>
                    <a:pt x="326666" y="217191"/>
                  </a:lnTo>
                  <a:lnTo>
                    <a:pt x="328175" y="212098"/>
                  </a:lnTo>
                  <a:lnTo>
                    <a:pt x="329521" y="206960"/>
                  </a:lnTo>
                  <a:lnTo>
                    <a:pt x="330703" y="201782"/>
                  </a:lnTo>
                  <a:lnTo>
                    <a:pt x="331720" y="196569"/>
                  </a:lnTo>
                  <a:lnTo>
                    <a:pt x="332571" y="191326"/>
                  </a:lnTo>
                  <a:lnTo>
                    <a:pt x="333256" y="186059"/>
                  </a:lnTo>
                  <a:lnTo>
                    <a:pt x="333772" y="180772"/>
                  </a:lnTo>
                  <a:lnTo>
                    <a:pt x="334120" y="175472"/>
                  </a:lnTo>
                  <a:lnTo>
                    <a:pt x="334300" y="170164"/>
                  </a:lnTo>
                  <a:lnTo>
                    <a:pt x="334310" y="164853"/>
                  </a:lnTo>
                  <a:lnTo>
                    <a:pt x="334152" y="159543"/>
                  </a:lnTo>
                  <a:lnTo>
                    <a:pt x="333826" y="154242"/>
                  </a:lnTo>
                  <a:lnTo>
                    <a:pt x="333331" y="148954"/>
                  </a:lnTo>
                  <a:lnTo>
                    <a:pt x="332669" y="143684"/>
                  </a:lnTo>
                  <a:lnTo>
                    <a:pt x="331839" y="138437"/>
                  </a:lnTo>
                  <a:lnTo>
                    <a:pt x="330843" y="133220"/>
                  </a:lnTo>
                  <a:lnTo>
                    <a:pt x="329682" y="128037"/>
                  </a:lnTo>
                  <a:lnTo>
                    <a:pt x="328357" y="122894"/>
                  </a:lnTo>
                  <a:lnTo>
                    <a:pt x="326869" y="117795"/>
                  </a:lnTo>
                  <a:lnTo>
                    <a:pt x="325220" y="112746"/>
                  </a:lnTo>
                  <a:lnTo>
                    <a:pt x="323411" y="107752"/>
                  </a:lnTo>
                  <a:lnTo>
                    <a:pt x="321445" y="102818"/>
                  </a:lnTo>
                  <a:lnTo>
                    <a:pt x="319323" y="97949"/>
                  </a:lnTo>
                  <a:lnTo>
                    <a:pt x="317047" y="93150"/>
                  </a:lnTo>
                  <a:lnTo>
                    <a:pt x="314620" y="88425"/>
                  </a:lnTo>
                  <a:lnTo>
                    <a:pt x="312044" y="83780"/>
                  </a:lnTo>
                  <a:lnTo>
                    <a:pt x="309322" y="79220"/>
                  </a:lnTo>
                  <a:lnTo>
                    <a:pt x="306456" y="74748"/>
                  </a:lnTo>
                  <a:lnTo>
                    <a:pt x="303449" y="70369"/>
                  </a:lnTo>
                  <a:lnTo>
                    <a:pt x="300305" y="66088"/>
                  </a:lnTo>
                  <a:lnTo>
                    <a:pt x="297027" y="61909"/>
                  </a:lnTo>
                  <a:lnTo>
                    <a:pt x="293618" y="57836"/>
                  </a:lnTo>
                  <a:lnTo>
                    <a:pt x="290080" y="53874"/>
                  </a:lnTo>
                  <a:lnTo>
                    <a:pt x="286419" y="50026"/>
                  </a:lnTo>
                  <a:lnTo>
                    <a:pt x="282637" y="46296"/>
                  </a:lnTo>
                  <a:lnTo>
                    <a:pt x="278739" y="42689"/>
                  </a:lnTo>
                  <a:lnTo>
                    <a:pt x="274728" y="39207"/>
                  </a:lnTo>
                  <a:lnTo>
                    <a:pt x="270609" y="35854"/>
                  </a:lnTo>
                  <a:lnTo>
                    <a:pt x="266385" y="32634"/>
                  </a:lnTo>
                  <a:lnTo>
                    <a:pt x="262061" y="29549"/>
                  </a:lnTo>
                  <a:lnTo>
                    <a:pt x="257641" y="26604"/>
                  </a:lnTo>
                  <a:lnTo>
                    <a:pt x="253130" y="23800"/>
                  </a:lnTo>
                  <a:lnTo>
                    <a:pt x="248532" y="21141"/>
                  </a:lnTo>
                  <a:lnTo>
                    <a:pt x="243851" y="18630"/>
                  </a:lnTo>
                  <a:lnTo>
                    <a:pt x="239094" y="16269"/>
                  </a:lnTo>
                  <a:lnTo>
                    <a:pt x="234264" y="14059"/>
                  </a:lnTo>
                  <a:lnTo>
                    <a:pt x="229366" y="12005"/>
                  </a:lnTo>
                  <a:lnTo>
                    <a:pt x="224405" y="10107"/>
                  </a:lnTo>
                  <a:lnTo>
                    <a:pt x="219386" y="8368"/>
                  </a:lnTo>
                  <a:lnTo>
                    <a:pt x="214315" y="6788"/>
                  </a:lnTo>
                  <a:lnTo>
                    <a:pt x="209196" y="5371"/>
                  </a:lnTo>
                  <a:lnTo>
                    <a:pt x="204035" y="4117"/>
                  </a:lnTo>
                  <a:lnTo>
                    <a:pt x="198836" y="3028"/>
                  </a:lnTo>
                  <a:lnTo>
                    <a:pt x="193606" y="2105"/>
                  </a:lnTo>
                  <a:lnTo>
                    <a:pt x="188348" y="1348"/>
                  </a:lnTo>
                  <a:lnTo>
                    <a:pt x="183070" y="758"/>
                  </a:lnTo>
                  <a:lnTo>
                    <a:pt x="177775" y="337"/>
                  </a:lnTo>
                  <a:lnTo>
                    <a:pt x="172470" y="84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5917858" y="4961274"/>
              <a:ext cx="164981" cy="167167"/>
            </a:xfrm>
            <a:custGeom>
              <a:avLst/>
              <a:pathLst>
                <a:path w="164981" h="167167">
                  <a:moveTo>
                    <a:pt x="164981" y="0"/>
                  </a:moveTo>
                  <a:lnTo>
                    <a:pt x="159505" y="89"/>
                  </a:lnTo>
                  <a:lnTo>
                    <a:pt x="154035" y="358"/>
                  </a:lnTo>
                  <a:lnTo>
                    <a:pt x="148576" y="806"/>
                  </a:lnTo>
                  <a:lnTo>
                    <a:pt x="143135" y="1433"/>
                  </a:lnTo>
                  <a:lnTo>
                    <a:pt x="137717" y="2238"/>
                  </a:lnTo>
                  <a:lnTo>
                    <a:pt x="132329" y="3220"/>
                  </a:lnTo>
                  <a:lnTo>
                    <a:pt x="126975" y="4377"/>
                  </a:lnTo>
                  <a:lnTo>
                    <a:pt x="121663" y="5710"/>
                  </a:lnTo>
                  <a:lnTo>
                    <a:pt x="116397" y="7215"/>
                  </a:lnTo>
                  <a:lnTo>
                    <a:pt x="111183" y="8893"/>
                  </a:lnTo>
                  <a:lnTo>
                    <a:pt x="106027" y="10740"/>
                  </a:lnTo>
                  <a:lnTo>
                    <a:pt x="100934" y="12756"/>
                  </a:lnTo>
                  <a:lnTo>
                    <a:pt x="95910" y="14937"/>
                  </a:lnTo>
                  <a:lnTo>
                    <a:pt x="90960" y="17281"/>
                  </a:lnTo>
                  <a:lnTo>
                    <a:pt x="86089" y="19786"/>
                  </a:lnTo>
                  <a:lnTo>
                    <a:pt x="81304" y="22450"/>
                  </a:lnTo>
                  <a:lnTo>
                    <a:pt x="76608" y="25269"/>
                  </a:lnTo>
                  <a:lnTo>
                    <a:pt x="72007" y="28240"/>
                  </a:lnTo>
                  <a:lnTo>
                    <a:pt x="67505" y="31361"/>
                  </a:lnTo>
                  <a:lnTo>
                    <a:pt x="63109" y="34627"/>
                  </a:lnTo>
                  <a:lnTo>
                    <a:pt x="58821" y="38035"/>
                  </a:lnTo>
                  <a:lnTo>
                    <a:pt x="54648" y="41582"/>
                  </a:lnTo>
                  <a:lnTo>
                    <a:pt x="50593" y="45264"/>
                  </a:lnTo>
                  <a:lnTo>
                    <a:pt x="46661" y="49077"/>
                  </a:lnTo>
                  <a:lnTo>
                    <a:pt x="42856" y="53017"/>
                  </a:lnTo>
                  <a:lnTo>
                    <a:pt x="39182" y="57079"/>
                  </a:lnTo>
                  <a:lnTo>
                    <a:pt x="35643" y="61259"/>
                  </a:lnTo>
                  <a:lnTo>
                    <a:pt x="32243" y="65553"/>
                  </a:lnTo>
                  <a:lnTo>
                    <a:pt x="28985" y="69956"/>
                  </a:lnTo>
                  <a:lnTo>
                    <a:pt x="25874" y="74463"/>
                  </a:lnTo>
                  <a:lnTo>
                    <a:pt x="22911" y="79070"/>
                  </a:lnTo>
                  <a:lnTo>
                    <a:pt x="20102" y="83772"/>
                  </a:lnTo>
                  <a:lnTo>
                    <a:pt x="17447" y="88563"/>
                  </a:lnTo>
                  <a:lnTo>
                    <a:pt x="14952" y="93438"/>
                  </a:lnTo>
                  <a:lnTo>
                    <a:pt x="12617" y="98392"/>
                  </a:lnTo>
                  <a:lnTo>
                    <a:pt x="10445" y="103421"/>
                  </a:lnTo>
                  <a:lnTo>
                    <a:pt x="8440" y="108518"/>
                  </a:lnTo>
                  <a:lnTo>
                    <a:pt x="6603" y="113677"/>
                  </a:lnTo>
                  <a:lnTo>
                    <a:pt x="4935" y="118894"/>
                  </a:lnTo>
                  <a:lnTo>
                    <a:pt x="3440" y="124163"/>
                  </a:lnTo>
                  <a:lnTo>
                    <a:pt x="2118" y="129478"/>
                  </a:lnTo>
                  <a:lnTo>
                    <a:pt x="971" y="134834"/>
                  </a:lnTo>
                  <a:lnTo>
                    <a:pt x="0" y="140224"/>
                  </a:lnTo>
                  <a:lnTo>
                    <a:pt x="16498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5917858" y="510149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5917858" y="510149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5917858" y="510149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5915674" y="5101499"/>
              <a:ext cx="167165" cy="97556"/>
            </a:xfrm>
            <a:custGeom>
              <a:avLst/>
              <a:pathLst>
                <a:path w="167165" h="97556">
                  <a:moveTo>
                    <a:pt x="2183" y="0"/>
                  </a:moveTo>
                  <a:lnTo>
                    <a:pt x="1380" y="5494"/>
                  </a:lnTo>
                  <a:lnTo>
                    <a:pt x="759" y="11013"/>
                  </a:lnTo>
                  <a:lnTo>
                    <a:pt x="321" y="16549"/>
                  </a:lnTo>
                  <a:lnTo>
                    <a:pt x="68" y="22096"/>
                  </a:lnTo>
                  <a:lnTo>
                    <a:pt x="0" y="27649"/>
                  </a:lnTo>
                  <a:lnTo>
                    <a:pt x="115" y="33201"/>
                  </a:lnTo>
                  <a:lnTo>
                    <a:pt x="415" y="38746"/>
                  </a:lnTo>
                  <a:lnTo>
                    <a:pt x="899" y="44279"/>
                  </a:lnTo>
                  <a:lnTo>
                    <a:pt x="1567" y="49792"/>
                  </a:lnTo>
                  <a:lnTo>
                    <a:pt x="2417" y="55279"/>
                  </a:lnTo>
                  <a:lnTo>
                    <a:pt x="3449" y="60736"/>
                  </a:lnTo>
                  <a:lnTo>
                    <a:pt x="4662" y="66155"/>
                  </a:lnTo>
                  <a:lnTo>
                    <a:pt x="6054" y="71531"/>
                  </a:lnTo>
                  <a:lnTo>
                    <a:pt x="7624" y="76858"/>
                  </a:lnTo>
                  <a:lnTo>
                    <a:pt x="9370" y="82130"/>
                  </a:lnTo>
                  <a:lnTo>
                    <a:pt x="11290" y="87340"/>
                  </a:lnTo>
                  <a:lnTo>
                    <a:pt x="13383" y="92484"/>
                  </a:lnTo>
                  <a:lnTo>
                    <a:pt x="15645" y="97556"/>
                  </a:lnTo>
                  <a:lnTo>
                    <a:pt x="167165" y="269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5931319" y="4961274"/>
              <a:ext cx="318674" cy="334332"/>
            </a:xfrm>
            <a:custGeom>
              <a:avLst/>
              <a:pathLst>
                <a:path w="318674" h="334332">
                  <a:moveTo>
                    <a:pt x="0" y="237781"/>
                  </a:moveTo>
                  <a:lnTo>
                    <a:pt x="2312" y="242544"/>
                  </a:lnTo>
                  <a:lnTo>
                    <a:pt x="4774" y="247232"/>
                  </a:lnTo>
                  <a:lnTo>
                    <a:pt x="7383" y="251840"/>
                  </a:lnTo>
                  <a:lnTo>
                    <a:pt x="10137" y="256362"/>
                  </a:lnTo>
                  <a:lnTo>
                    <a:pt x="13033" y="260795"/>
                  </a:lnTo>
                  <a:lnTo>
                    <a:pt x="16068" y="265134"/>
                  </a:lnTo>
                  <a:lnTo>
                    <a:pt x="19239" y="269375"/>
                  </a:lnTo>
                  <a:lnTo>
                    <a:pt x="22542" y="273513"/>
                  </a:lnTo>
                  <a:lnTo>
                    <a:pt x="25975" y="277545"/>
                  </a:lnTo>
                  <a:lnTo>
                    <a:pt x="29533" y="281465"/>
                  </a:lnTo>
                  <a:lnTo>
                    <a:pt x="33215" y="285271"/>
                  </a:lnTo>
                  <a:lnTo>
                    <a:pt x="37014" y="288959"/>
                  </a:lnTo>
                  <a:lnTo>
                    <a:pt x="40929" y="292524"/>
                  </a:lnTo>
                  <a:lnTo>
                    <a:pt x="44955" y="295964"/>
                  </a:lnTo>
                  <a:lnTo>
                    <a:pt x="49087" y="299275"/>
                  </a:lnTo>
                  <a:lnTo>
                    <a:pt x="53323" y="302452"/>
                  </a:lnTo>
                  <a:lnTo>
                    <a:pt x="57657" y="305495"/>
                  </a:lnTo>
                  <a:lnTo>
                    <a:pt x="62085" y="308398"/>
                  </a:lnTo>
                  <a:lnTo>
                    <a:pt x="66602" y="311160"/>
                  </a:lnTo>
                  <a:lnTo>
                    <a:pt x="71205" y="313777"/>
                  </a:lnTo>
                  <a:lnTo>
                    <a:pt x="75889" y="316247"/>
                  </a:lnTo>
                  <a:lnTo>
                    <a:pt x="80648" y="318567"/>
                  </a:lnTo>
                  <a:lnTo>
                    <a:pt x="85479" y="320736"/>
                  </a:lnTo>
                  <a:lnTo>
                    <a:pt x="90376" y="322751"/>
                  </a:lnTo>
                  <a:lnTo>
                    <a:pt x="95334" y="324609"/>
                  </a:lnTo>
                  <a:lnTo>
                    <a:pt x="100348" y="326310"/>
                  </a:lnTo>
                  <a:lnTo>
                    <a:pt x="105414" y="327850"/>
                  </a:lnTo>
                  <a:lnTo>
                    <a:pt x="110526" y="329230"/>
                  </a:lnTo>
                  <a:lnTo>
                    <a:pt x="115679" y="330447"/>
                  </a:lnTo>
                  <a:lnTo>
                    <a:pt x="120869" y="331500"/>
                  </a:lnTo>
                  <a:lnTo>
                    <a:pt x="126089" y="332389"/>
                  </a:lnTo>
                  <a:lnTo>
                    <a:pt x="131334" y="333111"/>
                  </a:lnTo>
                  <a:lnTo>
                    <a:pt x="136600" y="333667"/>
                  </a:lnTo>
                  <a:lnTo>
                    <a:pt x="141880" y="334056"/>
                  </a:lnTo>
                  <a:lnTo>
                    <a:pt x="147171" y="334278"/>
                  </a:lnTo>
                  <a:lnTo>
                    <a:pt x="152466" y="334332"/>
                  </a:lnTo>
                  <a:lnTo>
                    <a:pt x="157759" y="334218"/>
                  </a:lnTo>
                  <a:lnTo>
                    <a:pt x="163047" y="333937"/>
                  </a:lnTo>
                  <a:lnTo>
                    <a:pt x="168323" y="333488"/>
                  </a:lnTo>
                  <a:lnTo>
                    <a:pt x="173582" y="332872"/>
                  </a:lnTo>
                  <a:lnTo>
                    <a:pt x="178819" y="332090"/>
                  </a:lnTo>
                  <a:lnTo>
                    <a:pt x="184028" y="331143"/>
                  </a:lnTo>
                  <a:lnTo>
                    <a:pt x="189205" y="330031"/>
                  </a:lnTo>
                  <a:lnTo>
                    <a:pt x="194345" y="328756"/>
                  </a:lnTo>
                  <a:lnTo>
                    <a:pt x="199441" y="327319"/>
                  </a:lnTo>
                  <a:lnTo>
                    <a:pt x="204489" y="325721"/>
                  </a:lnTo>
                  <a:lnTo>
                    <a:pt x="209484" y="323964"/>
                  </a:lnTo>
                  <a:lnTo>
                    <a:pt x="214421" y="322049"/>
                  </a:lnTo>
                  <a:lnTo>
                    <a:pt x="219294" y="319979"/>
                  </a:lnTo>
                  <a:lnTo>
                    <a:pt x="224100" y="317756"/>
                  </a:lnTo>
                  <a:lnTo>
                    <a:pt x="228833" y="315382"/>
                  </a:lnTo>
                  <a:lnTo>
                    <a:pt x="233488" y="312859"/>
                  </a:lnTo>
                  <a:lnTo>
                    <a:pt x="238061" y="310190"/>
                  </a:lnTo>
                  <a:lnTo>
                    <a:pt x="242548" y="307378"/>
                  </a:lnTo>
                  <a:lnTo>
                    <a:pt x="246942" y="304424"/>
                  </a:lnTo>
                  <a:lnTo>
                    <a:pt x="251242" y="301333"/>
                  </a:lnTo>
                  <a:lnTo>
                    <a:pt x="255441" y="298108"/>
                  </a:lnTo>
                  <a:lnTo>
                    <a:pt x="259536" y="294751"/>
                  </a:lnTo>
                  <a:lnTo>
                    <a:pt x="263522" y="291266"/>
                  </a:lnTo>
                  <a:lnTo>
                    <a:pt x="267396" y="287656"/>
                  </a:lnTo>
                  <a:lnTo>
                    <a:pt x="271154" y="283926"/>
                  </a:lnTo>
                  <a:lnTo>
                    <a:pt x="274792" y="280079"/>
                  </a:lnTo>
                  <a:lnTo>
                    <a:pt x="278306" y="276118"/>
                  </a:lnTo>
                  <a:lnTo>
                    <a:pt x="281693" y="272048"/>
                  </a:lnTo>
                  <a:lnTo>
                    <a:pt x="284950" y="267873"/>
                  </a:lnTo>
                  <a:lnTo>
                    <a:pt x="288072" y="263596"/>
                  </a:lnTo>
                  <a:lnTo>
                    <a:pt x="291058" y="259223"/>
                  </a:lnTo>
                  <a:lnTo>
                    <a:pt x="293903" y="254758"/>
                  </a:lnTo>
                  <a:lnTo>
                    <a:pt x="296606" y="250204"/>
                  </a:lnTo>
                  <a:lnTo>
                    <a:pt x="299163" y="245568"/>
                  </a:lnTo>
                  <a:lnTo>
                    <a:pt x="301572" y="240852"/>
                  </a:lnTo>
                  <a:lnTo>
                    <a:pt x="303830" y="236063"/>
                  </a:lnTo>
                  <a:lnTo>
                    <a:pt x="305936" y="231205"/>
                  </a:lnTo>
                  <a:lnTo>
                    <a:pt x="307886" y="226282"/>
                  </a:lnTo>
                  <a:lnTo>
                    <a:pt x="309680" y="221300"/>
                  </a:lnTo>
                  <a:lnTo>
                    <a:pt x="311315" y="216264"/>
                  </a:lnTo>
                  <a:lnTo>
                    <a:pt x="312790" y="211179"/>
                  </a:lnTo>
                  <a:lnTo>
                    <a:pt x="314103" y="206049"/>
                  </a:lnTo>
                  <a:lnTo>
                    <a:pt x="315253" y="200880"/>
                  </a:lnTo>
                  <a:lnTo>
                    <a:pt x="316239" y="195678"/>
                  </a:lnTo>
                  <a:lnTo>
                    <a:pt x="317059" y="190447"/>
                  </a:lnTo>
                  <a:lnTo>
                    <a:pt x="317713" y="185193"/>
                  </a:lnTo>
                  <a:lnTo>
                    <a:pt x="318201" y="179920"/>
                  </a:lnTo>
                  <a:lnTo>
                    <a:pt x="318521" y="174635"/>
                  </a:lnTo>
                  <a:lnTo>
                    <a:pt x="318674" y="169342"/>
                  </a:lnTo>
                  <a:lnTo>
                    <a:pt x="318659" y="164047"/>
                  </a:lnTo>
                  <a:lnTo>
                    <a:pt x="318476" y="158755"/>
                  </a:lnTo>
                  <a:lnTo>
                    <a:pt x="318126" y="153472"/>
                  </a:lnTo>
                  <a:lnTo>
                    <a:pt x="317609" y="148202"/>
                  </a:lnTo>
                  <a:lnTo>
                    <a:pt x="316925" y="142951"/>
                  </a:lnTo>
                  <a:lnTo>
                    <a:pt x="316075" y="137725"/>
                  </a:lnTo>
                  <a:lnTo>
                    <a:pt x="315060" y="132528"/>
                  </a:lnTo>
                  <a:lnTo>
                    <a:pt x="313881" y="127366"/>
                  </a:lnTo>
                  <a:lnTo>
                    <a:pt x="312539" y="122244"/>
                  </a:lnTo>
                  <a:lnTo>
                    <a:pt x="311035" y="117167"/>
                  </a:lnTo>
                  <a:lnTo>
                    <a:pt x="309372" y="112140"/>
                  </a:lnTo>
                  <a:lnTo>
                    <a:pt x="307550" y="107168"/>
                  </a:lnTo>
                  <a:lnTo>
                    <a:pt x="305571" y="102257"/>
                  </a:lnTo>
                  <a:lnTo>
                    <a:pt x="303438" y="97411"/>
                  </a:lnTo>
                  <a:lnTo>
                    <a:pt x="301153" y="92634"/>
                  </a:lnTo>
                  <a:lnTo>
                    <a:pt x="298717" y="87933"/>
                  </a:lnTo>
                  <a:lnTo>
                    <a:pt x="296134" y="83311"/>
                  </a:lnTo>
                  <a:lnTo>
                    <a:pt x="293406" y="78773"/>
                  </a:lnTo>
                  <a:lnTo>
                    <a:pt x="290535" y="74323"/>
                  </a:lnTo>
                  <a:lnTo>
                    <a:pt x="287525" y="69967"/>
                  </a:lnTo>
                  <a:lnTo>
                    <a:pt x="284378" y="65709"/>
                  </a:lnTo>
                  <a:lnTo>
                    <a:pt x="281098" y="61552"/>
                  </a:lnTo>
                  <a:lnTo>
                    <a:pt x="277688" y="57501"/>
                  </a:lnTo>
                  <a:lnTo>
                    <a:pt x="274152" y="53560"/>
                  </a:lnTo>
                  <a:lnTo>
                    <a:pt x="270492" y="49733"/>
                  </a:lnTo>
                  <a:lnTo>
                    <a:pt x="266713" y="46024"/>
                  </a:lnTo>
                  <a:lnTo>
                    <a:pt x="262819" y="42437"/>
                  </a:lnTo>
                  <a:lnTo>
                    <a:pt x="258813" y="38974"/>
                  </a:lnTo>
                  <a:lnTo>
                    <a:pt x="254699" y="35641"/>
                  </a:lnTo>
                  <a:lnTo>
                    <a:pt x="250482" y="32439"/>
                  </a:lnTo>
                  <a:lnTo>
                    <a:pt x="246165" y="29372"/>
                  </a:lnTo>
                  <a:lnTo>
                    <a:pt x="241753" y="26444"/>
                  </a:lnTo>
                  <a:lnTo>
                    <a:pt x="237251" y="23657"/>
                  </a:lnTo>
                  <a:lnTo>
                    <a:pt x="232663" y="21014"/>
                  </a:lnTo>
                  <a:lnTo>
                    <a:pt x="227994" y="18517"/>
                  </a:lnTo>
                  <a:lnTo>
                    <a:pt x="223247" y="16170"/>
                  </a:lnTo>
                  <a:lnTo>
                    <a:pt x="218429" y="13974"/>
                  </a:lnTo>
                  <a:lnTo>
                    <a:pt x="213544" y="11932"/>
                  </a:lnTo>
                  <a:lnTo>
                    <a:pt x="208596" y="10045"/>
                  </a:lnTo>
                  <a:lnTo>
                    <a:pt x="203592" y="8316"/>
                  </a:lnTo>
                  <a:lnTo>
                    <a:pt x="198535" y="6747"/>
                  </a:lnTo>
                  <a:lnTo>
                    <a:pt x="193430" y="5338"/>
                  </a:lnTo>
                  <a:lnTo>
                    <a:pt x="188284" y="4092"/>
                  </a:lnTo>
                  <a:lnTo>
                    <a:pt x="183101" y="3010"/>
                  </a:lnTo>
                  <a:lnTo>
                    <a:pt x="177886" y="2092"/>
                  </a:lnTo>
                  <a:lnTo>
                    <a:pt x="172645" y="1340"/>
                  </a:lnTo>
                  <a:lnTo>
                    <a:pt x="167382" y="754"/>
                  </a:lnTo>
                  <a:lnTo>
                    <a:pt x="162104" y="335"/>
                  </a:lnTo>
                  <a:lnTo>
                    <a:pt x="156815" y="83"/>
                  </a:lnTo>
                  <a:lnTo>
                    <a:pt x="151520" y="0"/>
                  </a:lnTo>
                  <a:lnTo>
                    <a:pt x="15152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293379" y="4605529"/>
              <a:ext cx="167167" cy="325617"/>
            </a:xfrm>
            <a:custGeom>
              <a:avLst/>
              <a:pathLst>
                <a:path w="167167" h="325617">
                  <a:moveTo>
                    <a:pt x="167167" y="0"/>
                  </a:moveTo>
                  <a:lnTo>
                    <a:pt x="161816" y="85"/>
                  </a:lnTo>
                  <a:lnTo>
                    <a:pt x="156471" y="342"/>
                  </a:lnTo>
                  <a:lnTo>
                    <a:pt x="151136" y="770"/>
                  </a:lnTo>
                  <a:lnTo>
                    <a:pt x="145818" y="1368"/>
                  </a:lnTo>
                  <a:lnTo>
                    <a:pt x="140522" y="2137"/>
                  </a:lnTo>
                  <a:lnTo>
                    <a:pt x="135254" y="3074"/>
                  </a:lnTo>
                  <a:lnTo>
                    <a:pt x="130018" y="4179"/>
                  </a:lnTo>
                  <a:lnTo>
                    <a:pt x="124820" y="5452"/>
                  </a:lnTo>
                  <a:lnTo>
                    <a:pt x="119665" y="6890"/>
                  </a:lnTo>
                  <a:lnTo>
                    <a:pt x="114559" y="8493"/>
                  </a:lnTo>
                  <a:lnTo>
                    <a:pt x="109507" y="10258"/>
                  </a:lnTo>
                  <a:lnTo>
                    <a:pt x="104514" y="12184"/>
                  </a:lnTo>
                  <a:lnTo>
                    <a:pt x="99586" y="14269"/>
                  </a:lnTo>
                  <a:lnTo>
                    <a:pt x="94726" y="16510"/>
                  </a:lnTo>
                  <a:lnTo>
                    <a:pt x="89941" y="18906"/>
                  </a:lnTo>
                  <a:lnTo>
                    <a:pt x="85235" y="21454"/>
                  </a:lnTo>
                  <a:lnTo>
                    <a:pt x="80613" y="24151"/>
                  </a:lnTo>
                  <a:lnTo>
                    <a:pt x="76080" y="26995"/>
                  </a:lnTo>
                  <a:lnTo>
                    <a:pt x="71640" y="29982"/>
                  </a:lnTo>
                  <a:lnTo>
                    <a:pt x="67298" y="33110"/>
                  </a:lnTo>
                  <a:lnTo>
                    <a:pt x="63058" y="36376"/>
                  </a:lnTo>
                  <a:lnTo>
                    <a:pt x="58925" y="39775"/>
                  </a:lnTo>
                  <a:lnTo>
                    <a:pt x="54903" y="43305"/>
                  </a:lnTo>
                  <a:lnTo>
                    <a:pt x="50996" y="46962"/>
                  </a:lnTo>
                  <a:lnTo>
                    <a:pt x="47208" y="50742"/>
                  </a:lnTo>
                  <a:lnTo>
                    <a:pt x="43543" y="54641"/>
                  </a:lnTo>
                  <a:lnTo>
                    <a:pt x="40004" y="58656"/>
                  </a:lnTo>
                  <a:lnTo>
                    <a:pt x="36596" y="62782"/>
                  </a:lnTo>
                  <a:lnTo>
                    <a:pt x="33322" y="67015"/>
                  </a:lnTo>
                  <a:lnTo>
                    <a:pt x="30185" y="71350"/>
                  </a:lnTo>
                  <a:lnTo>
                    <a:pt x="27188" y="75784"/>
                  </a:lnTo>
                  <a:lnTo>
                    <a:pt x="24335" y="80311"/>
                  </a:lnTo>
                  <a:lnTo>
                    <a:pt x="21628" y="84927"/>
                  </a:lnTo>
                  <a:lnTo>
                    <a:pt x="19070" y="89628"/>
                  </a:lnTo>
                  <a:lnTo>
                    <a:pt x="16664" y="94408"/>
                  </a:lnTo>
                  <a:lnTo>
                    <a:pt x="14412" y="99263"/>
                  </a:lnTo>
                  <a:lnTo>
                    <a:pt x="12317" y="104187"/>
                  </a:lnTo>
                  <a:lnTo>
                    <a:pt x="10380" y="109176"/>
                  </a:lnTo>
                  <a:lnTo>
                    <a:pt x="8604" y="114224"/>
                  </a:lnTo>
                  <a:lnTo>
                    <a:pt x="6991" y="119326"/>
                  </a:lnTo>
                  <a:lnTo>
                    <a:pt x="5542" y="124478"/>
                  </a:lnTo>
                  <a:lnTo>
                    <a:pt x="4258" y="129673"/>
                  </a:lnTo>
                  <a:lnTo>
                    <a:pt x="3141" y="134907"/>
                  </a:lnTo>
                  <a:lnTo>
                    <a:pt x="2193" y="140173"/>
                  </a:lnTo>
                  <a:lnTo>
                    <a:pt x="1413" y="145468"/>
                  </a:lnTo>
                  <a:lnTo>
                    <a:pt x="804" y="150784"/>
                  </a:lnTo>
                  <a:lnTo>
                    <a:pt x="365" y="156118"/>
                  </a:lnTo>
                  <a:lnTo>
                    <a:pt x="96" y="161462"/>
                  </a:lnTo>
                  <a:lnTo>
                    <a:pt x="0" y="166813"/>
                  </a:lnTo>
                  <a:lnTo>
                    <a:pt x="74" y="172164"/>
                  </a:lnTo>
                  <a:lnTo>
                    <a:pt x="319" y="177510"/>
                  </a:lnTo>
                  <a:lnTo>
                    <a:pt x="736" y="182845"/>
                  </a:lnTo>
                  <a:lnTo>
                    <a:pt x="1323" y="188164"/>
                  </a:lnTo>
                  <a:lnTo>
                    <a:pt x="2080" y="193462"/>
                  </a:lnTo>
                  <a:lnTo>
                    <a:pt x="3006" y="198732"/>
                  </a:lnTo>
                  <a:lnTo>
                    <a:pt x="4101" y="203971"/>
                  </a:lnTo>
                  <a:lnTo>
                    <a:pt x="5362" y="209171"/>
                  </a:lnTo>
                  <a:lnTo>
                    <a:pt x="6790" y="214329"/>
                  </a:lnTo>
                  <a:lnTo>
                    <a:pt x="8382" y="219438"/>
                  </a:lnTo>
                  <a:lnTo>
                    <a:pt x="10136" y="224494"/>
                  </a:lnTo>
                  <a:lnTo>
                    <a:pt x="12051" y="229491"/>
                  </a:lnTo>
                  <a:lnTo>
                    <a:pt x="14126" y="234424"/>
                  </a:lnTo>
                  <a:lnTo>
                    <a:pt x="16357" y="239288"/>
                  </a:lnTo>
                  <a:lnTo>
                    <a:pt x="18743" y="244078"/>
                  </a:lnTo>
                  <a:lnTo>
                    <a:pt x="21281" y="248790"/>
                  </a:lnTo>
                  <a:lnTo>
                    <a:pt x="23968" y="253417"/>
                  </a:lnTo>
                  <a:lnTo>
                    <a:pt x="26802" y="257957"/>
                  </a:lnTo>
                  <a:lnTo>
                    <a:pt x="29780" y="262403"/>
                  </a:lnTo>
                  <a:lnTo>
                    <a:pt x="32899" y="266752"/>
                  </a:lnTo>
                  <a:lnTo>
                    <a:pt x="36155" y="270998"/>
                  </a:lnTo>
                  <a:lnTo>
                    <a:pt x="39546" y="275139"/>
                  </a:lnTo>
                  <a:lnTo>
                    <a:pt x="43067" y="279168"/>
                  </a:lnTo>
                  <a:lnTo>
                    <a:pt x="46716" y="283083"/>
                  </a:lnTo>
                  <a:lnTo>
                    <a:pt x="50488" y="286879"/>
                  </a:lnTo>
                  <a:lnTo>
                    <a:pt x="54379" y="290552"/>
                  </a:lnTo>
                  <a:lnTo>
                    <a:pt x="58386" y="294099"/>
                  </a:lnTo>
                  <a:lnTo>
                    <a:pt x="62505" y="297516"/>
                  </a:lnTo>
                  <a:lnTo>
                    <a:pt x="66731" y="300799"/>
                  </a:lnTo>
                  <a:lnTo>
                    <a:pt x="71060" y="303946"/>
                  </a:lnTo>
                  <a:lnTo>
                    <a:pt x="75487" y="306952"/>
                  </a:lnTo>
                  <a:lnTo>
                    <a:pt x="80008" y="309815"/>
                  </a:lnTo>
                  <a:lnTo>
                    <a:pt x="84619" y="312531"/>
                  </a:lnTo>
                  <a:lnTo>
                    <a:pt x="89314" y="315099"/>
                  </a:lnTo>
                  <a:lnTo>
                    <a:pt x="94089" y="317515"/>
                  </a:lnTo>
                  <a:lnTo>
                    <a:pt x="98939" y="319777"/>
                  </a:lnTo>
                  <a:lnTo>
                    <a:pt x="103859" y="321883"/>
                  </a:lnTo>
                  <a:lnTo>
                    <a:pt x="108843" y="323830"/>
                  </a:lnTo>
                  <a:lnTo>
                    <a:pt x="113888" y="325617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407268" y="4772696"/>
              <a:ext cx="53278" cy="158449"/>
            </a:xfrm>
            <a:custGeom>
              <a:avLst/>
              <a:pathLst>
                <a:path w="53278" h="158449">
                  <a:moveTo>
                    <a:pt x="0" y="158449"/>
                  </a:moveTo>
                  <a:lnTo>
                    <a:pt x="5327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407268" y="4772696"/>
              <a:ext cx="53278" cy="158449"/>
            </a:xfrm>
            <a:custGeom>
              <a:avLst/>
              <a:pathLst>
                <a:path w="53278" h="158449">
                  <a:moveTo>
                    <a:pt x="0" y="158449"/>
                  </a:moveTo>
                  <a:lnTo>
                    <a:pt x="5327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407268" y="4772696"/>
              <a:ext cx="142982" cy="167164"/>
            </a:xfrm>
            <a:custGeom>
              <a:avLst/>
              <a:pathLst>
                <a:path w="142982" h="167164">
                  <a:moveTo>
                    <a:pt x="0" y="158449"/>
                  </a:moveTo>
                  <a:lnTo>
                    <a:pt x="5255" y="160121"/>
                  </a:lnTo>
                  <a:lnTo>
                    <a:pt x="10563" y="161617"/>
                  </a:lnTo>
                  <a:lnTo>
                    <a:pt x="15917" y="162939"/>
                  </a:lnTo>
                  <a:lnTo>
                    <a:pt x="21313" y="164082"/>
                  </a:lnTo>
                  <a:lnTo>
                    <a:pt x="26742" y="165047"/>
                  </a:lnTo>
                  <a:lnTo>
                    <a:pt x="32201" y="165833"/>
                  </a:lnTo>
                  <a:lnTo>
                    <a:pt x="37683" y="166438"/>
                  </a:lnTo>
                  <a:lnTo>
                    <a:pt x="43181" y="166862"/>
                  </a:lnTo>
                  <a:lnTo>
                    <a:pt x="48691" y="167104"/>
                  </a:lnTo>
                  <a:lnTo>
                    <a:pt x="54206" y="167164"/>
                  </a:lnTo>
                  <a:lnTo>
                    <a:pt x="59719" y="167043"/>
                  </a:lnTo>
                  <a:lnTo>
                    <a:pt x="65226" y="166739"/>
                  </a:lnTo>
                  <a:lnTo>
                    <a:pt x="70720" y="166255"/>
                  </a:lnTo>
                  <a:lnTo>
                    <a:pt x="76194" y="165589"/>
                  </a:lnTo>
                  <a:lnTo>
                    <a:pt x="81644" y="164743"/>
                  </a:lnTo>
                  <a:lnTo>
                    <a:pt x="87063" y="163717"/>
                  </a:lnTo>
                  <a:lnTo>
                    <a:pt x="92445" y="162514"/>
                  </a:lnTo>
                  <a:lnTo>
                    <a:pt x="97784" y="161134"/>
                  </a:lnTo>
                  <a:lnTo>
                    <a:pt x="103075" y="159578"/>
                  </a:lnTo>
                  <a:lnTo>
                    <a:pt x="108312" y="157848"/>
                  </a:lnTo>
                  <a:lnTo>
                    <a:pt x="113489" y="155947"/>
                  </a:lnTo>
                  <a:lnTo>
                    <a:pt x="118600" y="153876"/>
                  </a:lnTo>
                  <a:lnTo>
                    <a:pt x="123640" y="151638"/>
                  </a:lnTo>
                  <a:lnTo>
                    <a:pt x="128604" y="149234"/>
                  </a:lnTo>
                  <a:lnTo>
                    <a:pt x="133486" y="146668"/>
                  </a:lnTo>
                  <a:lnTo>
                    <a:pt x="138280" y="143943"/>
                  </a:lnTo>
                  <a:lnTo>
                    <a:pt x="142982" y="141060"/>
                  </a:lnTo>
                  <a:lnTo>
                    <a:pt x="5327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460546" y="4605529"/>
              <a:ext cx="167163" cy="308228"/>
            </a:xfrm>
            <a:custGeom>
              <a:avLst/>
              <a:pathLst>
                <a:path w="167163" h="308228">
                  <a:moveTo>
                    <a:pt x="89703" y="308228"/>
                  </a:moveTo>
                  <a:lnTo>
                    <a:pt x="94197" y="305268"/>
                  </a:lnTo>
                  <a:lnTo>
                    <a:pt x="98593" y="302165"/>
                  </a:lnTo>
                  <a:lnTo>
                    <a:pt x="102886" y="298921"/>
                  </a:lnTo>
                  <a:lnTo>
                    <a:pt x="107073" y="295542"/>
                  </a:lnTo>
                  <a:lnTo>
                    <a:pt x="111150" y="292029"/>
                  </a:lnTo>
                  <a:lnTo>
                    <a:pt x="115111" y="288387"/>
                  </a:lnTo>
                  <a:lnTo>
                    <a:pt x="118952" y="284620"/>
                  </a:lnTo>
                  <a:lnTo>
                    <a:pt x="122671" y="280731"/>
                  </a:lnTo>
                  <a:lnTo>
                    <a:pt x="126262" y="276724"/>
                  </a:lnTo>
                  <a:lnTo>
                    <a:pt x="129723" y="272603"/>
                  </a:lnTo>
                  <a:lnTo>
                    <a:pt x="133049" y="268374"/>
                  </a:lnTo>
                  <a:lnTo>
                    <a:pt x="136237" y="264039"/>
                  </a:lnTo>
                  <a:lnTo>
                    <a:pt x="139285" y="259604"/>
                  </a:lnTo>
                  <a:lnTo>
                    <a:pt x="142187" y="255073"/>
                  </a:lnTo>
                  <a:lnTo>
                    <a:pt x="144943" y="250452"/>
                  </a:lnTo>
                  <a:lnTo>
                    <a:pt x="147548" y="245744"/>
                  </a:lnTo>
                  <a:lnTo>
                    <a:pt x="150001" y="240954"/>
                  </a:lnTo>
                  <a:lnTo>
                    <a:pt x="152298" y="236088"/>
                  </a:lnTo>
                  <a:lnTo>
                    <a:pt x="154437" y="231151"/>
                  </a:lnTo>
                  <a:lnTo>
                    <a:pt x="156416" y="226148"/>
                  </a:lnTo>
                  <a:lnTo>
                    <a:pt x="158234" y="221083"/>
                  </a:lnTo>
                  <a:lnTo>
                    <a:pt x="159887" y="215962"/>
                  </a:lnTo>
                  <a:lnTo>
                    <a:pt x="161374" y="210791"/>
                  </a:lnTo>
                  <a:lnTo>
                    <a:pt x="162695" y="205575"/>
                  </a:lnTo>
                  <a:lnTo>
                    <a:pt x="163847" y="200319"/>
                  </a:lnTo>
                  <a:lnTo>
                    <a:pt x="164829" y="195028"/>
                  </a:lnTo>
                  <a:lnTo>
                    <a:pt x="165640" y="189709"/>
                  </a:lnTo>
                  <a:lnTo>
                    <a:pt x="166280" y="184366"/>
                  </a:lnTo>
                  <a:lnTo>
                    <a:pt x="166747" y="179006"/>
                  </a:lnTo>
                  <a:lnTo>
                    <a:pt x="167042" y="173633"/>
                  </a:lnTo>
                  <a:lnTo>
                    <a:pt x="167163" y="168253"/>
                  </a:lnTo>
                  <a:lnTo>
                    <a:pt x="167112" y="162873"/>
                  </a:lnTo>
                  <a:lnTo>
                    <a:pt x="166887" y="157497"/>
                  </a:lnTo>
                  <a:lnTo>
                    <a:pt x="166489" y="152131"/>
                  </a:lnTo>
                  <a:lnTo>
                    <a:pt x="165919" y="146780"/>
                  </a:lnTo>
                  <a:lnTo>
                    <a:pt x="165177" y="141451"/>
                  </a:lnTo>
                  <a:lnTo>
                    <a:pt x="164264" y="136148"/>
                  </a:lnTo>
                  <a:lnTo>
                    <a:pt x="163180" y="130877"/>
                  </a:lnTo>
                  <a:lnTo>
                    <a:pt x="161928" y="125644"/>
                  </a:lnTo>
                  <a:lnTo>
                    <a:pt x="160508" y="120454"/>
                  </a:lnTo>
                  <a:lnTo>
                    <a:pt x="158921" y="115313"/>
                  </a:lnTo>
                  <a:lnTo>
                    <a:pt x="157170" y="110225"/>
                  </a:lnTo>
                  <a:lnTo>
                    <a:pt x="155256" y="105196"/>
                  </a:lnTo>
                  <a:lnTo>
                    <a:pt x="153181" y="100231"/>
                  </a:lnTo>
                  <a:lnTo>
                    <a:pt x="150947" y="95336"/>
                  </a:lnTo>
                  <a:lnTo>
                    <a:pt x="148557" y="90515"/>
                  </a:lnTo>
                  <a:lnTo>
                    <a:pt x="146013" y="85773"/>
                  </a:lnTo>
                  <a:lnTo>
                    <a:pt x="143318" y="81116"/>
                  </a:lnTo>
                  <a:lnTo>
                    <a:pt x="140474" y="76548"/>
                  </a:lnTo>
                  <a:lnTo>
                    <a:pt x="137485" y="72074"/>
                  </a:lnTo>
                  <a:lnTo>
                    <a:pt x="134353" y="67698"/>
                  </a:lnTo>
                  <a:lnTo>
                    <a:pt x="131082" y="63426"/>
                  </a:lnTo>
                  <a:lnTo>
                    <a:pt x="127676" y="59261"/>
                  </a:lnTo>
                  <a:lnTo>
                    <a:pt x="124137" y="55208"/>
                  </a:lnTo>
                  <a:lnTo>
                    <a:pt x="120469" y="51270"/>
                  </a:lnTo>
                  <a:lnTo>
                    <a:pt x="116677" y="47453"/>
                  </a:lnTo>
                  <a:lnTo>
                    <a:pt x="112763" y="43760"/>
                  </a:lnTo>
                  <a:lnTo>
                    <a:pt x="108733" y="40195"/>
                  </a:lnTo>
                  <a:lnTo>
                    <a:pt x="104590" y="36761"/>
                  </a:lnTo>
                  <a:lnTo>
                    <a:pt x="100339" y="33462"/>
                  </a:lnTo>
                  <a:lnTo>
                    <a:pt x="95984" y="30302"/>
                  </a:lnTo>
                  <a:lnTo>
                    <a:pt x="91529" y="27284"/>
                  </a:lnTo>
                  <a:lnTo>
                    <a:pt x="86980" y="24411"/>
                  </a:lnTo>
                  <a:lnTo>
                    <a:pt x="82340" y="21685"/>
                  </a:lnTo>
                  <a:lnTo>
                    <a:pt x="77616" y="19111"/>
                  </a:lnTo>
                  <a:lnTo>
                    <a:pt x="72810" y="16689"/>
                  </a:lnTo>
                  <a:lnTo>
                    <a:pt x="67930" y="14424"/>
                  </a:lnTo>
                  <a:lnTo>
                    <a:pt x="62978" y="12317"/>
                  </a:lnTo>
                  <a:lnTo>
                    <a:pt x="57962" y="10370"/>
                  </a:lnTo>
                  <a:lnTo>
                    <a:pt x="52886" y="8586"/>
                  </a:lnTo>
                  <a:lnTo>
                    <a:pt x="47755" y="6966"/>
                  </a:lnTo>
                  <a:lnTo>
                    <a:pt x="42574" y="5512"/>
                  </a:lnTo>
                  <a:lnTo>
                    <a:pt x="37349" y="4225"/>
                  </a:lnTo>
                  <a:lnTo>
                    <a:pt x="32086" y="3108"/>
                  </a:lnTo>
                  <a:lnTo>
                    <a:pt x="26789" y="2160"/>
                  </a:lnTo>
                  <a:lnTo>
                    <a:pt x="21464" y="1383"/>
                  </a:lnTo>
                  <a:lnTo>
                    <a:pt x="16118" y="778"/>
                  </a:lnTo>
                  <a:lnTo>
                    <a:pt x="10754" y="346"/>
                  </a:lnTo>
                  <a:lnTo>
                    <a:pt x="5380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1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20"/>
            <p:cNvSpPr/>
            <p:nvPr/>
          </p:nvSpPr>
          <p:spPr>
            <a:xfrm>
              <a:off x="6578743" y="4172415"/>
              <a:ext cx="213911" cy="334334"/>
            </a:xfrm>
            <a:custGeom>
              <a:avLst/>
              <a:pathLst>
                <a:path w="213911" h="334334">
                  <a:moveTo>
                    <a:pt x="167148" y="0"/>
                  </a:moveTo>
                  <a:lnTo>
                    <a:pt x="161848" y="84"/>
                  </a:lnTo>
                  <a:lnTo>
                    <a:pt x="156552" y="336"/>
                  </a:lnTo>
                  <a:lnTo>
                    <a:pt x="151268" y="756"/>
                  </a:lnTo>
                  <a:lnTo>
                    <a:pt x="145999" y="1343"/>
                  </a:lnTo>
                  <a:lnTo>
                    <a:pt x="140752" y="2097"/>
                  </a:lnTo>
                  <a:lnTo>
                    <a:pt x="135531" y="3017"/>
                  </a:lnTo>
                  <a:lnTo>
                    <a:pt x="130342" y="4102"/>
                  </a:lnTo>
                  <a:lnTo>
                    <a:pt x="125190" y="5351"/>
                  </a:lnTo>
                  <a:lnTo>
                    <a:pt x="120080" y="6763"/>
                  </a:lnTo>
                  <a:lnTo>
                    <a:pt x="115017" y="8336"/>
                  </a:lnTo>
                  <a:lnTo>
                    <a:pt x="110007" y="10069"/>
                  </a:lnTo>
                  <a:lnTo>
                    <a:pt x="105054" y="11960"/>
                  </a:lnTo>
                  <a:lnTo>
                    <a:pt x="100164" y="14007"/>
                  </a:lnTo>
                  <a:lnTo>
                    <a:pt x="95341" y="16208"/>
                  </a:lnTo>
                  <a:lnTo>
                    <a:pt x="90591" y="18560"/>
                  </a:lnTo>
                  <a:lnTo>
                    <a:pt x="85917" y="21063"/>
                  </a:lnTo>
                  <a:lnTo>
                    <a:pt x="81325" y="23712"/>
                  </a:lnTo>
                  <a:lnTo>
                    <a:pt x="76820" y="26505"/>
                  </a:lnTo>
                  <a:lnTo>
                    <a:pt x="72405" y="29440"/>
                  </a:lnTo>
                  <a:lnTo>
                    <a:pt x="68085" y="32514"/>
                  </a:lnTo>
                  <a:lnTo>
                    <a:pt x="63866" y="35723"/>
                  </a:lnTo>
                  <a:lnTo>
                    <a:pt x="59750" y="39064"/>
                  </a:lnTo>
                  <a:lnTo>
                    <a:pt x="55742" y="42534"/>
                  </a:lnTo>
                  <a:lnTo>
                    <a:pt x="51846" y="46129"/>
                  </a:lnTo>
                  <a:lnTo>
                    <a:pt x="48066" y="49846"/>
                  </a:lnTo>
                  <a:lnTo>
                    <a:pt x="44405" y="53681"/>
                  </a:lnTo>
                  <a:lnTo>
                    <a:pt x="40869" y="57630"/>
                  </a:lnTo>
                  <a:lnTo>
                    <a:pt x="37459" y="61689"/>
                  </a:lnTo>
                  <a:lnTo>
                    <a:pt x="34180" y="65854"/>
                  </a:lnTo>
                  <a:lnTo>
                    <a:pt x="31034" y="70122"/>
                  </a:lnTo>
                  <a:lnTo>
                    <a:pt x="28025" y="74486"/>
                  </a:lnTo>
                  <a:lnTo>
                    <a:pt x="25156" y="78944"/>
                  </a:lnTo>
                  <a:lnTo>
                    <a:pt x="22430" y="83491"/>
                  </a:lnTo>
                  <a:lnTo>
                    <a:pt x="19850" y="88122"/>
                  </a:lnTo>
                  <a:lnTo>
                    <a:pt x="17418" y="92832"/>
                  </a:lnTo>
                  <a:lnTo>
                    <a:pt x="15136" y="97618"/>
                  </a:lnTo>
                  <a:lnTo>
                    <a:pt x="13007" y="102473"/>
                  </a:lnTo>
                  <a:lnTo>
                    <a:pt x="11033" y="107393"/>
                  </a:lnTo>
                  <a:lnTo>
                    <a:pt x="9216" y="112373"/>
                  </a:lnTo>
                  <a:lnTo>
                    <a:pt x="7558" y="117408"/>
                  </a:lnTo>
                  <a:lnTo>
                    <a:pt x="6061" y="122494"/>
                  </a:lnTo>
                  <a:lnTo>
                    <a:pt x="4725" y="127624"/>
                  </a:lnTo>
                  <a:lnTo>
                    <a:pt x="3553" y="132794"/>
                  </a:lnTo>
                  <a:lnTo>
                    <a:pt x="2545" y="137999"/>
                  </a:lnTo>
                  <a:lnTo>
                    <a:pt x="1703" y="143233"/>
                  </a:lnTo>
                  <a:lnTo>
                    <a:pt x="1027" y="148491"/>
                  </a:lnTo>
                  <a:lnTo>
                    <a:pt x="519" y="153768"/>
                  </a:lnTo>
                  <a:lnTo>
                    <a:pt x="178" y="159058"/>
                  </a:lnTo>
                  <a:lnTo>
                    <a:pt x="5" y="164357"/>
                  </a:lnTo>
                  <a:lnTo>
                    <a:pt x="0" y="169658"/>
                  </a:lnTo>
                  <a:lnTo>
                    <a:pt x="163" y="174957"/>
                  </a:lnTo>
                  <a:lnTo>
                    <a:pt x="494" y="180248"/>
                  </a:lnTo>
                  <a:lnTo>
                    <a:pt x="992" y="185526"/>
                  </a:lnTo>
                  <a:lnTo>
                    <a:pt x="1658" y="190785"/>
                  </a:lnTo>
                  <a:lnTo>
                    <a:pt x="2490" y="196021"/>
                  </a:lnTo>
                  <a:lnTo>
                    <a:pt x="3488" y="201227"/>
                  </a:lnTo>
                  <a:lnTo>
                    <a:pt x="4650" y="206400"/>
                  </a:lnTo>
                  <a:lnTo>
                    <a:pt x="5976" y="211532"/>
                  </a:lnTo>
                  <a:lnTo>
                    <a:pt x="7463" y="216621"/>
                  </a:lnTo>
                  <a:lnTo>
                    <a:pt x="9112" y="221659"/>
                  </a:lnTo>
                  <a:lnTo>
                    <a:pt x="10919" y="226643"/>
                  </a:lnTo>
                  <a:lnTo>
                    <a:pt x="12884" y="231567"/>
                  </a:lnTo>
                  <a:lnTo>
                    <a:pt x="15003" y="236426"/>
                  </a:lnTo>
                  <a:lnTo>
                    <a:pt x="17276" y="241216"/>
                  </a:lnTo>
                  <a:lnTo>
                    <a:pt x="19699" y="245931"/>
                  </a:lnTo>
                  <a:lnTo>
                    <a:pt x="22271" y="250566"/>
                  </a:lnTo>
                  <a:lnTo>
                    <a:pt x="24988" y="255118"/>
                  </a:lnTo>
                  <a:lnTo>
                    <a:pt x="27849" y="259582"/>
                  </a:lnTo>
                  <a:lnTo>
                    <a:pt x="30849" y="263952"/>
                  </a:lnTo>
                  <a:lnTo>
                    <a:pt x="33986" y="268226"/>
                  </a:lnTo>
                  <a:lnTo>
                    <a:pt x="37258" y="272397"/>
                  </a:lnTo>
                  <a:lnTo>
                    <a:pt x="40660" y="276463"/>
                  </a:lnTo>
                  <a:lnTo>
                    <a:pt x="44189" y="280419"/>
                  </a:lnTo>
                  <a:lnTo>
                    <a:pt x="47842" y="284261"/>
                  </a:lnTo>
                  <a:lnTo>
                    <a:pt x="51615" y="287985"/>
                  </a:lnTo>
                  <a:lnTo>
                    <a:pt x="55504" y="291587"/>
                  </a:lnTo>
                  <a:lnTo>
                    <a:pt x="59505" y="295065"/>
                  </a:lnTo>
                  <a:lnTo>
                    <a:pt x="63615" y="298414"/>
                  </a:lnTo>
                  <a:lnTo>
                    <a:pt x="67829" y="301631"/>
                  </a:lnTo>
                  <a:lnTo>
                    <a:pt x="72142" y="304712"/>
                  </a:lnTo>
                  <a:lnTo>
                    <a:pt x="76551" y="307656"/>
                  </a:lnTo>
                  <a:lnTo>
                    <a:pt x="81052" y="310458"/>
                  </a:lnTo>
                  <a:lnTo>
                    <a:pt x="85638" y="313116"/>
                  </a:lnTo>
                  <a:lnTo>
                    <a:pt x="90307" y="315627"/>
                  </a:lnTo>
                  <a:lnTo>
                    <a:pt x="95053" y="317989"/>
                  </a:lnTo>
                  <a:lnTo>
                    <a:pt x="99872" y="320199"/>
                  </a:lnTo>
                  <a:lnTo>
                    <a:pt x="104758" y="322255"/>
                  </a:lnTo>
                  <a:lnTo>
                    <a:pt x="109707" y="324156"/>
                  </a:lnTo>
                  <a:lnTo>
                    <a:pt x="114714" y="325898"/>
                  </a:lnTo>
                  <a:lnTo>
                    <a:pt x="119774" y="327481"/>
                  </a:lnTo>
                  <a:lnTo>
                    <a:pt x="124881" y="328903"/>
                  </a:lnTo>
                  <a:lnTo>
                    <a:pt x="130030" y="330161"/>
                  </a:lnTo>
                  <a:lnTo>
                    <a:pt x="135217" y="331256"/>
                  </a:lnTo>
                  <a:lnTo>
                    <a:pt x="140437" y="332186"/>
                  </a:lnTo>
                  <a:lnTo>
                    <a:pt x="145683" y="332950"/>
                  </a:lnTo>
                  <a:lnTo>
                    <a:pt x="150950" y="333548"/>
                  </a:lnTo>
                  <a:lnTo>
                    <a:pt x="156234" y="333978"/>
                  </a:lnTo>
                  <a:lnTo>
                    <a:pt x="161529" y="334240"/>
                  </a:lnTo>
                  <a:lnTo>
                    <a:pt x="166829" y="334334"/>
                  </a:lnTo>
                  <a:lnTo>
                    <a:pt x="172130" y="334260"/>
                  </a:lnTo>
                  <a:lnTo>
                    <a:pt x="177426" y="334018"/>
                  </a:lnTo>
                  <a:lnTo>
                    <a:pt x="182711" y="333608"/>
                  </a:lnTo>
                  <a:lnTo>
                    <a:pt x="187981" y="333031"/>
                  </a:lnTo>
                  <a:lnTo>
                    <a:pt x="193230" y="332287"/>
                  </a:lnTo>
                  <a:lnTo>
                    <a:pt x="198453" y="331377"/>
                  </a:lnTo>
                  <a:lnTo>
                    <a:pt x="203644" y="330302"/>
                  </a:lnTo>
                  <a:lnTo>
                    <a:pt x="208798" y="329063"/>
                  </a:lnTo>
                  <a:lnTo>
                    <a:pt x="213911" y="327661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1"/>
            <p:cNvSpPr/>
            <p:nvPr/>
          </p:nvSpPr>
          <p:spPr>
            <a:xfrm>
              <a:off x="6745892" y="4339583"/>
              <a:ext cx="46762" cy="160493"/>
            </a:xfrm>
            <a:custGeom>
              <a:avLst/>
              <a:pathLst>
                <a:path w="46762" h="160493">
                  <a:moveTo>
                    <a:pt x="46762" y="1604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2"/>
            <p:cNvSpPr/>
            <p:nvPr/>
          </p:nvSpPr>
          <p:spPr>
            <a:xfrm>
              <a:off x="6745892" y="4339583"/>
              <a:ext cx="163467" cy="160493"/>
            </a:xfrm>
            <a:custGeom>
              <a:avLst/>
              <a:pathLst>
                <a:path w="163467" h="160493">
                  <a:moveTo>
                    <a:pt x="46762" y="160493"/>
                  </a:moveTo>
                  <a:lnTo>
                    <a:pt x="51972" y="158883"/>
                  </a:lnTo>
                  <a:lnTo>
                    <a:pt x="57126" y="157103"/>
                  </a:lnTo>
                  <a:lnTo>
                    <a:pt x="62220" y="155156"/>
                  </a:lnTo>
                  <a:lnTo>
                    <a:pt x="67247" y="153044"/>
                  </a:lnTo>
                  <a:lnTo>
                    <a:pt x="72203" y="150770"/>
                  </a:lnTo>
                  <a:lnTo>
                    <a:pt x="77082" y="148334"/>
                  </a:lnTo>
                  <a:lnTo>
                    <a:pt x="81879" y="145741"/>
                  </a:lnTo>
                  <a:lnTo>
                    <a:pt x="86589" y="142993"/>
                  </a:lnTo>
                  <a:lnTo>
                    <a:pt x="91206" y="140093"/>
                  </a:lnTo>
                  <a:lnTo>
                    <a:pt x="95727" y="137044"/>
                  </a:lnTo>
                  <a:lnTo>
                    <a:pt x="100146" y="133849"/>
                  </a:lnTo>
                  <a:lnTo>
                    <a:pt x="104458" y="130511"/>
                  </a:lnTo>
                  <a:lnTo>
                    <a:pt x="108659" y="127035"/>
                  </a:lnTo>
                  <a:lnTo>
                    <a:pt x="112745" y="123423"/>
                  </a:lnTo>
                  <a:lnTo>
                    <a:pt x="116710" y="119680"/>
                  </a:lnTo>
                  <a:lnTo>
                    <a:pt x="120552" y="115810"/>
                  </a:lnTo>
                  <a:lnTo>
                    <a:pt x="124265" y="111817"/>
                  </a:lnTo>
                  <a:lnTo>
                    <a:pt x="127846" y="107704"/>
                  </a:lnTo>
                  <a:lnTo>
                    <a:pt x="131290" y="103477"/>
                  </a:lnTo>
                  <a:lnTo>
                    <a:pt x="134596" y="99140"/>
                  </a:lnTo>
                  <a:lnTo>
                    <a:pt x="137757" y="94697"/>
                  </a:lnTo>
                  <a:lnTo>
                    <a:pt x="140773" y="90154"/>
                  </a:lnTo>
                  <a:lnTo>
                    <a:pt x="143638" y="85515"/>
                  </a:lnTo>
                  <a:lnTo>
                    <a:pt x="146351" y="80784"/>
                  </a:lnTo>
                  <a:lnTo>
                    <a:pt x="148908" y="75968"/>
                  </a:lnTo>
                  <a:lnTo>
                    <a:pt x="151306" y="71071"/>
                  </a:lnTo>
                  <a:lnTo>
                    <a:pt x="153544" y="66098"/>
                  </a:lnTo>
                  <a:lnTo>
                    <a:pt x="155618" y="61055"/>
                  </a:lnTo>
                  <a:lnTo>
                    <a:pt x="157527" y="55947"/>
                  </a:lnTo>
                  <a:lnTo>
                    <a:pt x="159268" y="50779"/>
                  </a:lnTo>
                  <a:lnTo>
                    <a:pt x="160839" y="45558"/>
                  </a:lnTo>
                  <a:lnTo>
                    <a:pt x="162239" y="40288"/>
                  </a:lnTo>
                  <a:lnTo>
                    <a:pt x="163467" y="34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3"/>
            <p:cNvSpPr/>
            <p:nvPr/>
          </p:nvSpPr>
          <p:spPr>
            <a:xfrm>
              <a:off x="6745892" y="4172415"/>
              <a:ext cx="167146" cy="202142"/>
            </a:xfrm>
            <a:custGeom>
              <a:avLst/>
              <a:pathLst>
                <a:path w="167146" h="202142">
                  <a:moveTo>
                    <a:pt x="163467" y="202142"/>
                  </a:moveTo>
                  <a:lnTo>
                    <a:pt x="164514" y="196830"/>
                  </a:lnTo>
                  <a:lnTo>
                    <a:pt x="165389" y="191486"/>
                  </a:lnTo>
                  <a:lnTo>
                    <a:pt x="166089" y="186117"/>
                  </a:lnTo>
                  <a:lnTo>
                    <a:pt x="166616" y="180728"/>
                  </a:lnTo>
                  <a:lnTo>
                    <a:pt x="166968" y="175325"/>
                  </a:lnTo>
                  <a:lnTo>
                    <a:pt x="167144" y="169913"/>
                  </a:lnTo>
                  <a:lnTo>
                    <a:pt x="167146" y="164498"/>
                  </a:lnTo>
                  <a:lnTo>
                    <a:pt x="166972" y="159086"/>
                  </a:lnTo>
                  <a:lnTo>
                    <a:pt x="166622" y="153683"/>
                  </a:lnTo>
                  <a:lnTo>
                    <a:pt x="166098" y="148294"/>
                  </a:lnTo>
                  <a:lnTo>
                    <a:pt x="165400" y="142924"/>
                  </a:lnTo>
                  <a:lnTo>
                    <a:pt x="164528" y="137580"/>
                  </a:lnTo>
                  <a:lnTo>
                    <a:pt x="163483" y="132267"/>
                  </a:lnTo>
                  <a:lnTo>
                    <a:pt x="162267" y="126991"/>
                  </a:lnTo>
                  <a:lnTo>
                    <a:pt x="160881" y="121756"/>
                  </a:lnTo>
                  <a:lnTo>
                    <a:pt x="159326" y="116570"/>
                  </a:lnTo>
                  <a:lnTo>
                    <a:pt x="157604" y="111436"/>
                  </a:lnTo>
                  <a:lnTo>
                    <a:pt x="155716" y="106361"/>
                  </a:lnTo>
                  <a:lnTo>
                    <a:pt x="153665" y="101350"/>
                  </a:lnTo>
                  <a:lnTo>
                    <a:pt x="151453" y="96408"/>
                  </a:lnTo>
                  <a:lnTo>
                    <a:pt x="149082" y="91540"/>
                  </a:lnTo>
                  <a:lnTo>
                    <a:pt x="146554" y="86751"/>
                  </a:lnTo>
                  <a:lnTo>
                    <a:pt x="143873" y="82047"/>
                  </a:lnTo>
                  <a:lnTo>
                    <a:pt x="141041" y="77432"/>
                  </a:lnTo>
                  <a:lnTo>
                    <a:pt x="138061" y="72911"/>
                  </a:lnTo>
                  <a:lnTo>
                    <a:pt x="134935" y="68490"/>
                  </a:lnTo>
                  <a:lnTo>
                    <a:pt x="131669" y="64171"/>
                  </a:lnTo>
                  <a:lnTo>
                    <a:pt x="128264" y="59961"/>
                  </a:lnTo>
                  <a:lnTo>
                    <a:pt x="124725" y="55863"/>
                  </a:lnTo>
                  <a:lnTo>
                    <a:pt x="121055" y="51882"/>
                  </a:lnTo>
                  <a:lnTo>
                    <a:pt x="117257" y="48022"/>
                  </a:lnTo>
                  <a:lnTo>
                    <a:pt x="113337" y="44287"/>
                  </a:lnTo>
                  <a:lnTo>
                    <a:pt x="109298" y="40681"/>
                  </a:lnTo>
                  <a:lnTo>
                    <a:pt x="105144" y="37207"/>
                  </a:lnTo>
                  <a:lnTo>
                    <a:pt x="100880" y="33870"/>
                  </a:lnTo>
                  <a:lnTo>
                    <a:pt x="96510" y="30673"/>
                  </a:lnTo>
                  <a:lnTo>
                    <a:pt x="92039" y="27619"/>
                  </a:lnTo>
                  <a:lnTo>
                    <a:pt x="87471" y="24711"/>
                  </a:lnTo>
                  <a:lnTo>
                    <a:pt x="82812" y="21953"/>
                  </a:lnTo>
                  <a:lnTo>
                    <a:pt x="78065" y="19347"/>
                  </a:lnTo>
                  <a:lnTo>
                    <a:pt x="73237" y="16896"/>
                  </a:lnTo>
                  <a:lnTo>
                    <a:pt x="68332" y="14603"/>
                  </a:lnTo>
                  <a:lnTo>
                    <a:pt x="63355" y="12470"/>
                  </a:lnTo>
                  <a:lnTo>
                    <a:pt x="58311" y="10500"/>
                  </a:lnTo>
                  <a:lnTo>
                    <a:pt x="53207" y="8693"/>
                  </a:lnTo>
                  <a:lnTo>
                    <a:pt x="48047" y="7053"/>
                  </a:lnTo>
                  <a:lnTo>
                    <a:pt x="42836" y="5581"/>
                  </a:lnTo>
                  <a:lnTo>
                    <a:pt x="37580" y="4278"/>
                  </a:lnTo>
                  <a:lnTo>
                    <a:pt x="32285" y="3147"/>
                  </a:lnTo>
                  <a:lnTo>
                    <a:pt x="26956" y="2187"/>
                  </a:lnTo>
                  <a:lnTo>
                    <a:pt x="21599" y="1401"/>
                  </a:lnTo>
                  <a:lnTo>
                    <a:pt x="16219" y="788"/>
                  </a:lnTo>
                  <a:lnTo>
                    <a:pt x="10822" y="350"/>
                  </a:lnTo>
                  <a:lnTo>
                    <a:pt x="5413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3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4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50"/>
            <p:cNvSpPr/>
            <p:nvPr/>
          </p:nvSpPr>
          <p:spPr>
            <a:xfrm>
              <a:off x="6756348" y="3685283"/>
              <a:ext cx="183058" cy="334334"/>
            </a:xfrm>
            <a:custGeom>
              <a:avLst/>
              <a:pathLst>
                <a:path w="183058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5" y="757"/>
                  </a:lnTo>
                  <a:lnTo>
                    <a:pt x="145983" y="1345"/>
                  </a:lnTo>
                  <a:lnTo>
                    <a:pt x="140732" y="2099"/>
                  </a:lnTo>
                  <a:lnTo>
                    <a:pt x="135508" y="3021"/>
                  </a:lnTo>
                  <a:lnTo>
                    <a:pt x="130316" y="4107"/>
                  </a:lnTo>
                  <a:lnTo>
                    <a:pt x="125161" y="5358"/>
                  </a:lnTo>
                  <a:lnTo>
                    <a:pt x="120048" y="6772"/>
                  </a:lnTo>
                  <a:lnTo>
                    <a:pt x="114982" y="8347"/>
                  </a:lnTo>
                  <a:lnTo>
                    <a:pt x="109969" y="10082"/>
                  </a:lnTo>
                  <a:lnTo>
                    <a:pt x="105014" y="11975"/>
                  </a:lnTo>
                  <a:lnTo>
                    <a:pt x="100121" y="14025"/>
                  </a:lnTo>
                  <a:lnTo>
                    <a:pt x="95296" y="16228"/>
                  </a:lnTo>
                  <a:lnTo>
                    <a:pt x="90543" y="18584"/>
                  </a:lnTo>
                  <a:lnTo>
                    <a:pt x="85867" y="21089"/>
                  </a:lnTo>
                  <a:lnTo>
                    <a:pt x="81273" y="23742"/>
                  </a:lnTo>
                  <a:lnTo>
                    <a:pt x="76765" y="26539"/>
                  </a:lnTo>
                  <a:lnTo>
                    <a:pt x="72349" y="29477"/>
                  </a:lnTo>
                  <a:lnTo>
                    <a:pt x="68028" y="32555"/>
                  </a:lnTo>
                  <a:lnTo>
                    <a:pt x="63806" y="35767"/>
                  </a:lnTo>
                  <a:lnTo>
                    <a:pt x="59689" y="39112"/>
                  </a:lnTo>
                  <a:lnTo>
                    <a:pt x="55680" y="42586"/>
                  </a:lnTo>
                  <a:lnTo>
                    <a:pt x="51784" y="46186"/>
                  </a:lnTo>
                  <a:lnTo>
                    <a:pt x="48003" y="49907"/>
                  </a:lnTo>
                  <a:lnTo>
                    <a:pt x="44342" y="53746"/>
                  </a:lnTo>
                  <a:lnTo>
                    <a:pt x="40806" y="57700"/>
                  </a:lnTo>
                  <a:lnTo>
                    <a:pt x="37396" y="61764"/>
                  </a:lnTo>
                  <a:lnTo>
                    <a:pt x="34117" y="65934"/>
                  </a:lnTo>
                  <a:lnTo>
                    <a:pt x="30972" y="70206"/>
                  </a:lnTo>
                  <a:lnTo>
                    <a:pt x="27964" y="74575"/>
                  </a:lnTo>
                  <a:lnTo>
                    <a:pt x="25096" y="79038"/>
                  </a:lnTo>
                  <a:lnTo>
                    <a:pt x="22371" y="83589"/>
                  </a:lnTo>
                  <a:lnTo>
                    <a:pt x="19792" y="88225"/>
                  </a:lnTo>
                  <a:lnTo>
                    <a:pt x="17362" y="92940"/>
                  </a:lnTo>
                  <a:lnTo>
                    <a:pt x="15082" y="97730"/>
                  </a:lnTo>
                  <a:lnTo>
                    <a:pt x="12955" y="102590"/>
                  </a:lnTo>
                  <a:lnTo>
                    <a:pt x="10984" y="107515"/>
                  </a:lnTo>
                  <a:lnTo>
                    <a:pt x="9170" y="112500"/>
                  </a:lnTo>
                  <a:lnTo>
                    <a:pt x="7515" y="117540"/>
                  </a:lnTo>
                  <a:lnTo>
                    <a:pt x="6021" y="122630"/>
                  </a:lnTo>
                  <a:lnTo>
                    <a:pt x="4689" y="127765"/>
                  </a:lnTo>
                  <a:lnTo>
                    <a:pt x="3520" y="132939"/>
                  </a:lnTo>
                  <a:lnTo>
                    <a:pt x="2517" y="138148"/>
                  </a:lnTo>
                  <a:lnTo>
                    <a:pt x="1679" y="143386"/>
                  </a:lnTo>
                  <a:lnTo>
                    <a:pt x="1008" y="148648"/>
                  </a:lnTo>
                  <a:lnTo>
                    <a:pt x="504" y="153929"/>
                  </a:lnTo>
                  <a:lnTo>
                    <a:pt x="167" y="159223"/>
                  </a:lnTo>
                  <a:lnTo>
                    <a:pt x="0" y="164525"/>
                  </a:lnTo>
                  <a:lnTo>
                    <a:pt x="0" y="169830"/>
                  </a:lnTo>
                  <a:lnTo>
                    <a:pt x="168" y="175132"/>
                  </a:lnTo>
                  <a:lnTo>
                    <a:pt x="505" y="180426"/>
                  </a:lnTo>
                  <a:lnTo>
                    <a:pt x="1010" y="185707"/>
                  </a:lnTo>
                  <a:lnTo>
                    <a:pt x="1682" y="190969"/>
                  </a:lnTo>
                  <a:lnTo>
                    <a:pt x="2520" y="196207"/>
                  </a:lnTo>
                  <a:lnTo>
                    <a:pt x="3525" y="201416"/>
                  </a:lnTo>
                  <a:lnTo>
                    <a:pt x="4694" y="206590"/>
                  </a:lnTo>
                  <a:lnTo>
                    <a:pt x="6026" y="211725"/>
                  </a:lnTo>
                  <a:lnTo>
                    <a:pt x="7521" y="216814"/>
                  </a:lnTo>
                  <a:lnTo>
                    <a:pt x="9177" y="221854"/>
                  </a:lnTo>
                  <a:lnTo>
                    <a:pt x="10992" y="226839"/>
                  </a:lnTo>
                  <a:lnTo>
                    <a:pt x="12964" y="231764"/>
                  </a:lnTo>
                  <a:lnTo>
                    <a:pt x="15091" y="236623"/>
                  </a:lnTo>
                  <a:lnTo>
                    <a:pt x="17371" y="241413"/>
                  </a:lnTo>
                  <a:lnTo>
                    <a:pt x="19802" y="246128"/>
                  </a:lnTo>
                  <a:lnTo>
                    <a:pt x="22382" y="250763"/>
                  </a:lnTo>
                  <a:lnTo>
                    <a:pt x="25107" y="255314"/>
                  </a:lnTo>
                  <a:lnTo>
                    <a:pt x="27976" y="259777"/>
                  </a:lnTo>
                  <a:lnTo>
                    <a:pt x="30984" y="264146"/>
                  </a:lnTo>
                  <a:lnTo>
                    <a:pt x="34130" y="268417"/>
                  </a:lnTo>
                  <a:lnTo>
                    <a:pt x="37409" y="272587"/>
                  </a:lnTo>
                  <a:lnTo>
                    <a:pt x="40819" y="276650"/>
                  </a:lnTo>
                  <a:lnTo>
                    <a:pt x="44357" y="280603"/>
                  </a:lnTo>
                  <a:lnTo>
                    <a:pt x="48018" y="284442"/>
                  </a:lnTo>
                  <a:lnTo>
                    <a:pt x="51799" y="288163"/>
                  </a:lnTo>
                  <a:lnTo>
                    <a:pt x="55696" y="291762"/>
                  </a:lnTo>
                  <a:lnTo>
                    <a:pt x="59706" y="295235"/>
                  </a:lnTo>
                  <a:lnTo>
                    <a:pt x="63823" y="298580"/>
                  </a:lnTo>
                  <a:lnTo>
                    <a:pt x="68045" y="301792"/>
                  </a:lnTo>
                  <a:lnTo>
                    <a:pt x="72366" y="304869"/>
                  </a:lnTo>
                  <a:lnTo>
                    <a:pt x="76783" y="307807"/>
                  </a:lnTo>
                  <a:lnTo>
                    <a:pt x="81291" y="310603"/>
                  </a:lnTo>
                  <a:lnTo>
                    <a:pt x="85885" y="313255"/>
                  </a:lnTo>
                  <a:lnTo>
                    <a:pt x="90562" y="315760"/>
                  </a:lnTo>
                  <a:lnTo>
                    <a:pt x="95315" y="318115"/>
                  </a:lnTo>
                  <a:lnTo>
                    <a:pt x="100140" y="320318"/>
                  </a:lnTo>
                  <a:lnTo>
                    <a:pt x="105034" y="322367"/>
                  </a:lnTo>
                  <a:lnTo>
                    <a:pt x="109989" y="324259"/>
                  </a:lnTo>
                  <a:lnTo>
                    <a:pt x="115002" y="325994"/>
                  </a:lnTo>
                  <a:lnTo>
                    <a:pt x="120068" y="327568"/>
                  </a:lnTo>
                  <a:lnTo>
                    <a:pt x="125181" y="328981"/>
                  </a:lnTo>
                  <a:lnTo>
                    <a:pt x="130337" y="330231"/>
                  </a:lnTo>
                  <a:lnTo>
                    <a:pt x="135529" y="331317"/>
                  </a:lnTo>
                  <a:lnTo>
                    <a:pt x="140753" y="332238"/>
                  </a:lnTo>
                  <a:lnTo>
                    <a:pt x="146004" y="332992"/>
                  </a:lnTo>
                  <a:lnTo>
                    <a:pt x="151276" y="333579"/>
                  </a:lnTo>
                  <a:lnTo>
                    <a:pt x="156564" y="333999"/>
                  </a:lnTo>
                  <a:lnTo>
                    <a:pt x="161863" y="334251"/>
                  </a:lnTo>
                  <a:lnTo>
                    <a:pt x="167167" y="334334"/>
                  </a:lnTo>
                  <a:lnTo>
                    <a:pt x="172471" y="334250"/>
                  </a:lnTo>
                  <a:lnTo>
                    <a:pt x="177770" y="333996"/>
                  </a:lnTo>
                  <a:lnTo>
                    <a:pt x="183058" y="333575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1"/>
            <p:cNvSpPr/>
            <p:nvPr/>
          </p:nvSpPr>
          <p:spPr>
            <a:xfrm>
              <a:off x="6923495" y="3685444"/>
              <a:ext cx="167164" cy="333414"/>
            </a:xfrm>
            <a:custGeom>
              <a:avLst/>
              <a:pathLst>
                <a:path w="167164" h="333414">
                  <a:moveTo>
                    <a:pt x="15912" y="333414"/>
                  </a:moveTo>
                  <a:lnTo>
                    <a:pt x="21218" y="332821"/>
                  </a:lnTo>
                  <a:lnTo>
                    <a:pt x="26502" y="332059"/>
                  </a:lnTo>
                  <a:lnTo>
                    <a:pt x="31759" y="331128"/>
                  </a:lnTo>
                  <a:lnTo>
                    <a:pt x="36984" y="330030"/>
                  </a:lnTo>
                  <a:lnTo>
                    <a:pt x="42171" y="328766"/>
                  </a:lnTo>
                  <a:lnTo>
                    <a:pt x="47315" y="327337"/>
                  </a:lnTo>
                  <a:lnTo>
                    <a:pt x="52411" y="325744"/>
                  </a:lnTo>
                  <a:lnTo>
                    <a:pt x="57454" y="323989"/>
                  </a:lnTo>
                  <a:lnTo>
                    <a:pt x="62438" y="322075"/>
                  </a:lnTo>
                  <a:lnTo>
                    <a:pt x="67358" y="320002"/>
                  </a:lnTo>
                  <a:lnTo>
                    <a:pt x="72209" y="317773"/>
                  </a:lnTo>
                  <a:lnTo>
                    <a:pt x="76987" y="315390"/>
                  </a:lnTo>
                  <a:lnTo>
                    <a:pt x="81686" y="312856"/>
                  </a:lnTo>
                  <a:lnTo>
                    <a:pt x="86302" y="310173"/>
                  </a:lnTo>
                  <a:lnTo>
                    <a:pt x="90830" y="307344"/>
                  </a:lnTo>
                  <a:lnTo>
                    <a:pt x="95265" y="304371"/>
                  </a:lnTo>
                  <a:lnTo>
                    <a:pt x="99603" y="301259"/>
                  </a:lnTo>
                  <a:lnTo>
                    <a:pt x="103840" y="298010"/>
                  </a:lnTo>
                  <a:lnTo>
                    <a:pt x="107970" y="294627"/>
                  </a:lnTo>
                  <a:lnTo>
                    <a:pt x="111991" y="291114"/>
                  </a:lnTo>
                  <a:lnTo>
                    <a:pt x="115897" y="287474"/>
                  </a:lnTo>
                  <a:lnTo>
                    <a:pt x="119685" y="283712"/>
                  </a:lnTo>
                  <a:lnTo>
                    <a:pt x="123351" y="279830"/>
                  </a:lnTo>
                  <a:lnTo>
                    <a:pt x="126891" y="275834"/>
                  </a:lnTo>
                  <a:lnTo>
                    <a:pt x="130301" y="271726"/>
                  </a:lnTo>
                  <a:lnTo>
                    <a:pt x="133579" y="267512"/>
                  </a:lnTo>
                  <a:lnTo>
                    <a:pt x="136720" y="263195"/>
                  </a:lnTo>
                  <a:lnTo>
                    <a:pt x="139722" y="258779"/>
                  </a:lnTo>
                  <a:lnTo>
                    <a:pt x="142582" y="254271"/>
                  </a:lnTo>
                  <a:lnTo>
                    <a:pt x="145296" y="249673"/>
                  </a:lnTo>
                  <a:lnTo>
                    <a:pt x="147862" y="244991"/>
                  </a:lnTo>
                  <a:lnTo>
                    <a:pt x="150277" y="240229"/>
                  </a:lnTo>
                  <a:lnTo>
                    <a:pt x="152538" y="235393"/>
                  </a:lnTo>
                  <a:lnTo>
                    <a:pt x="154644" y="230487"/>
                  </a:lnTo>
                  <a:lnTo>
                    <a:pt x="156593" y="225516"/>
                  </a:lnTo>
                  <a:lnTo>
                    <a:pt x="158381" y="220486"/>
                  </a:lnTo>
                  <a:lnTo>
                    <a:pt x="160008" y="215401"/>
                  </a:lnTo>
                  <a:lnTo>
                    <a:pt x="161472" y="210266"/>
                  </a:lnTo>
                  <a:lnTo>
                    <a:pt x="162771" y="205088"/>
                  </a:lnTo>
                  <a:lnTo>
                    <a:pt x="163905" y="199870"/>
                  </a:lnTo>
                  <a:lnTo>
                    <a:pt x="164870" y="194619"/>
                  </a:lnTo>
                  <a:lnTo>
                    <a:pt x="165668" y="189340"/>
                  </a:lnTo>
                  <a:lnTo>
                    <a:pt x="166297" y="184038"/>
                  </a:lnTo>
                  <a:lnTo>
                    <a:pt x="166756" y="178719"/>
                  </a:lnTo>
                  <a:lnTo>
                    <a:pt x="167045" y="173388"/>
                  </a:lnTo>
                  <a:lnTo>
                    <a:pt x="167164" y="168050"/>
                  </a:lnTo>
                  <a:lnTo>
                    <a:pt x="167112" y="162711"/>
                  </a:lnTo>
                  <a:lnTo>
                    <a:pt x="166889" y="157377"/>
                  </a:lnTo>
                  <a:lnTo>
                    <a:pt x="166497" y="152053"/>
                  </a:lnTo>
                  <a:lnTo>
                    <a:pt x="165934" y="146743"/>
                  </a:lnTo>
                  <a:lnTo>
                    <a:pt x="165203" y="141455"/>
                  </a:lnTo>
                  <a:lnTo>
                    <a:pt x="164303" y="136192"/>
                  </a:lnTo>
                  <a:lnTo>
                    <a:pt x="163235" y="130961"/>
                  </a:lnTo>
                  <a:lnTo>
                    <a:pt x="162000" y="125766"/>
                  </a:lnTo>
                  <a:lnTo>
                    <a:pt x="160601" y="120614"/>
                  </a:lnTo>
                  <a:lnTo>
                    <a:pt x="159037" y="115509"/>
                  </a:lnTo>
                  <a:lnTo>
                    <a:pt x="157312" y="110457"/>
                  </a:lnTo>
                  <a:lnTo>
                    <a:pt x="155426" y="105462"/>
                  </a:lnTo>
                  <a:lnTo>
                    <a:pt x="153381" y="100530"/>
                  </a:lnTo>
                  <a:lnTo>
                    <a:pt x="151180" y="95666"/>
                  </a:lnTo>
                  <a:lnTo>
                    <a:pt x="148825" y="90874"/>
                  </a:lnTo>
                  <a:lnTo>
                    <a:pt x="146318" y="86161"/>
                  </a:lnTo>
                  <a:lnTo>
                    <a:pt x="143661" y="81529"/>
                  </a:lnTo>
                  <a:lnTo>
                    <a:pt x="140859" y="76985"/>
                  </a:lnTo>
                  <a:lnTo>
                    <a:pt x="137912" y="72533"/>
                  </a:lnTo>
                  <a:lnTo>
                    <a:pt x="134825" y="68177"/>
                  </a:lnTo>
                  <a:lnTo>
                    <a:pt x="131600" y="63922"/>
                  </a:lnTo>
                  <a:lnTo>
                    <a:pt x="128241" y="59772"/>
                  </a:lnTo>
                  <a:lnTo>
                    <a:pt x="124751" y="55731"/>
                  </a:lnTo>
                  <a:lnTo>
                    <a:pt x="121134" y="51804"/>
                  </a:lnTo>
                  <a:lnTo>
                    <a:pt x="117394" y="47995"/>
                  </a:lnTo>
                  <a:lnTo>
                    <a:pt x="113533" y="44306"/>
                  </a:lnTo>
                  <a:lnTo>
                    <a:pt x="109557" y="40743"/>
                  </a:lnTo>
                  <a:lnTo>
                    <a:pt x="105469" y="37309"/>
                  </a:lnTo>
                  <a:lnTo>
                    <a:pt x="101274" y="34007"/>
                  </a:lnTo>
                  <a:lnTo>
                    <a:pt x="96975" y="30841"/>
                  </a:lnTo>
                  <a:lnTo>
                    <a:pt x="92577" y="27814"/>
                  </a:lnTo>
                  <a:lnTo>
                    <a:pt x="88085" y="24928"/>
                  </a:lnTo>
                  <a:lnTo>
                    <a:pt x="83503" y="22188"/>
                  </a:lnTo>
                  <a:lnTo>
                    <a:pt x="78836" y="19595"/>
                  </a:lnTo>
                  <a:lnTo>
                    <a:pt x="74088" y="17153"/>
                  </a:lnTo>
                  <a:lnTo>
                    <a:pt x="69265" y="14863"/>
                  </a:lnTo>
                  <a:lnTo>
                    <a:pt x="64371" y="12729"/>
                  </a:lnTo>
                  <a:lnTo>
                    <a:pt x="59411" y="10752"/>
                  </a:lnTo>
                  <a:lnTo>
                    <a:pt x="54391" y="8934"/>
                  </a:lnTo>
                  <a:lnTo>
                    <a:pt x="49316" y="7278"/>
                  </a:lnTo>
                  <a:lnTo>
                    <a:pt x="44190" y="5785"/>
                  </a:lnTo>
                  <a:lnTo>
                    <a:pt x="39019" y="4456"/>
                  </a:lnTo>
                  <a:lnTo>
                    <a:pt x="33808" y="3293"/>
                  </a:lnTo>
                  <a:lnTo>
                    <a:pt x="28563" y="2296"/>
                  </a:lnTo>
                  <a:lnTo>
                    <a:pt x="23288" y="1468"/>
                  </a:lnTo>
                  <a:lnTo>
                    <a:pt x="17990" y="809"/>
                  </a:lnTo>
                  <a:lnTo>
                    <a:pt x="12674" y="319"/>
                  </a:lnTo>
                  <a:lnTo>
                    <a:pt x="7344" y="0"/>
                  </a:lnTo>
                  <a:lnTo>
                    <a:pt x="0" y="1670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2"/>
            <p:cNvSpPr/>
            <p:nvPr/>
          </p:nvSpPr>
          <p:spPr>
            <a:xfrm>
              <a:off x="6923495" y="3685283"/>
              <a:ext cx="7344" cy="167167"/>
            </a:xfrm>
            <a:custGeom>
              <a:avLst/>
              <a:pathLst>
                <a:path w="7344" h="167167">
                  <a:moveTo>
                    <a:pt x="7344" y="16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tx953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54" name="tx954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55" name="tx955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56" name="tx956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57" name="tx957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958" name="tx958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59" name="tx959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60" name="tx960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61" name="tx961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62" name="tx962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63" name="tx963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64" name="tx964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65" name="tx965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66" name="tx966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67" name="tx967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68" name="tx968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69" name="tx969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70" name="tx970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71" name="tx971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72" name="tx972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73" name="tx973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2025-06-26T11:22:04Z</dcterms:modified>
  <cp:category/>
</cp:coreProperties>
</file>