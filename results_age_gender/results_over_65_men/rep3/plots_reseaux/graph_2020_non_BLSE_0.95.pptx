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24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8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58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7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22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9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3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888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8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3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2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5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92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6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74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0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634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5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2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82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100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687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426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768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36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79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4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4505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256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308" y="3170392"/>
              <a:ext cx="2470" cy="167167"/>
            </a:xfrm>
            <a:custGeom>
              <a:avLst/>
              <a:pathLst>
                <a:path w="2470" h="167167">
                  <a:moveTo>
                    <a:pt x="2470" y="0"/>
                  </a:moveTo>
                  <a:lnTo>
                    <a:pt x="0" y="18"/>
                  </a:lnTo>
                  <a:lnTo>
                    <a:pt x="247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308" y="3170410"/>
              <a:ext cx="2470" cy="167149"/>
            </a:xfrm>
            <a:custGeom>
              <a:avLst/>
              <a:pathLst>
                <a:path w="2470" h="167149">
                  <a:moveTo>
                    <a:pt x="0" y="0"/>
                  </a:moveTo>
                  <a:lnTo>
                    <a:pt x="2470" y="1671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7" y="3170410"/>
              <a:ext cx="334322" cy="334316"/>
            </a:xfrm>
            <a:custGeom>
              <a:avLst/>
              <a:pathLst>
                <a:path w="334322" h="334316">
                  <a:moveTo>
                    <a:pt x="164691" y="0"/>
                  </a:moveTo>
                  <a:lnTo>
                    <a:pt x="159413" y="161"/>
                  </a:lnTo>
                  <a:lnTo>
                    <a:pt x="154142" y="489"/>
                  </a:lnTo>
                  <a:lnTo>
                    <a:pt x="148885" y="983"/>
                  </a:lnTo>
                  <a:lnTo>
                    <a:pt x="143646" y="1644"/>
                  </a:lnTo>
                  <a:lnTo>
                    <a:pt x="138430" y="2469"/>
                  </a:lnTo>
                  <a:lnTo>
                    <a:pt x="133243" y="3459"/>
                  </a:lnTo>
                  <a:lnTo>
                    <a:pt x="128089" y="4612"/>
                  </a:lnTo>
                  <a:lnTo>
                    <a:pt x="122975" y="5927"/>
                  </a:lnTo>
                  <a:lnTo>
                    <a:pt x="117905" y="7403"/>
                  </a:lnTo>
                  <a:lnTo>
                    <a:pt x="112884" y="9038"/>
                  </a:lnTo>
                  <a:lnTo>
                    <a:pt x="107917" y="10832"/>
                  </a:lnTo>
                  <a:lnTo>
                    <a:pt x="103009" y="12781"/>
                  </a:lnTo>
                  <a:lnTo>
                    <a:pt x="98165" y="14884"/>
                  </a:lnTo>
                  <a:lnTo>
                    <a:pt x="93391" y="17139"/>
                  </a:lnTo>
                  <a:lnTo>
                    <a:pt x="88689" y="19544"/>
                  </a:lnTo>
                  <a:lnTo>
                    <a:pt x="84066" y="22096"/>
                  </a:lnTo>
                  <a:lnTo>
                    <a:pt x="79526" y="24793"/>
                  </a:lnTo>
                  <a:lnTo>
                    <a:pt x="75074" y="27632"/>
                  </a:lnTo>
                  <a:lnTo>
                    <a:pt x="70713" y="30611"/>
                  </a:lnTo>
                  <a:lnTo>
                    <a:pt x="66448" y="33725"/>
                  </a:lnTo>
                  <a:lnTo>
                    <a:pt x="62284" y="36973"/>
                  </a:lnTo>
                  <a:lnTo>
                    <a:pt x="58225" y="40350"/>
                  </a:lnTo>
                  <a:lnTo>
                    <a:pt x="54275" y="43854"/>
                  </a:lnTo>
                  <a:lnTo>
                    <a:pt x="50437" y="47481"/>
                  </a:lnTo>
                  <a:lnTo>
                    <a:pt x="46715" y="51228"/>
                  </a:lnTo>
                  <a:lnTo>
                    <a:pt x="43114" y="55090"/>
                  </a:lnTo>
                  <a:lnTo>
                    <a:pt x="39636" y="59064"/>
                  </a:lnTo>
                  <a:lnTo>
                    <a:pt x="36286" y="63146"/>
                  </a:lnTo>
                  <a:lnTo>
                    <a:pt x="33066" y="67332"/>
                  </a:lnTo>
                  <a:lnTo>
                    <a:pt x="29980" y="71617"/>
                  </a:lnTo>
                  <a:lnTo>
                    <a:pt x="27032" y="75997"/>
                  </a:lnTo>
                  <a:lnTo>
                    <a:pt x="24222" y="80469"/>
                  </a:lnTo>
                  <a:lnTo>
                    <a:pt x="21556" y="85027"/>
                  </a:lnTo>
                  <a:lnTo>
                    <a:pt x="19035" y="89667"/>
                  </a:lnTo>
                  <a:lnTo>
                    <a:pt x="16661" y="94384"/>
                  </a:lnTo>
                  <a:lnTo>
                    <a:pt x="14438" y="99174"/>
                  </a:lnTo>
                  <a:lnTo>
                    <a:pt x="12367" y="104032"/>
                  </a:lnTo>
                  <a:lnTo>
                    <a:pt x="10451" y="108953"/>
                  </a:lnTo>
                  <a:lnTo>
                    <a:pt x="8691" y="113931"/>
                  </a:lnTo>
                  <a:lnTo>
                    <a:pt x="7089" y="118963"/>
                  </a:lnTo>
                  <a:lnTo>
                    <a:pt x="5647" y="124043"/>
                  </a:lnTo>
                  <a:lnTo>
                    <a:pt x="4366" y="129166"/>
                  </a:lnTo>
                  <a:lnTo>
                    <a:pt x="3248" y="134327"/>
                  </a:lnTo>
                  <a:lnTo>
                    <a:pt x="2293" y="139521"/>
                  </a:lnTo>
                  <a:lnTo>
                    <a:pt x="1503" y="144742"/>
                  </a:lnTo>
                  <a:lnTo>
                    <a:pt x="877" y="149986"/>
                  </a:lnTo>
                  <a:lnTo>
                    <a:pt x="418" y="155246"/>
                  </a:lnTo>
                  <a:lnTo>
                    <a:pt x="126" y="160519"/>
                  </a:lnTo>
                  <a:lnTo>
                    <a:pt x="0" y="165798"/>
                  </a:lnTo>
                  <a:lnTo>
                    <a:pt x="40" y="171079"/>
                  </a:lnTo>
                  <a:lnTo>
                    <a:pt x="248" y="176355"/>
                  </a:lnTo>
                  <a:lnTo>
                    <a:pt x="622" y="181623"/>
                  </a:lnTo>
                  <a:lnTo>
                    <a:pt x="1162" y="186876"/>
                  </a:lnTo>
                  <a:lnTo>
                    <a:pt x="1868" y="192109"/>
                  </a:lnTo>
                  <a:lnTo>
                    <a:pt x="2739" y="197317"/>
                  </a:lnTo>
                  <a:lnTo>
                    <a:pt x="3774" y="202496"/>
                  </a:lnTo>
                  <a:lnTo>
                    <a:pt x="4972" y="207639"/>
                  </a:lnTo>
                  <a:lnTo>
                    <a:pt x="6332" y="212741"/>
                  </a:lnTo>
                  <a:lnTo>
                    <a:pt x="7852" y="217798"/>
                  </a:lnTo>
                  <a:lnTo>
                    <a:pt x="9531" y="222805"/>
                  </a:lnTo>
                  <a:lnTo>
                    <a:pt x="11368" y="227756"/>
                  </a:lnTo>
                  <a:lnTo>
                    <a:pt x="13360" y="232647"/>
                  </a:lnTo>
                  <a:lnTo>
                    <a:pt x="15505" y="237472"/>
                  </a:lnTo>
                  <a:lnTo>
                    <a:pt x="17802" y="242227"/>
                  </a:lnTo>
                  <a:lnTo>
                    <a:pt x="20248" y="246907"/>
                  </a:lnTo>
                  <a:lnTo>
                    <a:pt x="22840" y="251507"/>
                  </a:lnTo>
                  <a:lnTo>
                    <a:pt x="25577" y="256024"/>
                  </a:lnTo>
                  <a:lnTo>
                    <a:pt x="28455" y="260451"/>
                  </a:lnTo>
                  <a:lnTo>
                    <a:pt x="31471" y="264786"/>
                  </a:lnTo>
                  <a:lnTo>
                    <a:pt x="34623" y="269023"/>
                  </a:lnTo>
                  <a:lnTo>
                    <a:pt x="37906" y="273159"/>
                  </a:lnTo>
                  <a:lnTo>
                    <a:pt x="41319" y="277188"/>
                  </a:lnTo>
                  <a:lnTo>
                    <a:pt x="44858" y="281108"/>
                  </a:lnTo>
                  <a:lnTo>
                    <a:pt x="48518" y="284914"/>
                  </a:lnTo>
                  <a:lnTo>
                    <a:pt x="52297" y="288603"/>
                  </a:lnTo>
                  <a:lnTo>
                    <a:pt x="56191" y="292170"/>
                  </a:lnTo>
                  <a:lnTo>
                    <a:pt x="60195" y="295613"/>
                  </a:lnTo>
                  <a:lnTo>
                    <a:pt x="64306" y="298927"/>
                  </a:lnTo>
                  <a:lnTo>
                    <a:pt x="68519" y="302110"/>
                  </a:lnTo>
                  <a:lnTo>
                    <a:pt x="72831" y="305159"/>
                  </a:lnTo>
                  <a:lnTo>
                    <a:pt x="77237" y="308069"/>
                  </a:lnTo>
                  <a:lnTo>
                    <a:pt x="81733" y="310839"/>
                  </a:lnTo>
                  <a:lnTo>
                    <a:pt x="86315" y="313466"/>
                  </a:lnTo>
                  <a:lnTo>
                    <a:pt x="90976" y="315946"/>
                  </a:lnTo>
                  <a:lnTo>
                    <a:pt x="95714" y="318279"/>
                  </a:lnTo>
                  <a:lnTo>
                    <a:pt x="100523" y="320460"/>
                  </a:lnTo>
                  <a:lnTo>
                    <a:pt x="105399" y="322488"/>
                  </a:lnTo>
                  <a:lnTo>
                    <a:pt x="110336" y="324361"/>
                  </a:lnTo>
                  <a:lnTo>
                    <a:pt x="115330" y="326078"/>
                  </a:lnTo>
                  <a:lnTo>
                    <a:pt x="120376" y="327636"/>
                  </a:lnTo>
                  <a:lnTo>
                    <a:pt x="125468" y="329033"/>
                  </a:lnTo>
                  <a:lnTo>
                    <a:pt x="130602" y="330269"/>
                  </a:lnTo>
                  <a:lnTo>
                    <a:pt x="135773" y="331343"/>
                  </a:lnTo>
                  <a:lnTo>
                    <a:pt x="140974" y="332252"/>
                  </a:lnTo>
                  <a:lnTo>
                    <a:pt x="146202" y="332997"/>
                  </a:lnTo>
                  <a:lnTo>
                    <a:pt x="151451" y="333576"/>
                  </a:lnTo>
                  <a:lnTo>
                    <a:pt x="156716" y="333989"/>
                  </a:lnTo>
                  <a:lnTo>
                    <a:pt x="161991" y="334236"/>
                  </a:lnTo>
                  <a:lnTo>
                    <a:pt x="167271" y="334316"/>
                  </a:lnTo>
                  <a:lnTo>
                    <a:pt x="172551" y="334229"/>
                  </a:lnTo>
                  <a:lnTo>
                    <a:pt x="177825" y="333976"/>
                  </a:lnTo>
                  <a:lnTo>
                    <a:pt x="183089" y="333556"/>
                  </a:lnTo>
                  <a:lnTo>
                    <a:pt x="188337" y="332969"/>
                  </a:lnTo>
                  <a:lnTo>
                    <a:pt x="193564" y="332218"/>
                  </a:lnTo>
                  <a:lnTo>
                    <a:pt x="198765" y="331302"/>
                  </a:lnTo>
                  <a:lnTo>
                    <a:pt x="203934" y="330221"/>
                  </a:lnTo>
                  <a:lnTo>
                    <a:pt x="209066" y="328979"/>
                  </a:lnTo>
                  <a:lnTo>
                    <a:pt x="214157" y="327574"/>
                  </a:lnTo>
                  <a:lnTo>
                    <a:pt x="219201" y="326010"/>
                  </a:lnTo>
                  <a:lnTo>
                    <a:pt x="224192" y="324287"/>
                  </a:lnTo>
                  <a:lnTo>
                    <a:pt x="229127" y="322407"/>
                  </a:lnTo>
                  <a:lnTo>
                    <a:pt x="234000" y="320373"/>
                  </a:lnTo>
                  <a:lnTo>
                    <a:pt x="238806" y="318185"/>
                  </a:lnTo>
                  <a:lnTo>
                    <a:pt x="243541" y="315847"/>
                  </a:lnTo>
                  <a:lnTo>
                    <a:pt x="248200" y="313360"/>
                  </a:lnTo>
                  <a:lnTo>
                    <a:pt x="252777" y="310728"/>
                  </a:lnTo>
                  <a:lnTo>
                    <a:pt x="257270" y="307952"/>
                  </a:lnTo>
                  <a:lnTo>
                    <a:pt x="261672" y="305035"/>
                  </a:lnTo>
                  <a:lnTo>
                    <a:pt x="265980" y="301981"/>
                  </a:lnTo>
                  <a:lnTo>
                    <a:pt x="270189" y="298793"/>
                  </a:lnTo>
                  <a:lnTo>
                    <a:pt x="274296" y="295473"/>
                  </a:lnTo>
                  <a:lnTo>
                    <a:pt x="278296" y="292025"/>
                  </a:lnTo>
                  <a:lnTo>
                    <a:pt x="282185" y="288453"/>
                  </a:lnTo>
                  <a:lnTo>
                    <a:pt x="285959" y="284759"/>
                  </a:lnTo>
                  <a:lnTo>
                    <a:pt x="289614" y="280948"/>
                  </a:lnTo>
                  <a:lnTo>
                    <a:pt x="293147" y="277024"/>
                  </a:lnTo>
                  <a:lnTo>
                    <a:pt x="296555" y="272989"/>
                  </a:lnTo>
                  <a:lnTo>
                    <a:pt x="299833" y="268850"/>
                  </a:lnTo>
                  <a:lnTo>
                    <a:pt x="302980" y="264609"/>
                  </a:lnTo>
                  <a:lnTo>
                    <a:pt x="305990" y="260270"/>
                  </a:lnTo>
                  <a:lnTo>
                    <a:pt x="308862" y="255839"/>
                  </a:lnTo>
                  <a:lnTo>
                    <a:pt x="311593" y="251319"/>
                  </a:lnTo>
                  <a:lnTo>
                    <a:pt x="314179" y="246715"/>
                  </a:lnTo>
                  <a:lnTo>
                    <a:pt x="316619" y="242032"/>
                  </a:lnTo>
                  <a:lnTo>
                    <a:pt x="318910" y="237273"/>
                  </a:lnTo>
                  <a:lnTo>
                    <a:pt x="321049" y="232445"/>
                  </a:lnTo>
                  <a:lnTo>
                    <a:pt x="323034" y="227552"/>
                  </a:lnTo>
                  <a:lnTo>
                    <a:pt x="324864" y="222599"/>
                  </a:lnTo>
                  <a:lnTo>
                    <a:pt x="326537" y="217590"/>
                  </a:lnTo>
                  <a:lnTo>
                    <a:pt x="328051" y="212531"/>
                  </a:lnTo>
                  <a:lnTo>
                    <a:pt x="329404" y="207427"/>
                  </a:lnTo>
                  <a:lnTo>
                    <a:pt x="330595" y="202282"/>
                  </a:lnTo>
                  <a:lnTo>
                    <a:pt x="331623" y="197102"/>
                  </a:lnTo>
                  <a:lnTo>
                    <a:pt x="332487" y="191893"/>
                  </a:lnTo>
                  <a:lnTo>
                    <a:pt x="333187" y="186659"/>
                  </a:lnTo>
                  <a:lnTo>
                    <a:pt x="333720" y="181405"/>
                  </a:lnTo>
                  <a:lnTo>
                    <a:pt x="334087" y="176137"/>
                  </a:lnTo>
                  <a:lnTo>
                    <a:pt x="334288" y="170860"/>
                  </a:lnTo>
                  <a:lnTo>
                    <a:pt x="334322" y="165580"/>
                  </a:lnTo>
                  <a:lnTo>
                    <a:pt x="334189" y="160301"/>
                  </a:lnTo>
                  <a:lnTo>
                    <a:pt x="333889" y="155028"/>
                  </a:lnTo>
                  <a:lnTo>
                    <a:pt x="333423" y="149768"/>
                  </a:lnTo>
                  <a:lnTo>
                    <a:pt x="332791" y="144526"/>
                  </a:lnTo>
                  <a:lnTo>
                    <a:pt x="331994" y="139305"/>
                  </a:lnTo>
                  <a:lnTo>
                    <a:pt x="331032" y="134113"/>
                  </a:lnTo>
                  <a:lnTo>
                    <a:pt x="329907" y="128954"/>
                  </a:lnTo>
                  <a:lnTo>
                    <a:pt x="328619" y="123832"/>
                  </a:lnTo>
                  <a:lnTo>
                    <a:pt x="327171" y="118754"/>
                  </a:lnTo>
                  <a:lnTo>
                    <a:pt x="325562" y="113724"/>
                  </a:lnTo>
                  <a:lnTo>
                    <a:pt x="323796" y="108748"/>
                  </a:lnTo>
                  <a:lnTo>
                    <a:pt x="321873" y="103830"/>
                  </a:lnTo>
                  <a:lnTo>
                    <a:pt x="319796" y="98975"/>
                  </a:lnTo>
                  <a:lnTo>
                    <a:pt x="317566" y="94188"/>
                  </a:lnTo>
                  <a:lnTo>
                    <a:pt x="315187" y="89473"/>
                  </a:lnTo>
                  <a:lnTo>
                    <a:pt x="312660" y="84837"/>
                  </a:lnTo>
                  <a:lnTo>
                    <a:pt x="309987" y="80282"/>
                  </a:lnTo>
                  <a:lnTo>
                    <a:pt x="307172" y="75814"/>
                  </a:lnTo>
                  <a:lnTo>
                    <a:pt x="304218" y="71438"/>
                  </a:lnTo>
                  <a:lnTo>
                    <a:pt x="301126" y="67156"/>
                  </a:lnTo>
                  <a:lnTo>
                    <a:pt x="297901" y="62975"/>
                  </a:lnTo>
                  <a:lnTo>
                    <a:pt x="294545" y="58898"/>
                  </a:lnTo>
                  <a:lnTo>
                    <a:pt x="291063" y="54928"/>
                  </a:lnTo>
                  <a:lnTo>
                    <a:pt x="287456" y="51071"/>
                  </a:lnTo>
                  <a:lnTo>
                    <a:pt x="283730" y="47329"/>
                  </a:lnTo>
                  <a:lnTo>
                    <a:pt x="279887" y="43707"/>
                  </a:lnTo>
                  <a:lnTo>
                    <a:pt x="275932" y="40208"/>
                  </a:lnTo>
                  <a:lnTo>
                    <a:pt x="271868" y="36836"/>
                  </a:lnTo>
                  <a:lnTo>
                    <a:pt x="267700" y="33594"/>
                  </a:lnTo>
                  <a:lnTo>
                    <a:pt x="263432" y="30485"/>
                  </a:lnTo>
                  <a:lnTo>
                    <a:pt x="259067" y="27512"/>
                  </a:lnTo>
                  <a:lnTo>
                    <a:pt x="254611" y="24679"/>
                  </a:lnTo>
                  <a:lnTo>
                    <a:pt x="250067" y="21988"/>
                  </a:lnTo>
                  <a:lnTo>
                    <a:pt x="245441" y="19442"/>
                  </a:lnTo>
                  <a:lnTo>
                    <a:pt x="240736" y="17043"/>
                  </a:lnTo>
                  <a:lnTo>
                    <a:pt x="235958" y="14794"/>
                  </a:lnTo>
                  <a:lnTo>
                    <a:pt x="231112" y="12697"/>
                  </a:lnTo>
                  <a:lnTo>
                    <a:pt x="226202" y="10754"/>
                  </a:lnTo>
                  <a:lnTo>
                    <a:pt x="221232" y="8967"/>
                  </a:lnTo>
                  <a:lnTo>
                    <a:pt x="216209" y="7339"/>
                  </a:lnTo>
                  <a:lnTo>
                    <a:pt x="211137" y="5869"/>
                  </a:lnTo>
                  <a:lnTo>
                    <a:pt x="206021" y="4561"/>
                  </a:lnTo>
                  <a:lnTo>
                    <a:pt x="200866" y="3414"/>
                  </a:lnTo>
                  <a:lnTo>
                    <a:pt x="195678" y="2431"/>
                  </a:lnTo>
                  <a:lnTo>
                    <a:pt x="190461" y="1613"/>
                  </a:lnTo>
                  <a:lnTo>
                    <a:pt x="185221" y="960"/>
                  </a:lnTo>
                  <a:lnTo>
                    <a:pt x="179963" y="472"/>
                  </a:lnTo>
                  <a:lnTo>
                    <a:pt x="174692" y="151"/>
                  </a:lnTo>
                  <a:lnTo>
                    <a:pt x="167161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530" cy="167167"/>
            </a:xfrm>
            <a:custGeom>
              <a:avLst/>
              <a:pathLst>
                <a:path w="7530" h="167167">
                  <a:moveTo>
                    <a:pt x="7530" y="16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782" y="2633064"/>
              <a:ext cx="33229" cy="167167"/>
            </a:xfrm>
            <a:custGeom>
              <a:avLst/>
              <a:pathLst>
                <a:path w="33229" h="167167">
                  <a:moveTo>
                    <a:pt x="33229" y="0"/>
                  </a:moveTo>
                  <a:lnTo>
                    <a:pt x="26540" y="133"/>
                  </a:lnTo>
                  <a:lnTo>
                    <a:pt x="19862" y="535"/>
                  </a:lnTo>
                  <a:lnTo>
                    <a:pt x="13206" y="1203"/>
                  </a:lnTo>
                  <a:lnTo>
                    <a:pt x="6581" y="2137"/>
                  </a:lnTo>
                  <a:lnTo>
                    <a:pt x="0" y="3335"/>
                  </a:lnTo>
                  <a:lnTo>
                    <a:pt x="3322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5782" y="2636400"/>
              <a:ext cx="33229" cy="163831"/>
            </a:xfrm>
            <a:custGeom>
              <a:avLst/>
              <a:pathLst>
                <a:path w="33229" h="163831">
                  <a:moveTo>
                    <a:pt x="0" y="0"/>
                  </a:moveTo>
                  <a:lnTo>
                    <a:pt x="33229" y="1638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6" y="2636400"/>
              <a:ext cx="334330" cy="330989"/>
            </a:xfrm>
            <a:custGeom>
              <a:avLst/>
              <a:pathLst>
                <a:path w="334330" h="330989">
                  <a:moveTo>
                    <a:pt x="133935" y="0"/>
                  </a:moveTo>
                  <a:lnTo>
                    <a:pt x="128752" y="1137"/>
                  </a:lnTo>
                  <a:lnTo>
                    <a:pt x="123607" y="2438"/>
                  </a:lnTo>
                  <a:lnTo>
                    <a:pt x="118507" y="3902"/>
                  </a:lnTo>
                  <a:lnTo>
                    <a:pt x="113455" y="5526"/>
                  </a:lnTo>
                  <a:lnTo>
                    <a:pt x="108458" y="7311"/>
                  </a:lnTo>
                  <a:lnTo>
                    <a:pt x="103520" y="9253"/>
                  </a:lnTo>
                  <a:lnTo>
                    <a:pt x="98646" y="11351"/>
                  </a:lnTo>
                  <a:lnTo>
                    <a:pt x="93841" y="13602"/>
                  </a:lnTo>
                  <a:lnTo>
                    <a:pt x="89110" y="16005"/>
                  </a:lnTo>
                  <a:lnTo>
                    <a:pt x="84457" y="18557"/>
                  </a:lnTo>
                  <a:lnTo>
                    <a:pt x="79888" y="21255"/>
                  </a:lnTo>
                  <a:lnTo>
                    <a:pt x="75407" y="24097"/>
                  </a:lnTo>
                  <a:lnTo>
                    <a:pt x="71018" y="27080"/>
                  </a:lnTo>
                  <a:lnTo>
                    <a:pt x="66726" y="30200"/>
                  </a:lnTo>
                  <a:lnTo>
                    <a:pt x="62536" y="33455"/>
                  </a:lnTo>
                  <a:lnTo>
                    <a:pt x="58451" y="36842"/>
                  </a:lnTo>
                  <a:lnTo>
                    <a:pt x="54475" y="40356"/>
                  </a:lnTo>
                  <a:lnTo>
                    <a:pt x="50613" y="43995"/>
                  </a:lnTo>
                  <a:lnTo>
                    <a:pt x="46868" y="47754"/>
                  </a:lnTo>
                  <a:lnTo>
                    <a:pt x="43244" y="51631"/>
                  </a:lnTo>
                  <a:lnTo>
                    <a:pt x="39746" y="55621"/>
                  </a:lnTo>
                  <a:lnTo>
                    <a:pt x="36376" y="59719"/>
                  </a:lnTo>
                  <a:lnTo>
                    <a:pt x="33137" y="63923"/>
                  </a:lnTo>
                  <a:lnTo>
                    <a:pt x="30034" y="68227"/>
                  </a:lnTo>
                  <a:lnTo>
                    <a:pt x="27068" y="72627"/>
                  </a:lnTo>
                  <a:lnTo>
                    <a:pt x="24244" y="77120"/>
                  </a:lnTo>
                  <a:lnTo>
                    <a:pt x="21564" y="81700"/>
                  </a:lnTo>
                  <a:lnTo>
                    <a:pt x="19031" y="86362"/>
                  </a:lnTo>
                  <a:lnTo>
                    <a:pt x="16647" y="91103"/>
                  </a:lnTo>
                  <a:lnTo>
                    <a:pt x="14414" y="95917"/>
                  </a:lnTo>
                  <a:lnTo>
                    <a:pt x="12336" y="100799"/>
                  </a:lnTo>
                  <a:lnTo>
                    <a:pt x="10413" y="105745"/>
                  </a:lnTo>
                  <a:lnTo>
                    <a:pt x="8648" y="110749"/>
                  </a:lnTo>
                  <a:lnTo>
                    <a:pt x="7044" y="115807"/>
                  </a:lnTo>
                  <a:lnTo>
                    <a:pt x="5600" y="120913"/>
                  </a:lnTo>
                  <a:lnTo>
                    <a:pt x="4319" y="126063"/>
                  </a:lnTo>
                  <a:lnTo>
                    <a:pt x="3203" y="131250"/>
                  </a:lnTo>
                  <a:lnTo>
                    <a:pt x="2251" y="136470"/>
                  </a:lnTo>
                  <a:lnTo>
                    <a:pt x="1466" y="141718"/>
                  </a:lnTo>
                  <a:lnTo>
                    <a:pt x="847" y="146988"/>
                  </a:lnTo>
                  <a:lnTo>
                    <a:pt x="397" y="152276"/>
                  </a:lnTo>
                  <a:lnTo>
                    <a:pt x="114" y="157574"/>
                  </a:lnTo>
                  <a:lnTo>
                    <a:pt x="0" y="162880"/>
                  </a:lnTo>
                  <a:lnTo>
                    <a:pt x="54" y="168186"/>
                  </a:lnTo>
                  <a:lnTo>
                    <a:pt x="276" y="173487"/>
                  </a:lnTo>
                  <a:lnTo>
                    <a:pt x="666" y="178779"/>
                  </a:lnTo>
                  <a:lnTo>
                    <a:pt x="1225" y="184056"/>
                  </a:lnTo>
                  <a:lnTo>
                    <a:pt x="1950" y="189313"/>
                  </a:lnTo>
                  <a:lnTo>
                    <a:pt x="2842" y="194543"/>
                  </a:lnTo>
                  <a:lnTo>
                    <a:pt x="3900" y="199743"/>
                  </a:lnTo>
                  <a:lnTo>
                    <a:pt x="5122" y="204907"/>
                  </a:lnTo>
                  <a:lnTo>
                    <a:pt x="6507" y="210029"/>
                  </a:lnTo>
                  <a:lnTo>
                    <a:pt x="8054" y="215105"/>
                  </a:lnTo>
                  <a:lnTo>
                    <a:pt x="9762" y="220129"/>
                  </a:lnTo>
                  <a:lnTo>
                    <a:pt x="11628" y="225097"/>
                  </a:lnTo>
                  <a:lnTo>
                    <a:pt x="13651" y="230002"/>
                  </a:lnTo>
                  <a:lnTo>
                    <a:pt x="15829" y="234841"/>
                  </a:lnTo>
                  <a:lnTo>
                    <a:pt x="18159" y="239609"/>
                  </a:lnTo>
                  <a:lnTo>
                    <a:pt x="20639" y="244300"/>
                  </a:lnTo>
                  <a:lnTo>
                    <a:pt x="23266" y="248910"/>
                  </a:lnTo>
                  <a:lnTo>
                    <a:pt x="26039" y="253434"/>
                  </a:lnTo>
                  <a:lnTo>
                    <a:pt x="28954" y="257868"/>
                  </a:lnTo>
                  <a:lnTo>
                    <a:pt x="32008" y="262207"/>
                  </a:lnTo>
                  <a:lnTo>
                    <a:pt x="35199" y="266447"/>
                  </a:lnTo>
                  <a:lnTo>
                    <a:pt x="38522" y="270584"/>
                  </a:lnTo>
                  <a:lnTo>
                    <a:pt x="41975" y="274613"/>
                  </a:lnTo>
                  <a:lnTo>
                    <a:pt x="45554" y="278531"/>
                  </a:lnTo>
                  <a:lnTo>
                    <a:pt x="49256" y="282333"/>
                  </a:lnTo>
                  <a:lnTo>
                    <a:pt x="53077" y="286015"/>
                  </a:lnTo>
                  <a:lnTo>
                    <a:pt x="57012" y="289575"/>
                  </a:lnTo>
                  <a:lnTo>
                    <a:pt x="61059" y="293007"/>
                  </a:lnTo>
                  <a:lnTo>
                    <a:pt x="65212" y="296310"/>
                  </a:lnTo>
                  <a:lnTo>
                    <a:pt x="69468" y="299479"/>
                  </a:lnTo>
                  <a:lnTo>
                    <a:pt x="73822" y="302511"/>
                  </a:lnTo>
                  <a:lnTo>
                    <a:pt x="78271" y="305404"/>
                  </a:lnTo>
                  <a:lnTo>
                    <a:pt x="82809" y="308154"/>
                  </a:lnTo>
                  <a:lnTo>
                    <a:pt x="87432" y="310759"/>
                  </a:lnTo>
                  <a:lnTo>
                    <a:pt x="92136" y="313215"/>
                  </a:lnTo>
                  <a:lnTo>
                    <a:pt x="96915" y="315521"/>
                  </a:lnTo>
                  <a:lnTo>
                    <a:pt x="101765" y="317675"/>
                  </a:lnTo>
                  <a:lnTo>
                    <a:pt x="106680" y="319673"/>
                  </a:lnTo>
                  <a:lnTo>
                    <a:pt x="111657" y="321514"/>
                  </a:lnTo>
                  <a:lnTo>
                    <a:pt x="116690" y="323196"/>
                  </a:lnTo>
                  <a:lnTo>
                    <a:pt x="121773" y="324718"/>
                  </a:lnTo>
                  <a:lnTo>
                    <a:pt x="126902" y="326078"/>
                  </a:lnTo>
                  <a:lnTo>
                    <a:pt x="132072" y="327274"/>
                  </a:lnTo>
                  <a:lnTo>
                    <a:pt x="137277" y="328305"/>
                  </a:lnTo>
                  <a:lnTo>
                    <a:pt x="142512" y="329171"/>
                  </a:lnTo>
                  <a:lnTo>
                    <a:pt x="147773" y="329870"/>
                  </a:lnTo>
                  <a:lnTo>
                    <a:pt x="153052" y="330402"/>
                  </a:lnTo>
                  <a:lnTo>
                    <a:pt x="158346" y="330766"/>
                  </a:lnTo>
                  <a:lnTo>
                    <a:pt x="163649" y="330961"/>
                  </a:lnTo>
                  <a:lnTo>
                    <a:pt x="168955" y="330989"/>
                  </a:lnTo>
                  <a:lnTo>
                    <a:pt x="174260" y="330848"/>
                  </a:lnTo>
                  <a:lnTo>
                    <a:pt x="179557" y="330538"/>
                  </a:lnTo>
                  <a:lnTo>
                    <a:pt x="184842" y="330061"/>
                  </a:lnTo>
                  <a:lnTo>
                    <a:pt x="190109" y="329416"/>
                  </a:lnTo>
                  <a:lnTo>
                    <a:pt x="195353" y="328605"/>
                  </a:lnTo>
                  <a:lnTo>
                    <a:pt x="200568" y="327627"/>
                  </a:lnTo>
                  <a:lnTo>
                    <a:pt x="205750" y="326484"/>
                  </a:lnTo>
                  <a:lnTo>
                    <a:pt x="210893" y="325178"/>
                  </a:lnTo>
                  <a:lnTo>
                    <a:pt x="215992" y="323709"/>
                  </a:lnTo>
                  <a:lnTo>
                    <a:pt x="221041" y="322078"/>
                  </a:lnTo>
                  <a:lnTo>
                    <a:pt x="226037" y="320289"/>
                  </a:lnTo>
                  <a:lnTo>
                    <a:pt x="230973" y="318341"/>
                  </a:lnTo>
                  <a:lnTo>
                    <a:pt x="235845" y="316238"/>
                  </a:lnTo>
                  <a:lnTo>
                    <a:pt x="240647" y="313982"/>
                  </a:lnTo>
                  <a:lnTo>
                    <a:pt x="245376" y="311574"/>
                  </a:lnTo>
                  <a:lnTo>
                    <a:pt x="250026" y="309017"/>
                  </a:lnTo>
                  <a:lnTo>
                    <a:pt x="254592" y="306314"/>
                  </a:lnTo>
                  <a:lnTo>
                    <a:pt x="259070" y="303467"/>
                  </a:lnTo>
                  <a:lnTo>
                    <a:pt x="263456" y="300480"/>
                  </a:lnTo>
                  <a:lnTo>
                    <a:pt x="267744" y="297355"/>
                  </a:lnTo>
                  <a:lnTo>
                    <a:pt x="271931" y="294095"/>
                  </a:lnTo>
                  <a:lnTo>
                    <a:pt x="276013" y="290704"/>
                  </a:lnTo>
                  <a:lnTo>
                    <a:pt x="279985" y="287186"/>
                  </a:lnTo>
                  <a:lnTo>
                    <a:pt x="283843" y="283543"/>
                  </a:lnTo>
                  <a:lnTo>
                    <a:pt x="287584" y="279779"/>
                  </a:lnTo>
                  <a:lnTo>
                    <a:pt x="291203" y="275899"/>
                  </a:lnTo>
                  <a:lnTo>
                    <a:pt x="294698" y="271906"/>
                  </a:lnTo>
                  <a:lnTo>
                    <a:pt x="298064" y="267803"/>
                  </a:lnTo>
                  <a:lnTo>
                    <a:pt x="301298" y="263597"/>
                  </a:lnTo>
                  <a:lnTo>
                    <a:pt x="304397" y="259289"/>
                  </a:lnTo>
                  <a:lnTo>
                    <a:pt x="307357" y="254885"/>
                  </a:lnTo>
                  <a:lnTo>
                    <a:pt x="310176" y="250390"/>
                  </a:lnTo>
                  <a:lnTo>
                    <a:pt x="312852" y="245807"/>
                  </a:lnTo>
                  <a:lnTo>
                    <a:pt x="315380" y="241142"/>
                  </a:lnTo>
                  <a:lnTo>
                    <a:pt x="317759" y="236399"/>
                  </a:lnTo>
                  <a:lnTo>
                    <a:pt x="319987" y="231583"/>
                  </a:lnTo>
                  <a:lnTo>
                    <a:pt x="322060" y="226698"/>
                  </a:lnTo>
                  <a:lnTo>
                    <a:pt x="323977" y="221750"/>
                  </a:lnTo>
                  <a:lnTo>
                    <a:pt x="325736" y="216744"/>
                  </a:lnTo>
                  <a:lnTo>
                    <a:pt x="327336" y="211685"/>
                  </a:lnTo>
                  <a:lnTo>
                    <a:pt x="328774" y="206577"/>
                  </a:lnTo>
                  <a:lnTo>
                    <a:pt x="330049" y="201426"/>
                  </a:lnTo>
                  <a:lnTo>
                    <a:pt x="331161" y="196237"/>
                  </a:lnTo>
                  <a:lnTo>
                    <a:pt x="332106" y="191016"/>
                  </a:lnTo>
                  <a:lnTo>
                    <a:pt x="332886" y="185767"/>
                  </a:lnTo>
                  <a:lnTo>
                    <a:pt x="333499" y="180496"/>
                  </a:lnTo>
                  <a:lnTo>
                    <a:pt x="333944" y="175209"/>
                  </a:lnTo>
                  <a:lnTo>
                    <a:pt x="334221" y="169910"/>
                  </a:lnTo>
                  <a:lnTo>
                    <a:pt x="334330" y="164604"/>
                  </a:lnTo>
                  <a:lnTo>
                    <a:pt x="334270" y="159298"/>
                  </a:lnTo>
                  <a:lnTo>
                    <a:pt x="334042" y="153997"/>
                  </a:lnTo>
                  <a:lnTo>
                    <a:pt x="333646" y="148705"/>
                  </a:lnTo>
                  <a:lnTo>
                    <a:pt x="333082" y="143429"/>
                  </a:lnTo>
                  <a:lnTo>
                    <a:pt x="332351" y="138173"/>
                  </a:lnTo>
                  <a:lnTo>
                    <a:pt x="331453" y="132944"/>
                  </a:lnTo>
                  <a:lnTo>
                    <a:pt x="330390" y="127745"/>
                  </a:lnTo>
                  <a:lnTo>
                    <a:pt x="329163" y="122582"/>
                  </a:lnTo>
                  <a:lnTo>
                    <a:pt x="327772" y="117462"/>
                  </a:lnTo>
                  <a:lnTo>
                    <a:pt x="326219" y="112387"/>
                  </a:lnTo>
                  <a:lnTo>
                    <a:pt x="324506" y="107365"/>
                  </a:lnTo>
                  <a:lnTo>
                    <a:pt x="322635" y="102400"/>
                  </a:lnTo>
                  <a:lnTo>
                    <a:pt x="320607" y="97496"/>
                  </a:lnTo>
                  <a:lnTo>
                    <a:pt x="318424" y="92660"/>
                  </a:lnTo>
                  <a:lnTo>
                    <a:pt x="316089" y="87895"/>
                  </a:lnTo>
                  <a:lnTo>
                    <a:pt x="313604" y="83206"/>
                  </a:lnTo>
                  <a:lnTo>
                    <a:pt x="310971" y="78599"/>
                  </a:lnTo>
                  <a:lnTo>
                    <a:pt x="308194" y="74078"/>
                  </a:lnTo>
                  <a:lnTo>
                    <a:pt x="305274" y="69647"/>
                  </a:lnTo>
                  <a:lnTo>
                    <a:pt x="302215" y="65311"/>
                  </a:lnTo>
                  <a:lnTo>
                    <a:pt x="299020" y="61074"/>
                  </a:lnTo>
                  <a:lnTo>
                    <a:pt x="295692" y="56941"/>
                  </a:lnTo>
                  <a:lnTo>
                    <a:pt x="292235" y="52916"/>
                  </a:lnTo>
                  <a:lnTo>
                    <a:pt x="288652" y="49002"/>
                  </a:lnTo>
                  <a:lnTo>
                    <a:pt x="284946" y="45204"/>
                  </a:lnTo>
                  <a:lnTo>
                    <a:pt x="281122" y="41525"/>
                  </a:lnTo>
                  <a:lnTo>
                    <a:pt x="277182" y="37970"/>
                  </a:lnTo>
                  <a:lnTo>
                    <a:pt x="273132" y="34542"/>
                  </a:lnTo>
                  <a:lnTo>
                    <a:pt x="268976" y="31244"/>
                  </a:lnTo>
                  <a:lnTo>
                    <a:pt x="167164" y="1638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1811" cy="167167"/>
            </a:xfrm>
            <a:custGeom>
              <a:avLst/>
              <a:pathLst>
                <a:path w="101811" h="167167">
                  <a:moveTo>
                    <a:pt x="101811" y="34580"/>
                  </a:moveTo>
                  <a:lnTo>
                    <a:pt x="97182" y="31150"/>
                  </a:lnTo>
                  <a:lnTo>
                    <a:pt x="92437" y="27882"/>
                  </a:lnTo>
                  <a:lnTo>
                    <a:pt x="87582" y="24779"/>
                  </a:lnTo>
                  <a:lnTo>
                    <a:pt x="82624" y="21846"/>
                  </a:lnTo>
                  <a:lnTo>
                    <a:pt x="77567" y="19085"/>
                  </a:lnTo>
                  <a:lnTo>
                    <a:pt x="72418" y="16500"/>
                  </a:lnTo>
                  <a:lnTo>
                    <a:pt x="67184" y="14094"/>
                  </a:lnTo>
                  <a:lnTo>
                    <a:pt x="61869" y="11870"/>
                  </a:lnTo>
                  <a:lnTo>
                    <a:pt x="56481" y="9830"/>
                  </a:lnTo>
                  <a:lnTo>
                    <a:pt x="51026" y="7977"/>
                  </a:lnTo>
                  <a:lnTo>
                    <a:pt x="45510" y="6314"/>
                  </a:lnTo>
                  <a:lnTo>
                    <a:pt x="39940" y="4841"/>
                  </a:lnTo>
                  <a:lnTo>
                    <a:pt x="34323" y="3561"/>
                  </a:lnTo>
                  <a:lnTo>
                    <a:pt x="28665" y="2476"/>
                  </a:lnTo>
                  <a:lnTo>
                    <a:pt x="22973" y="1586"/>
                  </a:lnTo>
                  <a:lnTo>
                    <a:pt x="17253" y="892"/>
                  </a:lnTo>
                  <a:lnTo>
                    <a:pt x="11513" y="396"/>
                  </a:lnTo>
                  <a:lnTo>
                    <a:pt x="5760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861" y="2126963"/>
              <a:ext cx="7611" cy="167167"/>
            </a:xfrm>
            <a:custGeom>
              <a:avLst/>
              <a:pathLst>
                <a:path w="7611" h="167167">
                  <a:moveTo>
                    <a:pt x="7611" y="0"/>
                  </a:moveTo>
                  <a:lnTo>
                    <a:pt x="0" y="173"/>
                  </a:lnTo>
                  <a:lnTo>
                    <a:pt x="761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861" y="2127137"/>
              <a:ext cx="7611" cy="166994"/>
            </a:xfrm>
            <a:custGeom>
              <a:avLst/>
              <a:pathLst>
                <a:path w="7611" h="166994">
                  <a:moveTo>
                    <a:pt x="0" y="0"/>
                  </a:moveTo>
                  <a:lnTo>
                    <a:pt x="7611" y="166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37"/>
              <a:ext cx="312900" cy="334149"/>
            </a:xfrm>
            <a:custGeom>
              <a:avLst/>
              <a:pathLst>
                <a:path w="312900" h="334149">
                  <a:moveTo>
                    <a:pt x="159555" y="0"/>
                  </a:moveTo>
                  <a:lnTo>
                    <a:pt x="154263" y="325"/>
                  </a:lnTo>
                  <a:lnTo>
                    <a:pt x="148985" y="818"/>
                  </a:lnTo>
                  <a:lnTo>
                    <a:pt x="143724" y="1478"/>
                  </a:lnTo>
                  <a:lnTo>
                    <a:pt x="138487" y="2305"/>
                  </a:lnTo>
                  <a:lnTo>
                    <a:pt x="133279" y="3297"/>
                  </a:lnTo>
                  <a:lnTo>
                    <a:pt x="128105" y="4454"/>
                  </a:lnTo>
                  <a:lnTo>
                    <a:pt x="122970" y="5774"/>
                  </a:lnTo>
                  <a:lnTo>
                    <a:pt x="117880" y="7257"/>
                  </a:lnTo>
                  <a:lnTo>
                    <a:pt x="112839" y="8900"/>
                  </a:lnTo>
                  <a:lnTo>
                    <a:pt x="107853" y="10702"/>
                  </a:lnTo>
                  <a:lnTo>
                    <a:pt x="102927" y="12662"/>
                  </a:lnTo>
                  <a:lnTo>
                    <a:pt x="98065" y="14777"/>
                  </a:lnTo>
                  <a:lnTo>
                    <a:pt x="93273" y="17044"/>
                  </a:lnTo>
                  <a:lnTo>
                    <a:pt x="88555" y="19463"/>
                  </a:lnTo>
                  <a:lnTo>
                    <a:pt x="83916" y="22030"/>
                  </a:lnTo>
                  <a:lnTo>
                    <a:pt x="79361" y="24743"/>
                  </a:lnTo>
                  <a:lnTo>
                    <a:pt x="74894" y="27599"/>
                  </a:lnTo>
                  <a:lnTo>
                    <a:pt x="70520" y="30595"/>
                  </a:lnTo>
                  <a:lnTo>
                    <a:pt x="66244" y="33728"/>
                  </a:lnTo>
                  <a:lnTo>
                    <a:pt x="62068" y="36996"/>
                  </a:lnTo>
                  <a:lnTo>
                    <a:pt x="57999" y="40394"/>
                  </a:lnTo>
                  <a:lnTo>
                    <a:pt x="54039" y="43920"/>
                  </a:lnTo>
                  <a:lnTo>
                    <a:pt x="50193" y="47569"/>
                  </a:lnTo>
                  <a:lnTo>
                    <a:pt x="46465" y="51338"/>
                  </a:lnTo>
                  <a:lnTo>
                    <a:pt x="42858" y="55224"/>
                  </a:lnTo>
                  <a:lnTo>
                    <a:pt x="39376" y="59222"/>
                  </a:lnTo>
                  <a:lnTo>
                    <a:pt x="36023" y="63329"/>
                  </a:lnTo>
                  <a:lnTo>
                    <a:pt x="32802" y="67540"/>
                  </a:lnTo>
                  <a:lnTo>
                    <a:pt x="29715" y="71851"/>
                  </a:lnTo>
                  <a:lnTo>
                    <a:pt x="26767" y="76257"/>
                  </a:lnTo>
                  <a:lnTo>
                    <a:pt x="23961" y="80755"/>
                  </a:lnTo>
                  <a:lnTo>
                    <a:pt x="21298" y="85340"/>
                  </a:lnTo>
                  <a:lnTo>
                    <a:pt x="18782" y="90006"/>
                  </a:lnTo>
                  <a:lnTo>
                    <a:pt x="16415" y="94751"/>
                  </a:lnTo>
                  <a:lnTo>
                    <a:pt x="14200" y="99567"/>
                  </a:lnTo>
                  <a:lnTo>
                    <a:pt x="12139" y="104452"/>
                  </a:lnTo>
                  <a:lnTo>
                    <a:pt x="10234" y="109400"/>
                  </a:lnTo>
                  <a:lnTo>
                    <a:pt x="8486" y="114405"/>
                  </a:lnTo>
                  <a:lnTo>
                    <a:pt x="6898" y="119464"/>
                  </a:lnTo>
                  <a:lnTo>
                    <a:pt x="5472" y="124570"/>
                  </a:lnTo>
                  <a:lnTo>
                    <a:pt x="4208" y="129719"/>
                  </a:lnTo>
                  <a:lnTo>
                    <a:pt x="3108" y="134905"/>
                  </a:lnTo>
                  <a:lnTo>
                    <a:pt x="2172" y="140124"/>
                  </a:lnTo>
                  <a:lnTo>
                    <a:pt x="1403" y="145369"/>
                  </a:lnTo>
                  <a:lnTo>
                    <a:pt x="801" y="150637"/>
                  </a:lnTo>
                  <a:lnTo>
                    <a:pt x="366" y="155921"/>
                  </a:lnTo>
                  <a:lnTo>
                    <a:pt x="99" y="161216"/>
                  </a:lnTo>
                  <a:lnTo>
                    <a:pt x="0" y="166516"/>
                  </a:lnTo>
                  <a:lnTo>
                    <a:pt x="68" y="171818"/>
                  </a:lnTo>
                  <a:lnTo>
                    <a:pt x="305" y="177114"/>
                  </a:lnTo>
                  <a:lnTo>
                    <a:pt x="710" y="182401"/>
                  </a:lnTo>
                  <a:lnTo>
                    <a:pt x="1283" y="187671"/>
                  </a:lnTo>
                  <a:lnTo>
                    <a:pt x="2022" y="192921"/>
                  </a:lnTo>
                  <a:lnTo>
                    <a:pt x="2927" y="198145"/>
                  </a:lnTo>
                  <a:lnTo>
                    <a:pt x="3997" y="203338"/>
                  </a:lnTo>
                  <a:lnTo>
                    <a:pt x="5232" y="208494"/>
                  </a:lnTo>
                  <a:lnTo>
                    <a:pt x="6630" y="213608"/>
                  </a:lnTo>
                  <a:lnTo>
                    <a:pt x="8188" y="218675"/>
                  </a:lnTo>
                  <a:lnTo>
                    <a:pt x="9907" y="223691"/>
                  </a:lnTo>
                  <a:lnTo>
                    <a:pt x="11784" y="228649"/>
                  </a:lnTo>
                  <a:lnTo>
                    <a:pt x="13818" y="233546"/>
                  </a:lnTo>
                  <a:lnTo>
                    <a:pt x="16005" y="238375"/>
                  </a:lnTo>
                  <a:lnTo>
                    <a:pt x="18345" y="243133"/>
                  </a:lnTo>
                  <a:lnTo>
                    <a:pt x="20834" y="247814"/>
                  </a:lnTo>
                  <a:lnTo>
                    <a:pt x="23471" y="252413"/>
                  </a:lnTo>
                  <a:lnTo>
                    <a:pt x="26252" y="256927"/>
                  </a:lnTo>
                  <a:lnTo>
                    <a:pt x="29174" y="261350"/>
                  </a:lnTo>
                  <a:lnTo>
                    <a:pt x="32236" y="265679"/>
                  </a:lnTo>
                  <a:lnTo>
                    <a:pt x="35433" y="269908"/>
                  </a:lnTo>
                  <a:lnTo>
                    <a:pt x="38763" y="274034"/>
                  </a:lnTo>
                  <a:lnTo>
                    <a:pt x="42222" y="278052"/>
                  </a:lnTo>
                  <a:lnTo>
                    <a:pt x="45807" y="281958"/>
                  </a:lnTo>
                  <a:lnTo>
                    <a:pt x="49513" y="285749"/>
                  </a:lnTo>
                  <a:lnTo>
                    <a:pt x="53338" y="289420"/>
                  </a:lnTo>
                  <a:lnTo>
                    <a:pt x="57278" y="292968"/>
                  </a:lnTo>
                  <a:lnTo>
                    <a:pt x="61328" y="296389"/>
                  </a:lnTo>
                  <a:lnTo>
                    <a:pt x="65485" y="299680"/>
                  </a:lnTo>
                  <a:lnTo>
                    <a:pt x="69743" y="302838"/>
                  </a:lnTo>
                  <a:lnTo>
                    <a:pt x="74100" y="305859"/>
                  </a:lnTo>
                  <a:lnTo>
                    <a:pt x="78551" y="308741"/>
                  </a:lnTo>
                  <a:lnTo>
                    <a:pt x="83090" y="311479"/>
                  </a:lnTo>
                  <a:lnTo>
                    <a:pt x="87714" y="314073"/>
                  </a:lnTo>
                  <a:lnTo>
                    <a:pt x="92418" y="316519"/>
                  </a:lnTo>
                  <a:lnTo>
                    <a:pt x="97198" y="318814"/>
                  </a:lnTo>
                  <a:lnTo>
                    <a:pt x="102047" y="320956"/>
                  </a:lnTo>
                  <a:lnTo>
                    <a:pt x="106962" y="322944"/>
                  </a:lnTo>
                  <a:lnTo>
                    <a:pt x="111938" y="324774"/>
                  </a:lnTo>
                  <a:lnTo>
                    <a:pt x="116969" y="326446"/>
                  </a:lnTo>
                  <a:lnTo>
                    <a:pt x="122051" y="327958"/>
                  </a:lnTo>
                  <a:lnTo>
                    <a:pt x="127178" y="329308"/>
                  </a:lnTo>
                  <a:lnTo>
                    <a:pt x="132345" y="330494"/>
                  </a:lnTo>
                  <a:lnTo>
                    <a:pt x="137548" y="331516"/>
                  </a:lnTo>
                  <a:lnTo>
                    <a:pt x="142780" y="332373"/>
                  </a:lnTo>
                  <a:lnTo>
                    <a:pt x="148036" y="333063"/>
                  </a:lnTo>
                  <a:lnTo>
                    <a:pt x="153312" y="333586"/>
                  </a:lnTo>
                  <a:lnTo>
                    <a:pt x="158602" y="333941"/>
                  </a:lnTo>
                  <a:lnTo>
                    <a:pt x="163900" y="334129"/>
                  </a:lnTo>
                  <a:lnTo>
                    <a:pt x="169202" y="334149"/>
                  </a:lnTo>
                  <a:lnTo>
                    <a:pt x="174502" y="334000"/>
                  </a:lnTo>
                  <a:lnTo>
                    <a:pt x="179794" y="333683"/>
                  </a:lnTo>
                  <a:lnTo>
                    <a:pt x="185074" y="333199"/>
                  </a:lnTo>
                  <a:lnTo>
                    <a:pt x="190335" y="332548"/>
                  </a:lnTo>
                  <a:lnTo>
                    <a:pt x="195574" y="331730"/>
                  </a:lnTo>
                  <a:lnTo>
                    <a:pt x="200783" y="330746"/>
                  </a:lnTo>
                  <a:lnTo>
                    <a:pt x="205959" y="329598"/>
                  </a:lnTo>
                  <a:lnTo>
                    <a:pt x="211096" y="328286"/>
                  </a:lnTo>
                  <a:lnTo>
                    <a:pt x="216189" y="326811"/>
                  </a:lnTo>
                  <a:lnTo>
                    <a:pt x="221232" y="325177"/>
                  </a:lnTo>
                  <a:lnTo>
                    <a:pt x="226221" y="323382"/>
                  </a:lnTo>
                  <a:lnTo>
                    <a:pt x="231151" y="321431"/>
                  </a:lnTo>
                  <a:lnTo>
                    <a:pt x="236016" y="319324"/>
                  </a:lnTo>
                  <a:lnTo>
                    <a:pt x="240812" y="317064"/>
                  </a:lnTo>
                  <a:lnTo>
                    <a:pt x="245534" y="314654"/>
                  </a:lnTo>
                  <a:lnTo>
                    <a:pt x="250177" y="312094"/>
                  </a:lnTo>
                  <a:lnTo>
                    <a:pt x="254736" y="309389"/>
                  </a:lnTo>
                  <a:lnTo>
                    <a:pt x="259208" y="306540"/>
                  </a:lnTo>
                  <a:lnTo>
                    <a:pt x="263587" y="303551"/>
                  </a:lnTo>
                  <a:lnTo>
                    <a:pt x="267869" y="300425"/>
                  </a:lnTo>
                  <a:lnTo>
                    <a:pt x="272049" y="297165"/>
                  </a:lnTo>
                  <a:lnTo>
                    <a:pt x="276125" y="293773"/>
                  </a:lnTo>
                  <a:lnTo>
                    <a:pt x="280090" y="290254"/>
                  </a:lnTo>
                  <a:lnTo>
                    <a:pt x="283942" y="286611"/>
                  </a:lnTo>
                  <a:lnTo>
                    <a:pt x="287677" y="282848"/>
                  </a:lnTo>
                  <a:lnTo>
                    <a:pt x="291290" y="278968"/>
                  </a:lnTo>
                  <a:lnTo>
                    <a:pt x="294778" y="274976"/>
                  </a:lnTo>
                  <a:lnTo>
                    <a:pt x="298138" y="270875"/>
                  </a:lnTo>
                  <a:lnTo>
                    <a:pt x="301367" y="266669"/>
                  </a:lnTo>
                  <a:lnTo>
                    <a:pt x="304460" y="262363"/>
                  </a:lnTo>
                  <a:lnTo>
                    <a:pt x="307415" y="257962"/>
                  </a:lnTo>
                  <a:lnTo>
                    <a:pt x="310229" y="253468"/>
                  </a:lnTo>
                  <a:lnTo>
                    <a:pt x="312900" y="248888"/>
                  </a:lnTo>
                  <a:lnTo>
                    <a:pt x="167166" y="166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7" cy="249062"/>
            </a:xfrm>
            <a:custGeom>
              <a:avLst/>
              <a:pathLst>
                <a:path w="167167" h="249062">
                  <a:moveTo>
                    <a:pt x="145733" y="249062"/>
                  </a:moveTo>
                  <a:lnTo>
                    <a:pt x="148282" y="244351"/>
                  </a:lnTo>
                  <a:lnTo>
                    <a:pt x="150678" y="239560"/>
                  </a:lnTo>
                  <a:lnTo>
                    <a:pt x="152920" y="234696"/>
                  </a:lnTo>
                  <a:lnTo>
                    <a:pt x="155005" y="229762"/>
                  </a:lnTo>
                  <a:lnTo>
                    <a:pt x="156931" y="224764"/>
                  </a:lnTo>
                  <a:lnTo>
                    <a:pt x="158696" y="219707"/>
                  </a:lnTo>
                  <a:lnTo>
                    <a:pt x="160298" y="214596"/>
                  </a:lnTo>
                  <a:lnTo>
                    <a:pt x="161735" y="209436"/>
                  </a:lnTo>
                  <a:lnTo>
                    <a:pt x="163006" y="204233"/>
                  </a:lnTo>
                  <a:lnTo>
                    <a:pt x="164110" y="198991"/>
                  </a:lnTo>
                  <a:lnTo>
                    <a:pt x="165045" y="193718"/>
                  </a:lnTo>
                  <a:lnTo>
                    <a:pt x="165811" y="188416"/>
                  </a:lnTo>
                  <a:lnTo>
                    <a:pt x="166407" y="183093"/>
                  </a:lnTo>
                  <a:lnTo>
                    <a:pt x="166831" y="177754"/>
                  </a:lnTo>
                  <a:lnTo>
                    <a:pt x="167085" y="172404"/>
                  </a:lnTo>
                  <a:lnTo>
                    <a:pt x="167167" y="167048"/>
                  </a:lnTo>
                  <a:lnTo>
                    <a:pt x="167077" y="161693"/>
                  </a:lnTo>
                  <a:lnTo>
                    <a:pt x="166816" y="156343"/>
                  </a:lnTo>
                  <a:lnTo>
                    <a:pt x="166384" y="151004"/>
                  </a:lnTo>
                  <a:lnTo>
                    <a:pt x="165781" y="145682"/>
                  </a:lnTo>
                  <a:lnTo>
                    <a:pt x="165007" y="140382"/>
                  </a:lnTo>
                  <a:lnTo>
                    <a:pt x="164064" y="135109"/>
                  </a:lnTo>
                  <a:lnTo>
                    <a:pt x="162953" y="129869"/>
                  </a:lnTo>
                  <a:lnTo>
                    <a:pt x="161674" y="124668"/>
                  </a:lnTo>
                  <a:lnTo>
                    <a:pt x="160230" y="119510"/>
                  </a:lnTo>
                  <a:lnTo>
                    <a:pt x="158621" y="114401"/>
                  </a:lnTo>
                  <a:lnTo>
                    <a:pt x="156849" y="109347"/>
                  </a:lnTo>
                  <a:lnTo>
                    <a:pt x="154916" y="104351"/>
                  </a:lnTo>
                  <a:lnTo>
                    <a:pt x="152824" y="99421"/>
                  </a:lnTo>
                  <a:lnTo>
                    <a:pt x="150575" y="94559"/>
                  </a:lnTo>
                  <a:lnTo>
                    <a:pt x="148172" y="89772"/>
                  </a:lnTo>
                  <a:lnTo>
                    <a:pt x="145616" y="85065"/>
                  </a:lnTo>
                  <a:lnTo>
                    <a:pt x="142911" y="80442"/>
                  </a:lnTo>
                  <a:lnTo>
                    <a:pt x="140060" y="75908"/>
                  </a:lnTo>
                  <a:lnTo>
                    <a:pt x="137064" y="71468"/>
                  </a:lnTo>
                  <a:lnTo>
                    <a:pt x="133928" y="67126"/>
                  </a:lnTo>
                  <a:lnTo>
                    <a:pt x="130654" y="62887"/>
                  </a:lnTo>
                  <a:lnTo>
                    <a:pt x="127246" y="58754"/>
                  </a:lnTo>
                  <a:lnTo>
                    <a:pt x="123707" y="54733"/>
                  </a:lnTo>
                  <a:lnTo>
                    <a:pt x="120042" y="50828"/>
                  </a:lnTo>
                  <a:lnTo>
                    <a:pt x="116253" y="47042"/>
                  </a:lnTo>
                  <a:lnTo>
                    <a:pt x="112345" y="43379"/>
                  </a:lnTo>
                  <a:lnTo>
                    <a:pt x="108322" y="39843"/>
                  </a:lnTo>
                  <a:lnTo>
                    <a:pt x="104187" y="36438"/>
                  </a:lnTo>
                  <a:lnTo>
                    <a:pt x="99945" y="33168"/>
                  </a:lnTo>
                  <a:lnTo>
                    <a:pt x="95601" y="30034"/>
                  </a:lnTo>
                  <a:lnTo>
                    <a:pt x="91159" y="27042"/>
                  </a:lnTo>
                  <a:lnTo>
                    <a:pt x="86623" y="24194"/>
                  </a:lnTo>
                  <a:lnTo>
                    <a:pt x="81998" y="21492"/>
                  </a:lnTo>
                  <a:lnTo>
                    <a:pt x="77289" y="18940"/>
                  </a:lnTo>
                  <a:lnTo>
                    <a:pt x="72500" y="16540"/>
                  </a:lnTo>
                  <a:lnTo>
                    <a:pt x="67637" y="14294"/>
                  </a:lnTo>
                  <a:lnTo>
                    <a:pt x="62705" y="12206"/>
                  </a:lnTo>
                  <a:lnTo>
                    <a:pt x="57708" y="10276"/>
                  </a:lnTo>
                  <a:lnTo>
                    <a:pt x="52652" y="8508"/>
                  </a:lnTo>
                  <a:lnTo>
                    <a:pt x="47542" y="6903"/>
                  </a:lnTo>
                  <a:lnTo>
                    <a:pt x="42384" y="5462"/>
                  </a:lnTo>
                  <a:lnTo>
                    <a:pt x="37181" y="4187"/>
                  </a:lnTo>
                  <a:lnTo>
                    <a:pt x="31941" y="3079"/>
                  </a:lnTo>
                  <a:lnTo>
                    <a:pt x="26667" y="2140"/>
                  </a:lnTo>
                  <a:lnTo>
                    <a:pt x="21367" y="1371"/>
                  </a:lnTo>
                  <a:lnTo>
                    <a:pt x="16044" y="771"/>
                  </a:lnTo>
                  <a:lnTo>
                    <a:pt x="10705" y="343"/>
                  </a:lnTo>
                  <a:lnTo>
                    <a:pt x="535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633" y="1681503"/>
              <a:ext cx="14601" cy="167167"/>
            </a:xfrm>
            <a:custGeom>
              <a:avLst/>
              <a:pathLst>
                <a:path w="14601" h="167167">
                  <a:moveTo>
                    <a:pt x="14601" y="0"/>
                  </a:moveTo>
                  <a:lnTo>
                    <a:pt x="0" y="638"/>
                  </a:lnTo>
                  <a:lnTo>
                    <a:pt x="1460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142"/>
              <a:ext cx="334322" cy="333686"/>
            </a:xfrm>
            <a:custGeom>
              <a:avLst/>
              <a:pathLst>
                <a:path w="334322" h="333686">
                  <a:moveTo>
                    <a:pt x="152565" y="0"/>
                  </a:moveTo>
                  <a:lnTo>
                    <a:pt x="147312" y="544"/>
                  </a:lnTo>
                  <a:lnTo>
                    <a:pt x="142079" y="1254"/>
                  </a:lnTo>
                  <a:lnTo>
                    <a:pt x="136871" y="2129"/>
                  </a:lnTo>
                  <a:lnTo>
                    <a:pt x="131693" y="3168"/>
                  </a:lnTo>
                  <a:lnTo>
                    <a:pt x="126550" y="4370"/>
                  </a:lnTo>
                  <a:lnTo>
                    <a:pt x="121448" y="5734"/>
                  </a:lnTo>
                  <a:lnTo>
                    <a:pt x="116392" y="7258"/>
                  </a:lnTo>
                  <a:lnTo>
                    <a:pt x="111386" y="8942"/>
                  </a:lnTo>
                  <a:lnTo>
                    <a:pt x="106436" y="10782"/>
                  </a:lnTo>
                  <a:lnTo>
                    <a:pt x="101546" y="12778"/>
                  </a:lnTo>
                  <a:lnTo>
                    <a:pt x="96722" y="14928"/>
                  </a:lnTo>
                  <a:lnTo>
                    <a:pt x="91969" y="17229"/>
                  </a:lnTo>
                  <a:lnTo>
                    <a:pt x="87290" y="19679"/>
                  </a:lnTo>
                  <a:lnTo>
                    <a:pt x="82691" y="22275"/>
                  </a:lnTo>
                  <a:lnTo>
                    <a:pt x="78177" y="25016"/>
                  </a:lnTo>
                  <a:lnTo>
                    <a:pt x="73751" y="27897"/>
                  </a:lnTo>
                  <a:lnTo>
                    <a:pt x="69419" y="30917"/>
                  </a:lnTo>
                  <a:lnTo>
                    <a:pt x="65184" y="34073"/>
                  </a:lnTo>
                  <a:lnTo>
                    <a:pt x="61051" y="37360"/>
                  </a:lnTo>
                  <a:lnTo>
                    <a:pt x="57023" y="40777"/>
                  </a:lnTo>
                  <a:lnTo>
                    <a:pt x="53106" y="44319"/>
                  </a:lnTo>
                  <a:lnTo>
                    <a:pt x="49303" y="47983"/>
                  </a:lnTo>
                  <a:lnTo>
                    <a:pt x="45617" y="51765"/>
                  </a:lnTo>
                  <a:lnTo>
                    <a:pt x="42052" y="55662"/>
                  </a:lnTo>
                  <a:lnTo>
                    <a:pt x="38613" y="59669"/>
                  </a:lnTo>
                  <a:lnTo>
                    <a:pt x="35301" y="63784"/>
                  </a:lnTo>
                  <a:lnTo>
                    <a:pt x="32121" y="68000"/>
                  </a:lnTo>
                  <a:lnTo>
                    <a:pt x="29077" y="72315"/>
                  </a:lnTo>
                  <a:lnTo>
                    <a:pt x="26169" y="76724"/>
                  </a:lnTo>
                  <a:lnTo>
                    <a:pt x="23403" y="81223"/>
                  </a:lnTo>
                  <a:lnTo>
                    <a:pt x="20780" y="85807"/>
                  </a:lnTo>
                  <a:lnTo>
                    <a:pt x="18303" y="90471"/>
                  </a:lnTo>
                  <a:lnTo>
                    <a:pt x="15975" y="95212"/>
                  </a:lnTo>
                  <a:lnTo>
                    <a:pt x="13798" y="100023"/>
                  </a:lnTo>
                  <a:lnTo>
                    <a:pt x="11774" y="104901"/>
                  </a:lnTo>
                  <a:lnTo>
                    <a:pt x="9904" y="109840"/>
                  </a:lnTo>
                  <a:lnTo>
                    <a:pt x="8192" y="114836"/>
                  </a:lnTo>
                  <a:lnTo>
                    <a:pt x="6639" y="119884"/>
                  </a:lnTo>
                  <a:lnTo>
                    <a:pt x="5245" y="124978"/>
                  </a:lnTo>
                  <a:lnTo>
                    <a:pt x="4014" y="130113"/>
                  </a:lnTo>
                  <a:lnTo>
                    <a:pt x="2945" y="135285"/>
                  </a:lnTo>
                  <a:lnTo>
                    <a:pt x="2040" y="140488"/>
                  </a:lnTo>
                  <a:lnTo>
                    <a:pt x="1300" y="145717"/>
                  </a:lnTo>
                  <a:lnTo>
                    <a:pt x="725" y="150967"/>
                  </a:lnTo>
                  <a:lnTo>
                    <a:pt x="317" y="156233"/>
                  </a:lnTo>
                  <a:lnTo>
                    <a:pt x="75" y="161508"/>
                  </a:lnTo>
                  <a:lnTo>
                    <a:pt x="0" y="166789"/>
                  </a:lnTo>
                  <a:lnTo>
                    <a:pt x="91" y="172069"/>
                  </a:lnTo>
                  <a:lnTo>
                    <a:pt x="350" y="177344"/>
                  </a:lnTo>
                  <a:lnTo>
                    <a:pt x="775" y="182608"/>
                  </a:lnTo>
                  <a:lnTo>
                    <a:pt x="1365" y="187856"/>
                  </a:lnTo>
                  <a:lnTo>
                    <a:pt x="2122" y="193083"/>
                  </a:lnTo>
                  <a:lnTo>
                    <a:pt x="3043" y="198283"/>
                  </a:lnTo>
                  <a:lnTo>
                    <a:pt x="4128" y="203452"/>
                  </a:lnTo>
                  <a:lnTo>
                    <a:pt x="5376" y="208584"/>
                  </a:lnTo>
                  <a:lnTo>
                    <a:pt x="6785" y="213673"/>
                  </a:lnTo>
                  <a:lnTo>
                    <a:pt x="8354" y="218716"/>
                  </a:lnTo>
                  <a:lnTo>
                    <a:pt x="10082" y="223707"/>
                  </a:lnTo>
                  <a:lnTo>
                    <a:pt x="11967" y="228640"/>
                  </a:lnTo>
                  <a:lnTo>
                    <a:pt x="14006" y="233512"/>
                  </a:lnTo>
                  <a:lnTo>
                    <a:pt x="16199" y="238316"/>
                  </a:lnTo>
                  <a:lnTo>
                    <a:pt x="18542" y="243049"/>
                  </a:lnTo>
                  <a:lnTo>
                    <a:pt x="21033" y="247706"/>
                  </a:lnTo>
                  <a:lnTo>
                    <a:pt x="23670" y="252282"/>
                  </a:lnTo>
                  <a:lnTo>
                    <a:pt x="26450" y="256772"/>
                  </a:lnTo>
                  <a:lnTo>
                    <a:pt x="29371" y="261171"/>
                  </a:lnTo>
                  <a:lnTo>
                    <a:pt x="32430" y="265477"/>
                  </a:lnTo>
                  <a:lnTo>
                    <a:pt x="35623" y="269684"/>
                  </a:lnTo>
                  <a:lnTo>
                    <a:pt x="38947" y="273788"/>
                  </a:lnTo>
                  <a:lnTo>
                    <a:pt x="42399" y="277784"/>
                  </a:lnTo>
                  <a:lnTo>
                    <a:pt x="45976" y="281670"/>
                  </a:lnTo>
                  <a:lnTo>
                    <a:pt x="49673" y="285441"/>
                  </a:lnTo>
                  <a:lnTo>
                    <a:pt x="53488" y="289093"/>
                  </a:lnTo>
                  <a:lnTo>
                    <a:pt x="57416" y="292623"/>
                  </a:lnTo>
                  <a:lnTo>
                    <a:pt x="61454" y="296026"/>
                  </a:lnTo>
                  <a:lnTo>
                    <a:pt x="65598" y="299301"/>
                  </a:lnTo>
                  <a:lnTo>
                    <a:pt x="69842" y="302443"/>
                  </a:lnTo>
                  <a:lnTo>
                    <a:pt x="74184" y="305450"/>
                  </a:lnTo>
                  <a:lnTo>
                    <a:pt x="78619" y="308318"/>
                  </a:lnTo>
                  <a:lnTo>
                    <a:pt x="83142" y="311044"/>
                  </a:lnTo>
                  <a:lnTo>
                    <a:pt x="87749" y="313626"/>
                  </a:lnTo>
                  <a:lnTo>
                    <a:pt x="92435" y="316061"/>
                  </a:lnTo>
                  <a:lnTo>
                    <a:pt x="97196" y="318347"/>
                  </a:lnTo>
                  <a:lnTo>
                    <a:pt x="102027" y="320482"/>
                  </a:lnTo>
                  <a:lnTo>
                    <a:pt x="106922" y="322463"/>
                  </a:lnTo>
                  <a:lnTo>
                    <a:pt x="111878" y="324288"/>
                  </a:lnTo>
                  <a:lnTo>
                    <a:pt x="116889" y="325955"/>
                  </a:lnTo>
                  <a:lnTo>
                    <a:pt x="121950" y="327464"/>
                  </a:lnTo>
                  <a:lnTo>
                    <a:pt x="127057" y="328812"/>
                  </a:lnTo>
                  <a:lnTo>
                    <a:pt x="132203" y="329998"/>
                  </a:lnTo>
                  <a:lnTo>
                    <a:pt x="137384" y="331021"/>
                  </a:lnTo>
                  <a:lnTo>
                    <a:pt x="142595" y="331880"/>
                  </a:lnTo>
                  <a:lnTo>
                    <a:pt x="147830" y="332573"/>
                  </a:lnTo>
                  <a:lnTo>
                    <a:pt x="153085" y="333101"/>
                  </a:lnTo>
                  <a:lnTo>
                    <a:pt x="158354" y="333463"/>
                  </a:lnTo>
                  <a:lnTo>
                    <a:pt x="163632" y="333658"/>
                  </a:lnTo>
                  <a:lnTo>
                    <a:pt x="168913" y="333686"/>
                  </a:lnTo>
                  <a:lnTo>
                    <a:pt x="174192" y="333548"/>
                  </a:lnTo>
                  <a:lnTo>
                    <a:pt x="179464" y="333243"/>
                  </a:lnTo>
                  <a:lnTo>
                    <a:pt x="184725" y="332771"/>
                  </a:lnTo>
                  <a:lnTo>
                    <a:pt x="189967" y="332133"/>
                  </a:lnTo>
                  <a:lnTo>
                    <a:pt x="195187" y="331330"/>
                  </a:lnTo>
                  <a:lnTo>
                    <a:pt x="200379" y="330363"/>
                  </a:lnTo>
                  <a:lnTo>
                    <a:pt x="205538" y="329232"/>
                  </a:lnTo>
                  <a:lnTo>
                    <a:pt x="210658" y="327939"/>
                  </a:lnTo>
                  <a:lnTo>
                    <a:pt x="215735" y="326485"/>
                  </a:lnTo>
                  <a:lnTo>
                    <a:pt x="220763" y="324871"/>
                  </a:lnTo>
                  <a:lnTo>
                    <a:pt x="225738" y="323098"/>
                  </a:lnTo>
                  <a:lnTo>
                    <a:pt x="230655" y="321170"/>
                  </a:lnTo>
                  <a:lnTo>
                    <a:pt x="235508" y="319087"/>
                  </a:lnTo>
                  <a:lnTo>
                    <a:pt x="240293" y="316853"/>
                  </a:lnTo>
                  <a:lnTo>
                    <a:pt x="245005" y="314468"/>
                  </a:lnTo>
                  <a:lnTo>
                    <a:pt x="249640" y="311935"/>
                  </a:lnTo>
                  <a:lnTo>
                    <a:pt x="254192" y="309257"/>
                  </a:lnTo>
                  <a:lnTo>
                    <a:pt x="258657" y="306437"/>
                  </a:lnTo>
                  <a:lnTo>
                    <a:pt x="263031" y="303477"/>
                  </a:lnTo>
                  <a:lnTo>
                    <a:pt x="267309" y="300381"/>
                  </a:lnTo>
                  <a:lnTo>
                    <a:pt x="271487" y="297151"/>
                  </a:lnTo>
                  <a:lnTo>
                    <a:pt x="275561" y="293790"/>
                  </a:lnTo>
                  <a:lnTo>
                    <a:pt x="279527" y="290303"/>
                  </a:lnTo>
                  <a:lnTo>
                    <a:pt x="283381" y="286692"/>
                  </a:lnTo>
                  <a:lnTo>
                    <a:pt x="287118" y="282961"/>
                  </a:lnTo>
                  <a:lnTo>
                    <a:pt x="290737" y="279113"/>
                  </a:lnTo>
                  <a:lnTo>
                    <a:pt x="294231" y="275154"/>
                  </a:lnTo>
                  <a:lnTo>
                    <a:pt x="297599" y="271086"/>
                  </a:lnTo>
                  <a:lnTo>
                    <a:pt x="300837" y="266914"/>
                  </a:lnTo>
                  <a:lnTo>
                    <a:pt x="303941" y="262641"/>
                  </a:lnTo>
                  <a:lnTo>
                    <a:pt x="306909" y="258273"/>
                  </a:lnTo>
                  <a:lnTo>
                    <a:pt x="309737" y="253813"/>
                  </a:lnTo>
                  <a:lnTo>
                    <a:pt x="312423" y="249265"/>
                  </a:lnTo>
                  <a:lnTo>
                    <a:pt x="314964" y="244636"/>
                  </a:lnTo>
                  <a:lnTo>
                    <a:pt x="317358" y="239928"/>
                  </a:lnTo>
                  <a:lnTo>
                    <a:pt x="319602" y="235147"/>
                  </a:lnTo>
                  <a:lnTo>
                    <a:pt x="321693" y="230298"/>
                  </a:lnTo>
                  <a:lnTo>
                    <a:pt x="323630" y="225385"/>
                  </a:lnTo>
                  <a:lnTo>
                    <a:pt x="325411" y="220413"/>
                  </a:lnTo>
                  <a:lnTo>
                    <a:pt x="327035" y="215387"/>
                  </a:lnTo>
                  <a:lnTo>
                    <a:pt x="328498" y="210313"/>
                  </a:lnTo>
                  <a:lnTo>
                    <a:pt x="329801" y="205195"/>
                  </a:lnTo>
                  <a:lnTo>
                    <a:pt x="330941" y="200038"/>
                  </a:lnTo>
                  <a:lnTo>
                    <a:pt x="331918" y="194848"/>
                  </a:lnTo>
                  <a:lnTo>
                    <a:pt x="332730" y="189630"/>
                  </a:lnTo>
                  <a:lnTo>
                    <a:pt x="333377" y="184388"/>
                  </a:lnTo>
                  <a:lnTo>
                    <a:pt x="333859" y="179129"/>
                  </a:lnTo>
                  <a:lnTo>
                    <a:pt x="334173" y="173857"/>
                  </a:lnTo>
                  <a:lnTo>
                    <a:pt x="334322" y="168578"/>
                  </a:lnTo>
                  <a:lnTo>
                    <a:pt x="334303" y="163297"/>
                  </a:lnTo>
                  <a:lnTo>
                    <a:pt x="334117" y="158019"/>
                  </a:lnTo>
                  <a:lnTo>
                    <a:pt x="333765" y="152750"/>
                  </a:lnTo>
                  <a:lnTo>
                    <a:pt x="333247" y="147494"/>
                  </a:lnTo>
                  <a:lnTo>
                    <a:pt x="332563" y="142257"/>
                  </a:lnTo>
                  <a:lnTo>
                    <a:pt x="331714" y="137045"/>
                  </a:lnTo>
                  <a:lnTo>
                    <a:pt x="330700" y="131862"/>
                  </a:lnTo>
                  <a:lnTo>
                    <a:pt x="329524" y="126713"/>
                  </a:lnTo>
                  <a:lnTo>
                    <a:pt x="328185" y="121605"/>
                  </a:lnTo>
                  <a:lnTo>
                    <a:pt x="326685" y="116541"/>
                  </a:lnTo>
                  <a:lnTo>
                    <a:pt x="325027" y="111527"/>
                  </a:lnTo>
                  <a:lnTo>
                    <a:pt x="323211" y="106568"/>
                  </a:lnTo>
                  <a:lnTo>
                    <a:pt x="321239" y="101668"/>
                  </a:lnTo>
                  <a:lnTo>
                    <a:pt x="319113" y="96834"/>
                  </a:lnTo>
                  <a:lnTo>
                    <a:pt x="316836" y="92069"/>
                  </a:lnTo>
                  <a:lnTo>
                    <a:pt x="314409" y="87378"/>
                  </a:lnTo>
                  <a:lnTo>
                    <a:pt x="311835" y="82767"/>
                  </a:lnTo>
                  <a:lnTo>
                    <a:pt x="309117" y="78239"/>
                  </a:lnTo>
                  <a:lnTo>
                    <a:pt x="306257" y="73799"/>
                  </a:lnTo>
                  <a:lnTo>
                    <a:pt x="303259" y="69451"/>
                  </a:lnTo>
                  <a:lnTo>
                    <a:pt x="300124" y="65201"/>
                  </a:lnTo>
                  <a:lnTo>
                    <a:pt x="296857" y="61052"/>
                  </a:lnTo>
                  <a:lnTo>
                    <a:pt x="293461" y="57007"/>
                  </a:lnTo>
                  <a:lnTo>
                    <a:pt x="289938" y="53073"/>
                  </a:lnTo>
                  <a:lnTo>
                    <a:pt x="286293" y="49251"/>
                  </a:lnTo>
                  <a:lnTo>
                    <a:pt x="282529" y="45547"/>
                  </a:lnTo>
                  <a:lnTo>
                    <a:pt x="278650" y="41963"/>
                  </a:lnTo>
                  <a:lnTo>
                    <a:pt x="274659" y="38504"/>
                  </a:lnTo>
                  <a:lnTo>
                    <a:pt x="270562" y="35172"/>
                  </a:lnTo>
                  <a:lnTo>
                    <a:pt x="266361" y="31971"/>
                  </a:lnTo>
                  <a:lnTo>
                    <a:pt x="262061" y="28905"/>
                  </a:lnTo>
                  <a:lnTo>
                    <a:pt x="257666" y="25976"/>
                  </a:lnTo>
                  <a:lnTo>
                    <a:pt x="253181" y="23188"/>
                  </a:lnTo>
                  <a:lnTo>
                    <a:pt x="248611" y="20542"/>
                  </a:lnTo>
                  <a:lnTo>
                    <a:pt x="243958" y="18042"/>
                  </a:lnTo>
                  <a:lnTo>
                    <a:pt x="239230" y="15691"/>
                  </a:lnTo>
                  <a:lnTo>
                    <a:pt x="234429" y="13490"/>
                  </a:lnTo>
                  <a:lnTo>
                    <a:pt x="229561" y="11441"/>
                  </a:lnTo>
                  <a:lnTo>
                    <a:pt x="224631" y="9548"/>
                  </a:lnTo>
                  <a:lnTo>
                    <a:pt x="219644" y="7811"/>
                  </a:lnTo>
                  <a:lnTo>
                    <a:pt x="214604" y="6232"/>
                  </a:lnTo>
                  <a:lnTo>
                    <a:pt x="209517" y="4814"/>
                  </a:lnTo>
                  <a:lnTo>
                    <a:pt x="204387" y="3557"/>
                  </a:lnTo>
                  <a:lnTo>
                    <a:pt x="199221" y="2463"/>
                  </a:lnTo>
                  <a:lnTo>
                    <a:pt x="194022" y="1532"/>
                  </a:lnTo>
                  <a:lnTo>
                    <a:pt x="167167" y="1665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6855" cy="167167"/>
            </a:xfrm>
            <a:custGeom>
              <a:avLst/>
              <a:pathLst>
                <a:path w="26855" h="167167">
                  <a:moveTo>
                    <a:pt x="26855" y="2171"/>
                  </a:moveTo>
                  <a:lnTo>
                    <a:pt x="20179" y="1222"/>
                  </a:lnTo>
                  <a:lnTo>
                    <a:pt x="13471" y="543"/>
                  </a:lnTo>
                  <a:lnTo>
                    <a:pt x="6741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7" y="1322571"/>
              <a:ext cx="167161" cy="325019"/>
            </a:xfrm>
            <a:custGeom>
              <a:avLst/>
              <a:pathLst>
                <a:path w="167161" h="325019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4" y="764"/>
                  </a:lnTo>
                  <a:lnTo>
                    <a:pt x="145896" y="1358"/>
                  </a:lnTo>
                  <a:lnTo>
                    <a:pt x="140621" y="2120"/>
                  </a:lnTo>
                  <a:lnTo>
                    <a:pt x="135372" y="3050"/>
                  </a:lnTo>
                  <a:lnTo>
                    <a:pt x="130155" y="4147"/>
                  </a:lnTo>
                  <a:lnTo>
                    <a:pt x="124977" y="5410"/>
                  </a:lnTo>
                  <a:lnTo>
                    <a:pt x="119841" y="6837"/>
                  </a:lnTo>
                  <a:lnTo>
                    <a:pt x="114753" y="8427"/>
                  </a:lnTo>
                  <a:lnTo>
                    <a:pt x="109719" y="10179"/>
                  </a:lnTo>
                  <a:lnTo>
                    <a:pt x="104743" y="12090"/>
                  </a:lnTo>
                  <a:lnTo>
                    <a:pt x="99830" y="14159"/>
                  </a:lnTo>
                  <a:lnTo>
                    <a:pt x="94986" y="16383"/>
                  </a:lnTo>
                  <a:lnTo>
                    <a:pt x="90215" y="18761"/>
                  </a:lnTo>
                  <a:lnTo>
                    <a:pt x="85523" y="21290"/>
                  </a:lnTo>
                  <a:lnTo>
                    <a:pt x="80913" y="23967"/>
                  </a:lnTo>
                  <a:lnTo>
                    <a:pt x="76391" y="26790"/>
                  </a:lnTo>
                  <a:lnTo>
                    <a:pt x="71962" y="29755"/>
                  </a:lnTo>
                  <a:lnTo>
                    <a:pt x="67629" y="32860"/>
                  </a:lnTo>
                  <a:lnTo>
                    <a:pt x="63398" y="36102"/>
                  </a:lnTo>
                  <a:lnTo>
                    <a:pt x="59272" y="39477"/>
                  </a:lnTo>
                  <a:lnTo>
                    <a:pt x="55255" y="42981"/>
                  </a:lnTo>
                  <a:lnTo>
                    <a:pt x="51353" y="46612"/>
                  </a:lnTo>
                  <a:lnTo>
                    <a:pt x="47568" y="50366"/>
                  </a:lnTo>
                  <a:lnTo>
                    <a:pt x="43905" y="54238"/>
                  </a:lnTo>
                  <a:lnTo>
                    <a:pt x="40367" y="58226"/>
                  </a:lnTo>
                  <a:lnTo>
                    <a:pt x="36958" y="62323"/>
                  </a:lnTo>
                  <a:lnTo>
                    <a:pt x="33682" y="66528"/>
                  </a:lnTo>
                  <a:lnTo>
                    <a:pt x="30541" y="70835"/>
                  </a:lnTo>
                  <a:lnTo>
                    <a:pt x="27539" y="75240"/>
                  </a:lnTo>
                  <a:lnTo>
                    <a:pt x="24679" y="79738"/>
                  </a:lnTo>
                  <a:lnTo>
                    <a:pt x="21964" y="84325"/>
                  </a:lnTo>
                  <a:lnTo>
                    <a:pt x="19397" y="88997"/>
                  </a:lnTo>
                  <a:lnTo>
                    <a:pt x="16980" y="93748"/>
                  </a:lnTo>
                  <a:lnTo>
                    <a:pt x="14715" y="98573"/>
                  </a:lnTo>
                  <a:lnTo>
                    <a:pt x="12606" y="103468"/>
                  </a:lnTo>
                  <a:lnTo>
                    <a:pt x="10653" y="108429"/>
                  </a:lnTo>
                  <a:lnTo>
                    <a:pt x="8860" y="113448"/>
                  </a:lnTo>
                  <a:lnTo>
                    <a:pt x="7228" y="118523"/>
                  </a:lnTo>
                  <a:lnTo>
                    <a:pt x="5758" y="123647"/>
                  </a:lnTo>
                  <a:lnTo>
                    <a:pt x="4453" y="128815"/>
                  </a:lnTo>
                  <a:lnTo>
                    <a:pt x="3313" y="134022"/>
                  </a:lnTo>
                  <a:lnTo>
                    <a:pt x="2339" y="139263"/>
                  </a:lnTo>
                  <a:lnTo>
                    <a:pt x="1533" y="144532"/>
                  </a:lnTo>
                  <a:lnTo>
                    <a:pt x="896" y="149824"/>
                  </a:lnTo>
                  <a:lnTo>
                    <a:pt x="427" y="155134"/>
                  </a:lnTo>
                  <a:lnTo>
                    <a:pt x="129" y="160456"/>
                  </a:lnTo>
                  <a:lnTo>
                    <a:pt x="0" y="165785"/>
                  </a:lnTo>
                  <a:lnTo>
                    <a:pt x="40" y="171115"/>
                  </a:lnTo>
                  <a:lnTo>
                    <a:pt x="251" y="176442"/>
                  </a:lnTo>
                  <a:lnTo>
                    <a:pt x="632" y="181758"/>
                  </a:lnTo>
                  <a:lnTo>
                    <a:pt x="1182" y="187060"/>
                  </a:lnTo>
                  <a:lnTo>
                    <a:pt x="1900" y="192342"/>
                  </a:lnTo>
                  <a:lnTo>
                    <a:pt x="2787" y="197598"/>
                  </a:lnTo>
                  <a:lnTo>
                    <a:pt x="3841" y="202824"/>
                  </a:lnTo>
                  <a:lnTo>
                    <a:pt x="5061" y="208013"/>
                  </a:lnTo>
                  <a:lnTo>
                    <a:pt x="6445" y="213160"/>
                  </a:lnTo>
                  <a:lnTo>
                    <a:pt x="7994" y="218261"/>
                  </a:lnTo>
                  <a:lnTo>
                    <a:pt x="9703" y="223310"/>
                  </a:lnTo>
                  <a:lnTo>
                    <a:pt x="11574" y="228301"/>
                  </a:lnTo>
                  <a:lnTo>
                    <a:pt x="13602" y="233231"/>
                  </a:lnTo>
                  <a:lnTo>
                    <a:pt x="15786" y="238093"/>
                  </a:lnTo>
                  <a:lnTo>
                    <a:pt x="18124" y="242883"/>
                  </a:lnTo>
                  <a:lnTo>
                    <a:pt x="20614" y="247597"/>
                  </a:lnTo>
                  <a:lnTo>
                    <a:pt x="23253" y="252228"/>
                  </a:lnTo>
                  <a:lnTo>
                    <a:pt x="26038" y="256773"/>
                  </a:lnTo>
                  <a:lnTo>
                    <a:pt x="28967" y="261227"/>
                  </a:lnTo>
                  <a:lnTo>
                    <a:pt x="32036" y="265585"/>
                  </a:lnTo>
                  <a:lnTo>
                    <a:pt x="35243" y="269843"/>
                  </a:lnTo>
                  <a:lnTo>
                    <a:pt x="38583" y="273997"/>
                  </a:lnTo>
                  <a:lnTo>
                    <a:pt x="42055" y="278042"/>
                  </a:lnTo>
                  <a:lnTo>
                    <a:pt x="45653" y="281975"/>
                  </a:lnTo>
                  <a:lnTo>
                    <a:pt x="49376" y="285790"/>
                  </a:lnTo>
                  <a:lnTo>
                    <a:pt x="53217" y="289485"/>
                  </a:lnTo>
                  <a:lnTo>
                    <a:pt x="57175" y="293056"/>
                  </a:lnTo>
                  <a:lnTo>
                    <a:pt x="61245" y="296499"/>
                  </a:lnTo>
                  <a:lnTo>
                    <a:pt x="65422" y="299810"/>
                  </a:lnTo>
                  <a:lnTo>
                    <a:pt x="69703" y="302986"/>
                  </a:lnTo>
                  <a:lnTo>
                    <a:pt x="74083" y="306024"/>
                  </a:lnTo>
                  <a:lnTo>
                    <a:pt x="78557" y="308921"/>
                  </a:lnTo>
                  <a:lnTo>
                    <a:pt x="83122" y="311674"/>
                  </a:lnTo>
                  <a:lnTo>
                    <a:pt x="87772" y="314280"/>
                  </a:lnTo>
                  <a:lnTo>
                    <a:pt x="92503" y="316737"/>
                  </a:lnTo>
                  <a:lnTo>
                    <a:pt x="97309" y="319041"/>
                  </a:lnTo>
                  <a:lnTo>
                    <a:pt x="102187" y="321191"/>
                  </a:lnTo>
                  <a:lnTo>
                    <a:pt x="107131" y="323184"/>
                  </a:lnTo>
                  <a:lnTo>
                    <a:pt x="112136" y="32501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6013" y="1489739"/>
              <a:ext cx="55025" cy="157851"/>
            </a:xfrm>
            <a:custGeom>
              <a:avLst/>
              <a:pathLst>
                <a:path w="55025" h="157851">
                  <a:moveTo>
                    <a:pt x="0" y="157851"/>
                  </a:moveTo>
                  <a:lnTo>
                    <a:pt x="550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6013" y="1326390"/>
              <a:ext cx="222178" cy="330495"/>
            </a:xfrm>
            <a:custGeom>
              <a:avLst/>
              <a:pathLst>
                <a:path w="222178" h="330495">
                  <a:moveTo>
                    <a:pt x="0" y="321200"/>
                  </a:moveTo>
                  <a:lnTo>
                    <a:pt x="5076" y="322879"/>
                  </a:lnTo>
                  <a:lnTo>
                    <a:pt x="10204" y="324395"/>
                  </a:lnTo>
                  <a:lnTo>
                    <a:pt x="15378" y="325746"/>
                  </a:lnTo>
                  <a:lnTo>
                    <a:pt x="20592" y="326931"/>
                  </a:lnTo>
                  <a:lnTo>
                    <a:pt x="25842" y="327948"/>
                  </a:lnTo>
                  <a:lnTo>
                    <a:pt x="31121" y="328797"/>
                  </a:lnTo>
                  <a:lnTo>
                    <a:pt x="36425" y="329477"/>
                  </a:lnTo>
                  <a:lnTo>
                    <a:pt x="41748" y="329987"/>
                  </a:lnTo>
                  <a:lnTo>
                    <a:pt x="47084" y="330327"/>
                  </a:lnTo>
                  <a:lnTo>
                    <a:pt x="52429" y="330495"/>
                  </a:lnTo>
                  <a:lnTo>
                    <a:pt x="57776" y="330493"/>
                  </a:lnTo>
                  <a:lnTo>
                    <a:pt x="63120" y="330319"/>
                  </a:lnTo>
                  <a:lnTo>
                    <a:pt x="68457" y="329975"/>
                  </a:lnTo>
                  <a:lnTo>
                    <a:pt x="73779" y="329460"/>
                  </a:lnTo>
                  <a:lnTo>
                    <a:pt x="79082" y="328775"/>
                  </a:lnTo>
                  <a:lnTo>
                    <a:pt x="84361" y="327921"/>
                  </a:lnTo>
                  <a:lnTo>
                    <a:pt x="89609" y="326899"/>
                  </a:lnTo>
                  <a:lnTo>
                    <a:pt x="94823" y="325709"/>
                  </a:lnTo>
                  <a:lnTo>
                    <a:pt x="99995" y="324353"/>
                  </a:lnTo>
                  <a:lnTo>
                    <a:pt x="105122" y="322832"/>
                  </a:lnTo>
                  <a:lnTo>
                    <a:pt x="110197" y="321149"/>
                  </a:lnTo>
                  <a:lnTo>
                    <a:pt x="115215" y="319303"/>
                  </a:lnTo>
                  <a:lnTo>
                    <a:pt x="120173" y="317298"/>
                  </a:lnTo>
                  <a:lnTo>
                    <a:pt x="125063" y="315136"/>
                  </a:lnTo>
                  <a:lnTo>
                    <a:pt x="129882" y="312818"/>
                  </a:lnTo>
                  <a:lnTo>
                    <a:pt x="134624" y="310348"/>
                  </a:lnTo>
                  <a:lnTo>
                    <a:pt x="139285" y="307727"/>
                  </a:lnTo>
                  <a:lnTo>
                    <a:pt x="143860" y="304958"/>
                  </a:lnTo>
                  <a:lnTo>
                    <a:pt x="148343" y="302044"/>
                  </a:lnTo>
                  <a:lnTo>
                    <a:pt x="152732" y="298989"/>
                  </a:lnTo>
                  <a:lnTo>
                    <a:pt x="157020" y="295794"/>
                  </a:lnTo>
                  <a:lnTo>
                    <a:pt x="161204" y="292464"/>
                  </a:lnTo>
                  <a:lnTo>
                    <a:pt x="165279" y="289002"/>
                  </a:lnTo>
                  <a:lnTo>
                    <a:pt x="169241" y="285412"/>
                  </a:lnTo>
                  <a:lnTo>
                    <a:pt x="173087" y="281696"/>
                  </a:lnTo>
                  <a:lnTo>
                    <a:pt x="176812" y="277860"/>
                  </a:lnTo>
                  <a:lnTo>
                    <a:pt x="180412" y="273906"/>
                  </a:lnTo>
                  <a:lnTo>
                    <a:pt x="183884" y="269839"/>
                  </a:lnTo>
                  <a:lnTo>
                    <a:pt x="187224" y="265663"/>
                  </a:lnTo>
                  <a:lnTo>
                    <a:pt x="190428" y="261383"/>
                  </a:lnTo>
                  <a:lnTo>
                    <a:pt x="193495" y="257002"/>
                  </a:lnTo>
                  <a:lnTo>
                    <a:pt x="196419" y="252526"/>
                  </a:lnTo>
                  <a:lnTo>
                    <a:pt x="199199" y="247958"/>
                  </a:lnTo>
                  <a:lnTo>
                    <a:pt x="201831" y="243303"/>
                  </a:lnTo>
                  <a:lnTo>
                    <a:pt x="204313" y="238567"/>
                  </a:lnTo>
                  <a:lnTo>
                    <a:pt x="206643" y="233754"/>
                  </a:lnTo>
                  <a:lnTo>
                    <a:pt x="208817" y="228868"/>
                  </a:lnTo>
                  <a:lnTo>
                    <a:pt x="210834" y="223916"/>
                  </a:lnTo>
                  <a:lnTo>
                    <a:pt x="212691" y="218902"/>
                  </a:lnTo>
                  <a:lnTo>
                    <a:pt x="214388" y="213831"/>
                  </a:lnTo>
                  <a:lnTo>
                    <a:pt x="215921" y="208708"/>
                  </a:lnTo>
                  <a:lnTo>
                    <a:pt x="217289" y="203539"/>
                  </a:lnTo>
                  <a:lnTo>
                    <a:pt x="218492" y="198329"/>
                  </a:lnTo>
                  <a:lnTo>
                    <a:pt x="219527" y="193083"/>
                  </a:lnTo>
                  <a:lnTo>
                    <a:pt x="220394" y="187806"/>
                  </a:lnTo>
                  <a:lnTo>
                    <a:pt x="221091" y="182504"/>
                  </a:lnTo>
                  <a:lnTo>
                    <a:pt x="221619" y="177183"/>
                  </a:lnTo>
                  <a:lnTo>
                    <a:pt x="221976" y="171848"/>
                  </a:lnTo>
                  <a:lnTo>
                    <a:pt x="222163" y="166504"/>
                  </a:lnTo>
                  <a:lnTo>
                    <a:pt x="222178" y="161157"/>
                  </a:lnTo>
                  <a:lnTo>
                    <a:pt x="222023" y="155812"/>
                  </a:lnTo>
                  <a:lnTo>
                    <a:pt x="221696" y="150475"/>
                  </a:lnTo>
                  <a:lnTo>
                    <a:pt x="221199" y="145151"/>
                  </a:lnTo>
                  <a:lnTo>
                    <a:pt x="220532" y="139845"/>
                  </a:lnTo>
                  <a:lnTo>
                    <a:pt x="219696" y="134564"/>
                  </a:lnTo>
                  <a:lnTo>
                    <a:pt x="218691" y="129312"/>
                  </a:lnTo>
                  <a:lnTo>
                    <a:pt x="217518" y="124094"/>
                  </a:lnTo>
                  <a:lnTo>
                    <a:pt x="216180" y="118918"/>
                  </a:lnTo>
                  <a:lnTo>
                    <a:pt x="214676" y="113786"/>
                  </a:lnTo>
                  <a:lnTo>
                    <a:pt x="213010" y="108705"/>
                  </a:lnTo>
                  <a:lnTo>
                    <a:pt x="211181" y="103680"/>
                  </a:lnTo>
                  <a:lnTo>
                    <a:pt x="209193" y="98716"/>
                  </a:lnTo>
                  <a:lnTo>
                    <a:pt x="207047" y="93819"/>
                  </a:lnTo>
                  <a:lnTo>
                    <a:pt x="204745" y="88992"/>
                  </a:lnTo>
                  <a:lnTo>
                    <a:pt x="202291" y="84242"/>
                  </a:lnTo>
                  <a:lnTo>
                    <a:pt x="199685" y="79572"/>
                  </a:lnTo>
                  <a:lnTo>
                    <a:pt x="196932" y="74988"/>
                  </a:lnTo>
                  <a:lnTo>
                    <a:pt x="194033" y="70495"/>
                  </a:lnTo>
                  <a:lnTo>
                    <a:pt x="190992" y="66096"/>
                  </a:lnTo>
                  <a:lnTo>
                    <a:pt x="187812" y="61797"/>
                  </a:lnTo>
                  <a:lnTo>
                    <a:pt x="184496" y="57602"/>
                  </a:lnTo>
                  <a:lnTo>
                    <a:pt x="181048" y="53516"/>
                  </a:lnTo>
                  <a:lnTo>
                    <a:pt x="177471" y="49541"/>
                  </a:lnTo>
                  <a:lnTo>
                    <a:pt x="173768" y="45683"/>
                  </a:lnTo>
                  <a:lnTo>
                    <a:pt x="169944" y="41946"/>
                  </a:lnTo>
                  <a:lnTo>
                    <a:pt x="166003" y="38332"/>
                  </a:lnTo>
                  <a:lnTo>
                    <a:pt x="161947" y="34847"/>
                  </a:lnTo>
                  <a:lnTo>
                    <a:pt x="157783" y="31493"/>
                  </a:lnTo>
                  <a:lnTo>
                    <a:pt x="153513" y="28274"/>
                  </a:lnTo>
                  <a:lnTo>
                    <a:pt x="149143" y="25193"/>
                  </a:lnTo>
                  <a:lnTo>
                    <a:pt x="144676" y="22253"/>
                  </a:lnTo>
                  <a:lnTo>
                    <a:pt x="140117" y="19458"/>
                  </a:lnTo>
                  <a:lnTo>
                    <a:pt x="135472" y="16810"/>
                  </a:lnTo>
                  <a:lnTo>
                    <a:pt x="130744" y="14312"/>
                  </a:lnTo>
                  <a:lnTo>
                    <a:pt x="125938" y="11967"/>
                  </a:lnTo>
                  <a:lnTo>
                    <a:pt x="121060" y="9776"/>
                  </a:lnTo>
                  <a:lnTo>
                    <a:pt x="116115" y="7743"/>
                  </a:lnTo>
                  <a:lnTo>
                    <a:pt x="111107" y="5868"/>
                  </a:lnTo>
                  <a:lnTo>
                    <a:pt x="106042" y="4155"/>
                  </a:lnTo>
                  <a:lnTo>
                    <a:pt x="100924" y="2605"/>
                  </a:lnTo>
                  <a:lnTo>
                    <a:pt x="95759" y="1219"/>
                  </a:lnTo>
                  <a:lnTo>
                    <a:pt x="90553" y="0"/>
                  </a:lnTo>
                  <a:lnTo>
                    <a:pt x="55025" y="1633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5528" cy="167167"/>
            </a:xfrm>
            <a:custGeom>
              <a:avLst/>
              <a:pathLst>
                <a:path w="35528" h="167167">
                  <a:moveTo>
                    <a:pt x="35528" y="3819"/>
                  </a:moveTo>
                  <a:lnTo>
                    <a:pt x="28501" y="2447"/>
                  </a:lnTo>
                  <a:lnTo>
                    <a:pt x="21421" y="1378"/>
                  </a:lnTo>
                  <a:lnTo>
                    <a:pt x="14302" y="613"/>
                  </a:lnTo>
                  <a:lnTo>
                    <a:pt x="7158" y="15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2" y="1071028"/>
              <a:ext cx="167165" cy="282690"/>
            </a:xfrm>
            <a:custGeom>
              <a:avLst/>
              <a:pathLst>
                <a:path w="167165" h="282690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7" y="1364"/>
                  </a:lnTo>
                  <a:lnTo>
                    <a:pt x="140558" y="2131"/>
                  </a:lnTo>
                  <a:lnTo>
                    <a:pt x="135296" y="3065"/>
                  </a:lnTo>
                  <a:lnTo>
                    <a:pt x="130067" y="4168"/>
                  </a:lnTo>
                  <a:lnTo>
                    <a:pt x="124876" y="5437"/>
                  </a:lnTo>
                  <a:lnTo>
                    <a:pt x="119728" y="6871"/>
                  </a:lnTo>
                  <a:lnTo>
                    <a:pt x="114629" y="8470"/>
                  </a:lnTo>
                  <a:lnTo>
                    <a:pt x="109583" y="10230"/>
                  </a:lnTo>
                  <a:lnTo>
                    <a:pt x="104596" y="12151"/>
                  </a:lnTo>
                  <a:lnTo>
                    <a:pt x="99673" y="14230"/>
                  </a:lnTo>
                  <a:lnTo>
                    <a:pt x="94819" y="16465"/>
                  </a:lnTo>
                  <a:lnTo>
                    <a:pt x="90039" y="18855"/>
                  </a:lnTo>
                  <a:lnTo>
                    <a:pt x="85338" y="21396"/>
                  </a:lnTo>
                  <a:lnTo>
                    <a:pt x="80721" y="24086"/>
                  </a:lnTo>
                  <a:lnTo>
                    <a:pt x="76191" y="26922"/>
                  </a:lnTo>
                  <a:lnTo>
                    <a:pt x="71755" y="29901"/>
                  </a:lnTo>
                  <a:lnTo>
                    <a:pt x="67416" y="33021"/>
                  </a:lnTo>
                  <a:lnTo>
                    <a:pt x="63179" y="36278"/>
                  </a:lnTo>
                  <a:lnTo>
                    <a:pt x="59049" y="39669"/>
                  </a:lnTo>
                  <a:lnTo>
                    <a:pt x="55029" y="43190"/>
                  </a:lnTo>
                  <a:lnTo>
                    <a:pt x="51123" y="46837"/>
                  </a:lnTo>
                  <a:lnTo>
                    <a:pt x="47336" y="50608"/>
                  </a:lnTo>
                  <a:lnTo>
                    <a:pt x="43672" y="54498"/>
                  </a:lnTo>
                  <a:lnTo>
                    <a:pt x="40134" y="58503"/>
                  </a:lnTo>
                  <a:lnTo>
                    <a:pt x="36725" y="62619"/>
                  </a:lnTo>
                  <a:lnTo>
                    <a:pt x="33450" y="66841"/>
                  </a:lnTo>
                  <a:lnTo>
                    <a:pt x="30312" y="71167"/>
                  </a:lnTo>
                  <a:lnTo>
                    <a:pt x="27313" y="75590"/>
                  </a:lnTo>
                  <a:lnTo>
                    <a:pt x="24457" y="80107"/>
                  </a:lnTo>
                  <a:lnTo>
                    <a:pt x="21748" y="84713"/>
                  </a:lnTo>
                  <a:lnTo>
                    <a:pt x="19186" y="89403"/>
                  </a:lnTo>
                  <a:lnTo>
                    <a:pt x="16776" y="94173"/>
                  </a:lnTo>
                  <a:lnTo>
                    <a:pt x="14520" y="99017"/>
                  </a:lnTo>
                  <a:lnTo>
                    <a:pt x="12420" y="103931"/>
                  </a:lnTo>
                  <a:lnTo>
                    <a:pt x="10478" y="108910"/>
                  </a:lnTo>
                  <a:lnTo>
                    <a:pt x="8696" y="113948"/>
                  </a:lnTo>
                  <a:lnTo>
                    <a:pt x="7075" y="119040"/>
                  </a:lnTo>
                  <a:lnTo>
                    <a:pt x="5619" y="124182"/>
                  </a:lnTo>
                  <a:lnTo>
                    <a:pt x="4328" y="129368"/>
                  </a:lnTo>
                  <a:lnTo>
                    <a:pt x="3203" y="134592"/>
                  </a:lnTo>
                  <a:lnTo>
                    <a:pt x="2245" y="139850"/>
                  </a:lnTo>
                  <a:lnTo>
                    <a:pt x="1456" y="145135"/>
                  </a:lnTo>
                  <a:lnTo>
                    <a:pt x="837" y="150443"/>
                  </a:lnTo>
                  <a:lnTo>
                    <a:pt x="387" y="155768"/>
                  </a:lnTo>
                  <a:lnTo>
                    <a:pt x="108" y="161105"/>
                  </a:lnTo>
                  <a:lnTo>
                    <a:pt x="0" y="166448"/>
                  </a:lnTo>
                  <a:lnTo>
                    <a:pt x="62" y="171791"/>
                  </a:lnTo>
                  <a:lnTo>
                    <a:pt x="295" y="177130"/>
                  </a:lnTo>
                  <a:lnTo>
                    <a:pt x="699" y="182459"/>
                  </a:lnTo>
                  <a:lnTo>
                    <a:pt x="1273" y="187772"/>
                  </a:lnTo>
                  <a:lnTo>
                    <a:pt x="2016" y="193064"/>
                  </a:lnTo>
                  <a:lnTo>
                    <a:pt x="2928" y="198329"/>
                  </a:lnTo>
                  <a:lnTo>
                    <a:pt x="4008" y="203563"/>
                  </a:lnTo>
                  <a:lnTo>
                    <a:pt x="5255" y="208760"/>
                  </a:lnTo>
                  <a:lnTo>
                    <a:pt x="6667" y="213914"/>
                  </a:lnTo>
                  <a:lnTo>
                    <a:pt x="8243" y="219020"/>
                  </a:lnTo>
                  <a:lnTo>
                    <a:pt x="9982" y="224073"/>
                  </a:lnTo>
                  <a:lnTo>
                    <a:pt x="11881" y="229068"/>
                  </a:lnTo>
                  <a:lnTo>
                    <a:pt x="13939" y="234000"/>
                  </a:lnTo>
                  <a:lnTo>
                    <a:pt x="16154" y="238864"/>
                  </a:lnTo>
                  <a:lnTo>
                    <a:pt x="18523" y="243654"/>
                  </a:lnTo>
                  <a:lnTo>
                    <a:pt x="21043" y="248366"/>
                  </a:lnTo>
                  <a:lnTo>
                    <a:pt x="23713" y="252995"/>
                  </a:lnTo>
                  <a:lnTo>
                    <a:pt x="26530" y="257537"/>
                  </a:lnTo>
                  <a:lnTo>
                    <a:pt x="29491" y="261986"/>
                  </a:lnTo>
                  <a:lnTo>
                    <a:pt x="32592" y="266338"/>
                  </a:lnTo>
                  <a:lnTo>
                    <a:pt x="35830" y="270589"/>
                  </a:lnTo>
                  <a:lnTo>
                    <a:pt x="39203" y="274734"/>
                  </a:lnTo>
                  <a:lnTo>
                    <a:pt x="42707" y="278769"/>
                  </a:lnTo>
                  <a:lnTo>
                    <a:pt x="46338" y="28269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4430" y="1238196"/>
              <a:ext cx="120827" cy="115523"/>
            </a:xfrm>
            <a:custGeom>
              <a:avLst/>
              <a:pathLst>
                <a:path w="120827" h="115523">
                  <a:moveTo>
                    <a:pt x="0" y="115523"/>
                  </a:moveTo>
                  <a:lnTo>
                    <a:pt x="12082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4430" y="1139831"/>
              <a:ext cx="287985" cy="265527"/>
            </a:xfrm>
            <a:custGeom>
              <a:avLst/>
              <a:pathLst>
                <a:path w="287985" h="265527">
                  <a:moveTo>
                    <a:pt x="0" y="213888"/>
                  </a:moveTo>
                  <a:lnTo>
                    <a:pt x="3757" y="217694"/>
                  </a:lnTo>
                  <a:lnTo>
                    <a:pt x="7635" y="221378"/>
                  </a:lnTo>
                  <a:lnTo>
                    <a:pt x="11628" y="224937"/>
                  </a:lnTo>
                  <a:lnTo>
                    <a:pt x="15733" y="228365"/>
                  </a:lnTo>
                  <a:lnTo>
                    <a:pt x="19946" y="231661"/>
                  </a:lnTo>
                  <a:lnTo>
                    <a:pt x="24262" y="234820"/>
                  </a:lnTo>
                  <a:lnTo>
                    <a:pt x="28677" y="237839"/>
                  </a:lnTo>
                  <a:lnTo>
                    <a:pt x="33186" y="240716"/>
                  </a:lnTo>
                  <a:lnTo>
                    <a:pt x="37785" y="243447"/>
                  </a:lnTo>
                  <a:lnTo>
                    <a:pt x="42469" y="246029"/>
                  </a:lnTo>
                  <a:lnTo>
                    <a:pt x="47233" y="248461"/>
                  </a:lnTo>
                  <a:lnTo>
                    <a:pt x="52073" y="250738"/>
                  </a:lnTo>
                  <a:lnTo>
                    <a:pt x="56983" y="252860"/>
                  </a:lnTo>
                  <a:lnTo>
                    <a:pt x="61958" y="254823"/>
                  </a:lnTo>
                  <a:lnTo>
                    <a:pt x="66993" y="256626"/>
                  </a:lnTo>
                  <a:lnTo>
                    <a:pt x="72084" y="258268"/>
                  </a:lnTo>
                  <a:lnTo>
                    <a:pt x="77224" y="259745"/>
                  </a:lnTo>
                  <a:lnTo>
                    <a:pt x="82410" y="261058"/>
                  </a:lnTo>
                  <a:lnTo>
                    <a:pt x="87634" y="262203"/>
                  </a:lnTo>
                  <a:lnTo>
                    <a:pt x="92893" y="263181"/>
                  </a:lnTo>
                  <a:lnTo>
                    <a:pt x="98180" y="263991"/>
                  </a:lnTo>
                  <a:lnTo>
                    <a:pt x="103490" y="264630"/>
                  </a:lnTo>
                  <a:lnTo>
                    <a:pt x="108818" y="265100"/>
                  </a:lnTo>
                  <a:lnTo>
                    <a:pt x="114158" y="265399"/>
                  </a:lnTo>
                  <a:lnTo>
                    <a:pt x="119505" y="265527"/>
                  </a:lnTo>
                  <a:lnTo>
                    <a:pt x="124854" y="265483"/>
                  </a:lnTo>
                  <a:lnTo>
                    <a:pt x="130198" y="265269"/>
                  </a:lnTo>
                  <a:lnTo>
                    <a:pt x="135533" y="264884"/>
                  </a:lnTo>
                  <a:lnTo>
                    <a:pt x="140853" y="264328"/>
                  </a:lnTo>
                  <a:lnTo>
                    <a:pt x="146152" y="263603"/>
                  </a:lnTo>
                  <a:lnTo>
                    <a:pt x="151425" y="262708"/>
                  </a:lnTo>
                  <a:lnTo>
                    <a:pt x="156667" y="261645"/>
                  </a:lnTo>
                  <a:lnTo>
                    <a:pt x="161873" y="260415"/>
                  </a:lnTo>
                  <a:lnTo>
                    <a:pt x="167036" y="259019"/>
                  </a:lnTo>
                  <a:lnTo>
                    <a:pt x="172152" y="257458"/>
                  </a:lnTo>
                  <a:lnTo>
                    <a:pt x="177215" y="255735"/>
                  </a:lnTo>
                  <a:lnTo>
                    <a:pt x="182221" y="253850"/>
                  </a:lnTo>
                  <a:lnTo>
                    <a:pt x="187164" y="251806"/>
                  </a:lnTo>
                  <a:lnTo>
                    <a:pt x="192039" y="249606"/>
                  </a:lnTo>
                  <a:lnTo>
                    <a:pt x="196841" y="247250"/>
                  </a:lnTo>
                  <a:lnTo>
                    <a:pt x="201565" y="244742"/>
                  </a:lnTo>
                  <a:lnTo>
                    <a:pt x="206206" y="242084"/>
                  </a:lnTo>
                  <a:lnTo>
                    <a:pt x="210761" y="239279"/>
                  </a:lnTo>
                  <a:lnTo>
                    <a:pt x="215223" y="236330"/>
                  </a:lnTo>
                  <a:lnTo>
                    <a:pt x="219588" y="233239"/>
                  </a:lnTo>
                  <a:lnTo>
                    <a:pt x="223852" y="230011"/>
                  </a:lnTo>
                  <a:lnTo>
                    <a:pt x="228011" y="226648"/>
                  </a:lnTo>
                  <a:lnTo>
                    <a:pt x="232060" y="223153"/>
                  </a:lnTo>
                  <a:lnTo>
                    <a:pt x="235996" y="219530"/>
                  </a:lnTo>
                  <a:lnTo>
                    <a:pt x="239813" y="215784"/>
                  </a:lnTo>
                  <a:lnTo>
                    <a:pt x="243509" y="211917"/>
                  </a:lnTo>
                  <a:lnTo>
                    <a:pt x="247079" y="207934"/>
                  </a:lnTo>
                  <a:lnTo>
                    <a:pt x="250519" y="203839"/>
                  </a:lnTo>
                  <a:lnTo>
                    <a:pt x="253827" y="199636"/>
                  </a:lnTo>
                  <a:lnTo>
                    <a:pt x="256999" y="195329"/>
                  </a:lnTo>
                  <a:lnTo>
                    <a:pt x="260031" y="190923"/>
                  </a:lnTo>
                  <a:lnTo>
                    <a:pt x="262921" y="186423"/>
                  </a:lnTo>
                  <a:lnTo>
                    <a:pt x="265666" y="181832"/>
                  </a:lnTo>
                  <a:lnTo>
                    <a:pt x="268262" y="177155"/>
                  </a:lnTo>
                  <a:lnTo>
                    <a:pt x="270707" y="172398"/>
                  </a:lnTo>
                  <a:lnTo>
                    <a:pt x="272999" y="167566"/>
                  </a:lnTo>
                  <a:lnTo>
                    <a:pt x="275135" y="162662"/>
                  </a:lnTo>
                  <a:lnTo>
                    <a:pt x="277113" y="157692"/>
                  </a:lnTo>
                  <a:lnTo>
                    <a:pt x="278931" y="152662"/>
                  </a:lnTo>
                  <a:lnTo>
                    <a:pt x="280587" y="147576"/>
                  </a:lnTo>
                  <a:lnTo>
                    <a:pt x="282080" y="142440"/>
                  </a:lnTo>
                  <a:lnTo>
                    <a:pt x="283407" y="137259"/>
                  </a:lnTo>
                  <a:lnTo>
                    <a:pt x="284568" y="132038"/>
                  </a:lnTo>
                  <a:lnTo>
                    <a:pt x="285562" y="126782"/>
                  </a:lnTo>
                  <a:lnTo>
                    <a:pt x="286386" y="121498"/>
                  </a:lnTo>
                  <a:lnTo>
                    <a:pt x="287042" y="116189"/>
                  </a:lnTo>
                  <a:lnTo>
                    <a:pt x="287527" y="110863"/>
                  </a:lnTo>
                  <a:lnTo>
                    <a:pt x="287841" y="105523"/>
                  </a:lnTo>
                  <a:lnTo>
                    <a:pt x="287985" y="100176"/>
                  </a:lnTo>
                  <a:lnTo>
                    <a:pt x="287957" y="94828"/>
                  </a:lnTo>
                  <a:lnTo>
                    <a:pt x="287759" y="89483"/>
                  </a:lnTo>
                  <a:lnTo>
                    <a:pt x="287389" y="84147"/>
                  </a:lnTo>
                  <a:lnTo>
                    <a:pt x="286849" y="78826"/>
                  </a:lnTo>
                  <a:lnTo>
                    <a:pt x="286139" y="73524"/>
                  </a:lnTo>
                  <a:lnTo>
                    <a:pt x="285260" y="68248"/>
                  </a:lnTo>
                  <a:lnTo>
                    <a:pt x="284212" y="63003"/>
                  </a:lnTo>
                  <a:lnTo>
                    <a:pt x="282997" y="57794"/>
                  </a:lnTo>
                  <a:lnTo>
                    <a:pt x="281616" y="52627"/>
                  </a:lnTo>
                  <a:lnTo>
                    <a:pt x="280071" y="47507"/>
                  </a:lnTo>
                  <a:lnTo>
                    <a:pt x="278362" y="42438"/>
                  </a:lnTo>
                  <a:lnTo>
                    <a:pt x="276492" y="37427"/>
                  </a:lnTo>
                  <a:lnTo>
                    <a:pt x="274463" y="32478"/>
                  </a:lnTo>
                  <a:lnTo>
                    <a:pt x="272277" y="27597"/>
                  </a:lnTo>
                  <a:lnTo>
                    <a:pt x="269935" y="22788"/>
                  </a:lnTo>
                  <a:lnTo>
                    <a:pt x="267441" y="18056"/>
                  </a:lnTo>
                  <a:lnTo>
                    <a:pt x="264797" y="13407"/>
                  </a:lnTo>
                  <a:lnTo>
                    <a:pt x="262005" y="8845"/>
                  </a:lnTo>
                  <a:lnTo>
                    <a:pt x="259069" y="4374"/>
                  </a:lnTo>
                  <a:lnTo>
                    <a:pt x="255991" y="0"/>
                  </a:lnTo>
                  <a:lnTo>
                    <a:pt x="120827" y="983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5163" cy="167167"/>
            </a:xfrm>
            <a:custGeom>
              <a:avLst/>
              <a:pathLst>
                <a:path w="135163" h="167167">
                  <a:moveTo>
                    <a:pt x="135163" y="68802"/>
                  </a:moveTo>
                  <a:lnTo>
                    <a:pt x="131779" y="64313"/>
                  </a:lnTo>
                  <a:lnTo>
                    <a:pt x="128246" y="59940"/>
                  </a:lnTo>
                  <a:lnTo>
                    <a:pt x="124568" y="55688"/>
                  </a:lnTo>
                  <a:lnTo>
                    <a:pt x="120749" y="51562"/>
                  </a:lnTo>
                  <a:lnTo>
                    <a:pt x="116794" y="47567"/>
                  </a:lnTo>
                  <a:lnTo>
                    <a:pt x="112706" y="43708"/>
                  </a:lnTo>
                  <a:lnTo>
                    <a:pt x="108491" y="39988"/>
                  </a:lnTo>
                  <a:lnTo>
                    <a:pt x="104153" y="36412"/>
                  </a:lnTo>
                  <a:lnTo>
                    <a:pt x="99698" y="32983"/>
                  </a:lnTo>
                  <a:lnTo>
                    <a:pt x="95129" y="29707"/>
                  </a:lnTo>
                  <a:lnTo>
                    <a:pt x="90453" y="26586"/>
                  </a:lnTo>
                  <a:lnTo>
                    <a:pt x="85675" y="23624"/>
                  </a:lnTo>
                  <a:lnTo>
                    <a:pt x="80800" y="20824"/>
                  </a:lnTo>
                  <a:lnTo>
                    <a:pt x="75833" y="18190"/>
                  </a:lnTo>
                  <a:lnTo>
                    <a:pt x="70781" y="15724"/>
                  </a:lnTo>
                  <a:lnTo>
                    <a:pt x="65649" y="13430"/>
                  </a:lnTo>
                  <a:lnTo>
                    <a:pt x="60442" y="11309"/>
                  </a:lnTo>
                  <a:lnTo>
                    <a:pt x="55167" y="9365"/>
                  </a:lnTo>
                  <a:lnTo>
                    <a:pt x="49830" y="7599"/>
                  </a:lnTo>
                  <a:lnTo>
                    <a:pt x="44436" y="6014"/>
                  </a:lnTo>
                  <a:lnTo>
                    <a:pt x="38992" y="4611"/>
                  </a:lnTo>
                  <a:lnTo>
                    <a:pt x="33504" y="3391"/>
                  </a:lnTo>
                  <a:lnTo>
                    <a:pt x="27978" y="2357"/>
                  </a:lnTo>
                  <a:lnTo>
                    <a:pt x="22420" y="1510"/>
                  </a:lnTo>
                  <a:lnTo>
                    <a:pt x="16837" y="850"/>
                  </a:lnTo>
                  <a:lnTo>
                    <a:pt x="11235" y="378"/>
                  </a:lnTo>
                  <a:lnTo>
                    <a:pt x="5621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901" y="941493"/>
              <a:ext cx="86642" cy="167167"/>
            </a:xfrm>
            <a:custGeom>
              <a:avLst/>
              <a:pathLst>
                <a:path w="86642" h="167167">
                  <a:moveTo>
                    <a:pt x="86642" y="0"/>
                  </a:moveTo>
                  <a:lnTo>
                    <a:pt x="80950" y="96"/>
                  </a:lnTo>
                  <a:lnTo>
                    <a:pt x="75265" y="387"/>
                  </a:lnTo>
                  <a:lnTo>
                    <a:pt x="69594" y="871"/>
                  </a:lnTo>
                  <a:lnTo>
                    <a:pt x="63942" y="1548"/>
                  </a:lnTo>
                  <a:lnTo>
                    <a:pt x="58316" y="2417"/>
                  </a:lnTo>
                  <a:lnTo>
                    <a:pt x="52723" y="3477"/>
                  </a:lnTo>
                  <a:lnTo>
                    <a:pt x="47170" y="4727"/>
                  </a:lnTo>
                  <a:lnTo>
                    <a:pt x="41662" y="6165"/>
                  </a:lnTo>
                  <a:lnTo>
                    <a:pt x="36206" y="7789"/>
                  </a:lnTo>
                  <a:lnTo>
                    <a:pt x="30809" y="9599"/>
                  </a:lnTo>
                  <a:lnTo>
                    <a:pt x="25477" y="11591"/>
                  </a:lnTo>
                  <a:lnTo>
                    <a:pt x="20215" y="13764"/>
                  </a:lnTo>
                  <a:lnTo>
                    <a:pt x="15031" y="16114"/>
                  </a:lnTo>
                  <a:lnTo>
                    <a:pt x="9930" y="18640"/>
                  </a:lnTo>
                  <a:lnTo>
                    <a:pt x="4917" y="21338"/>
                  </a:lnTo>
                  <a:lnTo>
                    <a:pt x="0" y="24205"/>
                  </a:lnTo>
                  <a:lnTo>
                    <a:pt x="8664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901" y="965699"/>
              <a:ext cx="86642" cy="142961"/>
            </a:xfrm>
            <a:custGeom>
              <a:avLst/>
              <a:pathLst>
                <a:path w="86642" h="142961">
                  <a:moveTo>
                    <a:pt x="0" y="0"/>
                  </a:moveTo>
                  <a:lnTo>
                    <a:pt x="86642" y="1429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8" y="948323"/>
              <a:ext cx="334303" cy="327504"/>
            </a:xfrm>
            <a:custGeom>
              <a:avLst/>
              <a:pathLst>
                <a:path w="334303" h="327504">
                  <a:moveTo>
                    <a:pt x="80513" y="17375"/>
                  </a:moveTo>
                  <a:lnTo>
                    <a:pt x="76026" y="20192"/>
                  </a:lnTo>
                  <a:lnTo>
                    <a:pt x="71631" y="23151"/>
                  </a:lnTo>
                  <a:lnTo>
                    <a:pt x="67332" y="26247"/>
                  </a:lnTo>
                  <a:lnTo>
                    <a:pt x="63133" y="29477"/>
                  </a:lnTo>
                  <a:lnTo>
                    <a:pt x="59038" y="32839"/>
                  </a:lnTo>
                  <a:lnTo>
                    <a:pt x="55052" y="36330"/>
                  </a:lnTo>
                  <a:lnTo>
                    <a:pt x="51179" y="39944"/>
                  </a:lnTo>
                  <a:lnTo>
                    <a:pt x="47422" y="43680"/>
                  </a:lnTo>
                  <a:lnTo>
                    <a:pt x="43785" y="47533"/>
                  </a:lnTo>
                  <a:lnTo>
                    <a:pt x="40272" y="51499"/>
                  </a:lnTo>
                  <a:lnTo>
                    <a:pt x="36887" y="55575"/>
                  </a:lnTo>
                  <a:lnTo>
                    <a:pt x="33633" y="59755"/>
                  </a:lnTo>
                  <a:lnTo>
                    <a:pt x="30512" y="64037"/>
                  </a:lnTo>
                  <a:lnTo>
                    <a:pt x="27529" y="68416"/>
                  </a:lnTo>
                  <a:lnTo>
                    <a:pt x="24686" y="72887"/>
                  </a:lnTo>
                  <a:lnTo>
                    <a:pt x="21987" y="77445"/>
                  </a:lnTo>
                  <a:lnTo>
                    <a:pt x="19433" y="82087"/>
                  </a:lnTo>
                  <a:lnTo>
                    <a:pt x="17027" y="86808"/>
                  </a:lnTo>
                  <a:lnTo>
                    <a:pt x="14773" y="91602"/>
                  </a:lnTo>
                  <a:lnTo>
                    <a:pt x="12671" y="96466"/>
                  </a:lnTo>
                  <a:lnTo>
                    <a:pt x="10725" y="101393"/>
                  </a:lnTo>
                  <a:lnTo>
                    <a:pt x="8935" y="106380"/>
                  </a:lnTo>
                  <a:lnTo>
                    <a:pt x="7305" y="111421"/>
                  </a:lnTo>
                  <a:lnTo>
                    <a:pt x="5835" y="116511"/>
                  </a:lnTo>
                  <a:lnTo>
                    <a:pt x="4527" y="121645"/>
                  </a:lnTo>
                  <a:lnTo>
                    <a:pt x="3383" y="126818"/>
                  </a:lnTo>
                  <a:lnTo>
                    <a:pt x="2403" y="132025"/>
                  </a:lnTo>
                  <a:lnTo>
                    <a:pt x="1589" y="137260"/>
                  </a:lnTo>
                  <a:lnTo>
                    <a:pt x="940" y="142518"/>
                  </a:lnTo>
                  <a:lnTo>
                    <a:pt x="459" y="147795"/>
                  </a:lnTo>
                  <a:lnTo>
                    <a:pt x="145" y="153083"/>
                  </a:lnTo>
                  <a:lnTo>
                    <a:pt x="0" y="158379"/>
                  </a:lnTo>
                  <a:lnTo>
                    <a:pt x="21" y="163677"/>
                  </a:lnTo>
                  <a:lnTo>
                    <a:pt x="211" y="168972"/>
                  </a:lnTo>
                  <a:lnTo>
                    <a:pt x="569" y="174258"/>
                  </a:lnTo>
                  <a:lnTo>
                    <a:pt x="1094" y="179530"/>
                  </a:lnTo>
                  <a:lnTo>
                    <a:pt x="1785" y="184783"/>
                  </a:lnTo>
                  <a:lnTo>
                    <a:pt x="2643" y="190011"/>
                  </a:lnTo>
                  <a:lnTo>
                    <a:pt x="3666" y="195210"/>
                  </a:lnTo>
                  <a:lnTo>
                    <a:pt x="4853" y="200373"/>
                  </a:lnTo>
                  <a:lnTo>
                    <a:pt x="6203" y="205496"/>
                  </a:lnTo>
                  <a:lnTo>
                    <a:pt x="7715" y="210574"/>
                  </a:lnTo>
                  <a:lnTo>
                    <a:pt x="9387" y="215601"/>
                  </a:lnTo>
                  <a:lnTo>
                    <a:pt x="11218" y="220573"/>
                  </a:lnTo>
                  <a:lnTo>
                    <a:pt x="13205" y="225484"/>
                  </a:lnTo>
                  <a:lnTo>
                    <a:pt x="15347" y="230330"/>
                  </a:lnTo>
                  <a:lnTo>
                    <a:pt x="17641" y="235106"/>
                  </a:lnTo>
                  <a:lnTo>
                    <a:pt x="20086" y="239806"/>
                  </a:lnTo>
                  <a:lnTo>
                    <a:pt x="22678" y="244427"/>
                  </a:lnTo>
                  <a:lnTo>
                    <a:pt x="25415" y="248963"/>
                  </a:lnTo>
                  <a:lnTo>
                    <a:pt x="28295" y="253410"/>
                  </a:lnTo>
                  <a:lnTo>
                    <a:pt x="31314" y="257764"/>
                  </a:lnTo>
                  <a:lnTo>
                    <a:pt x="34470" y="262020"/>
                  </a:lnTo>
                  <a:lnTo>
                    <a:pt x="37759" y="266173"/>
                  </a:lnTo>
                  <a:lnTo>
                    <a:pt x="41177" y="270221"/>
                  </a:lnTo>
                  <a:lnTo>
                    <a:pt x="44723" y="274158"/>
                  </a:lnTo>
                  <a:lnTo>
                    <a:pt x="48391" y="277980"/>
                  </a:lnTo>
                  <a:lnTo>
                    <a:pt x="52179" y="281685"/>
                  </a:lnTo>
                  <a:lnTo>
                    <a:pt x="56082" y="285267"/>
                  </a:lnTo>
                  <a:lnTo>
                    <a:pt x="60097" y="288724"/>
                  </a:lnTo>
                  <a:lnTo>
                    <a:pt x="64219" y="292053"/>
                  </a:lnTo>
                  <a:lnTo>
                    <a:pt x="68445" y="295248"/>
                  </a:lnTo>
                  <a:lnTo>
                    <a:pt x="72770" y="298309"/>
                  </a:lnTo>
                  <a:lnTo>
                    <a:pt x="77189" y="301231"/>
                  </a:lnTo>
                  <a:lnTo>
                    <a:pt x="81699" y="304011"/>
                  </a:lnTo>
                  <a:lnTo>
                    <a:pt x="86295" y="306647"/>
                  </a:lnTo>
                  <a:lnTo>
                    <a:pt x="90972" y="309136"/>
                  </a:lnTo>
                  <a:lnTo>
                    <a:pt x="95726" y="311475"/>
                  </a:lnTo>
                  <a:lnTo>
                    <a:pt x="100551" y="313663"/>
                  </a:lnTo>
                  <a:lnTo>
                    <a:pt x="105444" y="315696"/>
                  </a:lnTo>
                  <a:lnTo>
                    <a:pt x="110398" y="317574"/>
                  </a:lnTo>
                  <a:lnTo>
                    <a:pt x="115409" y="319294"/>
                  </a:lnTo>
                  <a:lnTo>
                    <a:pt x="120472" y="320854"/>
                  </a:lnTo>
                  <a:lnTo>
                    <a:pt x="125582" y="322252"/>
                  </a:lnTo>
                  <a:lnTo>
                    <a:pt x="130734" y="323488"/>
                  </a:lnTo>
                  <a:lnTo>
                    <a:pt x="135923" y="324561"/>
                  </a:lnTo>
                  <a:lnTo>
                    <a:pt x="141143" y="325468"/>
                  </a:lnTo>
                  <a:lnTo>
                    <a:pt x="146388" y="326209"/>
                  </a:lnTo>
                  <a:lnTo>
                    <a:pt x="151655" y="326784"/>
                  </a:lnTo>
                  <a:lnTo>
                    <a:pt x="156938" y="327192"/>
                  </a:lnTo>
                  <a:lnTo>
                    <a:pt x="162230" y="327432"/>
                  </a:lnTo>
                  <a:lnTo>
                    <a:pt x="167528" y="327504"/>
                  </a:lnTo>
                  <a:lnTo>
                    <a:pt x="172825" y="327408"/>
                  </a:lnTo>
                  <a:lnTo>
                    <a:pt x="178117" y="327144"/>
                  </a:lnTo>
                  <a:lnTo>
                    <a:pt x="183397" y="326713"/>
                  </a:lnTo>
                  <a:lnTo>
                    <a:pt x="188661" y="326115"/>
                  </a:lnTo>
                  <a:lnTo>
                    <a:pt x="193904" y="325350"/>
                  </a:lnTo>
                  <a:lnTo>
                    <a:pt x="199120" y="324420"/>
                  </a:lnTo>
                  <a:lnTo>
                    <a:pt x="204303" y="323324"/>
                  </a:lnTo>
                  <a:lnTo>
                    <a:pt x="209450" y="322065"/>
                  </a:lnTo>
                  <a:lnTo>
                    <a:pt x="214554" y="320644"/>
                  </a:lnTo>
                  <a:lnTo>
                    <a:pt x="219610" y="319061"/>
                  </a:lnTo>
                  <a:lnTo>
                    <a:pt x="224613" y="317319"/>
                  </a:lnTo>
                  <a:lnTo>
                    <a:pt x="229559" y="315420"/>
                  </a:lnTo>
                  <a:lnTo>
                    <a:pt x="234442" y="313364"/>
                  </a:lnTo>
                  <a:lnTo>
                    <a:pt x="239258" y="311155"/>
                  </a:lnTo>
                  <a:lnTo>
                    <a:pt x="244001" y="308795"/>
                  </a:lnTo>
                  <a:lnTo>
                    <a:pt x="248667" y="306285"/>
                  </a:lnTo>
                  <a:lnTo>
                    <a:pt x="253251" y="303628"/>
                  </a:lnTo>
                  <a:lnTo>
                    <a:pt x="257749" y="300828"/>
                  </a:lnTo>
                  <a:lnTo>
                    <a:pt x="262155" y="297887"/>
                  </a:lnTo>
                  <a:lnTo>
                    <a:pt x="266466" y="294807"/>
                  </a:lnTo>
                  <a:lnTo>
                    <a:pt x="270678" y="291593"/>
                  </a:lnTo>
                  <a:lnTo>
                    <a:pt x="274785" y="288246"/>
                  </a:lnTo>
                  <a:lnTo>
                    <a:pt x="278784" y="284771"/>
                  </a:lnTo>
                  <a:lnTo>
                    <a:pt x="282672" y="281171"/>
                  </a:lnTo>
                  <a:lnTo>
                    <a:pt x="286443" y="277450"/>
                  </a:lnTo>
                  <a:lnTo>
                    <a:pt x="290094" y="273611"/>
                  </a:lnTo>
                  <a:lnTo>
                    <a:pt x="293622" y="269658"/>
                  </a:lnTo>
                  <a:lnTo>
                    <a:pt x="297023" y="265596"/>
                  </a:lnTo>
                  <a:lnTo>
                    <a:pt x="300293" y="261427"/>
                  </a:lnTo>
                  <a:lnTo>
                    <a:pt x="303430" y="257158"/>
                  </a:lnTo>
                  <a:lnTo>
                    <a:pt x="306430" y="252790"/>
                  </a:lnTo>
                  <a:lnTo>
                    <a:pt x="309289" y="248331"/>
                  </a:lnTo>
                  <a:lnTo>
                    <a:pt x="312006" y="243782"/>
                  </a:lnTo>
                  <a:lnTo>
                    <a:pt x="314578" y="239150"/>
                  </a:lnTo>
                  <a:lnTo>
                    <a:pt x="317002" y="234439"/>
                  </a:lnTo>
                  <a:lnTo>
                    <a:pt x="319275" y="229653"/>
                  </a:lnTo>
                  <a:lnTo>
                    <a:pt x="321395" y="224798"/>
                  </a:lnTo>
                  <a:lnTo>
                    <a:pt x="323360" y="219877"/>
                  </a:lnTo>
                  <a:lnTo>
                    <a:pt x="325168" y="214898"/>
                  </a:lnTo>
                  <a:lnTo>
                    <a:pt x="326818" y="209863"/>
                  </a:lnTo>
                  <a:lnTo>
                    <a:pt x="328307" y="204778"/>
                  </a:lnTo>
                  <a:lnTo>
                    <a:pt x="329635" y="199649"/>
                  </a:lnTo>
                  <a:lnTo>
                    <a:pt x="330799" y="194481"/>
                  </a:lnTo>
                  <a:lnTo>
                    <a:pt x="331799" y="189278"/>
                  </a:lnTo>
                  <a:lnTo>
                    <a:pt x="332633" y="184046"/>
                  </a:lnTo>
                  <a:lnTo>
                    <a:pt x="333301" y="178790"/>
                  </a:lnTo>
                  <a:lnTo>
                    <a:pt x="333803" y="173516"/>
                  </a:lnTo>
                  <a:lnTo>
                    <a:pt x="334137" y="168228"/>
                  </a:lnTo>
                  <a:lnTo>
                    <a:pt x="334303" y="162933"/>
                  </a:lnTo>
                  <a:lnTo>
                    <a:pt x="334301" y="157635"/>
                  </a:lnTo>
                  <a:lnTo>
                    <a:pt x="334132" y="152339"/>
                  </a:lnTo>
                  <a:lnTo>
                    <a:pt x="333794" y="147052"/>
                  </a:lnTo>
                  <a:lnTo>
                    <a:pt x="333290" y="141778"/>
                  </a:lnTo>
                  <a:lnTo>
                    <a:pt x="332618" y="136522"/>
                  </a:lnTo>
                  <a:lnTo>
                    <a:pt x="331780" y="131291"/>
                  </a:lnTo>
                  <a:lnTo>
                    <a:pt x="330777" y="126089"/>
                  </a:lnTo>
                  <a:lnTo>
                    <a:pt x="329610" y="120921"/>
                  </a:lnTo>
                  <a:lnTo>
                    <a:pt x="328279" y="115793"/>
                  </a:lnTo>
                  <a:lnTo>
                    <a:pt x="326786" y="110709"/>
                  </a:lnTo>
                  <a:lnTo>
                    <a:pt x="325134" y="105675"/>
                  </a:lnTo>
                  <a:lnTo>
                    <a:pt x="323322" y="100697"/>
                  </a:lnTo>
                  <a:lnTo>
                    <a:pt x="321354" y="95778"/>
                  </a:lnTo>
                  <a:lnTo>
                    <a:pt x="319230" y="90924"/>
                  </a:lnTo>
                  <a:lnTo>
                    <a:pt x="316954" y="86139"/>
                  </a:lnTo>
                  <a:lnTo>
                    <a:pt x="314528" y="81430"/>
                  </a:lnTo>
                  <a:lnTo>
                    <a:pt x="311953" y="76799"/>
                  </a:lnTo>
                  <a:lnTo>
                    <a:pt x="309233" y="72253"/>
                  </a:lnTo>
                  <a:lnTo>
                    <a:pt x="306371" y="67794"/>
                  </a:lnTo>
                  <a:lnTo>
                    <a:pt x="303368" y="63429"/>
                  </a:lnTo>
                  <a:lnTo>
                    <a:pt x="300229" y="59161"/>
                  </a:lnTo>
                  <a:lnTo>
                    <a:pt x="296956" y="54995"/>
                  </a:lnTo>
                  <a:lnTo>
                    <a:pt x="293552" y="50935"/>
                  </a:lnTo>
                  <a:lnTo>
                    <a:pt x="290022" y="46984"/>
                  </a:lnTo>
                  <a:lnTo>
                    <a:pt x="286368" y="43148"/>
                  </a:lnTo>
                  <a:lnTo>
                    <a:pt x="282595" y="39429"/>
                  </a:lnTo>
                  <a:lnTo>
                    <a:pt x="278705" y="35831"/>
                  </a:lnTo>
                  <a:lnTo>
                    <a:pt x="274704" y="32359"/>
                  </a:lnTo>
                  <a:lnTo>
                    <a:pt x="270594" y="29015"/>
                  </a:lnTo>
                  <a:lnTo>
                    <a:pt x="266381" y="25803"/>
                  </a:lnTo>
                  <a:lnTo>
                    <a:pt x="262068" y="22726"/>
                  </a:lnTo>
                  <a:lnTo>
                    <a:pt x="257659" y="19788"/>
                  </a:lnTo>
                  <a:lnTo>
                    <a:pt x="253160" y="16990"/>
                  </a:lnTo>
                  <a:lnTo>
                    <a:pt x="248574" y="14337"/>
                  </a:lnTo>
                  <a:lnTo>
                    <a:pt x="243906" y="11830"/>
                  </a:lnTo>
                  <a:lnTo>
                    <a:pt x="239162" y="9472"/>
                  </a:lnTo>
                  <a:lnTo>
                    <a:pt x="234345" y="7266"/>
                  </a:lnTo>
                  <a:lnTo>
                    <a:pt x="229460" y="5214"/>
                  </a:lnTo>
                  <a:lnTo>
                    <a:pt x="224513" y="3318"/>
                  </a:lnTo>
                  <a:lnTo>
                    <a:pt x="219509" y="1579"/>
                  </a:lnTo>
                  <a:lnTo>
                    <a:pt x="214452" y="0"/>
                  </a:lnTo>
                  <a:lnTo>
                    <a:pt x="167155" y="160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7296" cy="167167"/>
            </a:xfrm>
            <a:custGeom>
              <a:avLst/>
              <a:pathLst>
                <a:path w="47296" h="167167">
                  <a:moveTo>
                    <a:pt x="47296" y="6830"/>
                  </a:moveTo>
                  <a:lnTo>
                    <a:pt x="41517" y="5237"/>
                  </a:lnTo>
                  <a:lnTo>
                    <a:pt x="35686" y="3853"/>
                  </a:lnTo>
                  <a:lnTo>
                    <a:pt x="29809" y="2679"/>
                  </a:lnTo>
                  <a:lnTo>
                    <a:pt x="23893" y="1716"/>
                  </a:lnTo>
                  <a:lnTo>
                    <a:pt x="17946" y="966"/>
                  </a:lnTo>
                  <a:lnTo>
                    <a:pt x="11977" y="429"/>
                  </a:lnTo>
                  <a:lnTo>
                    <a:pt x="5992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4279" y="941493"/>
              <a:ext cx="51936" cy="167167"/>
            </a:xfrm>
            <a:custGeom>
              <a:avLst/>
              <a:pathLst>
                <a:path w="51936" h="167167">
                  <a:moveTo>
                    <a:pt x="51936" y="0"/>
                  </a:moveTo>
                  <a:lnTo>
                    <a:pt x="46070" y="102"/>
                  </a:lnTo>
                  <a:lnTo>
                    <a:pt x="40210" y="411"/>
                  </a:lnTo>
                  <a:lnTo>
                    <a:pt x="34365" y="926"/>
                  </a:lnTo>
                  <a:lnTo>
                    <a:pt x="28542" y="1645"/>
                  </a:lnTo>
                  <a:lnTo>
                    <a:pt x="22747" y="2568"/>
                  </a:lnTo>
                  <a:lnTo>
                    <a:pt x="16989" y="3693"/>
                  </a:lnTo>
                  <a:lnTo>
                    <a:pt x="11273" y="5020"/>
                  </a:lnTo>
                  <a:lnTo>
                    <a:pt x="5608" y="6547"/>
                  </a:lnTo>
                  <a:lnTo>
                    <a:pt x="0" y="8272"/>
                  </a:lnTo>
                  <a:lnTo>
                    <a:pt x="519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4279" y="949766"/>
              <a:ext cx="51936" cy="158894"/>
            </a:xfrm>
            <a:custGeom>
              <a:avLst/>
              <a:pathLst>
                <a:path w="51936" h="158894">
                  <a:moveTo>
                    <a:pt x="0" y="0"/>
                  </a:moveTo>
                  <a:lnTo>
                    <a:pt x="51936" y="1588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58" y="949766"/>
              <a:ext cx="167157" cy="325497"/>
            </a:xfrm>
            <a:custGeom>
              <a:avLst/>
              <a:pathLst>
                <a:path w="167157" h="325497">
                  <a:moveTo>
                    <a:pt x="115221" y="0"/>
                  </a:moveTo>
                  <a:lnTo>
                    <a:pt x="110179" y="1737"/>
                  </a:lnTo>
                  <a:lnTo>
                    <a:pt x="105195" y="3634"/>
                  </a:lnTo>
                  <a:lnTo>
                    <a:pt x="100275" y="5689"/>
                  </a:lnTo>
                  <a:lnTo>
                    <a:pt x="95423" y="7901"/>
                  </a:lnTo>
                  <a:lnTo>
                    <a:pt x="90643" y="10265"/>
                  </a:lnTo>
                  <a:lnTo>
                    <a:pt x="85942" y="12781"/>
                  </a:lnTo>
                  <a:lnTo>
                    <a:pt x="81323" y="15446"/>
                  </a:lnTo>
                  <a:lnTo>
                    <a:pt x="76791" y="18257"/>
                  </a:lnTo>
                  <a:lnTo>
                    <a:pt x="72351" y="21211"/>
                  </a:lnTo>
                  <a:lnTo>
                    <a:pt x="68008" y="24304"/>
                  </a:lnTo>
                  <a:lnTo>
                    <a:pt x="63766" y="27535"/>
                  </a:lnTo>
                  <a:lnTo>
                    <a:pt x="59629" y="30900"/>
                  </a:lnTo>
                  <a:lnTo>
                    <a:pt x="55601" y="34394"/>
                  </a:lnTo>
                  <a:lnTo>
                    <a:pt x="51687" y="38016"/>
                  </a:lnTo>
                  <a:lnTo>
                    <a:pt x="47890" y="41760"/>
                  </a:lnTo>
                  <a:lnTo>
                    <a:pt x="44215" y="45624"/>
                  </a:lnTo>
                  <a:lnTo>
                    <a:pt x="40665" y="49603"/>
                  </a:lnTo>
                  <a:lnTo>
                    <a:pt x="37243" y="53693"/>
                  </a:lnTo>
                  <a:lnTo>
                    <a:pt x="33954" y="57890"/>
                  </a:lnTo>
                  <a:lnTo>
                    <a:pt x="30800" y="62190"/>
                  </a:lnTo>
                  <a:lnTo>
                    <a:pt x="27785" y="66588"/>
                  </a:lnTo>
                  <a:lnTo>
                    <a:pt x="24912" y="71080"/>
                  </a:lnTo>
                  <a:lnTo>
                    <a:pt x="22184" y="75662"/>
                  </a:lnTo>
                  <a:lnTo>
                    <a:pt x="19603" y="80328"/>
                  </a:lnTo>
                  <a:lnTo>
                    <a:pt x="17172" y="85074"/>
                  </a:lnTo>
                  <a:lnTo>
                    <a:pt x="14894" y="89896"/>
                  </a:lnTo>
                  <a:lnTo>
                    <a:pt x="12771" y="94787"/>
                  </a:lnTo>
                  <a:lnTo>
                    <a:pt x="10804" y="99744"/>
                  </a:lnTo>
                  <a:lnTo>
                    <a:pt x="8997" y="104761"/>
                  </a:lnTo>
                  <a:lnTo>
                    <a:pt x="7351" y="109833"/>
                  </a:lnTo>
                  <a:lnTo>
                    <a:pt x="5868" y="114955"/>
                  </a:lnTo>
                  <a:lnTo>
                    <a:pt x="4548" y="120122"/>
                  </a:lnTo>
                  <a:lnTo>
                    <a:pt x="3394" y="125328"/>
                  </a:lnTo>
                  <a:lnTo>
                    <a:pt x="2407" y="130568"/>
                  </a:lnTo>
                  <a:lnTo>
                    <a:pt x="1588" y="135837"/>
                  </a:lnTo>
                  <a:lnTo>
                    <a:pt x="936" y="141130"/>
                  </a:lnTo>
                  <a:lnTo>
                    <a:pt x="454" y="146440"/>
                  </a:lnTo>
                  <a:lnTo>
                    <a:pt x="142" y="151764"/>
                  </a:lnTo>
                  <a:lnTo>
                    <a:pt x="0" y="157094"/>
                  </a:lnTo>
                  <a:lnTo>
                    <a:pt x="27" y="162427"/>
                  </a:lnTo>
                  <a:lnTo>
                    <a:pt x="225" y="167755"/>
                  </a:lnTo>
                  <a:lnTo>
                    <a:pt x="592" y="173075"/>
                  </a:lnTo>
                  <a:lnTo>
                    <a:pt x="1129" y="178380"/>
                  </a:lnTo>
                  <a:lnTo>
                    <a:pt x="1835" y="183666"/>
                  </a:lnTo>
                  <a:lnTo>
                    <a:pt x="2710" y="188926"/>
                  </a:lnTo>
                  <a:lnTo>
                    <a:pt x="3751" y="194156"/>
                  </a:lnTo>
                  <a:lnTo>
                    <a:pt x="4959" y="199350"/>
                  </a:lnTo>
                  <a:lnTo>
                    <a:pt x="6332" y="204503"/>
                  </a:lnTo>
                  <a:lnTo>
                    <a:pt x="7868" y="209609"/>
                  </a:lnTo>
                  <a:lnTo>
                    <a:pt x="9567" y="214664"/>
                  </a:lnTo>
                  <a:lnTo>
                    <a:pt x="11426" y="219662"/>
                  </a:lnTo>
                  <a:lnTo>
                    <a:pt x="13443" y="224598"/>
                  </a:lnTo>
                  <a:lnTo>
                    <a:pt x="15617" y="229467"/>
                  </a:lnTo>
                  <a:lnTo>
                    <a:pt x="17945" y="234265"/>
                  </a:lnTo>
                  <a:lnTo>
                    <a:pt x="20425" y="238985"/>
                  </a:lnTo>
                  <a:lnTo>
                    <a:pt x="23054" y="243625"/>
                  </a:lnTo>
                  <a:lnTo>
                    <a:pt x="25830" y="248178"/>
                  </a:lnTo>
                  <a:lnTo>
                    <a:pt x="28749" y="252640"/>
                  </a:lnTo>
                  <a:lnTo>
                    <a:pt x="31810" y="257007"/>
                  </a:lnTo>
                  <a:lnTo>
                    <a:pt x="35008" y="261274"/>
                  </a:lnTo>
                  <a:lnTo>
                    <a:pt x="38341" y="265436"/>
                  </a:lnTo>
                  <a:lnTo>
                    <a:pt x="41804" y="269491"/>
                  </a:lnTo>
                  <a:lnTo>
                    <a:pt x="45396" y="273433"/>
                  </a:lnTo>
                  <a:lnTo>
                    <a:pt x="49111" y="277258"/>
                  </a:lnTo>
                  <a:lnTo>
                    <a:pt x="52946" y="280963"/>
                  </a:lnTo>
                  <a:lnTo>
                    <a:pt x="56897" y="284543"/>
                  </a:lnTo>
                  <a:lnTo>
                    <a:pt x="60961" y="287996"/>
                  </a:lnTo>
                  <a:lnTo>
                    <a:pt x="65133" y="291318"/>
                  </a:lnTo>
                  <a:lnTo>
                    <a:pt x="69408" y="294504"/>
                  </a:lnTo>
                  <a:lnTo>
                    <a:pt x="73783" y="297553"/>
                  </a:lnTo>
                  <a:lnTo>
                    <a:pt x="78253" y="300461"/>
                  </a:lnTo>
                  <a:lnTo>
                    <a:pt x="82814" y="303224"/>
                  </a:lnTo>
                  <a:lnTo>
                    <a:pt x="87460" y="305841"/>
                  </a:lnTo>
                  <a:lnTo>
                    <a:pt x="92188" y="308308"/>
                  </a:lnTo>
                  <a:lnTo>
                    <a:pt x="96991" y="310623"/>
                  </a:lnTo>
                  <a:lnTo>
                    <a:pt x="101866" y="312784"/>
                  </a:lnTo>
                  <a:lnTo>
                    <a:pt x="106808" y="314788"/>
                  </a:lnTo>
                  <a:lnTo>
                    <a:pt x="111811" y="316634"/>
                  </a:lnTo>
                  <a:lnTo>
                    <a:pt x="116870" y="318319"/>
                  </a:lnTo>
                  <a:lnTo>
                    <a:pt x="121980" y="319841"/>
                  </a:lnTo>
                  <a:lnTo>
                    <a:pt x="127137" y="321200"/>
                  </a:lnTo>
                  <a:lnTo>
                    <a:pt x="132334" y="322394"/>
                  </a:lnTo>
                  <a:lnTo>
                    <a:pt x="137566" y="323422"/>
                  </a:lnTo>
                  <a:lnTo>
                    <a:pt x="142829" y="324282"/>
                  </a:lnTo>
                  <a:lnTo>
                    <a:pt x="148117" y="324974"/>
                  </a:lnTo>
                  <a:lnTo>
                    <a:pt x="153423" y="325497"/>
                  </a:lnTo>
                  <a:lnTo>
                    <a:pt x="167157" y="1588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2481" y="941493"/>
              <a:ext cx="180897" cy="334319"/>
            </a:xfrm>
            <a:custGeom>
              <a:avLst/>
              <a:pathLst>
                <a:path w="180897" h="334319">
                  <a:moveTo>
                    <a:pt x="0" y="333769"/>
                  </a:moveTo>
                  <a:lnTo>
                    <a:pt x="5323" y="334123"/>
                  </a:lnTo>
                  <a:lnTo>
                    <a:pt x="10656" y="334306"/>
                  </a:lnTo>
                  <a:lnTo>
                    <a:pt x="15992" y="334319"/>
                  </a:lnTo>
                  <a:lnTo>
                    <a:pt x="21325" y="334162"/>
                  </a:lnTo>
                  <a:lnTo>
                    <a:pt x="26650" y="333835"/>
                  </a:lnTo>
                  <a:lnTo>
                    <a:pt x="31963" y="333337"/>
                  </a:lnTo>
                  <a:lnTo>
                    <a:pt x="37257" y="332671"/>
                  </a:lnTo>
                  <a:lnTo>
                    <a:pt x="42527" y="331836"/>
                  </a:lnTo>
                  <a:lnTo>
                    <a:pt x="47767" y="330833"/>
                  </a:lnTo>
                  <a:lnTo>
                    <a:pt x="52973" y="329664"/>
                  </a:lnTo>
                  <a:lnTo>
                    <a:pt x="58139" y="328329"/>
                  </a:lnTo>
                  <a:lnTo>
                    <a:pt x="63260" y="326829"/>
                  </a:lnTo>
                  <a:lnTo>
                    <a:pt x="68330" y="325168"/>
                  </a:lnTo>
                  <a:lnTo>
                    <a:pt x="73344" y="323345"/>
                  </a:lnTo>
                  <a:lnTo>
                    <a:pt x="78298" y="321363"/>
                  </a:lnTo>
                  <a:lnTo>
                    <a:pt x="83186" y="319224"/>
                  </a:lnTo>
                  <a:lnTo>
                    <a:pt x="88004" y="316930"/>
                  </a:lnTo>
                  <a:lnTo>
                    <a:pt x="92745" y="314483"/>
                  </a:lnTo>
                  <a:lnTo>
                    <a:pt x="97406" y="311887"/>
                  </a:lnTo>
                  <a:lnTo>
                    <a:pt x="101982" y="309143"/>
                  </a:lnTo>
                  <a:lnTo>
                    <a:pt x="106468" y="306254"/>
                  </a:lnTo>
                  <a:lnTo>
                    <a:pt x="110860" y="303223"/>
                  </a:lnTo>
                  <a:lnTo>
                    <a:pt x="115153" y="300055"/>
                  </a:lnTo>
                  <a:lnTo>
                    <a:pt x="119342" y="296750"/>
                  </a:lnTo>
                  <a:lnTo>
                    <a:pt x="123424" y="293314"/>
                  </a:lnTo>
                  <a:lnTo>
                    <a:pt x="127394" y="289749"/>
                  </a:lnTo>
                  <a:lnTo>
                    <a:pt x="131248" y="286059"/>
                  </a:lnTo>
                  <a:lnTo>
                    <a:pt x="134982" y="282248"/>
                  </a:lnTo>
                  <a:lnTo>
                    <a:pt x="138593" y="278320"/>
                  </a:lnTo>
                  <a:lnTo>
                    <a:pt x="142077" y="274279"/>
                  </a:lnTo>
                  <a:lnTo>
                    <a:pt x="145430" y="270128"/>
                  </a:lnTo>
                  <a:lnTo>
                    <a:pt x="148649" y="265873"/>
                  </a:lnTo>
                  <a:lnTo>
                    <a:pt x="151730" y="261517"/>
                  </a:lnTo>
                  <a:lnTo>
                    <a:pt x="154671" y="257065"/>
                  </a:lnTo>
                  <a:lnTo>
                    <a:pt x="157468" y="252521"/>
                  </a:lnTo>
                  <a:lnTo>
                    <a:pt x="160119" y="247891"/>
                  </a:lnTo>
                  <a:lnTo>
                    <a:pt x="162620" y="243178"/>
                  </a:lnTo>
                  <a:lnTo>
                    <a:pt x="164970" y="238388"/>
                  </a:lnTo>
                  <a:lnTo>
                    <a:pt x="167166" y="233525"/>
                  </a:lnTo>
                  <a:lnTo>
                    <a:pt x="169206" y="228594"/>
                  </a:lnTo>
                  <a:lnTo>
                    <a:pt x="171087" y="223601"/>
                  </a:lnTo>
                  <a:lnTo>
                    <a:pt x="172808" y="218551"/>
                  </a:lnTo>
                  <a:lnTo>
                    <a:pt x="174367" y="213448"/>
                  </a:lnTo>
                  <a:lnTo>
                    <a:pt x="175762" y="208298"/>
                  </a:lnTo>
                  <a:lnTo>
                    <a:pt x="176992" y="203106"/>
                  </a:lnTo>
                  <a:lnTo>
                    <a:pt x="178056" y="197878"/>
                  </a:lnTo>
                  <a:lnTo>
                    <a:pt x="178952" y="192618"/>
                  </a:lnTo>
                  <a:lnTo>
                    <a:pt x="179680" y="187332"/>
                  </a:lnTo>
                  <a:lnTo>
                    <a:pt x="180239" y="182026"/>
                  </a:lnTo>
                  <a:lnTo>
                    <a:pt x="180629" y="176704"/>
                  </a:lnTo>
                  <a:lnTo>
                    <a:pt x="180848" y="171373"/>
                  </a:lnTo>
                  <a:lnTo>
                    <a:pt x="180897" y="166038"/>
                  </a:lnTo>
                  <a:lnTo>
                    <a:pt x="180776" y="160704"/>
                  </a:lnTo>
                  <a:lnTo>
                    <a:pt x="180485" y="155376"/>
                  </a:lnTo>
                  <a:lnTo>
                    <a:pt x="180023" y="150060"/>
                  </a:lnTo>
                  <a:lnTo>
                    <a:pt x="179393" y="144762"/>
                  </a:lnTo>
                  <a:lnTo>
                    <a:pt x="178593" y="139487"/>
                  </a:lnTo>
                  <a:lnTo>
                    <a:pt x="177626" y="134239"/>
                  </a:lnTo>
                  <a:lnTo>
                    <a:pt x="176492" y="129026"/>
                  </a:lnTo>
                  <a:lnTo>
                    <a:pt x="175191" y="123851"/>
                  </a:lnTo>
                  <a:lnTo>
                    <a:pt x="173727" y="118720"/>
                  </a:lnTo>
                  <a:lnTo>
                    <a:pt x="172099" y="113639"/>
                  </a:lnTo>
                  <a:lnTo>
                    <a:pt x="170310" y="108612"/>
                  </a:lnTo>
                  <a:lnTo>
                    <a:pt x="168362" y="103645"/>
                  </a:lnTo>
                  <a:lnTo>
                    <a:pt x="166256" y="98743"/>
                  </a:lnTo>
                  <a:lnTo>
                    <a:pt x="163994" y="93910"/>
                  </a:lnTo>
                  <a:lnTo>
                    <a:pt x="161580" y="89152"/>
                  </a:lnTo>
                  <a:lnTo>
                    <a:pt x="159015" y="84473"/>
                  </a:lnTo>
                  <a:lnTo>
                    <a:pt x="156302" y="79879"/>
                  </a:lnTo>
                  <a:lnTo>
                    <a:pt x="153444" y="75373"/>
                  </a:lnTo>
                  <a:lnTo>
                    <a:pt x="150443" y="70962"/>
                  </a:lnTo>
                  <a:lnTo>
                    <a:pt x="147303" y="66648"/>
                  </a:lnTo>
                  <a:lnTo>
                    <a:pt x="144027" y="62436"/>
                  </a:lnTo>
                  <a:lnTo>
                    <a:pt x="140618" y="58331"/>
                  </a:lnTo>
                  <a:lnTo>
                    <a:pt x="137080" y="54337"/>
                  </a:lnTo>
                  <a:lnTo>
                    <a:pt x="133417" y="50458"/>
                  </a:lnTo>
                  <a:lnTo>
                    <a:pt x="129631" y="46698"/>
                  </a:lnTo>
                  <a:lnTo>
                    <a:pt x="125727" y="43061"/>
                  </a:lnTo>
                  <a:lnTo>
                    <a:pt x="121710" y="39550"/>
                  </a:lnTo>
                  <a:lnTo>
                    <a:pt x="117582" y="36169"/>
                  </a:lnTo>
                  <a:lnTo>
                    <a:pt x="113348" y="32922"/>
                  </a:lnTo>
                  <a:lnTo>
                    <a:pt x="109013" y="29811"/>
                  </a:lnTo>
                  <a:lnTo>
                    <a:pt x="104581" y="26840"/>
                  </a:lnTo>
                  <a:lnTo>
                    <a:pt x="100057" y="24012"/>
                  </a:lnTo>
                  <a:lnTo>
                    <a:pt x="95444" y="21330"/>
                  </a:lnTo>
                  <a:lnTo>
                    <a:pt x="90748" y="18797"/>
                  </a:lnTo>
                  <a:lnTo>
                    <a:pt x="85974" y="16415"/>
                  </a:lnTo>
                  <a:lnTo>
                    <a:pt x="81126" y="14186"/>
                  </a:lnTo>
                  <a:lnTo>
                    <a:pt x="76209" y="12113"/>
                  </a:lnTo>
                  <a:lnTo>
                    <a:pt x="71229" y="10198"/>
                  </a:lnTo>
                  <a:lnTo>
                    <a:pt x="66191" y="8443"/>
                  </a:lnTo>
                  <a:lnTo>
                    <a:pt x="61098" y="6850"/>
                  </a:lnTo>
                  <a:lnTo>
                    <a:pt x="55958" y="5420"/>
                  </a:lnTo>
                  <a:lnTo>
                    <a:pt x="50774" y="4155"/>
                  </a:lnTo>
                  <a:lnTo>
                    <a:pt x="45553" y="3056"/>
                  </a:lnTo>
                  <a:lnTo>
                    <a:pt x="40300" y="2124"/>
                  </a:lnTo>
                  <a:lnTo>
                    <a:pt x="35019" y="1360"/>
                  </a:lnTo>
                  <a:lnTo>
                    <a:pt x="29717" y="765"/>
                  </a:lnTo>
                  <a:lnTo>
                    <a:pt x="24398" y="340"/>
                  </a:lnTo>
                  <a:lnTo>
                    <a:pt x="19068" y="85"/>
                  </a:lnTo>
                  <a:lnTo>
                    <a:pt x="13733" y="0"/>
                  </a:lnTo>
                  <a:lnTo>
                    <a:pt x="137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101" y="1071028"/>
              <a:ext cx="165400" cy="167167"/>
            </a:xfrm>
            <a:custGeom>
              <a:avLst/>
              <a:pathLst>
                <a:path w="165400" h="167167">
                  <a:moveTo>
                    <a:pt x="165400" y="0"/>
                  </a:moveTo>
                  <a:lnTo>
                    <a:pt x="159986" y="87"/>
                  </a:lnTo>
                  <a:lnTo>
                    <a:pt x="154577" y="350"/>
                  </a:lnTo>
                  <a:lnTo>
                    <a:pt x="149180" y="788"/>
                  </a:lnTo>
                  <a:lnTo>
                    <a:pt x="143800" y="1401"/>
                  </a:lnTo>
                  <a:lnTo>
                    <a:pt x="138443" y="2187"/>
                  </a:lnTo>
                  <a:lnTo>
                    <a:pt x="133114" y="3147"/>
                  </a:lnTo>
                  <a:lnTo>
                    <a:pt x="127819" y="4278"/>
                  </a:lnTo>
                  <a:lnTo>
                    <a:pt x="122563" y="5581"/>
                  </a:lnTo>
                  <a:lnTo>
                    <a:pt x="117353" y="7053"/>
                  </a:lnTo>
                  <a:lnTo>
                    <a:pt x="112192" y="8693"/>
                  </a:lnTo>
                  <a:lnTo>
                    <a:pt x="107088" y="10499"/>
                  </a:lnTo>
                  <a:lnTo>
                    <a:pt x="102045" y="12470"/>
                  </a:lnTo>
                  <a:lnTo>
                    <a:pt x="97068" y="14603"/>
                  </a:lnTo>
                  <a:lnTo>
                    <a:pt x="92163" y="16896"/>
                  </a:lnTo>
                  <a:lnTo>
                    <a:pt x="87334" y="19347"/>
                  </a:lnTo>
                  <a:lnTo>
                    <a:pt x="82588" y="21953"/>
                  </a:lnTo>
                  <a:lnTo>
                    <a:pt x="77928" y="24711"/>
                  </a:lnTo>
                  <a:lnTo>
                    <a:pt x="73361" y="27618"/>
                  </a:lnTo>
                  <a:lnTo>
                    <a:pt x="68889" y="30673"/>
                  </a:lnTo>
                  <a:lnTo>
                    <a:pt x="64519" y="33870"/>
                  </a:lnTo>
                  <a:lnTo>
                    <a:pt x="60255" y="37207"/>
                  </a:lnTo>
                  <a:lnTo>
                    <a:pt x="56101" y="40680"/>
                  </a:lnTo>
                  <a:lnTo>
                    <a:pt x="52062" y="44286"/>
                  </a:lnTo>
                  <a:lnTo>
                    <a:pt x="48142" y="48021"/>
                  </a:lnTo>
                  <a:lnTo>
                    <a:pt x="44345" y="51881"/>
                  </a:lnTo>
                  <a:lnTo>
                    <a:pt x="40675" y="55863"/>
                  </a:lnTo>
                  <a:lnTo>
                    <a:pt x="37135" y="59960"/>
                  </a:lnTo>
                  <a:lnTo>
                    <a:pt x="33731" y="64171"/>
                  </a:lnTo>
                  <a:lnTo>
                    <a:pt x="30464" y="68489"/>
                  </a:lnTo>
                  <a:lnTo>
                    <a:pt x="27339" y="72911"/>
                  </a:lnTo>
                  <a:lnTo>
                    <a:pt x="24359" y="77431"/>
                  </a:lnTo>
                  <a:lnTo>
                    <a:pt x="21527" y="82046"/>
                  </a:lnTo>
                  <a:lnTo>
                    <a:pt x="18845" y="86751"/>
                  </a:lnTo>
                  <a:lnTo>
                    <a:pt x="16318" y="91539"/>
                  </a:lnTo>
                  <a:lnTo>
                    <a:pt x="13947" y="96407"/>
                  </a:lnTo>
                  <a:lnTo>
                    <a:pt x="11734" y="101349"/>
                  </a:lnTo>
                  <a:lnTo>
                    <a:pt x="9683" y="106360"/>
                  </a:lnTo>
                  <a:lnTo>
                    <a:pt x="7796" y="111435"/>
                  </a:lnTo>
                  <a:lnTo>
                    <a:pt x="6074" y="116569"/>
                  </a:lnTo>
                  <a:lnTo>
                    <a:pt x="4518" y="121755"/>
                  </a:lnTo>
                  <a:lnTo>
                    <a:pt x="3132" y="126990"/>
                  </a:lnTo>
                  <a:lnTo>
                    <a:pt x="1916" y="132266"/>
                  </a:lnTo>
                  <a:lnTo>
                    <a:pt x="871" y="137579"/>
                  </a:lnTo>
                  <a:lnTo>
                    <a:pt x="0" y="142923"/>
                  </a:lnTo>
                  <a:lnTo>
                    <a:pt x="16540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9101" y="1213952"/>
              <a:ext cx="165400" cy="24244"/>
            </a:xfrm>
            <a:custGeom>
              <a:avLst/>
              <a:pathLst>
                <a:path w="165400" h="24244">
                  <a:moveTo>
                    <a:pt x="0" y="0"/>
                  </a:moveTo>
                  <a:lnTo>
                    <a:pt x="165400" y="242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48" y="1074237"/>
              <a:ext cx="334310" cy="331125"/>
            </a:xfrm>
            <a:custGeom>
              <a:avLst/>
              <a:pathLst>
                <a:path w="334310" h="331125">
                  <a:moveTo>
                    <a:pt x="1753" y="139715"/>
                  </a:moveTo>
                  <a:lnTo>
                    <a:pt x="1067" y="144971"/>
                  </a:lnTo>
                  <a:lnTo>
                    <a:pt x="549" y="150247"/>
                  </a:lnTo>
                  <a:lnTo>
                    <a:pt x="198" y="155536"/>
                  </a:lnTo>
                  <a:lnTo>
                    <a:pt x="15" y="160834"/>
                  </a:lnTo>
                  <a:lnTo>
                    <a:pt x="0" y="166135"/>
                  </a:lnTo>
                  <a:lnTo>
                    <a:pt x="153" y="171434"/>
                  </a:lnTo>
                  <a:lnTo>
                    <a:pt x="474" y="176725"/>
                  </a:lnTo>
                  <a:lnTo>
                    <a:pt x="962" y="182003"/>
                  </a:lnTo>
                  <a:lnTo>
                    <a:pt x="1618" y="187264"/>
                  </a:lnTo>
                  <a:lnTo>
                    <a:pt x="2440" y="192501"/>
                  </a:lnTo>
                  <a:lnTo>
                    <a:pt x="3428" y="197709"/>
                  </a:lnTo>
                  <a:lnTo>
                    <a:pt x="4580" y="202883"/>
                  </a:lnTo>
                  <a:lnTo>
                    <a:pt x="5896" y="208018"/>
                  </a:lnTo>
                  <a:lnTo>
                    <a:pt x="7374" y="213109"/>
                  </a:lnTo>
                  <a:lnTo>
                    <a:pt x="9013" y="218150"/>
                  </a:lnTo>
                  <a:lnTo>
                    <a:pt x="10811" y="223137"/>
                  </a:lnTo>
                  <a:lnTo>
                    <a:pt x="12766" y="228065"/>
                  </a:lnTo>
                  <a:lnTo>
                    <a:pt x="14876" y="232928"/>
                  </a:lnTo>
                  <a:lnTo>
                    <a:pt x="17139" y="237721"/>
                  </a:lnTo>
                  <a:lnTo>
                    <a:pt x="19553" y="242440"/>
                  </a:lnTo>
                  <a:lnTo>
                    <a:pt x="22116" y="247081"/>
                  </a:lnTo>
                  <a:lnTo>
                    <a:pt x="24825" y="251638"/>
                  </a:lnTo>
                  <a:lnTo>
                    <a:pt x="27676" y="256106"/>
                  </a:lnTo>
                  <a:lnTo>
                    <a:pt x="30668" y="260483"/>
                  </a:lnTo>
                  <a:lnTo>
                    <a:pt x="33797" y="264761"/>
                  </a:lnTo>
                  <a:lnTo>
                    <a:pt x="37060" y="268939"/>
                  </a:lnTo>
                  <a:lnTo>
                    <a:pt x="40454" y="273011"/>
                  </a:lnTo>
                  <a:lnTo>
                    <a:pt x="43976" y="276974"/>
                  </a:lnTo>
                  <a:lnTo>
                    <a:pt x="47621" y="280822"/>
                  </a:lnTo>
                  <a:lnTo>
                    <a:pt x="51387" y="284553"/>
                  </a:lnTo>
                  <a:lnTo>
                    <a:pt x="55268" y="288163"/>
                  </a:lnTo>
                  <a:lnTo>
                    <a:pt x="59263" y="291648"/>
                  </a:lnTo>
                  <a:lnTo>
                    <a:pt x="63366" y="295005"/>
                  </a:lnTo>
                  <a:lnTo>
                    <a:pt x="67573" y="298230"/>
                  </a:lnTo>
                  <a:lnTo>
                    <a:pt x="71880" y="301320"/>
                  </a:lnTo>
                  <a:lnTo>
                    <a:pt x="76284" y="304272"/>
                  </a:lnTo>
                  <a:lnTo>
                    <a:pt x="80778" y="307082"/>
                  </a:lnTo>
                  <a:lnTo>
                    <a:pt x="85360" y="309749"/>
                  </a:lnTo>
                  <a:lnTo>
                    <a:pt x="90023" y="312269"/>
                  </a:lnTo>
                  <a:lnTo>
                    <a:pt x="94765" y="314640"/>
                  </a:lnTo>
                  <a:lnTo>
                    <a:pt x="99579" y="316859"/>
                  </a:lnTo>
                  <a:lnTo>
                    <a:pt x="104461" y="318925"/>
                  </a:lnTo>
                  <a:lnTo>
                    <a:pt x="109406" y="320835"/>
                  </a:lnTo>
                  <a:lnTo>
                    <a:pt x="114409" y="322587"/>
                  </a:lnTo>
                  <a:lnTo>
                    <a:pt x="119465" y="324180"/>
                  </a:lnTo>
                  <a:lnTo>
                    <a:pt x="124569" y="325611"/>
                  </a:lnTo>
                  <a:lnTo>
                    <a:pt x="129716" y="326880"/>
                  </a:lnTo>
                  <a:lnTo>
                    <a:pt x="134900" y="327985"/>
                  </a:lnTo>
                  <a:lnTo>
                    <a:pt x="140117" y="328925"/>
                  </a:lnTo>
                  <a:lnTo>
                    <a:pt x="145362" y="329700"/>
                  </a:lnTo>
                  <a:lnTo>
                    <a:pt x="150628" y="330307"/>
                  </a:lnTo>
                  <a:lnTo>
                    <a:pt x="155910" y="330748"/>
                  </a:lnTo>
                  <a:lnTo>
                    <a:pt x="161204" y="331020"/>
                  </a:lnTo>
                  <a:lnTo>
                    <a:pt x="166504" y="331125"/>
                  </a:lnTo>
                  <a:lnTo>
                    <a:pt x="171805" y="331061"/>
                  </a:lnTo>
                  <a:lnTo>
                    <a:pt x="177101" y="330830"/>
                  </a:lnTo>
                  <a:lnTo>
                    <a:pt x="182387" y="330430"/>
                  </a:lnTo>
                  <a:lnTo>
                    <a:pt x="187658" y="329864"/>
                  </a:lnTo>
                  <a:lnTo>
                    <a:pt x="192908" y="329130"/>
                  </a:lnTo>
                  <a:lnTo>
                    <a:pt x="198132" y="328230"/>
                  </a:lnTo>
                  <a:lnTo>
                    <a:pt x="203325" y="327166"/>
                  </a:lnTo>
                  <a:lnTo>
                    <a:pt x="208481" y="325937"/>
                  </a:lnTo>
                  <a:lnTo>
                    <a:pt x="213596" y="324545"/>
                  </a:lnTo>
                  <a:lnTo>
                    <a:pt x="218665" y="322992"/>
                  </a:lnTo>
                  <a:lnTo>
                    <a:pt x="223681" y="321278"/>
                  </a:lnTo>
                  <a:lnTo>
                    <a:pt x="228641" y="319407"/>
                  </a:lnTo>
                  <a:lnTo>
                    <a:pt x="233539" y="317379"/>
                  </a:lnTo>
                  <a:lnTo>
                    <a:pt x="238370" y="315197"/>
                  </a:lnTo>
                  <a:lnTo>
                    <a:pt x="243129" y="312863"/>
                  </a:lnTo>
                  <a:lnTo>
                    <a:pt x="247813" y="310379"/>
                  </a:lnTo>
                  <a:lnTo>
                    <a:pt x="252414" y="307748"/>
                  </a:lnTo>
                  <a:lnTo>
                    <a:pt x="256931" y="304972"/>
                  </a:lnTo>
                  <a:lnTo>
                    <a:pt x="261357" y="302055"/>
                  </a:lnTo>
                  <a:lnTo>
                    <a:pt x="265688" y="298998"/>
                  </a:lnTo>
                  <a:lnTo>
                    <a:pt x="269920" y="295806"/>
                  </a:lnTo>
                  <a:lnTo>
                    <a:pt x="274049" y="292482"/>
                  </a:lnTo>
                  <a:lnTo>
                    <a:pt x="278070" y="289028"/>
                  </a:lnTo>
                  <a:lnTo>
                    <a:pt x="281980" y="285448"/>
                  </a:lnTo>
                  <a:lnTo>
                    <a:pt x="285774" y="281746"/>
                  </a:lnTo>
                  <a:lnTo>
                    <a:pt x="289449" y="277926"/>
                  </a:lnTo>
                  <a:lnTo>
                    <a:pt x="293001" y="273991"/>
                  </a:lnTo>
                  <a:lnTo>
                    <a:pt x="296427" y="269945"/>
                  </a:lnTo>
                  <a:lnTo>
                    <a:pt x="299722" y="265793"/>
                  </a:lnTo>
                  <a:lnTo>
                    <a:pt x="302885" y="261538"/>
                  </a:lnTo>
                  <a:lnTo>
                    <a:pt x="305910" y="257186"/>
                  </a:lnTo>
                  <a:lnTo>
                    <a:pt x="308797" y="252739"/>
                  </a:lnTo>
                  <a:lnTo>
                    <a:pt x="311540" y="248204"/>
                  </a:lnTo>
                  <a:lnTo>
                    <a:pt x="314139" y="243583"/>
                  </a:lnTo>
                  <a:lnTo>
                    <a:pt x="316590" y="238883"/>
                  </a:lnTo>
                  <a:lnTo>
                    <a:pt x="318890" y="234107"/>
                  </a:lnTo>
                  <a:lnTo>
                    <a:pt x="321038" y="229260"/>
                  </a:lnTo>
                  <a:lnTo>
                    <a:pt x="323031" y="224348"/>
                  </a:lnTo>
                  <a:lnTo>
                    <a:pt x="324867" y="219376"/>
                  </a:lnTo>
                  <a:lnTo>
                    <a:pt x="326545" y="214347"/>
                  </a:lnTo>
                  <a:lnTo>
                    <a:pt x="328063" y="209268"/>
                  </a:lnTo>
                  <a:lnTo>
                    <a:pt x="329418" y="204143"/>
                  </a:lnTo>
                  <a:lnTo>
                    <a:pt x="330611" y="198978"/>
                  </a:lnTo>
                  <a:lnTo>
                    <a:pt x="331639" y="193778"/>
                  </a:lnTo>
                  <a:lnTo>
                    <a:pt x="332502" y="188547"/>
                  </a:lnTo>
                  <a:lnTo>
                    <a:pt x="333198" y="183292"/>
                  </a:lnTo>
                  <a:lnTo>
                    <a:pt x="333728" y="178018"/>
                  </a:lnTo>
                  <a:lnTo>
                    <a:pt x="334090" y="172729"/>
                  </a:lnTo>
                  <a:lnTo>
                    <a:pt x="334284" y="167432"/>
                  </a:lnTo>
                  <a:lnTo>
                    <a:pt x="334310" y="162131"/>
                  </a:lnTo>
                  <a:lnTo>
                    <a:pt x="334168" y="156831"/>
                  </a:lnTo>
                  <a:lnTo>
                    <a:pt x="333858" y="151539"/>
                  </a:lnTo>
                  <a:lnTo>
                    <a:pt x="333381" y="146260"/>
                  </a:lnTo>
                  <a:lnTo>
                    <a:pt x="332736" y="140998"/>
                  </a:lnTo>
                  <a:lnTo>
                    <a:pt x="331925" y="135760"/>
                  </a:lnTo>
                  <a:lnTo>
                    <a:pt x="330948" y="130550"/>
                  </a:lnTo>
                  <a:lnTo>
                    <a:pt x="329806" y="125373"/>
                  </a:lnTo>
                  <a:lnTo>
                    <a:pt x="328501" y="120235"/>
                  </a:lnTo>
                  <a:lnTo>
                    <a:pt x="327033" y="115141"/>
                  </a:lnTo>
                  <a:lnTo>
                    <a:pt x="325405" y="110096"/>
                  </a:lnTo>
                  <a:lnTo>
                    <a:pt x="323618" y="105106"/>
                  </a:lnTo>
                  <a:lnTo>
                    <a:pt x="321673" y="100174"/>
                  </a:lnTo>
                  <a:lnTo>
                    <a:pt x="319573" y="95307"/>
                  </a:lnTo>
                  <a:lnTo>
                    <a:pt x="317320" y="90509"/>
                  </a:lnTo>
                  <a:lnTo>
                    <a:pt x="314915" y="85784"/>
                  </a:lnTo>
                  <a:lnTo>
                    <a:pt x="312362" y="81139"/>
                  </a:lnTo>
                  <a:lnTo>
                    <a:pt x="309663" y="76576"/>
                  </a:lnTo>
                  <a:lnTo>
                    <a:pt x="306821" y="72102"/>
                  </a:lnTo>
                  <a:lnTo>
                    <a:pt x="303838" y="67719"/>
                  </a:lnTo>
                  <a:lnTo>
                    <a:pt x="300718" y="63434"/>
                  </a:lnTo>
                  <a:lnTo>
                    <a:pt x="297464" y="59249"/>
                  </a:lnTo>
                  <a:lnTo>
                    <a:pt x="294078" y="55170"/>
                  </a:lnTo>
                  <a:lnTo>
                    <a:pt x="290565" y="51201"/>
                  </a:lnTo>
                  <a:lnTo>
                    <a:pt x="286928" y="47344"/>
                  </a:lnTo>
                  <a:lnTo>
                    <a:pt x="283170" y="43605"/>
                  </a:lnTo>
                  <a:lnTo>
                    <a:pt x="279296" y="39987"/>
                  </a:lnTo>
                  <a:lnTo>
                    <a:pt x="275309" y="36494"/>
                  </a:lnTo>
                  <a:lnTo>
                    <a:pt x="271213" y="33129"/>
                  </a:lnTo>
                  <a:lnTo>
                    <a:pt x="267012" y="29895"/>
                  </a:lnTo>
                  <a:lnTo>
                    <a:pt x="262711" y="26796"/>
                  </a:lnTo>
                  <a:lnTo>
                    <a:pt x="258314" y="23835"/>
                  </a:lnTo>
                  <a:lnTo>
                    <a:pt x="253825" y="21015"/>
                  </a:lnTo>
                  <a:lnTo>
                    <a:pt x="249250" y="18339"/>
                  </a:lnTo>
                  <a:lnTo>
                    <a:pt x="244591" y="15809"/>
                  </a:lnTo>
                  <a:lnTo>
                    <a:pt x="239855" y="13428"/>
                  </a:lnTo>
                  <a:lnTo>
                    <a:pt x="235045" y="11199"/>
                  </a:lnTo>
                  <a:lnTo>
                    <a:pt x="230168" y="9123"/>
                  </a:lnTo>
                  <a:lnTo>
                    <a:pt x="225227" y="7203"/>
                  </a:lnTo>
                  <a:lnTo>
                    <a:pt x="220227" y="5440"/>
                  </a:lnTo>
                  <a:lnTo>
                    <a:pt x="215175" y="3837"/>
                  </a:lnTo>
                  <a:lnTo>
                    <a:pt x="210073" y="2395"/>
                  </a:lnTo>
                  <a:lnTo>
                    <a:pt x="204929" y="1115"/>
                  </a:lnTo>
                  <a:lnTo>
                    <a:pt x="199747" y="0"/>
                  </a:lnTo>
                  <a:lnTo>
                    <a:pt x="167153" y="1639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594" cy="167167"/>
            </a:xfrm>
            <a:custGeom>
              <a:avLst/>
              <a:pathLst>
                <a:path w="32594" h="167167">
                  <a:moveTo>
                    <a:pt x="32594" y="3208"/>
                  </a:moveTo>
                  <a:lnTo>
                    <a:pt x="26135" y="2055"/>
                  </a:lnTo>
                  <a:lnTo>
                    <a:pt x="19637" y="1157"/>
                  </a:lnTo>
                  <a:lnTo>
                    <a:pt x="13108" y="514"/>
                  </a:lnTo>
                  <a:lnTo>
                    <a:pt x="6559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4447" y="1322571"/>
              <a:ext cx="64273" cy="167167"/>
            </a:xfrm>
            <a:custGeom>
              <a:avLst/>
              <a:pathLst>
                <a:path w="64273" h="167167">
                  <a:moveTo>
                    <a:pt x="64273" y="0"/>
                  </a:moveTo>
                  <a:lnTo>
                    <a:pt x="58277" y="107"/>
                  </a:lnTo>
                  <a:lnTo>
                    <a:pt x="52288" y="430"/>
                  </a:lnTo>
                  <a:lnTo>
                    <a:pt x="46315" y="967"/>
                  </a:lnTo>
                  <a:lnTo>
                    <a:pt x="40365" y="1718"/>
                  </a:lnTo>
                  <a:lnTo>
                    <a:pt x="34446" y="2682"/>
                  </a:lnTo>
                  <a:lnTo>
                    <a:pt x="28565" y="3858"/>
                  </a:lnTo>
                  <a:lnTo>
                    <a:pt x="22730" y="5244"/>
                  </a:lnTo>
                  <a:lnTo>
                    <a:pt x="16949" y="6838"/>
                  </a:lnTo>
                  <a:lnTo>
                    <a:pt x="11228" y="8639"/>
                  </a:lnTo>
                  <a:lnTo>
                    <a:pt x="5576" y="10643"/>
                  </a:lnTo>
                  <a:lnTo>
                    <a:pt x="0" y="12850"/>
                  </a:lnTo>
                  <a:lnTo>
                    <a:pt x="6427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4447" y="1335421"/>
              <a:ext cx="64273" cy="154317"/>
            </a:xfrm>
            <a:custGeom>
              <a:avLst/>
              <a:pathLst>
                <a:path w="64273" h="154317">
                  <a:moveTo>
                    <a:pt x="0" y="0"/>
                  </a:moveTo>
                  <a:lnTo>
                    <a:pt x="64273" y="1543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6" y="1335421"/>
              <a:ext cx="334312" cy="321482"/>
            </a:xfrm>
            <a:custGeom>
              <a:avLst/>
              <a:pathLst>
                <a:path w="334312" h="321482">
                  <a:moveTo>
                    <a:pt x="102891" y="0"/>
                  </a:moveTo>
                  <a:lnTo>
                    <a:pt x="98042" y="2110"/>
                  </a:lnTo>
                  <a:lnTo>
                    <a:pt x="93262" y="4372"/>
                  </a:lnTo>
                  <a:lnTo>
                    <a:pt x="88556" y="6785"/>
                  </a:lnTo>
                  <a:lnTo>
                    <a:pt x="83929" y="9345"/>
                  </a:lnTo>
                  <a:lnTo>
                    <a:pt x="79385" y="12051"/>
                  </a:lnTo>
                  <a:lnTo>
                    <a:pt x="74929" y="14898"/>
                  </a:lnTo>
                  <a:lnTo>
                    <a:pt x="70565" y="17886"/>
                  </a:lnTo>
                  <a:lnTo>
                    <a:pt x="66298" y="21009"/>
                  </a:lnTo>
                  <a:lnTo>
                    <a:pt x="62132" y="24267"/>
                  </a:lnTo>
                  <a:lnTo>
                    <a:pt x="58071" y="27654"/>
                  </a:lnTo>
                  <a:lnTo>
                    <a:pt x="54119" y="31168"/>
                  </a:lnTo>
                  <a:lnTo>
                    <a:pt x="50280" y="34805"/>
                  </a:lnTo>
                  <a:lnTo>
                    <a:pt x="46558" y="38562"/>
                  </a:lnTo>
                  <a:lnTo>
                    <a:pt x="42957" y="42435"/>
                  </a:lnTo>
                  <a:lnTo>
                    <a:pt x="39480" y="46420"/>
                  </a:lnTo>
                  <a:lnTo>
                    <a:pt x="36131" y="50513"/>
                  </a:lnTo>
                  <a:lnTo>
                    <a:pt x="32914" y="54709"/>
                  </a:lnTo>
                  <a:lnTo>
                    <a:pt x="29830" y="59006"/>
                  </a:lnTo>
                  <a:lnTo>
                    <a:pt x="26884" y="63397"/>
                  </a:lnTo>
                  <a:lnTo>
                    <a:pt x="24078" y="67880"/>
                  </a:lnTo>
                  <a:lnTo>
                    <a:pt x="21416" y="72449"/>
                  </a:lnTo>
                  <a:lnTo>
                    <a:pt x="18899" y="77100"/>
                  </a:lnTo>
                  <a:lnTo>
                    <a:pt x="16531" y="81829"/>
                  </a:lnTo>
                  <a:lnTo>
                    <a:pt x="14313" y="86629"/>
                  </a:lnTo>
                  <a:lnTo>
                    <a:pt x="12249" y="91498"/>
                  </a:lnTo>
                  <a:lnTo>
                    <a:pt x="10339" y="96430"/>
                  </a:lnTo>
                  <a:lnTo>
                    <a:pt x="8587" y="101419"/>
                  </a:lnTo>
                  <a:lnTo>
                    <a:pt x="6993" y="106462"/>
                  </a:lnTo>
                  <a:lnTo>
                    <a:pt x="5560" y="111552"/>
                  </a:lnTo>
                  <a:lnTo>
                    <a:pt x="4288" y="116685"/>
                  </a:lnTo>
                  <a:lnTo>
                    <a:pt x="3179" y="121856"/>
                  </a:lnTo>
                  <a:lnTo>
                    <a:pt x="2234" y="127059"/>
                  </a:lnTo>
                  <a:lnTo>
                    <a:pt x="1454" y="132289"/>
                  </a:lnTo>
                  <a:lnTo>
                    <a:pt x="841" y="137542"/>
                  </a:lnTo>
                  <a:lnTo>
                    <a:pt x="393" y="142811"/>
                  </a:lnTo>
                  <a:lnTo>
                    <a:pt x="113" y="148092"/>
                  </a:lnTo>
                  <a:lnTo>
                    <a:pt x="0" y="153379"/>
                  </a:lnTo>
                  <a:lnTo>
                    <a:pt x="53" y="158667"/>
                  </a:lnTo>
                  <a:lnTo>
                    <a:pt x="275" y="163951"/>
                  </a:lnTo>
                  <a:lnTo>
                    <a:pt x="663" y="169225"/>
                  </a:lnTo>
                  <a:lnTo>
                    <a:pt x="1218" y="174484"/>
                  </a:lnTo>
                  <a:lnTo>
                    <a:pt x="1939" y="179723"/>
                  </a:lnTo>
                  <a:lnTo>
                    <a:pt x="2825" y="184937"/>
                  </a:lnTo>
                  <a:lnTo>
                    <a:pt x="3876" y="190119"/>
                  </a:lnTo>
                  <a:lnTo>
                    <a:pt x="5090" y="195267"/>
                  </a:lnTo>
                  <a:lnTo>
                    <a:pt x="6466" y="200373"/>
                  </a:lnTo>
                  <a:lnTo>
                    <a:pt x="8004" y="205433"/>
                  </a:lnTo>
                  <a:lnTo>
                    <a:pt x="9700" y="210441"/>
                  </a:lnTo>
                  <a:lnTo>
                    <a:pt x="11554" y="215394"/>
                  </a:lnTo>
                  <a:lnTo>
                    <a:pt x="13564" y="220286"/>
                  </a:lnTo>
                  <a:lnTo>
                    <a:pt x="15727" y="225111"/>
                  </a:lnTo>
                  <a:lnTo>
                    <a:pt x="18042" y="229866"/>
                  </a:lnTo>
                  <a:lnTo>
                    <a:pt x="20507" y="234545"/>
                  </a:lnTo>
                  <a:lnTo>
                    <a:pt x="23118" y="239143"/>
                  </a:lnTo>
                  <a:lnTo>
                    <a:pt x="25873" y="243657"/>
                  </a:lnTo>
                  <a:lnTo>
                    <a:pt x="28770" y="248082"/>
                  </a:lnTo>
                  <a:lnTo>
                    <a:pt x="31805" y="252412"/>
                  </a:lnTo>
                  <a:lnTo>
                    <a:pt x="34975" y="256645"/>
                  </a:lnTo>
                  <a:lnTo>
                    <a:pt x="38278" y="260775"/>
                  </a:lnTo>
                  <a:lnTo>
                    <a:pt x="41710" y="264798"/>
                  </a:lnTo>
                  <a:lnTo>
                    <a:pt x="45267" y="268711"/>
                  </a:lnTo>
                  <a:lnTo>
                    <a:pt x="48947" y="272510"/>
                  </a:lnTo>
                  <a:lnTo>
                    <a:pt x="52745" y="276190"/>
                  </a:lnTo>
                  <a:lnTo>
                    <a:pt x="56657" y="279748"/>
                  </a:lnTo>
                  <a:lnTo>
                    <a:pt x="60680" y="283181"/>
                  </a:lnTo>
                  <a:lnTo>
                    <a:pt x="64809" y="286485"/>
                  </a:lnTo>
                  <a:lnTo>
                    <a:pt x="69041" y="289656"/>
                  </a:lnTo>
                  <a:lnTo>
                    <a:pt x="73371" y="292692"/>
                  </a:lnTo>
                  <a:lnTo>
                    <a:pt x="77794" y="295590"/>
                  </a:lnTo>
                  <a:lnTo>
                    <a:pt x="82308" y="298346"/>
                  </a:lnTo>
                  <a:lnTo>
                    <a:pt x="86906" y="300958"/>
                  </a:lnTo>
                  <a:lnTo>
                    <a:pt x="91585" y="303423"/>
                  </a:lnTo>
                  <a:lnTo>
                    <a:pt x="96339" y="305739"/>
                  </a:lnTo>
                  <a:lnTo>
                    <a:pt x="101164" y="307904"/>
                  </a:lnTo>
                  <a:lnTo>
                    <a:pt x="106055" y="309914"/>
                  </a:lnTo>
                  <a:lnTo>
                    <a:pt x="111007" y="311769"/>
                  </a:lnTo>
                  <a:lnTo>
                    <a:pt x="116016" y="313467"/>
                  </a:lnTo>
                  <a:lnTo>
                    <a:pt x="121075" y="315005"/>
                  </a:lnTo>
                  <a:lnTo>
                    <a:pt x="126181" y="316383"/>
                  </a:lnTo>
                  <a:lnTo>
                    <a:pt x="131328" y="317598"/>
                  </a:lnTo>
                  <a:lnTo>
                    <a:pt x="136510" y="318650"/>
                  </a:lnTo>
                  <a:lnTo>
                    <a:pt x="141724" y="319537"/>
                  </a:lnTo>
                  <a:lnTo>
                    <a:pt x="146963" y="320259"/>
                  </a:lnTo>
                  <a:lnTo>
                    <a:pt x="152222" y="320815"/>
                  </a:lnTo>
                  <a:lnTo>
                    <a:pt x="157495" y="321204"/>
                  </a:lnTo>
                  <a:lnTo>
                    <a:pt x="162779" y="321427"/>
                  </a:lnTo>
                  <a:lnTo>
                    <a:pt x="168067" y="321482"/>
                  </a:lnTo>
                  <a:lnTo>
                    <a:pt x="173354" y="321370"/>
                  </a:lnTo>
                  <a:lnTo>
                    <a:pt x="178635" y="321090"/>
                  </a:lnTo>
                  <a:lnTo>
                    <a:pt x="183905" y="320644"/>
                  </a:lnTo>
                  <a:lnTo>
                    <a:pt x="189157" y="320031"/>
                  </a:lnTo>
                  <a:lnTo>
                    <a:pt x="194388" y="319253"/>
                  </a:lnTo>
                  <a:lnTo>
                    <a:pt x="199591" y="318309"/>
                  </a:lnTo>
                  <a:lnTo>
                    <a:pt x="204762" y="317201"/>
                  </a:lnTo>
                  <a:lnTo>
                    <a:pt x="209896" y="315931"/>
                  </a:lnTo>
                  <a:lnTo>
                    <a:pt x="214986" y="314498"/>
                  </a:lnTo>
                  <a:lnTo>
                    <a:pt x="220029" y="312905"/>
                  </a:lnTo>
                  <a:lnTo>
                    <a:pt x="225019" y="311154"/>
                  </a:lnTo>
                  <a:lnTo>
                    <a:pt x="229951" y="309245"/>
                  </a:lnTo>
                  <a:lnTo>
                    <a:pt x="234820" y="307182"/>
                  </a:lnTo>
                  <a:lnTo>
                    <a:pt x="239621" y="304965"/>
                  </a:lnTo>
                  <a:lnTo>
                    <a:pt x="244350" y="302598"/>
                  </a:lnTo>
                  <a:lnTo>
                    <a:pt x="249002" y="300082"/>
                  </a:lnTo>
                  <a:lnTo>
                    <a:pt x="253572" y="297421"/>
                  </a:lnTo>
                  <a:lnTo>
                    <a:pt x="258055" y="294616"/>
                  </a:lnTo>
                  <a:lnTo>
                    <a:pt x="262447" y="291671"/>
                  </a:lnTo>
                  <a:lnTo>
                    <a:pt x="266744" y="288588"/>
                  </a:lnTo>
                  <a:lnTo>
                    <a:pt x="270941" y="285371"/>
                  </a:lnTo>
                  <a:lnTo>
                    <a:pt x="275035" y="282023"/>
                  </a:lnTo>
                  <a:lnTo>
                    <a:pt x="279020" y="278547"/>
                  </a:lnTo>
                  <a:lnTo>
                    <a:pt x="282894" y="274947"/>
                  </a:lnTo>
                  <a:lnTo>
                    <a:pt x="286652" y="271226"/>
                  </a:lnTo>
                  <a:lnTo>
                    <a:pt x="290290" y="267388"/>
                  </a:lnTo>
                  <a:lnTo>
                    <a:pt x="293805" y="263437"/>
                  </a:lnTo>
                  <a:lnTo>
                    <a:pt x="297193" y="259377"/>
                  </a:lnTo>
                  <a:lnTo>
                    <a:pt x="300451" y="255211"/>
                  </a:lnTo>
                  <a:lnTo>
                    <a:pt x="303576" y="250945"/>
                  </a:lnTo>
                  <a:lnTo>
                    <a:pt x="306564" y="246582"/>
                  </a:lnTo>
                  <a:lnTo>
                    <a:pt x="309412" y="242126"/>
                  </a:lnTo>
                  <a:lnTo>
                    <a:pt x="312119" y="237583"/>
                  </a:lnTo>
                  <a:lnTo>
                    <a:pt x="314680" y="232956"/>
                  </a:lnTo>
                  <a:lnTo>
                    <a:pt x="317093" y="228251"/>
                  </a:lnTo>
                  <a:lnTo>
                    <a:pt x="319357" y="223471"/>
                  </a:lnTo>
                  <a:lnTo>
                    <a:pt x="321468" y="218623"/>
                  </a:lnTo>
                  <a:lnTo>
                    <a:pt x="323425" y="213710"/>
                  </a:lnTo>
                  <a:lnTo>
                    <a:pt x="325226" y="208737"/>
                  </a:lnTo>
                  <a:lnTo>
                    <a:pt x="326868" y="203710"/>
                  </a:lnTo>
                  <a:lnTo>
                    <a:pt x="328350" y="198634"/>
                  </a:lnTo>
                  <a:lnTo>
                    <a:pt x="329671" y="193514"/>
                  </a:lnTo>
                  <a:lnTo>
                    <a:pt x="330830" y="188354"/>
                  </a:lnTo>
                  <a:lnTo>
                    <a:pt x="331825" y="183160"/>
                  </a:lnTo>
                  <a:lnTo>
                    <a:pt x="332655" y="177937"/>
                  </a:lnTo>
                  <a:lnTo>
                    <a:pt x="333319" y="172691"/>
                  </a:lnTo>
                  <a:lnTo>
                    <a:pt x="333817" y="167426"/>
                  </a:lnTo>
                  <a:lnTo>
                    <a:pt x="334148" y="162148"/>
                  </a:lnTo>
                  <a:lnTo>
                    <a:pt x="334312" y="156862"/>
                  </a:lnTo>
                  <a:lnTo>
                    <a:pt x="334309" y="151574"/>
                  </a:lnTo>
                  <a:lnTo>
                    <a:pt x="334139" y="146288"/>
                  </a:lnTo>
                  <a:lnTo>
                    <a:pt x="333801" y="141011"/>
                  </a:lnTo>
                  <a:lnTo>
                    <a:pt x="333297" y="135747"/>
                  </a:lnTo>
                  <a:lnTo>
                    <a:pt x="332627" y="130501"/>
                  </a:lnTo>
                  <a:lnTo>
                    <a:pt x="331790" y="125279"/>
                  </a:lnTo>
                  <a:lnTo>
                    <a:pt x="330790" y="120086"/>
                  </a:lnTo>
                  <a:lnTo>
                    <a:pt x="329625" y="114928"/>
                  </a:lnTo>
                  <a:lnTo>
                    <a:pt x="328298" y="109809"/>
                  </a:lnTo>
                  <a:lnTo>
                    <a:pt x="326809" y="104734"/>
                  </a:lnTo>
                  <a:lnTo>
                    <a:pt x="325161" y="99709"/>
                  </a:lnTo>
                  <a:lnTo>
                    <a:pt x="323355" y="94739"/>
                  </a:lnTo>
                  <a:lnTo>
                    <a:pt x="321392" y="89829"/>
                  </a:lnTo>
                  <a:lnTo>
                    <a:pt x="319275" y="84983"/>
                  </a:lnTo>
                  <a:lnTo>
                    <a:pt x="317006" y="80206"/>
                  </a:lnTo>
                  <a:lnTo>
                    <a:pt x="314587" y="75503"/>
                  </a:lnTo>
                  <a:lnTo>
                    <a:pt x="312020" y="70880"/>
                  </a:lnTo>
                  <a:lnTo>
                    <a:pt x="309308" y="66339"/>
                  </a:lnTo>
                  <a:lnTo>
                    <a:pt x="306454" y="61887"/>
                  </a:lnTo>
                  <a:lnTo>
                    <a:pt x="303461" y="57528"/>
                  </a:lnTo>
                  <a:lnTo>
                    <a:pt x="300331" y="53265"/>
                  </a:lnTo>
                  <a:lnTo>
                    <a:pt x="297068" y="49103"/>
                  </a:lnTo>
                  <a:lnTo>
                    <a:pt x="293675" y="45047"/>
                  </a:lnTo>
                  <a:lnTo>
                    <a:pt x="290156" y="41100"/>
                  </a:lnTo>
                  <a:lnTo>
                    <a:pt x="286513" y="37266"/>
                  </a:lnTo>
                  <a:lnTo>
                    <a:pt x="282751" y="33550"/>
                  </a:lnTo>
                  <a:lnTo>
                    <a:pt x="278873" y="29954"/>
                  </a:lnTo>
                  <a:lnTo>
                    <a:pt x="274884" y="26483"/>
                  </a:lnTo>
                  <a:lnTo>
                    <a:pt x="270786" y="23140"/>
                  </a:lnTo>
                  <a:lnTo>
                    <a:pt x="266585" y="19928"/>
                  </a:lnTo>
                  <a:lnTo>
                    <a:pt x="262285" y="16850"/>
                  </a:lnTo>
                  <a:lnTo>
                    <a:pt x="257889" y="13910"/>
                  </a:lnTo>
                  <a:lnTo>
                    <a:pt x="253402" y="11111"/>
                  </a:lnTo>
                  <a:lnTo>
                    <a:pt x="248829" y="8455"/>
                  </a:lnTo>
                  <a:lnTo>
                    <a:pt x="244175" y="5945"/>
                  </a:lnTo>
                  <a:lnTo>
                    <a:pt x="239443" y="3583"/>
                  </a:lnTo>
                  <a:lnTo>
                    <a:pt x="234639" y="1372"/>
                  </a:lnTo>
                  <a:lnTo>
                    <a:pt x="167164" y="1543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7474" cy="167167"/>
            </a:xfrm>
            <a:custGeom>
              <a:avLst/>
              <a:pathLst>
                <a:path w="67474" h="167167">
                  <a:moveTo>
                    <a:pt x="67474" y="14222"/>
                  </a:moveTo>
                  <a:lnTo>
                    <a:pt x="62139" y="11978"/>
                  </a:lnTo>
                  <a:lnTo>
                    <a:pt x="56730" y="9920"/>
                  </a:lnTo>
                  <a:lnTo>
                    <a:pt x="51252" y="8050"/>
                  </a:lnTo>
                  <a:lnTo>
                    <a:pt x="45714" y="6372"/>
                  </a:lnTo>
                  <a:lnTo>
                    <a:pt x="40120" y="4885"/>
                  </a:lnTo>
                  <a:lnTo>
                    <a:pt x="34478" y="3594"/>
                  </a:lnTo>
                  <a:lnTo>
                    <a:pt x="28795" y="2498"/>
                  </a:lnTo>
                  <a:lnTo>
                    <a:pt x="23078" y="1600"/>
                  </a:lnTo>
                  <a:lnTo>
                    <a:pt x="17332" y="901"/>
                  </a:lnTo>
                  <a:lnTo>
                    <a:pt x="11566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800" y="1681503"/>
              <a:ext cx="10724" cy="167167"/>
            </a:xfrm>
            <a:custGeom>
              <a:avLst/>
              <a:pathLst>
                <a:path w="10724" h="167167">
                  <a:moveTo>
                    <a:pt x="10724" y="0"/>
                  </a:moveTo>
                  <a:lnTo>
                    <a:pt x="0" y="344"/>
                  </a:lnTo>
                  <a:lnTo>
                    <a:pt x="1072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800" y="1681847"/>
              <a:ext cx="10724" cy="166823"/>
            </a:xfrm>
            <a:custGeom>
              <a:avLst/>
              <a:pathLst>
                <a:path w="10724" h="166823">
                  <a:moveTo>
                    <a:pt x="0" y="0"/>
                  </a:moveTo>
                  <a:lnTo>
                    <a:pt x="10724" y="1668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3139" y="1681847"/>
              <a:ext cx="143385" cy="166823"/>
            </a:xfrm>
            <a:custGeom>
              <a:avLst/>
              <a:pathLst>
                <a:path w="143385" h="166823">
                  <a:moveTo>
                    <a:pt x="132660" y="0"/>
                  </a:moveTo>
                  <a:lnTo>
                    <a:pt x="127106" y="450"/>
                  </a:lnTo>
                  <a:lnTo>
                    <a:pt x="121571" y="1085"/>
                  </a:lnTo>
                  <a:lnTo>
                    <a:pt x="116059" y="1904"/>
                  </a:lnTo>
                  <a:lnTo>
                    <a:pt x="110578" y="2906"/>
                  </a:lnTo>
                  <a:lnTo>
                    <a:pt x="105134" y="4090"/>
                  </a:lnTo>
                  <a:lnTo>
                    <a:pt x="99732" y="5455"/>
                  </a:lnTo>
                  <a:lnTo>
                    <a:pt x="94378" y="7000"/>
                  </a:lnTo>
                  <a:lnTo>
                    <a:pt x="89079" y="8722"/>
                  </a:lnTo>
                  <a:lnTo>
                    <a:pt x="83840" y="10619"/>
                  </a:lnTo>
                  <a:lnTo>
                    <a:pt x="78668" y="12691"/>
                  </a:lnTo>
                  <a:lnTo>
                    <a:pt x="73567" y="14933"/>
                  </a:lnTo>
                  <a:lnTo>
                    <a:pt x="68544" y="17344"/>
                  </a:lnTo>
                  <a:lnTo>
                    <a:pt x="63604" y="19921"/>
                  </a:lnTo>
                  <a:lnTo>
                    <a:pt x="58752" y="22662"/>
                  </a:lnTo>
                  <a:lnTo>
                    <a:pt x="53995" y="25562"/>
                  </a:lnTo>
                  <a:lnTo>
                    <a:pt x="49337" y="28620"/>
                  </a:lnTo>
                  <a:lnTo>
                    <a:pt x="44783" y="31831"/>
                  </a:lnTo>
                  <a:lnTo>
                    <a:pt x="40339" y="35192"/>
                  </a:lnTo>
                  <a:lnTo>
                    <a:pt x="36010" y="38699"/>
                  </a:lnTo>
                  <a:lnTo>
                    <a:pt x="31800" y="42349"/>
                  </a:lnTo>
                  <a:lnTo>
                    <a:pt x="27713" y="46136"/>
                  </a:lnTo>
                  <a:lnTo>
                    <a:pt x="23756" y="50058"/>
                  </a:lnTo>
                  <a:lnTo>
                    <a:pt x="19931" y="54110"/>
                  </a:lnTo>
                  <a:lnTo>
                    <a:pt x="16243" y="58287"/>
                  </a:lnTo>
                  <a:lnTo>
                    <a:pt x="12697" y="62584"/>
                  </a:lnTo>
                  <a:lnTo>
                    <a:pt x="9295" y="66998"/>
                  </a:lnTo>
                  <a:lnTo>
                    <a:pt x="6043" y="71522"/>
                  </a:lnTo>
                  <a:lnTo>
                    <a:pt x="2943" y="76152"/>
                  </a:lnTo>
                  <a:lnTo>
                    <a:pt x="0" y="80883"/>
                  </a:lnTo>
                  <a:lnTo>
                    <a:pt x="143385" y="1668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57" y="1681503"/>
              <a:ext cx="334323" cy="334327"/>
            </a:xfrm>
            <a:custGeom>
              <a:avLst/>
              <a:pathLst>
                <a:path w="334323" h="334327">
                  <a:moveTo>
                    <a:pt x="23781" y="81227"/>
                  </a:moveTo>
                  <a:lnTo>
                    <a:pt x="21135" y="85806"/>
                  </a:lnTo>
                  <a:lnTo>
                    <a:pt x="18634" y="90467"/>
                  </a:lnTo>
                  <a:lnTo>
                    <a:pt x="16282" y="95204"/>
                  </a:lnTo>
                  <a:lnTo>
                    <a:pt x="14081" y="100013"/>
                  </a:lnTo>
                  <a:lnTo>
                    <a:pt x="12033" y="104890"/>
                  </a:lnTo>
                  <a:lnTo>
                    <a:pt x="10140" y="109829"/>
                  </a:lnTo>
                  <a:lnTo>
                    <a:pt x="8405" y="114825"/>
                  </a:lnTo>
                  <a:lnTo>
                    <a:pt x="6829" y="119874"/>
                  </a:lnTo>
                  <a:lnTo>
                    <a:pt x="5413" y="124970"/>
                  </a:lnTo>
                  <a:lnTo>
                    <a:pt x="4159" y="130108"/>
                  </a:lnTo>
                  <a:lnTo>
                    <a:pt x="3068" y="135283"/>
                  </a:lnTo>
                  <a:lnTo>
                    <a:pt x="2141" y="140490"/>
                  </a:lnTo>
                  <a:lnTo>
                    <a:pt x="1380" y="145724"/>
                  </a:lnTo>
                  <a:lnTo>
                    <a:pt x="785" y="150980"/>
                  </a:lnTo>
                  <a:lnTo>
                    <a:pt x="356" y="156252"/>
                  </a:lnTo>
                  <a:lnTo>
                    <a:pt x="94" y="161534"/>
                  </a:lnTo>
                  <a:lnTo>
                    <a:pt x="0" y="166822"/>
                  </a:lnTo>
                  <a:lnTo>
                    <a:pt x="72" y="172111"/>
                  </a:lnTo>
                  <a:lnTo>
                    <a:pt x="312" y="177395"/>
                  </a:lnTo>
                  <a:lnTo>
                    <a:pt x="719" y="182668"/>
                  </a:lnTo>
                  <a:lnTo>
                    <a:pt x="1293" y="187926"/>
                  </a:lnTo>
                  <a:lnTo>
                    <a:pt x="2033" y="193163"/>
                  </a:lnTo>
                  <a:lnTo>
                    <a:pt x="2938" y="198374"/>
                  </a:lnTo>
                  <a:lnTo>
                    <a:pt x="4007" y="203554"/>
                  </a:lnTo>
                  <a:lnTo>
                    <a:pt x="5240" y="208697"/>
                  </a:lnTo>
                  <a:lnTo>
                    <a:pt x="6635" y="213799"/>
                  </a:lnTo>
                  <a:lnTo>
                    <a:pt x="8190" y="218854"/>
                  </a:lnTo>
                  <a:lnTo>
                    <a:pt x="9905" y="223857"/>
                  </a:lnTo>
                  <a:lnTo>
                    <a:pt x="11777" y="228804"/>
                  </a:lnTo>
                  <a:lnTo>
                    <a:pt x="13805" y="233689"/>
                  </a:lnTo>
                  <a:lnTo>
                    <a:pt x="15986" y="238507"/>
                  </a:lnTo>
                  <a:lnTo>
                    <a:pt x="18319" y="243254"/>
                  </a:lnTo>
                  <a:lnTo>
                    <a:pt x="20800" y="247925"/>
                  </a:lnTo>
                  <a:lnTo>
                    <a:pt x="23428" y="252515"/>
                  </a:lnTo>
                  <a:lnTo>
                    <a:pt x="26200" y="257019"/>
                  </a:lnTo>
                  <a:lnTo>
                    <a:pt x="29113" y="261434"/>
                  </a:lnTo>
                  <a:lnTo>
                    <a:pt x="32165" y="265754"/>
                  </a:lnTo>
                  <a:lnTo>
                    <a:pt x="35351" y="269976"/>
                  </a:lnTo>
                  <a:lnTo>
                    <a:pt x="38669" y="274094"/>
                  </a:lnTo>
                  <a:lnTo>
                    <a:pt x="42116" y="278106"/>
                  </a:lnTo>
                  <a:lnTo>
                    <a:pt x="45689" y="282006"/>
                  </a:lnTo>
                  <a:lnTo>
                    <a:pt x="49382" y="285792"/>
                  </a:lnTo>
                  <a:lnTo>
                    <a:pt x="53194" y="289458"/>
                  </a:lnTo>
                  <a:lnTo>
                    <a:pt x="57120" y="293003"/>
                  </a:lnTo>
                  <a:lnTo>
                    <a:pt x="61156" y="296421"/>
                  </a:lnTo>
                  <a:lnTo>
                    <a:pt x="65298" y="299710"/>
                  </a:lnTo>
                  <a:lnTo>
                    <a:pt x="69542" y="302867"/>
                  </a:lnTo>
                  <a:lnTo>
                    <a:pt x="73884" y="305887"/>
                  </a:lnTo>
                  <a:lnTo>
                    <a:pt x="78319" y="308769"/>
                  </a:lnTo>
                  <a:lnTo>
                    <a:pt x="82843" y="311508"/>
                  </a:lnTo>
                  <a:lnTo>
                    <a:pt x="87451" y="314104"/>
                  </a:lnTo>
                  <a:lnTo>
                    <a:pt x="92140" y="316552"/>
                  </a:lnTo>
                  <a:lnTo>
                    <a:pt x="96903" y="318851"/>
                  </a:lnTo>
                  <a:lnTo>
                    <a:pt x="101737" y="320998"/>
                  </a:lnTo>
                  <a:lnTo>
                    <a:pt x="106636" y="322991"/>
                  </a:lnTo>
                  <a:lnTo>
                    <a:pt x="111596" y="324827"/>
                  </a:lnTo>
                  <a:lnTo>
                    <a:pt x="116611" y="326507"/>
                  </a:lnTo>
                  <a:lnTo>
                    <a:pt x="121677" y="328026"/>
                  </a:lnTo>
                  <a:lnTo>
                    <a:pt x="126789" y="329385"/>
                  </a:lnTo>
                  <a:lnTo>
                    <a:pt x="131941" y="330581"/>
                  </a:lnTo>
                  <a:lnTo>
                    <a:pt x="137128" y="331613"/>
                  </a:lnTo>
                  <a:lnTo>
                    <a:pt x="142346" y="332481"/>
                  </a:lnTo>
                  <a:lnTo>
                    <a:pt x="147588" y="333184"/>
                  </a:lnTo>
                  <a:lnTo>
                    <a:pt x="152850" y="333720"/>
                  </a:lnTo>
                  <a:lnTo>
                    <a:pt x="158126" y="334090"/>
                  </a:lnTo>
                  <a:lnTo>
                    <a:pt x="163411" y="334292"/>
                  </a:lnTo>
                  <a:lnTo>
                    <a:pt x="168700" y="334327"/>
                  </a:lnTo>
                  <a:lnTo>
                    <a:pt x="173987" y="334195"/>
                  </a:lnTo>
                  <a:lnTo>
                    <a:pt x="179268" y="333896"/>
                  </a:lnTo>
                  <a:lnTo>
                    <a:pt x="184536" y="333430"/>
                  </a:lnTo>
                  <a:lnTo>
                    <a:pt x="189787" y="332797"/>
                  </a:lnTo>
                  <a:lnTo>
                    <a:pt x="195016" y="331998"/>
                  </a:lnTo>
                  <a:lnTo>
                    <a:pt x="200216" y="331035"/>
                  </a:lnTo>
                  <a:lnTo>
                    <a:pt x="205384" y="329907"/>
                  </a:lnTo>
                  <a:lnTo>
                    <a:pt x="210513" y="328617"/>
                  </a:lnTo>
                  <a:lnTo>
                    <a:pt x="215599" y="327165"/>
                  </a:lnTo>
                  <a:lnTo>
                    <a:pt x="220636" y="325552"/>
                  </a:lnTo>
                  <a:lnTo>
                    <a:pt x="225620" y="323782"/>
                  </a:lnTo>
                  <a:lnTo>
                    <a:pt x="230545" y="321854"/>
                  </a:lnTo>
                  <a:lnTo>
                    <a:pt x="235407" y="319772"/>
                  </a:lnTo>
                  <a:lnTo>
                    <a:pt x="240201" y="317536"/>
                  </a:lnTo>
                  <a:lnTo>
                    <a:pt x="244921" y="315151"/>
                  </a:lnTo>
                  <a:lnTo>
                    <a:pt x="249564" y="312617"/>
                  </a:lnTo>
                  <a:lnTo>
                    <a:pt x="254124" y="309937"/>
                  </a:lnTo>
                  <a:lnTo>
                    <a:pt x="258597" y="307115"/>
                  </a:lnTo>
                  <a:lnTo>
                    <a:pt x="262979" y="304152"/>
                  </a:lnTo>
                  <a:lnTo>
                    <a:pt x="267264" y="301053"/>
                  </a:lnTo>
                  <a:lnTo>
                    <a:pt x="271450" y="297819"/>
                  </a:lnTo>
                  <a:lnTo>
                    <a:pt x="275531" y="294455"/>
                  </a:lnTo>
                  <a:lnTo>
                    <a:pt x="279503" y="290963"/>
                  </a:lnTo>
                  <a:lnTo>
                    <a:pt x="283363" y="287347"/>
                  </a:lnTo>
                  <a:lnTo>
                    <a:pt x="287107" y="283611"/>
                  </a:lnTo>
                  <a:lnTo>
                    <a:pt x="290731" y="279758"/>
                  </a:lnTo>
                  <a:lnTo>
                    <a:pt x="294231" y="275793"/>
                  </a:lnTo>
                  <a:lnTo>
                    <a:pt x="297604" y="271719"/>
                  </a:lnTo>
                  <a:lnTo>
                    <a:pt x="300846" y="267540"/>
                  </a:lnTo>
                  <a:lnTo>
                    <a:pt x="303954" y="263261"/>
                  </a:lnTo>
                  <a:lnTo>
                    <a:pt x="306926" y="258886"/>
                  </a:lnTo>
                  <a:lnTo>
                    <a:pt x="309757" y="254418"/>
                  </a:lnTo>
                  <a:lnTo>
                    <a:pt x="312446" y="249864"/>
                  </a:lnTo>
                  <a:lnTo>
                    <a:pt x="314990" y="245226"/>
                  </a:lnTo>
                  <a:lnTo>
                    <a:pt x="317385" y="240511"/>
                  </a:lnTo>
                  <a:lnTo>
                    <a:pt x="319630" y="235722"/>
                  </a:lnTo>
                  <a:lnTo>
                    <a:pt x="321723" y="230864"/>
                  </a:lnTo>
                  <a:lnTo>
                    <a:pt x="323660" y="225943"/>
                  </a:lnTo>
                  <a:lnTo>
                    <a:pt x="325441" y="220963"/>
                  </a:lnTo>
                  <a:lnTo>
                    <a:pt x="327064" y="215929"/>
                  </a:lnTo>
                  <a:lnTo>
                    <a:pt x="328527" y="210846"/>
                  </a:lnTo>
                  <a:lnTo>
                    <a:pt x="329828" y="205720"/>
                  </a:lnTo>
                  <a:lnTo>
                    <a:pt x="330966" y="200555"/>
                  </a:lnTo>
                  <a:lnTo>
                    <a:pt x="331940" y="195356"/>
                  </a:lnTo>
                  <a:lnTo>
                    <a:pt x="332749" y="190129"/>
                  </a:lnTo>
                  <a:lnTo>
                    <a:pt x="333393" y="184879"/>
                  </a:lnTo>
                  <a:lnTo>
                    <a:pt x="333870" y="179612"/>
                  </a:lnTo>
                  <a:lnTo>
                    <a:pt x="334180" y="174332"/>
                  </a:lnTo>
                  <a:lnTo>
                    <a:pt x="334323" y="169045"/>
                  </a:lnTo>
                  <a:lnTo>
                    <a:pt x="334299" y="163756"/>
                  </a:lnTo>
                  <a:lnTo>
                    <a:pt x="334108" y="158470"/>
                  </a:lnTo>
                  <a:lnTo>
                    <a:pt x="333749" y="153193"/>
                  </a:lnTo>
                  <a:lnTo>
                    <a:pt x="333224" y="147930"/>
                  </a:lnTo>
                  <a:lnTo>
                    <a:pt x="332532" y="142687"/>
                  </a:lnTo>
                  <a:lnTo>
                    <a:pt x="331675" y="137468"/>
                  </a:lnTo>
                  <a:lnTo>
                    <a:pt x="330653" y="132278"/>
                  </a:lnTo>
                  <a:lnTo>
                    <a:pt x="329467" y="127124"/>
                  </a:lnTo>
                  <a:lnTo>
                    <a:pt x="328119" y="122009"/>
                  </a:lnTo>
                  <a:lnTo>
                    <a:pt x="326610" y="116940"/>
                  </a:lnTo>
                  <a:lnTo>
                    <a:pt x="324941" y="111921"/>
                  </a:lnTo>
                  <a:lnTo>
                    <a:pt x="323115" y="106958"/>
                  </a:lnTo>
                  <a:lnTo>
                    <a:pt x="321132" y="102054"/>
                  </a:lnTo>
                  <a:lnTo>
                    <a:pt x="318995" y="97216"/>
                  </a:lnTo>
                  <a:lnTo>
                    <a:pt x="316706" y="92448"/>
                  </a:lnTo>
                  <a:lnTo>
                    <a:pt x="314267" y="87755"/>
                  </a:lnTo>
                  <a:lnTo>
                    <a:pt x="311682" y="83141"/>
                  </a:lnTo>
                  <a:lnTo>
                    <a:pt x="308951" y="78611"/>
                  </a:lnTo>
                  <a:lnTo>
                    <a:pt x="306079" y="74170"/>
                  </a:lnTo>
                  <a:lnTo>
                    <a:pt x="303067" y="69822"/>
                  </a:lnTo>
                  <a:lnTo>
                    <a:pt x="299920" y="65572"/>
                  </a:lnTo>
                  <a:lnTo>
                    <a:pt x="296639" y="61423"/>
                  </a:lnTo>
                  <a:lnTo>
                    <a:pt x="293229" y="57380"/>
                  </a:lnTo>
                  <a:lnTo>
                    <a:pt x="289693" y="53447"/>
                  </a:lnTo>
                  <a:lnTo>
                    <a:pt x="286034" y="49628"/>
                  </a:lnTo>
                  <a:lnTo>
                    <a:pt x="282256" y="45926"/>
                  </a:lnTo>
                  <a:lnTo>
                    <a:pt x="278363" y="42346"/>
                  </a:lnTo>
                  <a:lnTo>
                    <a:pt x="274358" y="38890"/>
                  </a:lnTo>
                  <a:lnTo>
                    <a:pt x="270247" y="35564"/>
                  </a:lnTo>
                  <a:lnTo>
                    <a:pt x="266032" y="32369"/>
                  </a:lnTo>
                  <a:lnTo>
                    <a:pt x="261718" y="29308"/>
                  </a:lnTo>
                  <a:lnTo>
                    <a:pt x="257309" y="26386"/>
                  </a:lnTo>
                  <a:lnTo>
                    <a:pt x="252811" y="23605"/>
                  </a:lnTo>
                  <a:lnTo>
                    <a:pt x="248226" y="20967"/>
                  </a:lnTo>
                  <a:lnTo>
                    <a:pt x="243561" y="18476"/>
                  </a:lnTo>
                  <a:lnTo>
                    <a:pt x="238818" y="16134"/>
                  </a:lnTo>
                  <a:lnTo>
                    <a:pt x="234005" y="13943"/>
                  </a:lnTo>
                  <a:lnTo>
                    <a:pt x="229124" y="11905"/>
                  </a:lnTo>
                  <a:lnTo>
                    <a:pt x="224181" y="10023"/>
                  </a:lnTo>
                  <a:lnTo>
                    <a:pt x="219181" y="8298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90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0841" y="2126963"/>
              <a:ext cx="30446" cy="167167"/>
            </a:xfrm>
            <a:custGeom>
              <a:avLst/>
              <a:pathLst>
                <a:path w="30446" h="167167">
                  <a:moveTo>
                    <a:pt x="30446" y="0"/>
                  </a:moveTo>
                  <a:lnTo>
                    <a:pt x="22794" y="175"/>
                  </a:lnTo>
                  <a:lnTo>
                    <a:pt x="15159" y="700"/>
                  </a:lnTo>
                  <a:lnTo>
                    <a:pt x="7555" y="1574"/>
                  </a:lnTo>
                  <a:lnTo>
                    <a:pt x="0" y="2796"/>
                  </a:lnTo>
                  <a:lnTo>
                    <a:pt x="3044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50841" y="2129759"/>
              <a:ext cx="30446" cy="164371"/>
            </a:xfrm>
            <a:custGeom>
              <a:avLst/>
              <a:pathLst>
                <a:path w="30446" h="164371">
                  <a:moveTo>
                    <a:pt x="0" y="0"/>
                  </a:moveTo>
                  <a:lnTo>
                    <a:pt x="30446" y="1643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1" y="2127656"/>
              <a:ext cx="334329" cy="333624"/>
            </a:xfrm>
            <a:custGeom>
              <a:avLst/>
              <a:pathLst>
                <a:path w="334329" h="333624">
                  <a:moveTo>
                    <a:pt x="136719" y="2102"/>
                  </a:moveTo>
                  <a:lnTo>
                    <a:pt x="131537" y="3147"/>
                  </a:lnTo>
                  <a:lnTo>
                    <a:pt x="126390" y="4356"/>
                  </a:lnTo>
                  <a:lnTo>
                    <a:pt x="121284" y="5726"/>
                  </a:lnTo>
                  <a:lnTo>
                    <a:pt x="116224" y="7257"/>
                  </a:lnTo>
                  <a:lnTo>
                    <a:pt x="111215" y="8948"/>
                  </a:lnTo>
                  <a:lnTo>
                    <a:pt x="106262" y="10796"/>
                  </a:lnTo>
                  <a:lnTo>
                    <a:pt x="101370" y="12799"/>
                  </a:lnTo>
                  <a:lnTo>
                    <a:pt x="96544" y="14957"/>
                  </a:lnTo>
                  <a:lnTo>
                    <a:pt x="91788" y="17266"/>
                  </a:lnTo>
                  <a:lnTo>
                    <a:pt x="87107" y="19724"/>
                  </a:lnTo>
                  <a:lnTo>
                    <a:pt x="82507" y="22329"/>
                  </a:lnTo>
                  <a:lnTo>
                    <a:pt x="77991" y="25078"/>
                  </a:lnTo>
                  <a:lnTo>
                    <a:pt x="73565" y="27968"/>
                  </a:lnTo>
                  <a:lnTo>
                    <a:pt x="69232" y="30997"/>
                  </a:lnTo>
                  <a:lnTo>
                    <a:pt x="64997" y="34162"/>
                  </a:lnTo>
                  <a:lnTo>
                    <a:pt x="60864" y="37458"/>
                  </a:lnTo>
                  <a:lnTo>
                    <a:pt x="56838" y="40884"/>
                  </a:lnTo>
                  <a:lnTo>
                    <a:pt x="52922" y="44436"/>
                  </a:lnTo>
                  <a:lnTo>
                    <a:pt x="49120" y="48109"/>
                  </a:lnTo>
                  <a:lnTo>
                    <a:pt x="45436" y="51901"/>
                  </a:lnTo>
                  <a:lnTo>
                    <a:pt x="41874" y="55807"/>
                  </a:lnTo>
                  <a:lnTo>
                    <a:pt x="38438" y="59825"/>
                  </a:lnTo>
                  <a:lnTo>
                    <a:pt x="35130" y="63948"/>
                  </a:lnTo>
                  <a:lnTo>
                    <a:pt x="31954" y="68175"/>
                  </a:lnTo>
                  <a:lnTo>
                    <a:pt x="28913" y="72499"/>
                  </a:lnTo>
                  <a:lnTo>
                    <a:pt x="26011" y="76918"/>
                  </a:lnTo>
                  <a:lnTo>
                    <a:pt x="23250" y="81426"/>
                  </a:lnTo>
                  <a:lnTo>
                    <a:pt x="20632" y="86019"/>
                  </a:lnTo>
                  <a:lnTo>
                    <a:pt x="18162" y="90693"/>
                  </a:lnTo>
                  <a:lnTo>
                    <a:pt x="15840" y="95443"/>
                  </a:lnTo>
                  <a:lnTo>
                    <a:pt x="13669" y="100263"/>
                  </a:lnTo>
                  <a:lnTo>
                    <a:pt x="11653" y="105150"/>
                  </a:lnTo>
                  <a:lnTo>
                    <a:pt x="9791" y="110098"/>
                  </a:lnTo>
                  <a:lnTo>
                    <a:pt x="8087" y="115103"/>
                  </a:lnTo>
                  <a:lnTo>
                    <a:pt x="6542" y="120158"/>
                  </a:lnTo>
                  <a:lnTo>
                    <a:pt x="5158" y="125261"/>
                  </a:lnTo>
                  <a:lnTo>
                    <a:pt x="3936" y="130404"/>
                  </a:lnTo>
                  <a:lnTo>
                    <a:pt x="2877" y="135584"/>
                  </a:lnTo>
                  <a:lnTo>
                    <a:pt x="1982" y="140794"/>
                  </a:lnTo>
                  <a:lnTo>
                    <a:pt x="1253" y="146030"/>
                  </a:lnTo>
                  <a:lnTo>
                    <a:pt x="690" y="151286"/>
                  </a:lnTo>
                  <a:lnTo>
                    <a:pt x="293" y="156558"/>
                  </a:lnTo>
                  <a:lnTo>
                    <a:pt x="62" y="161840"/>
                  </a:lnTo>
                  <a:lnTo>
                    <a:pt x="0" y="167126"/>
                  </a:lnTo>
                  <a:lnTo>
                    <a:pt x="104" y="172412"/>
                  </a:lnTo>
                  <a:lnTo>
                    <a:pt x="375" y="177691"/>
                  </a:lnTo>
                  <a:lnTo>
                    <a:pt x="813" y="182960"/>
                  </a:lnTo>
                  <a:lnTo>
                    <a:pt x="1418" y="188212"/>
                  </a:lnTo>
                  <a:lnTo>
                    <a:pt x="2188" y="193442"/>
                  </a:lnTo>
                  <a:lnTo>
                    <a:pt x="3123" y="198645"/>
                  </a:lnTo>
                  <a:lnTo>
                    <a:pt x="4222" y="203816"/>
                  </a:lnTo>
                  <a:lnTo>
                    <a:pt x="5485" y="208950"/>
                  </a:lnTo>
                  <a:lnTo>
                    <a:pt x="6909" y="214041"/>
                  </a:lnTo>
                  <a:lnTo>
                    <a:pt x="8493" y="219085"/>
                  </a:lnTo>
                  <a:lnTo>
                    <a:pt x="10236" y="224076"/>
                  </a:lnTo>
                  <a:lnTo>
                    <a:pt x="12136" y="229009"/>
                  </a:lnTo>
                  <a:lnTo>
                    <a:pt x="14191" y="233880"/>
                  </a:lnTo>
                  <a:lnTo>
                    <a:pt x="16399" y="238684"/>
                  </a:lnTo>
                  <a:lnTo>
                    <a:pt x="18757" y="243415"/>
                  </a:lnTo>
                  <a:lnTo>
                    <a:pt x="21264" y="248069"/>
                  </a:lnTo>
                  <a:lnTo>
                    <a:pt x="23917" y="252642"/>
                  </a:lnTo>
                  <a:lnTo>
                    <a:pt x="26714" y="257128"/>
                  </a:lnTo>
                  <a:lnTo>
                    <a:pt x="29651" y="261524"/>
                  </a:lnTo>
                  <a:lnTo>
                    <a:pt x="32725" y="265825"/>
                  </a:lnTo>
                  <a:lnTo>
                    <a:pt x="35934" y="270026"/>
                  </a:lnTo>
                  <a:lnTo>
                    <a:pt x="39274" y="274124"/>
                  </a:lnTo>
                  <a:lnTo>
                    <a:pt x="42742" y="278114"/>
                  </a:lnTo>
                  <a:lnTo>
                    <a:pt x="46334" y="281993"/>
                  </a:lnTo>
                  <a:lnTo>
                    <a:pt x="50047" y="285756"/>
                  </a:lnTo>
                  <a:lnTo>
                    <a:pt x="53878" y="289400"/>
                  </a:lnTo>
                  <a:lnTo>
                    <a:pt x="57821" y="292921"/>
                  </a:lnTo>
                  <a:lnTo>
                    <a:pt x="61874" y="296315"/>
                  </a:lnTo>
                  <a:lnTo>
                    <a:pt x="66033" y="299579"/>
                  </a:lnTo>
                  <a:lnTo>
                    <a:pt x="70292" y="302711"/>
                  </a:lnTo>
                  <a:lnTo>
                    <a:pt x="74648" y="305706"/>
                  </a:lnTo>
                  <a:lnTo>
                    <a:pt x="79097" y="308562"/>
                  </a:lnTo>
                  <a:lnTo>
                    <a:pt x="83634" y="311275"/>
                  </a:lnTo>
                  <a:lnTo>
                    <a:pt x="88255" y="313844"/>
                  </a:lnTo>
                  <a:lnTo>
                    <a:pt x="92954" y="316266"/>
                  </a:lnTo>
                  <a:lnTo>
                    <a:pt x="97728" y="318537"/>
                  </a:lnTo>
                  <a:lnTo>
                    <a:pt x="102571" y="320657"/>
                  </a:lnTo>
                  <a:lnTo>
                    <a:pt x="107479" y="322623"/>
                  </a:lnTo>
                  <a:lnTo>
                    <a:pt x="112446" y="324432"/>
                  </a:lnTo>
                  <a:lnTo>
                    <a:pt x="117468" y="326083"/>
                  </a:lnTo>
                  <a:lnTo>
                    <a:pt x="122540" y="327575"/>
                  </a:lnTo>
                  <a:lnTo>
                    <a:pt x="127656" y="328905"/>
                  </a:lnTo>
                  <a:lnTo>
                    <a:pt x="132812" y="330073"/>
                  </a:lnTo>
                  <a:lnTo>
                    <a:pt x="138003" y="331078"/>
                  </a:lnTo>
                  <a:lnTo>
                    <a:pt x="143222" y="331918"/>
                  </a:lnTo>
                  <a:lnTo>
                    <a:pt x="148466" y="332592"/>
                  </a:lnTo>
                  <a:lnTo>
                    <a:pt x="153728" y="333100"/>
                  </a:lnTo>
                  <a:lnTo>
                    <a:pt x="159003" y="333442"/>
                  </a:lnTo>
                  <a:lnTo>
                    <a:pt x="164287" y="333617"/>
                  </a:lnTo>
                  <a:lnTo>
                    <a:pt x="169574" y="333624"/>
                  </a:lnTo>
                  <a:lnTo>
                    <a:pt x="174858" y="333464"/>
                  </a:lnTo>
                  <a:lnTo>
                    <a:pt x="180134" y="333137"/>
                  </a:lnTo>
                  <a:lnTo>
                    <a:pt x="185398" y="332644"/>
                  </a:lnTo>
                  <a:lnTo>
                    <a:pt x="190643" y="331984"/>
                  </a:lnTo>
                  <a:lnTo>
                    <a:pt x="195865" y="331159"/>
                  </a:lnTo>
                  <a:lnTo>
                    <a:pt x="201058" y="330169"/>
                  </a:lnTo>
                  <a:lnTo>
                    <a:pt x="206217" y="329016"/>
                  </a:lnTo>
                  <a:lnTo>
                    <a:pt x="211337" y="327700"/>
                  </a:lnTo>
                  <a:lnTo>
                    <a:pt x="216413" y="326222"/>
                  </a:lnTo>
                  <a:lnTo>
                    <a:pt x="221440" y="324585"/>
                  </a:lnTo>
                  <a:lnTo>
                    <a:pt x="226413" y="322790"/>
                  </a:lnTo>
                  <a:lnTo>
                    <a:pt x="231326" y="320838"/>
                  </a:lnTo>
                  <a:lnTo>
                    <a:pt x="236175" y="318732"/>
                  </a:lnTo>
                  <a:lnTo>
                    <a:pt x="240955" y="316474"/>
                  </a:lnTo>
                  <a:lnTo>
                    <a:pt x="245661" y="314066"/>
                  </a:lnTo>
                  <a:lnTo>
                    <a:pt x="250289" y="311510"/>
                  </a:lnTo>
                  <a:lnTo>
                    <a:pt x="254833" y="308809"/>
                  </a:lnTo>
                  <a:lnTo>
                    <a:pt x="259290" y="305966"/>
                  </a:lnTo>
                  <a:lnTo>
                    <a:pt x="263655" y="302983"/>
                  </a:lnTo>
                  <a:lnTo>
                    <a:pt x="267923" y="299864"/>
                  </a:lnTo>
                  <a:lnTo>
                    <a:pt x="272091" y="296611"/>
                  </a:lnTo>
                  <a:lnTo>
                    <a:pt x="276153" y="293228"/>
                  </a:lnTo>
                  <a:lnTo>
                    <a:pt x="280107" y="289718"/>
                  </a:lnTo>
                  <a:lnTo>
                    <a:pt x="283948" y="286085"/>
                  </a:lnTo>
                  <a:lnTo>
                    <a:pt x="287671" y="282333"/>
                  </a:lnTo>
                  <a:lnTo>
                    <a:pt x="291275" y="278464"/>
                  </a:lnTo>
                  <a:lnTo>
                    <a:pt x="294754" y="274484"/>
                  </a:lnTo>
                  <a:lnTo>
                    <a:pt x="298105" y="270396"/>
                  </a:lnTo>
                  <a:lnTo>
                    <a:pt x="301326" y="266203"/>
                  </a:lnTo>
                  <a:lnTo>
                    <a:pt x="304412" y="261911"/>
                  </a:lnTo>
                  <a:lnTo>
                    <a:pt x="307362" y="257524"/>
                  </a:lnTo>
                  <a:lnTo>
                    <a:pt x="310171" y="253045"/>
                  </a:lnTo>
                  <a:lnTo>
                    <a:pt x="312836" y="248480"/>
                  </a:lnTo>
                  <a:lnTo>
                    <a:pt x="315357" y="243833"/>
                  </a:lnTo>
                  <a:lnTo>
                    <a:pt x="317729" y="239108"/>
                  </a:lnTo>
                  <a:lnTo>
                    <a:pt x="319950" y="234311"/>
                  </a:lnTo>
                  <a:lnTo>
                    <a:pt x="322019" y="229446"/>
                  </a:lnTo>
                  <a:lnTo>
                    <a:pt x="323933" y="224518"/>
                  </a:lnTo>
                  <a:lnTo>
                    <a:pt x="325690" y="219531"/>
                  </a:lnTo>
                  <a:lnTo>
                    <a:pt x="327288" y="214492"/>
                  </a:lnTo>
                  <a:lnTo>
                    <a:pt x="328726" y="209405"/>
                  </a:lnTo>
                  <a:lnTo>
                    <a:pt x="330003" y="204275"/>
                  </a:lnTo>
                  <a:lnTo>
                    <a:pt x="331117" y="199107"/>
                  </a:lnTo>
                  <a:lnTo>
                    <a:pt x="332067" y="193906"/>
                  </a:lnTo>
                  <a:lnTo>
                    <a:pt x="332852" y="188678"/>
                  </a:lnTo>
                  <a:lnTo>
                    <a:pt x="333471" y="183428"/>
                  </a:lnTo>
                  <a:lnTo>
                    <a:pt x="333924" y="178161"/>
                  </a:lnTo>
                  <a:lnTo>
                    <a:pt x="334210" y="172882"/>
                  </a:lnTo>
                  <a:lnTo>
                    <a:pt x="334329" y="167597"/>
                  </a:lnTo>
                  <a:lnTo>
                    <a:pt x="334281" y="162310"/>
                  </a:lnTo>
                  <a:lnTo>
                    <a:pt x="334066" y="157028"/>
                  </a:lnTo>
                  <a:lnTo>
                    <a:pt x="333684" y="151755"/>
                  </a:lnTo>
                  <a:lnTo>
                    <a:pt x="333135" y="146497"/>
                  </a:lnTo>
                  <a:lnTo>
                    <a:pt x="332421" y="141259"/>
                  </a:lnTo>
                  <a:lnTo>
                    <a:pt x="331541" y="136046"/>
                  </a:lnTo>
                  <a:lnTo>
                    <a:pt x="330496" y="130864"/>
                  </a:lnTo>
                  <a:lnTo>
                    <a:pt x="329289" y="125717"/>
                  </a:lnTo>
                  <a:lnTo>
                    <a:pt x="327919" y="120611"/>
                  </a:lnTo>
                  <a:lnTo>
                    <a:pt x="326388" y="115551"/>
                  </a:lnTo>
                  <a:lnTo>
                    <a:pt x="324698" y="110542"/>
                  </a:lnTo>
                  <a:lnTo>
                    <a:pt x="322851" y="105588"/>
                  </a:lnTo>
                  <a:lnTo>
                    <a:pt x="320848" y="100696"/>
                  </a:lnTo>
                  <a:lnTo>
                    <a:pt x="318691" y="95869"/>
                  </a:lnTo>
                  <a:lnTo>
                    <a:pt x="316383" y="91113"/>
                  </a:lnTo>
                  <a:lnTo>
                    <a:pt x="313925" y="86433"/>
                  </a:lnTo>
                  <a:lnTo>
                    <a:pt x="311321" y="81832"/>
                  </a:lnTo>
                  <a:lnTo>
                    <a:pt x="308572" y="77316"/>
                  </a:lnTo>
                  <a:lnTo>
                    <a:pt x="305682" y="72889"/>
                  </a:lnTo>
                  <a:lnTo>
                    <a:pt x="302654" y="68556"/>
                  </a:lnTo>
                  <a:lnTo>
                    <a:pt x="299490" y="64321"/>
                  </a:lnTo>
                  <a:lnTo>
                    <a:pt x="296193" y="60188"/>
                  </a:lnTo>
                  <a:lnTo>
                    <a:pt x="292768" y="56161"/>
                  </a:lnTo>
                  <a:lnTo>
                    <a:pt x="289217" y="52244"/>
                  </a:lnTo>
                  <a:lnTo>
                    <a:pt x="285544" y="48442"/>
                  </a:lnTo>
                  <a:lnTo>
                    <a:pt x="281753" y="44758"/>
                  </a:lnTo>
                  <a:lnTo>
                    <a:pt x="277847" y="41195"/>
                  </a:lnTo>
                  <a:lnTo>
                    <a:pt x="273830" y="37758"/>
                  </a:lnTo>
                  <a:lnTo>
                    <a:pt x="269706" y="34450"/>
                  </a:lnTo>
                  <a:lnTo>
                    <a:pt x="265480" y="31273"/>
                  </a:lnTo>
                  <a:lnTo>
                    <a:pt x="261156" y="28232"/>
                  </a:lnTo>
                  <a:lnTo>
                    <a:pt x="256738" y="25329"/>
                  </a:lnTo>
                  <a:lnTo>
                    <a:pt x="252230" y="22568"/>
                  </a:lnTo>
                  <a:lnTo>
                    <a:pt x="247637" y="19950"/>
                  </a:lnTo>
                  <a:lnTo>
                    <a:pt x="242964" y="17478"/>
                  </a:lnTo>
                  <a:lnTo>
                    <a:pt x="238214" y="15156"/>
                  </a:lnTo>
                  <a:lnTo>
                    <a:pt x="233394" y="12985"/>
                  </a:lnTo>
                  <a:lnTo>
                    <a:pt x="228507" y="10968"/>
                  </a:lnTo>
                  <a:lnTo>
                    <a:pt x="223560" y="9106"/>
                  </a:lnTo>
                  <a:lnTo>
                    <a:pt x="218555" y="7401"/>
                  </a:lnTo>
                  <a:lnTo>
                    <a:pt x="213500" y="5856"/>
                  </a:lnTo>
                  <a:lnTo>
                    <a:pt x="208398" y="4471"/>
                  </a:lnTo>
                  <a:lnTo>
                    <a:pt x="203254" y="3248"/>
                  </a:lnTo>
                  <a:lnTo>
                    <a:pt x="198075" y="2189"/>
                  </a:lnTo>
                  <a:lnTo>
                    <a:pt x="192865" y="1294"/>
                  </a:lnTo>
                  <a:lnTo>
                    <a:pt x="187629" y="564"/>
                  </a:lnTo>
                  <a:lnTo>
                    <a:pt x="182372" y="0"/>
                  </a:lnTo>
                  <a:lnTo>
                    <a:pt x="167166" y="1664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5206" cy="167167"/>
            </a:xfrm>
            <a:custGeom>
              <a:avLst/>
              <a:pathLst>
                <a:path w="15206" h="167167">
                  <a:moveTo>
                    <a:pt x="15206" y="69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5444" y="2633064"/>
              <a:ext cx="5304" cy="167167"/>
            </a:xfrm>
            <a:custGeom>
              <a:avLst/>
              <a:pathLst>
                <a:path w="5304" h="167167">
                  <a:moveTo>
                    <a:pt x="5304" y="0"/>
                  </a:moveTo>
                  <a:lnTo>
                    <a:pt x="0" y="84"/>
                  </a:lnTo>
                  <a:lnTo>
                    <a:pt x="53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5444" y="2633148"/>
              <a:ext cx="5304" cy="167083"/>
            </a:xfrm>
            <a:custGeom>
              <a:avLst/>
              <a:pathLst>
                <a:path w="5304" h="167083">
                  <a:moveTo>
                    <a:pt x="0" y="0"/>
                  </a:moveTo>
                  <a:lnTo>
                    <a:pt x="5304" y="1670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87" y="2633148"/>
              <a:ext cx="334326" cy="334234"/>
            </a:xfrm>
            <a:custGeom>
              <a:avLst/>
              <a:pathLst>
                <a:path w="334326" h="334234">
                  <a:moveTo>
                    <a:pt x="161856" y="0"/>
                  </a:moveTo>
                  <a:lnTo>
                    <a:pt x="156581" y="250"/>
                  </a:lnTo>
                  <a:lnTo>
                    <a:pt x="151316" y="668"/>
                  </a:lnTo>
                  <a:lnTo>
                    <a:pt x="146068" y="1251"/>
                  </a:lnTo>
                  <a:lnTo>
                    <a:pt x="140840" y="2000"/>
                  </a:lnTo>
                  <a:lnTo>
                    <a:pt x="135639" y="2914"/>
                  </a:lnTo>
                  <a:lnTo>
                    <a:pt x="130469" y="3992"/>
                  </a:lnTo>
                  <a:lnTo>
                    <a:pt x="125336" y="5232"/>
                  </a:lnTo>
                  <a:lnTo>
                    <a:pt x="120245" y="6634"/>
                  </a:lnTo>
                  <a:lnTo>
                    <a:pt x="115200" y="8196"/>
                  </a:lnTo>
                  <a:lnTo>
                    <a:pt x="110207" y="9916"/>
                  </a:lnTo>
                  <a:lnTo>
                    <a:pt x="105271" y="11794"/>
                  </a:lnTo>
                  <a:lnTo>
                    <a:pt x="100397" y="13826"/>
                  </a:lnTo>
                  <a:lnTo>
                    <a:pt x="95590" y="16011"/>
                  </a:lnTo>
                  <a:lnTo>
                    <a:pt x="90854" y="18347"/>
                  </a:lnTo>
                  <a:lnTo>
                    <a:pt x="86194" y="20832"/>
                  </a:lnTo>
                  <a:lnTo>
                    <a:pt x="81614" y="23462"/>
                  </a:lnTo>
                  <a:lnTo>
                    <a:pt x="77121" y="26236"/>
                  </a:lnTo>
                  <a:lnTo>
                    <a:pt x="72717" y="29150"/>
                  </a:lnTo>
                  <a:lnTo>
                    <a:pt x="68407" y="32202"/>
                  </a:lnTo>
                  <a:lnTo>
                    <a:pt x="64196" y="35389"/>
                  </a:lnTo>
                  <a:lnTo>
                    <a:pt x="60087" y="38707"/>
                  </a:lnTo>
                  <a:lnTo>
                    <a:pt x="56086" y="42153"/>
                  </a:lnTo>
                  <a:lnTo>
                    <a:pt x="52195" y="45724"/>
                  </a:lnTo>
                  <a:lnTo>
                    <a:pt x="48419" y="49416"/>
                  </a:lnTo>
                  <a:lnTo>
                    <a:pt x="44762" y="53225"/>
                  </a:lnTo>
                  <a:lnTo>
                    <a:pt x="41227" y="57148"/>
                  </a:lnTo>
                  <a:lnTo>
                    <a:pt x="37817" y="61181"/>
                  </a:lnTo>
                  <a:lnTo>
                    <a:pt x="34536" y="65319"/>
                  </a:lnTo>
                  <a:lnTo>
                    <a:pt x="31388" y="69559"/>
                  </a:lnTo>
                  <a:lnTo>
                    <a:pt x="28375" y="73896"/>
                  </a:lnTo>
                  <a:lnTo>
                    <a:pt x="25501" y="78326"/>
                  </a:lnTo>
                  <a:lnTo>
                    <a:pt x="22768" y="82845"/>
                  </a:lnTo>
                  <a:lnTo>
                    <a:pt x="20180" y="87448"/>
                  </a:lnTo>
                  <a:lnTo>
                    <a:pt x="17738" y="92130"/>
                  </a:lnTo>
                  <a:lnTo>
                    <a:pt x="15445" y="96888"/>
                  </a:lnTo>
                  <a:lnTo>
                    <a:pt x="13303" y="101715"/>
                  </a:lnTo>
                  <a:lnTo>
                    <a:pt x="11315" y="106607"/>
                  </a:lnTo>
                  <a:lnTo>
                    <a:pt x="9483" y="111560"/>
                  </a:lnTo>
                  <a:lnTo>
                    <a:pt x="7808" y="116568"/>
                  </a:lnTo>
                  <a:lnTo>
                    <a:pt x="6292" y="121627"/>
                  </a:lnTo>
                  <a:lnTo>
                    <a:pt x="4936" y="126731"/>
                  </a:lnTo>
                  <a:lnTo>
                    <a:pt x="3742" y="131875"/>
                  </a:lnTo>
                  <a:lnTo>
                    <a:pt x="2712" y="137054"/>
                  </a:lnTo>
                  <a:lnTo>
                    <a:pt x="1846" y="142264"/>
                  </a:lnTo>
                  <a:lnTo>
                    <a:pt x="1144" y="147498"/>
                  </a:lnTo>
                  <a:lnTo>
                    <a:pt x="608" y="152752"/>
                  </a:lnTo>
                  <a:lnTo>
                    <a:pt x="239" y="158019"/>
                  </a:lnTo>
                  <a:lnTo>
                    <a:pt x="36" y="163296"/>
                  </a:lnTo>
                  <a:lnTo>
                    <a:pt x="0" y="168577"/>
                  </a:lnTo>
                  <a:lnTo>
                    <a:pt x="130" y="173857"/>
                  </a:lnTo>
                  <a:lnTo>
                    <a:pt x="427" y="179129"/>
                  </a:lnTo>
                  <a:lnTo>
                    <a:pt x="891" y="184390"/>
                  </a:lnTo>
                  <a:lnTo>
                    <a:pt x="1521" y="189633"/>
                  </a:lnTo>
                  <a:lnTo>
                    <a:pt x="2316" y="194854"/>
                  </a:lnTo>
                  <a:lnTo>
                    <a:pt x="3275" y="200047"/>
                  </a:lnTo>
                  <a:lnTo>
                    <a:pt x="4398" y="205207"/>
                  </a:lnTo>
                  <a:lnTo>
                    <a:pt x="5684" y="210329"/>
                  </a:lnTo>
                  <a:lnTo>
                    <a:pt x="7130" y="215408"/>
                  </a:lnTo>
                  <a:lnTo>
                    <a:pt x="8736" y="220438"/>
                  </a:lnTo>
                  <a:lnTo>
                    <a:pt x="10501" y="225416"/>
                  </a:lnTo>
                  <a:lnTo>
                    <a:pt x="12421" y="230335"/>
                  </a:lnTo>
                  <a:lnTo>
                    <a:pt x="14497" y="235191"/>
                  </a:lnTo>
                  <a:lnTo>
                    <a:pt x="16724" y="239979"/>
                  </a:lnTo>
                  <a:lnTo>
                    <a:pt x="19102" y="244695"/>
                  </a:lnTo>
                  <a:lnTo>
                    <a:pt x="21627" y="249333"/>
                  </a:lnTo>
                  <a:lnTo>
                    <a:pt x="24298" y="253888"/>
                  </a:lnTo>
                  <a:lnTo>
                    <a:pt x="27111" y="258358"/>
                  </a:lnTo>
                  <a:lnTo>
                    <a:pt x="30064" y="262736"/>
                  </a:lnTo>
                  <a:lnTo>
                    <a:pt x="33154" y="267019"/>
                  </a:lnTo>
                  <a:lnTo>
                    <a:pt x="36377" y="271201"/>
                  </a:lnTo>
                  <a:lnTo>
                    <a:pt x="39731" y="275281"/>
                  </a:lnTo>
                  <a:lnTo>
                    <a:pt x="43212" y="279252"/>
                  </a:lnTo>
                  <a:lnTo>
                    <a:pt x="46817" y="283111"/>
                  </a:lnTo>
                  <a:lnTo>
                    <a:pt x="50542" y="286854"/>
                  </a:lnTo>
                  <a:lnTo>
                    <a:pt x="54383" y="290478"/>
                  </a:lnTo>
                  <a:lnTo>
                    <a:pt x="58337" y="293978"/>
                  </a:lnTo>
                  <a:lnTo>
                    <a:pt x="62400" y="297353"/>
                  </a:lnTo>
                  <a:lnTo>
                    <a:pt x="66567" y="300597"/>
                  </a:lnTo>
                  <a:lnTo>
                    <a:pt x="70834" y="303707"/>
                  </a:lnTo>
                  <a:lnTo>
                    <a:pt x="75198" y="306682"/>
                  </a:lnTo>
                  <a:lnTo>
                    <a:pt x="79653" y="309517"/>
                  </a:lnTo>
                  <a:lnTo>
                    <a:pt x="84196" y="312210"/>
                  </a:lnTo>
                  <a:lnTo>
                    <a:pt x="88821" y="314758"/>
                  </a:lnTo>
                  <a:lnTo>
                    <a:pt x="93525" y="317159"/>
                  </a:lnTo>
                  <a:lnTo>
                    <a:pt x="98302" y="319410"/>
                  </a:lnTo>
                  <a:lnTo>
                    <a:pt x="103148" y="321509"/>
                  </a:lnTo>
                  <a:lnTo>
                    <a:pt x="108058" y="323454"/>
                  </a:lnTo>
                  <a:lnTo>
                    <a:pt x="113026" y="325242"/>
                  </a:lnTo>
                  <a:lnTo>
                    <a:pt x="118049" y="326873"/>
                  </a:lnTo>
                  <a:lnTo>
                    <a:pt x="123121" y="328345"/>
                  </a:lnTo>
                  <a:lnTo>
                    <a:pt x="128237" y="329656"/>
                  </a:lnTo>
                  <a:lnTo>
                    <a:pt x="133391" y="330804"/>
                  </a:lnTo>
                  <a:lnTo>
                    <a:pt x="138579" y="331789"/>
                  </a:lnTo>
                  <a:lnTo>
                    <a:pt x="143796" y="332609"/>
                  </a:lnTo>
                  <a:lnTo>
                    <a:pt x="149036" y="333265"/>
                  </a:lnTo>
                  <a:lnTo>
                    <a:pt x="154294" y="333754"/>
                  </a:lnTo>
                  <a:lnTo>
                    <a:pt x="159565" y="334078"/>
                  </a:lnTo>
                  <a:lnTo>
                    <a:pt x="164844" y="334234"/>
                  </a:lnTo>
                  <a:lnTo>
                    <a:pt x="170125" y="334224"/>
                  </a:lnTo>
                  <a:lnTo>
                    <a:pt x="175403" y="334047"/>
                  </a:lnTo>
                  <a:lnTo>
                    <a:pt x="180673" y="333703"/>
                  </a:lnTo>
                  <a:lnTo>
                    <a:pt x="185929" y="333193"/>
                  </a:lnTo>
                  <a:lnTo>
                    <a:pt x="191166" y="332518"/>
                  </a:lnTo>
                  <a:lnTo>
                    <a:pt x="196380" y="331677"/>
                  </a:lnTo>
                  <a:lnTo>
                    <a:pt x="201564" y="330672"/>
                  </a:lnTo>
                  <a:lnTo>
                    <a:pt x="206714" y="329503"/>
                  </a:lnTo>
                  <a:lnTo>
                    <a:pt x="211825" y="328173"/>
                  </a:lnTo>
                  <a:lnTo>
                    <a:pt x="216891" y="326682"/>
                  </a:lnTo>
                  <a:lnTo>
                    <a:pt x="221907" y="325031"/>
                  </a:lnTo>
                  <a:lnTo>
                    <a:pt x="226869" y="323223"/>
                  </a:lnTo>
                  <a:lnTo>
                    <a:pt x="231771" y="321259"/>
                  </a:lnTo>
                  <a:lnTo>
                    <a:pt x="236609" y="319142"/>
                  </a:lnTo>
                  <a:lnTo>
                    <a:pt x="241377" y="316872"/>
                  </a:lnTo>
                  <a:lnTo>
                    <a:pt x="246071" y="314453"/>
                  </a:lnTo>
                  <a:lnTo>
                    <a:pt x="250687" y="311887"/>
                  </a:lnTo>
                  <a:lnTo>
                    <a:pt x="255219" y="309176"/>
                  </a:lnTo>
                  <a:lnTo>
                    <a:pt x="259663" y="306324"/>
                  </a:lnTo>
                  <a:lnTo>
                    <a:pt x="264015" y="303333"/>
                  </a:lnTo>
                  <a:lnTo>
                    <a:pt x="268271" y="300205"/>
                  </a:lnTo>
                  <a:lnTo>
                    <a:pt x="272425" y="296945"/>
                  </a:lnTo>
                  <a:lnTo>
                    <a:pt x="276475" y="293555"/>
                  </a:lnTo>
                  <a:lnTo>
                    <a:pt x="280415" y="290039"/>
                  </a:lnTo>
                  <a:lnTo>
                    <a:pt x="284242" y="286401"/>
                  </a:lnTo>
                  <a:lnTo>
                    <a:pt x="287953" y="282643"/>
                  </a:lnTo>
                  <a:lnTo>
                    <a:pt x="291542" y="278770"/>
                  </a:lnTo>
                  <a:lnTo>
                    <a:pt x="295008" y="274785"/>
                  </a:lnTo>
                  <a:lnTo>
                    <a:pt x="298346" y="270693"/>
                  </a:lnTo>
                  <a:lnTo>
                    <a:pt x="301554" y="266498"/>
                  </a:lnTo>
                  <a:lnTo>
                    <a:pt x="304627" y="262203"/>
                  </a:lnTo>
                  <a:lnTo>
                    <a:pt x="307563" y="257814"/>
                  </a:lnTo>
                  <a:lnTo>
                    <a:pt x="310358" y="253334"/>
                  </a:lnTo>
                  <a:lnTo>
                    <a:pt x="313011" y="248768"/>
                  </a:lnTo>
                  <a:lnTo>
                    <a:pt x="315519" y="244120"/>
                  </a:lnTo>
                  <a:lnTo>
                    <a:pt x="317878" y="239395"/>
                  </a:lnTo>
                  <a:lnTo>
                    <a:pt x="320087" y="234598"/>
                  </a:lnTo>
                  <a:lnTo>
                    <a:pt x="322143" y="229734"/>
                  </a:lnTo>
                  <a:lnTo>
                    <a:pt x="324045" y="224808"/>
                  </a:lnTo>
                  <a:lnTo>
                    <a:pt x="325790" y="219823"/>
                  </a:lnTo>
                  <a:lnTo>
                    <a:pt x="327377" y="214787"/>
                  </a:lnTo>
                  <a:lnTo>
                    <a:pt x="328804" y="209702"/>
                  </a:lnTo>
                  <a:lnTo>
                    <a:pt x="330069" y="204575"/>
                  </a:lnTo>
                  <a:lnTo>
                    <a:pt x="331172" y="199411"/>
                  </a:lnTo>
                  <a:lnTo>
                    <a:pt x="332111" y="194214"/>
                  </a:lnTo>
                  <a:lnTo>
                    <a:pt x="332886" y="188990"/>
                  </a:lnTo>
                  <a:lnTo>
                    <a:pt x="333495" y="183745"/>
                  </a:lnTo>
                  <a:lnTo>
                    <a:pt x="333939" y="178482"/>
                  </a:lnTo>
                  <a:lnTo>
                    <a:pt x="334215" y="173209"/>
                  </a:lnTo>
                  <a:lnTo>
                    <a:pt x="334326" y="167929"/>
                  </a:lnTo>
                  <a:lnTo>
                    <a:pt x="334269" y="162648"/>
                  </a:lnTo>
                  <a:lnTo>
                    <a:pt x="334045" y="157372"/>
                  </a:lnTo>
                  <a:lnTo>
                    <a:pt x="333655" y="152106"/>
                  </a:lnTo>
                  <a:lnTo>
                    <a:pt x="333099" y="146854"/>
                  </a:lnTo>
                  <a:lnTo>
                    <a:pt x="332378" y="141623"/>
                  </a:lnTo>
                  <a:lnTo>
                    <a:pt x="331491" y="136417"/>
                  </a:lnTo>
                  <a:lnTo>
                    <a:pt x="330440" y="131241"/>
                  </a:lnTo>
                  <a:lnTo>
                    <a:pt x="329227" y="126102"/>
                  </a:lnTo>
                  <a:lnTo>
                    <a:pt x="327851" y="121003"/>
                  </a:lnTo>
                  <a:lnTo>
                    <a:pt x="326316" y="115950"/>
                  </a:lnTo>
                  <a:lnTo>
                    <a:pt x="324621" y="110949"/>
                  </a:lnTo>
                  <a:lnTo>
                    <a:pt x="322770" y="106003"/>
                  </a:lnTo>
                  <a:lnTo>
                    <a:pt x="320763" y="101118"/>
                  </a:lnTo>
                  <a:lnTo>
                    <a:pt x="318602" y="96300"/>
                  </a:lnTo>
                  <a:lnTo>
                    <a:pt x="316291" y="91551"/>
                  </a:lnTo>
                  <a:lnTo>
                    <a:pt x="313831" y="86879"/>
                  </a:lnTo>
                  <a:lnTo>
                    <a:pt x="311224" y="82286"/>
                  </a:lnTo>
                  <a:lnTo>
                    <a:pt x="308474" y="77778"/>
                  </a:lnTo>
                  <a:lnTo>
                    <a:pt x="305583" y="73359"/>
                  </a:lnTo>
                  <a:lnTo>
                    <a:pt x="302553" y="69033"/>
                  </a:lnTo>
                  <a:lnTo>
                    <a:pt x="299388" y="64805"/>
                  </a:lnTo>
                  <a:lnTo>
                    <a:pt x="296092" y="60680"/>
                  </a:lnTo>
                  <a:lnTo>
                    <a:pt x="292667" y="56660"/>
                  </a:lnTo>
                  <a:lnTo>
                    <a:pt x="289116" y="52751"/>
                  </a:lnTo>
                  <a:lnTo>
                    <a:pt x="285444" y="48956"/>
                  </a:lnTo>
                  <a:lnTo>
                    <a:pt x="281654" y="45279"/>
                  </a:lnTo>
                  <a:lnTo>
                    <a:pt x="277749" y="41723"/>
                  </a:lnTo>
                  <a:lnTo>
                    <a:pt x="273734" y="38293"/>
                  </a:lnTo>
                  <a:lnTo>
                    <a:pt x="269613" y="34990"/>
                  </a:lnTo>
                  <a:lnTo>
                    <a:pt x="265390" y="31820"/>
                  </a:lnTo>
                  <a:lnTo>
                    <a:pt x="261068" y="28785"/>
                  </a:lnTo>
                  <a:lnTo>
                    <a:pt x="256653" y="25888"/>
                  </a:lnTo>
                  <a:lnTo>
                    <a:pt x="252148" y="23131"/>
                  </a:lnTo>
                  <a:lnTo>
                    <a:pt x="247559" y="20519"/>
                  </a:lnTo>
                  <a:lnTo>
                    <a:pt x="242890" y="18052"/>
                  </a:lnTo>
                  <a:lnTo>
                    <a:pt x="238144" y="15735"/>
                  </a:lnTo>
                  <a:lnTo>
                    <a:pt x="233328" y="13568"/>
                  </a:lnTo>
                  <a:lnTo>
                    <a:pt x="228446" y="11555"/>
                  </a:lnTo>
                  <a:lnTo>
                    <a:pt x="223503" y="9697"/>
                  </a:lnTo>
                  <a:lnTo>
                    <a:pt x="16716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6342" cy="167167"/>
            </a:xfrm>
            <a:custGeom>
              <a:avLst/>
              <a:pathLst>
                <a:path w="56342" h="167167">
                  <a:moveTo>
                    <a:pt x="56342" y="9781"/>
                  </a:moveTo>
                  <a:lnTo>
                    <a:pt x="50291" y="7744"/>
                  </a:lnTo>
                  <a:lnTo>
                    <a:pt x="44166" y="5940"/>
                  </a:lnTo>
                  <a:lnTo>
                    <a:pt x="37977" y="4371"/>
                  </a:lnTo>
                  <a:lnTo>
                    <a:pt x="31733" y="3039"/>
                  </a:lnTo>
                  <a:lnTo>
                    <a:pt x="25442" y="1947"/>
                  </a:lnTo>
                  <a:lnTo>
                    <a:pt x="19114" y="1096"/>
                  </a:lnTo>
                  <a:lnTo>
                    <a:pt x="12758" y="487"/>
                  </a:lnTo>
                  <a:lnTo>
                    <a:pt x="6383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889" y="3170392"/>
              <a:ext cx="23091" cy="167167"/>
            </a:xfrm>
            <a:custGeom>
              <a:avLst/>
              <a:pathLst>
                <a:path w="23091" h="167167">
                  <a:moveTo>
                    <a:pt x="23091" y="0"/>
                  </a:moveTo>
                  <a:lnTo>
                    <a:pt x="15372" y="178"/>
                  </a:lnTo>
                  <a:lnTo>
                    <a:pt x="7669" y="712"/>
                  </a:lnTo>
                  <a:lnTo>
                    <a:pt x="0" y="1602"/>
                  </a:lnTo>
                  <a:lnTo>
                    <a:pt x="2309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889" y="3171995"/>
              <a:ext cx="23091" cy="165564"/>
            </a:xfrm>
            <a:custGeom>
              <a:avLst/>
              <a:pathLst>
                <a:path w="23091" h="165564">
                  <a:moveTo>
                    <a:pt x="0" y="0"/>
                  </a:moveTo>
                  <a:lnTo>
                    <a:pt x="23091" y="165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3" y="3171995"/>
              <a:ext cx="334334" cy="332713"/>
            </a:xfrm>
            <a:custGeom>
              <a:avLst/>
              <a:pathLst>
                <a:path w="334334" h="332713">
                  <a:moveTo>
                    <a:pt x="144075" y="0"/>
                  </a:moveTo>
                  <a:lnTo>
                    <a:pt x="138827" y="817"/>
                  </a:lnTo>
                  <a:lnTo>
                    <a:pt x="133609" y="1800"/>
                  </a:lnTo>
                  <a:lnTo>
                    <a:pt x="128424" y="2948"/>
                  </a:lnTo>
                  <a:lnTo>
                    <a:pt x="123278" y="4261"/>
                  </a:lnTo>
                  <a:lnTo>
                    <a:pt x="118176" y="5737"/>
                  </a:lnTo>
                  <a:lnTo>
                    <a:pt x="113124" y="7374"/>
                  </a:lnTo>
                  <a:lnTo>
                    <a:pt x="108126" y="9170"/>
                  </a:lnTo>
                  <a:lnTo>
                    <a:pt x="103188" y="11124"/>
                  </a:lnTo>
                  <a:lnTo>
                    <a:pt x="98314" y="13235"/>
                  </a:lnTo>
                  <a:lnTo>
                    <a:pt x="93510" y="15499"/>
                  </a:lnTo>
                  <a:lnTo>
                    <a:pt x="88781" y="17914"/>
                  </a:lnTo>
                  <a:lnTo>
                    <a:pt x="84130" y="20478"/>
                  </a:lnTo>
                  <a:lnTo>
                    <a:pt x="79563" y="23189"/>
                  </a:lnTo>
                  <a:lnTo>
                    <a:pt x="75085" y="26044"/>
                  </a:lnTo>
                  <a:lnTo>
                    <a:pt x="70700" y="29039"/>
                  </a:lnTo>
                  <a:lnTo>
                    <a:pt x="66412" y="32172"/>
                  </a:lnTo>
                  <a:lnTo>
                    <a:pt x="62225" y="35440"/>
                  </a:lnTo>
                  <a:lnTo>
                    <a:pt x="58145" y="38839"/>
                  </a:lnTo>
                  <a:lnTo>
                    <a:pt x="54174" y="42366"/>
                  </a:lnTo>
                  <a:lnTo>
                    <a:pt x="50318" y="46018"/>
                  </a:lnTo>
                  <a:lnTo>
                    <a:pt x="46580" y="49790"/>
                  </a:lnTo>
                  <a:lnTo>
                    <a:pt x="42963" y="53679"/>
                  </a:lnTo>
                  <a:lnTo>
                    <a:pt x="39472" y="57680"/>
                  </a:lnTo>
                  <a:lnTo>
                    <a:pt x="36109" y="61791"/>
                  </a:lnTo>
                  <a:lnTo>
                    <a:pt x="32879" y="66006"/>
                  </a:lnTo>
                  <a:lnTo>
                    <a:pt x="29784" y="70322"/>
                  </a:lnTo>
                  <a:lnTo>
                    <a:pt x="26828" y="74734"/>
                  </a:lnTo>
                  <a:lnTo>
                    <a:pt x="24014" y="79238"/>
                  </a:lnTo>
                  <a:lnTo>
                    <a:pt x="21344" y="83829"/>
                  </a:lnTo>
                  <a:lnTo>
                    <a:pt x="18821" y="88502"/>
                  </a:lnTo>
                  <a:lnTo>
                    <a:pt x="16448" y="93253"/>
                  </a:lnTo>
                  <a:lnTo>
                    <a:pt x="14227" y="98077"/>
                  </a:lnTo>
                  <a:lnTo>
                    <a:pt x="12161" y="102969"/>
                  </a:lnTo>
                  <a:lnTo>
                    <a:pt x="10250" y="107925"/>
                  </a:lnTo>
                  <a:lnTo>
                    <a:pt x="8499" y="112938"/>
                  </a:lnTo>
                  <a:lnTo>
                    <a:pt x="6907" y="118005"/>
                  </a:lnTo>
                  <a:lnTo>
                    <a:pt x="5477" y="123120"/>
                  </a:lnTo>
                  <a:lnTo>
                    <a:pt x="4211" y="128277"/>
                  </a:lnTo>
                  <a:lnTo>
                    <a:pt x="3108" y="133472"/>
                  </a:lnTo>
                  <a:lnTo>
                    <a:pt x="2172" y="138700"/>
                  </a:lnTo>
                  <a:lnTo>
                    <a:pt x="1402" y="143954"/>
                  </a:lnTo>
                  <a:lnTo>
                    <a:pt x="799" y="149231"/>
                  </a:lnTo>
                  <a:lnTo>
                    <a:pt x="364" y="154524"/>
                  </a:lnTo>
                  <a:lnTo>
                    <a:pt x="97" y="159828"/>
                  </a:lnTo>
                  <a:lnTo>
                    <a:pt x="0" y="165137"/>
                  </a:lnTo>
                  <a:lnTo>
                    <a:pt x="70" y="170448"/>
                  </a:lnTo>
                  <a:lnTo>
                    <a:pt x="310" y="175753"/>
                  </a:lnTo>
                  <a:lnTo>
                    <a:pt x="718" y="181048"/>
                  </a:lnTo>
                  <a:lnTo>
                    <a:pt x="1293" y="186328"/>
                  </a:lnTo>
                  <a:lnTo>
                    <a:pt x="2037" y="191586"/>
                  </a:lnTo>
                  <a:lnTo>
                    <a:pt x="2947" y="196818"/>
                  </a:lnTo>
                  <a:lnTo>
                    <a:pt x="4022" y="202019"/>
                  </a:lnTo>
                  <a:lnTo>
                    <a:pt x="5263" y="207183"/>
                  </a:lnTo>
                  <a:lnTo>
                    <a:pt x="6666" y="212305"/>
                  </a:lnTo>
                  <a:lnTo>
                    <a:pt x="8232" y="217379"/>
                  </a:lnTo>
                  <a:lnTo>
                    <a:pt x="9958" y="222402"/>
                  </a:lnTo>
                  <a:lnTo>
                    <a:pt x="11843" y="227367"/>
                  </a:lnTo>
                  <a:lnTo>
                    <a:pt x="13884" y="232269"/>
                  </a:lnTo>
                  <a:lnTo>
                    <a:pt x="16081" y="237105"/>
                  </a:lnTo>
                  <a:lnTo>
                    <a:pt x="18429" y="241868"/>
                  </a:lnTo>
                  <a:lnTo>
                    <a:pt x="20928" y="246554"/>
                  </a:lnTo>
                  <a:lnTo>
                    <a:pt x="23575" y="251158"/>
                  </a:lnTo>
                  <a:lnTo>
                    <a:pt x="26366" y="255676"/>
                  </a:lnTo>
                  <a:lnTo>
                    <a:pt x="29299" y="260104"/>
                  </a:lnTo>
                  <a:lnTo>
                    <a:pt x="32372" y="264435"/>
                  </a:lnTo>
                  <a:lnTo>
                    <a:pt x="35581" y="268667"/>
                  </a:lnTo>
                  <a:lnTo>
                    <a:pt x="38922" y="272795"/>
                  </a:lnTo>
                  <a:lnTo>
                    <a:pt x="42393" y="276814"/>
                  </a:lnTo>
                  <a:lnTo>
                    <a:pt x="45990" y="280722"/>
                  </a:lnTo>
                  <a:lnTo>
                    <a:pt x="49709" y="284513"/>
                  </a:lnTo>
                  <a:lnTo>
                    <a:pt x="53547" y="288184"/>
                  </a:lnTo>
                  <a:lnTo>
                    <a:pt x="57499" y="291731"/>
                  </a:lnTo>
                  <a:lnTo>
                    <a:pt x="61562" y="295151"/>
                  </a:lnTo>
                  <a:lnTo>
                    <a:pt x="65732" y="298440"/>
                  </a:lnTo>
                  <a:lnTo>
                    <a:pt x="70004" y="301595"/>
                  </a:lnTo>
                  <a:lnTo>
                    <a:pt x="74374" y="304613"/>
                  </a:lnTo>
                  <a:lnTo>
                    <a:pt x="78837" y="307490"/>
                  </a:lnTo>
                  <a:lnTo>
                    <a:pt x="83390" y="310224"/>
                  </a:lnTo>
                  <a:lnTo>
                    <a:pt x="88028" y="312812"/>
                  </a:lnTo>
                  <a:lnTo>
                    <a:pt x="92745" y="315252"/>
                  </a:lnTo>
                  <a:lnTo>
                    <a:pt x="97537" y="317540"/>
                  </a:lnTo>
                  <a:lnTo>
                    <a:pt x="102400" y="319676"/>
                  </a:lnTo>
                  <a:lnTo>
                    <a:pt x="107328" y="321655"/>
                  </a:lnTo>
                  <a:lnTo>
                    <a:pt x="112316" y="323477"/>
                  </a:lnTo>
                  <a:lnTo>
                    <a:pt x="117360" y="325140"/>
                  </a:lnTo>
                  <a:lnTo>
                    <a:pt x="122454" y="326641"/>
                  </a:lnTo>
                  <a:lnTo>
                    <a:pt x="127593" y="327980"/>
                  </a:lnTo>
                  <a:lnTo>
                    <a:pt x="132772" y="329155"/>
                  </a:lnTo>
                  <a:lnTo>
                    <a:pt x="137986" y="330165"/>
                  </a:lnTo>
                  <a:lnTo>
                    <a:pt x="143230" y="331009"/>
                  </a:lnTo>
                  <a:lnTo>
                    <a:pt x="148497" y="331686"/>
                  </a:lnTo>
                  <a:lnTo>
                    <a:pt x="153783" y="332195"/>
                  </a:lnTo>
                  <a:lnTo>
                    <a:pt x="159083" y="332536"/>
                  </a:lnTo>
                  <a:lnTo>
                    <a:pt x="164391" y="332709"/>
                  </a:lnTo>
                  <a:lnTo>
                    <a:pt x="169702" y="332713"/>
                  </a:lnTo>
                  <a:lnTo>
                    <a:pt x="175010" y="332548"/>
                  </a:lnTo>
                  <a:lnTo>
                    <a:pt x="180310" y="332214"/>
                  </a:lnTo>
                  <a:lnTo>
                    <a:pt x="185597" y="331713"/>
                  </a:lnTo>
                  <a:lnTo>
                    <a:pt x="190866" y="331043"/>
                  </a:lnTo>
                  <a:lnTo>
                    <a:pt x="196110" y="330207"/>
                  </a:lnTo>
                  <a:lnTo>
                    <a:pt x="201325" y="329205"/>
                  </a:lnTo>
                  <a:lnTo>
                    <a:pt x="206506" y="328037"/>
                  </a:lnTo>
                  <a:lnTo>
                    <a:pt x="211647" y="326705"/>
                  </a:lnTo>
                  <a:lnTo>
                    <a:pt x="216743" y="325211"/>
                  </a:lnTo>
                  <a:lnTo>
                    <a:pt x="221790" y="323556"/>
                  </a:lnTo>
                  <a:lnTo>
                    <a:pt x="226781" y="321741"/>
                  </a:lnTo>
                  <a:lnTo>
                    <a:pt x="231711" y="319768"/>
                  </a:lnTo>
                  <a:lnTo>
                    <a:pt x="236577" y="317640"/>
                  </a:lnTo>
                  <a:lnTo>
                    <a:pt x="241373" y="315359"/>
                  </a:lnTo>
                  <a:lnTo>
                    <a:pt x="246094" y="312926"/>
                  </a:lnTo>
                  <a:lnTo>
                    <a:pt x="250735" y="310345"/>
                  </a:lnTo>
                  <a:lnTo>
                    <a:pt x="255291" y="307617"/>
                  </a:lnTo>
                  <a:lnTo>
                    <a:pt x="259759" y="304746"/>
                  </a:lnTo>
                  <a:lnTo>
                    <a:pt x="264134" y="301735"/>
                  </a:lnTo>
                  <a:lnTo>
                    <a:pt x="268410" y="298586"/>
                  </a:lnTo>
                  <a:lnTo>
                    <a:pt x="272585" y="295303"/>
                  </a:lnTo>
                  <a:lnTo>
                    <a:pt x="276652" y="291888"/>
                  </a:lnTo>
                  <a:lnTo>
                    <a:pt x="280610" y="288347"/>
                  </a:lnTo>
                  <a:lnTo>
                    <a:pt x="284453" y="284681"/>
                  </a:lnTo>
                  <a:lnTo>
                    <a:pt x="288177" y="280896"/>
                  </a:lnTo>
                  <a:lnTo>
                    <a:pt x="291780" y="276994"/>
                  </a:lnTo>
                  <a:lnTo>
                    <a:pt x="295256" y="272979"/>
                  </a:lnTo>
                  <a:lnTo>
                    <a:pt x="298604" y="268856"/>
                  </a:lnTo>
                  <a:lnTo>
                    <a:pt x="301819" y="264629"/>
                  </a:lnTo>
                  <a:lnTo>
                    <a:pt x="304897" y="260302"/>
                  </a:lnTo>
                  <a:lnTo>
                    <a:pt x="307837" y="255879"/>
                  </a:lnTo>
                  <a:lnTo>
                    <a:pt x="310635" y="251365"/>
                  </a:lnTo>
                  <a:lnTo>
                    <a:pt x="313288" y="246764"/>
                  </a:lnTo>
                  <a:lnTo>
                    <a:pt x="315794" y="242082"/>
                  </a:lnTo>
                  <a:lnTo>
                    <a:pt x="318149" y="237322"/>
                  </a:lnTo>
                  <a:lnTo>
                    <a:pt x="320352" y="232490"/>
                  </a:lnTo>
                  <a:lnTo>
                    <a:pt x="322401" y="227590"/>
                  </a:lnTo>
                  <a:lnTo>
                    <a:pt x="324293" y="222628"/>
                  </a:lnTo>
                  <a:lnTo>
                    <a:pt x="326026" y="217608"/>
                  </a:lnTo>
                  <a:lnTo>
                    <a:pt x="327599" y="212535"/>
                  </a:lnTo>
                  <a:lnTo>
                    <a:pt x="329010" y="207415"/>
                  </a:lnTo>
                  <a:lnTo>
                    <a:pt x="330258" y="202253"/>
                  </a:lnTo>
                  <a:lnTo>
                    <a:pt x="331341" y="197054"/>
                  </a:lnTo>
                  <a:lnTo>
                    <a:pt x="332259" y="191823"/>
                  </a:lnTo>
                  <a:lnTo>
                    <a:pt x="333009" y="186566"/>
                  </a:lnTo>
                  <a:lnTo>
                    <a:pt x="333593" y="181287"/>
                  </a:lnTo>
                  <a:lnTo>
                    <a:pt x="334008" y="175993"/>
                  </a:lnTo>
                  <a:lnTo>
                    <a:pt x="334255" y="170688"/>
                  </a:lnTo>
                  <a:lnTo>
                    <a:pt x="334334" y="165378"/>
                  </a:lnTo>
                  <a:lnTo>
                    <a:pt x="334243" y="160068"/>
                  </a:lnTo>
                  <a:lnTo>
                    <a:pt x="333985" y="154763"/>
                  </a:lnTo>
                  <a:lnTo>
                    <a:pt x="333557" y="149470"/>
                  </a:lnTo>
                  <a:lnTo>
                    <a:pt x="332962" y="144192"/>
                  </a:lnTo>
                  <a:lnTo>
                    <a:pt x="332199" y="138937"/>
                  </a:lnTo>
                  <a:lnTo>
                    <a:pt x="331270" y="133708"/>
                  </a:lnTo>
                  <a:lnTo>
                    <a:pt x="330176" y="128511"/>
                  </a:lnTo>
                  <a:lnTo>
                    <a:pt x="328916" y="123352"/>
                  </a:lnTo>
                  <a:lnTo>
                    <a:pt x="327494" y="118235"/>
                  </a:lnTo>
                  <a:lnTo>
                    <a:pt x="325910" y="113166"/>
                  </a:lnTo>
                  <a:lnTo>
                    <a:pt x="324165" y="108150"/>
                  </a:lnTo>
                  <a:lnTo>
                    <a:pt x="322262" y="103192"/>
                  </a:lnTo>
                  <a:lnTo>
                    <a:pt x="320203" y="98297"/>
                  </a:lnTo>
                  <a:lnTo>
                    <a:pt x="317989" y="93470"/>
                  </a:lnTo>
                  <a:lnTo>
                    <a:pt x="315622" y="88715"/>
                  </a:lnTo>
                  <a:lnTo>
                    <a:pt x="313106" y="84038"/>
                  </a:lnTo>
                  <a:lnTo>
                    <a:pt x="310443" y="79444"/>
                  </a:lnTo>
                  <a:lnTo>
                    <a:pt x="307635" y="74936"/>
                  </a:lnTo>
                  <a:lnTo>
                    <a:pt x="304685" y="70520"/>
                  </a:lnTo>
                  <a:lnTo>
                    <a:pt x="301597" y="66199"/>
                  </a:lnTo>
                  <a:lnTo>
                    <a:pt x="298373" y="61979"/>
                  </a:lnTo>
                  <a:lnTo>
                    <a:pt x="295016" y="57864"/>
                  </a:lnTo>
                  <a:lnTo>
                    <a:pt x="291530" y="53857"/>
                  </a:lnTo>
                  <a:lnTo>
                    <a:pt x="287919" y="49963"/>
                  </a:lnTo>
                  <a:lnTo>
                    <a:pt x="284186" y="46186"/>
                  </a:lnTo>
                  <a:lnTo>
                    <a:pt x="280335" y="42529"/>
                  </a:lnTo>
                  <a:lnTo>
                    <a:pt x="276370" y="38996"/>
                  </a:lnTo>
                  <a:lnTo>
                    <a:pt x="272294" y="35591"/>
                  </a:lnTo>
                  <a:lnTo>
                    <a:pt x="268113" y="32317"/>
                  </a:lnTo>
                  <a:lnTo>
                    <a:pt x="263829" y="29178"/>
                  </a:lnTo>
                  <a:lnTo>
                    <a:pt x="167166" y="165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6662" cy="167167"/>
            </a:xfrm>
            <a:custGeom>
              <a:avLst/>
              <a:pathLst>
                <a:path w="96662" h="167167">
                  <a:moveTo>
                    <a:pt x="96662" y="30780"/>
                  </a:moveTo>
                  <a:lnTo>
                    <a:pt x="91935" y="27550"/>
                  </a:lnTo>
                  <a:lnTo>
                    <a:pt x="87099" y="24483"/>
                  </a:lnTo>
                  <a:lnTo>
                    <a:pt x="82162" y="21584"/>
                  </a:lnTo>
                  <a:lnTo>
                    <a:pt x="77128" y="18856"/>
                  </a:lnTo>
                  <a:lnTo>
                    <a:pt x="72003" y="16301"/>
                  </a:lnTo>
                  <a:lnTo>
                    <a:pt x="66794" y="13924"/>
                  </a:lnTo>
                  <a:lnTo>
                    <a:pt x="61507" y="11726"/>
                  </a:lnTo>
                  <a:lnTo>
                    <a:pt x="56148" y="9711"/>
                  </a:lnTo>
                  <a:lnTo>
                    <a:pt x="50722" y="7881"/>
                  </a:lnTo>
                  <a:lnTo>
                    <a:pt x="45237" y="6237"/>
                  </a:lnTo>
                  <a:lnTo>
                    <a:pt x="39699" y="4782"/>
                  </a:lnTo>
                  <a:lnTo>
                    <a:pt x="34115" y="3518"/>
                  </a:lnTo>
                  <a:lnTo>
                    <a:pt x="28490" y="2445"/>
                  </a:lnTo>
                  <a:lnTo>
                    <a:pt x="22832" y="1566"/>
                  </a:lnTo>
                  <a:lnTo>
                    <a:pt x="17148" y="881"/>
                  </a:lnTo>
                  <a:lnTo>
                    <a:pt x="11443" y="392"/>
                  </a:lnTo>
                  <a:lnTo>
                    <a:pt x="572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5160" y="3707720"/>
              <a:ext cx="5587" cy="167167"/>
            </a:xfrm>
            <a:custGeom>
              <a:avLst/>
              <a:pathLst>
                <a:path w="5587" h="167167">
                  <a:moveTo>
                    <a:pt x="5587" y="0"/>
                  </a:moveTo>
                  <a:lnTo>
                    <a:pt x="0" y="93"/>
                  </a:lnTo>
                  <a:lnTo>
                    <a:pt x="55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5160" y="37078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7" y="3707814"/>
              <a:ext cx="334314" cy="334239"/>
            </a:xfrm>
            <a:custGeom>
              <a:avLst/>
              <a:pathLst>
                <a:path w="334314" h="334239">
                  <a:moveTo>
                    <a:pt x="161563" y="0"/>
                  </a:moveTo>
                  <a:lnTo>
                    <a:pt x="156276" y="260"/>
                  </a:lnTo>
                  <a:lnTo>
                    <a:pt x="151001" y="688"/>
                  </a:lnTo>
                  <a:lnTo>
                    <a:pt x="145742" y="1283"/>
                  </a:lnTo>
                  <a:lnTo>
                    <a:pt x="140504" y="2043"/>
                  </a:lnTo>
                  <a:lnTo>
                    <a:pt x="135293" y="2970"/>
                  </a:lnTo>
                  <a:lnTo>
                    <a:pt x="130114" y="4060"/>
                  </a:lnTo>
                  <a:lnTo>
                    <a:pt x="124972" y="5315"/>
                  </a:lnTo>
                  <a:lnTo>
                    <a:pt x="119872" y="6731"/>
                  </a:lnTo>
                  <a:lnTo>
                    <a:pt x="114820" y="8308"/>
                  </a:lnTo>
                  <a:lnTo>
                    <a:pt x="109820" y="10044"/>
                  </a:lnTo>
                  <a:lnTo>
                    <a:pt x="104878" y="11938"/>
                  </a:lnTo>
                  <a:lnTo>
                    <a:pt x="99998" y="13987"/>
                  </a:lnTo>
                  <a:lnTo>
                    <a:pt x="95185" y="16190"/>
                  </a:lnTo>
                  <a:lnTo>
                    <a:pt x="90445" y="18543"/>
                  </a:lnTo>
                  <a:lnTo>
                    <a:pt x="85781" y="21046"/>
                  </a:lnTo>
                  <a:lnTo>
                    <a:pt x="81199" y="23695"/>
                  </a:lnTo>
                  <a:lnTo>
                    <a:pt x="76703" y="26488"/>
                  </a:lnTo>
                  <a:lnTo>
                    <a:pt x="72298" y="29422"/>
                  </a:lnTo>
                  <a:lnTo>
                    <a:pt x="67988" y="32494"/>
                  </a:lnTo>
                  <a:lnTo>
                    <a:pt x="63777" y="35700"/>
                  </a:lnTo>
                  <a:lnTo>
                    <a:pt x="59670" y="39039"/>
                  </a:lnTo>
                  <a:lnTo>
                    <a:pt x="55671" y="42505"/>
                  </a:lnTo>
                  <a:lnTo>
                    <a:pt x="51783" y="46097"/>
                  </a:lnTo>
                  <a:lnTo>
                    <a:pt x="48011" y="49810"/>
                  </a:lnTo>
                  <a:lnTo>
                    <a:pt x="44359" y="53640"/>
                  </a:lnTo>
                  <a:lnTo>
                    <a:pt x="40829" y="57584"/>
                  </a:lnTo>
                  <a:lnTo>
                    <a:pt x="37426" y="61638"/>
                  </a:lnTo>
                  <a:lnTo>
                    <a:pt x="34154" y="65797"/>
                  </a:lnTo>
                  <a:lnTo>
                    <a:pt x="31014" y="70058"/>
                  </a:lnTo>
                  <a:lnTo>
                    <a:pt x="28011" y="74417"/>
                  </a:lnTo>
                  <a:lnTo>
                    <a:pt x="25148" y="78868"/>
                  </a:lnTo>
                  <a:lnTo>
                    <a:pt x="22427" y="83408"/>
                  </a:lnTo>
                  <a:lnTo>
                    <a:pt x="19851" y="88031"/>
                  </a:lnTo>
                  <a:lnTo>
                    <a:pt x="17422" y="92734"/>
                  </a:lnTo>
                  <a:lnTo>
                    <a:pt x="15144" y="97511"/>
                  </a:lnTo>
                  <a:lnTo>
                    <a:pt x="13018" y="102358"/>
                  </a:lnTo>
                  <a:lnTo>
                    <a:pt x="11046" y="107270"/>
                  </a:lnTo>
                  <a:lnTo>
                    <a:pt x="9231" y="112241"/>
                  </a:lnTo>
                  <a:lnTo>
                    <a:pt x="7575" y="117268"/>
                  </a:lnTo>
                  <a:lnTo>
                    <a:pt x="6078" y="122345"/>
                  </a:lnTo>
                  <a:lnTo>
                    <a:pt x="4743" y="127466"/>
                  </a:lnTo>
                  <a:lnTo>
                    <a:pt x="3570" y="132628"/>
                  </a:lnTo>
                  <a:lnTo>
                    <a:pt x="2562" y="137823"/>
                  </a:lnTo>
                  <a:lnTo>
                    <a:pt x="1718" y="143048"/>
                  </a:lnTo>
                  <a:lnTo>
                    <a:pt x="1041" y="148298"/>
                  </a:lnTo>
                  <a:lnTo>
                    <a:pt x="530" y="153565"/>
                  </a:lnTo>
                  <a:lnTo>
                    <a:pt x="185" y="158847"/>
                  </a:lnTo>
                  <a:lnTo>
                    <a:pt x="9" y="164137"/>
                  </a:lnTo>
                  <a:lnTo>
                    <a:pt x="0" y="169429"/>
                  </a:lnTo>
                  <a:lnTo>
                    <a:pt x="158" y="174720"/>
                  </a:lnTo>
                  <a:lnTo>
                    <a:pt x="484" y="180002"/>
                  </a:lnTo>
                  <a:lnTo>
                    <a:pt x="976" y="185272"/>
                  </a:lnTo>
                  <a:lnTo>
                    <a:pt x="1636" y="190524"/>
                  </a:lnTo>
                  <a:lnTo>
                    <a:pt x="2461" y="195752"/>
                  </a:lnTo>
                  <a:lnTo>
                    <a:pt x="3452" y="200951"/>
                  </a:lnTo>
                  <a:lnTo>
                    <a:pt x="4606" y="206116"/>
                  </a:lnTo>
                  <a:lnTo>
                    <a:pt x="5924" y="211242"/>
                  </a:lnTo>
                  <a:lnTo>
                    <a:pt x="7403" y="216324"/>
                  </a:lnTo>
                  <a:lnTo>
                    <a:pt x="9042" y="221356"/>
                  </a:lnTo>
                  <a:lnTo>
                    <a:pt x="10839" y="226334"/>
                  </a:lnTo>
                  <a:lnTo>
                    <a:pt x="12794" y="231253"/>
                  </a:lnTo>
                  <a:lnTo>
                    <a:pt x="14903" y="236107"/>
                  </a:lnTo>
                  <a:lnTo>
                    <a:pt x="17165" y="240893"/>
                  </a:lnTo>
                  <a:lnTo>
                    <a:pt x="19577" y="245604"/>
                  </a:lnTo>
                  <a:lnTo>
                    <a:pt x="22137" y="250236"/>
                  </a:lnTo>
                  <a:lnTo>
                    <a:pt x="24842" y="254785"/>
                  </a:lnTo>
                  <a:lnTo>
                    <a:pt x="27690" y="259246"/>
                  </a:lnTo>
                  <a:lnTo>
                    <a:pt x="30678" y="263615"/>
                  </a:lnTo>
                  <a:lnTo>
                    <a:pt x="33803" y="267887"/>
                  </a:lnTo>
                  <a:lnTo>
                    <a:pt x="37061" y="272058"/>
                  </a:lnTo>
                  <a:lnTo>
                    <a:pt x="40450" y="276123"/>
                  </a:lnTo>
                  <a:lnTo>
                    <a:pt x="43965" y="280080"/>
                  </a:lnTo>
                  <a:lnTo>
                    <a:pt x="47604" y="283923"/>
                  </a:lnTo>
                  <a:lnTo>
                    <a:pt x="51363" y="287649"/>
                  </a:lnTo>
                  <a:lnTo>
                    <a:pt x="55239" y="291254"/>
                  </a:lnTo>
                  <a:lnTo>
                    <a:pt x="59226" y="294734"/>
                  </a:lnTo>
                  <a:lnTo>
                    <a:pt x="63321" y="298087"/>
                  </a:lnTo>
                  <a:lnTo>
                    <a:pt x="67521" y="301308"/>
                  </a:lnTo>
                  <a:lnTo>
                    <a:pt x="71820" y="304395"/>
                  </a:lnTo>
                  <a:lnTo>
                    <a:pt x="76215" y="307344"/>
                  </a:lnTo>
                  <a:lnTo>
                    <a:pt x="80701" y="310152"/>
                  </a:lnTo>
                  <a:lnTo>
                    <a:pt x="85274" y="312817"/>
                  </a:lnTo>
                  <a:lnTo>
                    <a:pt x="89929" y="315336"/>
                  </a:lnTo>
                  <a:lnTo>
                    <a:pt x="94661" y="317706"/>
                  </a:lnTo>
                  <a:lnTo>
                    <a:pt x="99466" y="319926"/>
                  </a:lnTo>
                  <a:lnTo>
                    <a:pt x="104339" y="321992"/>
                  </a:lnTo>
                  <a:lnTo>
                    <a:pt x="109275" y="323903"/>
                  </a:lnTo>
                  <a:lnTo>
                    <a:pt x="114268" y="325656"/>
                  </a:lnTo>
                  <a:lnTo>
                    <a:pt x="119315" y="327251"/>
                  </a:lnTo>
                  <a:lnTo>
                    <a:pt x="124410" y="328685"/>
                  </a:lnTo>
                  <a:lnTo>
                    <a:pt x="129547" y="329957"/>
                  </a:lnTo>
                  <a:lnTo>
                    <a:pt x="134723" y="331066"/>
                  </a:lnTo>
                  <a:lnTo>
                    <a:pt x="139931" y="332010"/>
                  </a:lnTo>
                  <a:lnTo>
                    <a:pt x="145166" y="332789"/>
                  </a:lnTo>
                  <a:lnTo>
                    <a:pt x="150423" y="333402"/>
                  </a:lnTo>
                  <a:lnTo>
                    <a:pt x="155697" y="333848"/>
                  </a:lnTo>
                  <a:lnTo>
                    <a:pt x="160982" y="334127"/>
                  </a:lnTo>
                  <a:lnTo>
                    <a:pt x="166273" y="334239"/>
                  </a:lnTo>
                  <a:lnTo>
                    <a:pt x="171566" y="334183"/>
                  </a:lnTo>
                  <a:lnTo>
                    <a:pt x="176854" y="333959"/>
                  </a:lnTo>
                  <a:lnTo>
                    <a:pt x="182132" y="333568"/>
                  </a:lnTo>
                  <a:lnTo>
                    <a:pt x="187395" y="333011"/>
                  </a:lnTo>
                  <a:lnTo>
                    <a:pt x="192638" y="332286"/>
                  </a:lnTo>
                  <a:lnTo>
                    <a:pt x="197856" y="331397"/>
                  </a:lnTo>
                  <a:lnTo>
                    <a:pt x="203042" y="330342"/>
                  </a:lnTo>
                  <a:lnTo>
                    <a:pt x="208193" y="329124"/>
                  </a:lnTo>
                  <a:lnTo>
                    <a:pt x="213302" y="327744"/>
                  </a:lnTo>
                  <a:lnTo>
                    <a:pt x="218366" y="326202"/>
                  </a:lnTo>
                  <a:lnTo>
                    <a:pt x="223377" y="324501"/>
                  </a:lnTo>
                  <a:lnTo>
                    <a:pt x="228333" y="322642"/>
                  </a:lnTo>
                  <a:lnTo>
                    <a:pt x="233227" y="320627"/>
                  </a:lnTo>
                  <a:lnTo>
                    <a:pt x="238055" y="318459"/>
                  </a:lnTo>
                  <a:lnTo>
                    <a:pt x="242812" y="316138"/>
                  </a:lnTo>
                  <a:lnTo>
                    <a:pt x="247493" y="313668"/>
                  </a:lnTo>
                  <a:lnTo>
                    <a:pt x="252093" y="311051"/>
                  </a:lnTo>
                  <a:lnTo>
                    <a:pt x="256609" y="308290"/>
                  </a:lnTo>
                  <a:lnTo>
                    <a:pt x="261034" y="305387"/>
                  </a:lnTo>
                  <a:lnTo>
                    <a:pt x="265366" y="302346"/>
                  </a:lnTo>
                  <a:lnTo>
                    <a:pt x="269599" y="299169"/>
                  </a:lnTo>
                  <a:lnTo>
                    <a:pt x="273730" y="295859"/>
                  </a:lnTo>
                  <a:lnTo>
                    <a:pt x="277753" y="292421"/>
                  </a:lnTo>
                  <a:lnTo>
                    <a:pt x="281666" y="288857"/>
                  </a:lnTo>
                  <a:lnTo>
                    <a:pt x="285464" y="285170"/>
                  </a:lnTo>
                  <a:lnTo>
                    <a:pt x="289143" y="281366"/>
                  </a:lnTo>
                  <a:lnTo>
                    <a:pt x="292700" y="277447"/>
                  </a:lnTo>
                  <a:lnTo>
                    <a:pt x="296131" y="273417"/>
                  </a:lnTo>
                  <a:lnTo>
                    <a:pt x="299433" y="269280"/>
                  </a:lnTo>
                  <a:lnTo>
                    <a:pt x="302602" y="265041"/>
                  </a:lnTo>
                  <a:lnTo>
                    <a:pt x="305636" y="260704"/>
                  </a:lnTo>
                  <a:lnTo>
                    <a:pt x="308531" y="256273"/>
                  </a:lnTo>
                  <a:lnTo>
                    <a:pt x="311283" y="251753"/>
                  </a:lnTo>
                  <a:lnTo>
                    <a:pt x="313892" y="247148"/>
                  </a:lnTo>
                  <a:lnTo>
                    <a:pt x="316353" y="242462"/>
                  </a:lnTo>
                  <a:lnTo>
                    <a:pt x="318665" y="237701"/>
                  </a:lnTo>
                  <a:lnTo>
                    <a:pt x="320825" y="232869"/>
                  </a:lnTo>
                  <a:lnTo>
                    <a:pt x="322831" y="227971"/>
                  </a:lnTo>
                  <a:lnTo>
                    <a:pt x="324681" y="223012"/>
                  </a:lnTo>
                  <a:lnTo>
                    <a:pt x="326373" y="217997"/>
                  </a:lnTo>
                  <a:lnTo>
                    <a:pt x="327905" y="212931"/>
                  </a:lnTo>
                  <a:lnTo>
                    <a:pt x="329276" y="207819"/>
                  </a:lnTo>
                  <a:lnTo>
                    <a:pt x="330485" y="202666"/>
                  </a:lnTo>
                  <a:lnTo>
                    <a:pt x="331530" y="197478"/>
                  </a:lnTo>
                  <a:lnTo>
                    <a:pt x="332410" y="192259"/>
                  </a:lnTo>
                  <a:lnTo>
                    <a:pt x="333124" y="187015"/>
                  </a:lnTo>
                  <a:lnTo>
                    <a:pt x="333672" y="181750"/>
                  </a:lnTo>
                  <a:lnTo>
                    <a:pt x="334053" y="176471"/>
                  </a:lnTo>
                  <a:lnTo>
                    <a:pt x="334267" y="171183"/>
                  </a:lnTo>
                  <a:lnTo>
                    <a:pt x="334314" y="165890"/>
                  </a:lnTo>
                  <a:lnTo>
                    <a:pt x="334192" y="160599"/>
                  </a:lnTo>
                  <a:lnTo>
                    <a:pt x="333904" y="155314"/>
                  </a:lnTo>
                  <a:lnTo>
                    <a:pt x="333448" y="150041"/>
                  </a:lnTo>
                  <a:lnTo>
                    <a:pt x="332825" y="144785"/>
                  </a:lnTo>
                  <a:lnTo>
                    <a:pt x="332037" y="139552"/>
                  </a:lnTo>
                  <a:lnTo>
                    <a:pt x="331083" y="134346"/>
                  </a:lnTo>
                  <a:lnTo>
                    <a:pt x="329965" y="129173"/>
                  </a:lnTo>
                  <a:lnTo>
                    <a:pt x="328683" y="124037"/>
                  </a:lnTo>
                  <a:lnTo>
                    <a:pt x="327240" y="118945"/>
                  </a:lnTo>
                  <a:lnTo>
                    <a:pt x="325636" y="113901"/>
                  </a:lnTo>
                  <a:lnTo>
                    <a:pt x="323873" y="108911"/>
                  </a:lnTo>
                  <a:lnTo>
                    <a:pt x="321953" y="103979"/>
                  </a:lnTo>
                  <a:lnTo>
                    <a:pt x="319878" y="99110"/>
                  </a:lnTo>
                  <a:lnTo>
                    <a:pt x="317650" y="94309"/>
                  </a:lnTo>
                  <a:lnTo>
                    <a:pt x="315271" y="89581"/>
                  </a:lnTo>
                  <a:lnTo>
                    <a:pt x="312744" y="84931"/>
                  </a:lnTo>
                  <a:lnTo>
                    <a:pt x="310071" y="80363"/>
                  </a:lnTo>
                  <a:lnTo>
                    <a:pt x="307254" y="75882"/>
                  </a:lnTo>
                  <a:lnTo>
                    <a:pt x="304297" y="71492"/>
                  </a:lnTo>
                  <a:lnTo>
                    <a:pt x="301202" y="67198"/>
                  </a:lnTo>
                  <a:lnTo>
                    <a:pt x="297973" y="63005"/>
                  </a:lnTo>
                  <a:lnTo>
                    <a:pt x="294613" y="58915"/>
                  </a:lnTo>
                  <a:lnTo>
                    <a:pt x="291125" y="54935"/>
                  </a:lnTo>
                  <a:lnTo>
                    <a:pt x="287513" y="51066"/>
                  </a:lnTo>
                  <a:lnTo>
                    <a:pt x="283780" y="47314"/>
                  </a:lnTo>
                  <a:lnTo>
                    <a:pt x="279931" y="43682"/>
                  </a:lnTo>
                  <a:lnTo>
                    <a:pt x="275968" y="40173"/>
                  </a:lnTo>
                  <a:lnTo>
                    <a:pt x="271896" y="36792"/>
                  </a:lnTo>
                  <a:lnTo>
                    <a:pt x="267719" y="33541"/>
                  </a:lnTo>
                  <a:lnTo>
                    <a:pt x="263442" y="30425"/>
                  </a:lnTo>
                  <a:lnTo>
                    <a:pt x="259067" y="27445"/>
                  </a:lnTo>
                  <a:lnTo>
                    <a:pt x="254601" y="24605"/>
                  </a:lnTo>
                  <a:lnTo>
                    <a:pt x="250047" y="21908"/>
                  </a:lnTo>
                  <a:lnTo>
                    <a:pt x="245410" y="19356"/>
                  </a:lnTo>
                  <a:lnTo>
                    <a:pt x="240695" y="16953"/>
                  </a:lnTo>
                  <a:lnTo>
                    <a:pt x="235905" y="14700"/>
                  </a:lnTo>
                  <a:lnTo>
                    <a:pt x="231047" y="12600"/>
                  </a:lnTo>
                  <a:lnTo>
                    <a:pt x="226125" y="10654"/>
                  </a:lnTo>
                  <a:lnTo>
                    <a:pt x="221144" y="8866"/>
                  </a:lnTo>
                  <a:lnTo>
                    <a:pt x="216108" y="7236"/>
                  </a:lnTo>
                  <a:lnTo>
                    <a:pt x="211024" y="5766"/>
                  </a:lnTo>
                  <a:lnTo>
                    <a:pt x="205895" y="4458"/>
                  </a:lnTo>
                  <a:lnTo>
                    <a:pt x="200728" y="3313"/>
                  </a:lnTo>
                  <a:lnTo>
                    <a:pt x="195527" y="2332"/>
                  </a:lnTo>
                  <a:lnTo>
                    <a:pt x="190297" y="1516"/>
                  </a:lnTo>
                  <a:lnTo>
                    <a:pt x="185045" y="867"/>
                  </a:lnTo>
                  <a:lnTo>
                    <a:pt x="179774" y="383"/>
                  </a:lnTo>
                  <a:lnTo>
                    <a:pt x="167150" y="1670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623" cy="167167"/>
            </a:xfrm>
            <a:custGeom>
              <a:avLst/>
              <a:pathLst>
                <a:path w="12623" h="167167">
                  <a:moveTo>
                    <a:pt x="12623" y="4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5699" y="4213821"/>
              <a:ext cx="5587" cy="167167"/>
            </a:xfrm>
            <a:custGeom>
              <a:avLst/>
              <a:pathLst>
                <a:path w="5587" h="167167">
                  <a:moveTo>
                    <a:pt x="5587" y="0"/>
                  </a:moveTo>
                  <a:lnTo>
                    <a:pt x="0" y="93"/>
                  </a:lnTo>
                  <a:lnTo>
                    <a:pt x="558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5699" y="4213914"/>
              <a:ext cx="5587" cy="167074"/>
            </a:xfrm>
            <a:custGeom>
              <a:avLst/>
              <a:pathLst>
                <a:path w="5587" h="167074">
                  <a:moveTo>
                    <a:pt x="0" y="0"/>
                  </a:moveTo>
                  <a:lnTo>
                    <a:pt x="5587" y="1670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6" y="4213914"/>
              <a:ext cx="334314" cy="334239"/>
            </a:xfrm>
            <a:custGeom>
              <a:avLst/>
              <a:pathLst>
                <a:path w="334314" h="334239">
                  <a:moveTo>
                    <a:pt x="161563" y="0"/>
                  </a:moveTo>
                  <a:lnTo>
                    <a:pt x="156276" y="260"/>
                  </a:lnTo>
                  <a:lnTo>
                    <a:pt x="151001" y="688"/>
                  </a:lnTo>
                  <a:lnTo>
                    <a:pt x="145742" y="1283"/>
                  </a:lnTo>
                  <a:lnTo>
                    <a:pt x="140504" y="2043"/>
                  </a:lnTo>
                  <a:lnTo>
                    <a:pt x="135293" y="2970"/>
                  </a:lnTo>
                  <a:lnTo>
                    <a:pt x="130114" y="4060"/>
                  </a:lnTo>
                  <a:lnTo>
                    <a:pt x="124972" y="5315"/>
                  </a:lnTo>
                  <a:lnTo>
                    <a:pt x="119872" y="6731"/>
                  </a:lnTo>
                  <a:lnTo>
                    <a:pt x="114820" y="8308"/>
                  </a:lnTo>
                  <a:lnTo>
                    <a:pt x="109820" y="10044"/>
                  </a:lnTo>
                  <a:lnTo>
                    <a:pt x="104878" y="11938"/>
                  </a:lnTo>
                  <a:lnTo>
                    <a:pt x="99998" y="13987"/>
                  </a:lnTo>
                  <a:lnTo>
                    <a:pt x="95185" y="16190"/>
                  </a:lnTo>
                  <a:lnTo>
                    <a:pt x="90445" y="18543"/>
                  </a:lnTo>
                  <a:lnTo>
                    <a:pt x="85781" y="21046"/>
                  </a:lnTo>
                  <a:lnTo>
                    <a:pt x="81199" y="23695"/>
                  </a:lnTo>
                  <a:lnTo>
                    <a:pt x="76703" y="26488"/>
                  </a:lnTo>
                  <a:lnTo>
                    <a:pt x="72298" y="29422"/>
                  </a:lnTo>
                  <a:lnTo>
                    <a:pt x="67988" y="32494"/>
                  </a:lnTo>
                  <a:lnTo>
                    <a:pt x="63777" y="35700"/>
                  </a:lnTo>
                  <a:lnTo>
                    <a:pt x="59670" y="39039"/>
                  </a:lnTo>
                  <a:lnTo>
                    <a:pt x="55671" y="42505"/>
                  </a:lnTo>
                  <a:lnTo>
                    <a:pt x="51783" y="46097"/>
                  </a:lnTo>
                  <a:lnTo>
                    <a:pt x="48011" y="49810"/>
                  </a:lnTo>
                  <a:lnTo>
                    <a:pt x="44359" y="53640"/>
                  </a:lnTo>
                  <a:lnTo>
                    <a:pt x="40829" y="57584"/>
                  </a:lnTo>
                  <a:lnTo>
                    <a:pt x="37426" y="61638"/>
                  </a:lnTo>
                  <a:lnTo>
                    <a:pt x="34154" y="65797"/>
                  </a:lnTo>
                  <a:lnTo>
                    <a:pt x="31014" y="70058"/>
                  </a:lnTo>
                  <a:lnTo>
                    <a:pt x="28011" y="74417"/>
                  </a:lnTo>
                  <a:lnTo>
                    <a:pt x="25148" y="78868"/>
                  </a:lnTo>
                  <a:lnTo>
                    <a:pt x="22427" y="83408"/>
                  </a:lnTo>
                  <a:lnTo>
                    <a:pt x="19851" y="88031"/>
                  </a:lnTo>
                  <a:lnTo>
                    <a:pt x="17422" y="92734"/>
                  </a:lnTo>
                  <a:lnTo>
                    <a:pt x="15144" y="97511"/>
                  </a:lnTo>
                  <a:lnTo>
                    <a:pt x="13018" y="102358"/>
                  </a:lnTo>
                  <a:lnTo>
                    <a:pt x="11046" y="107270"/>
                  </a:lnTo>
                  <a:lnTo>
                    <a:pt x="9231" y="112241"/>
                  </a:lnTo>
                  <a:lnTo>
                    <a:pt x="7575" y="117268"/>
                  </a:lnTo>
                  <a:lnTo>
                    <a:pt x="6078" y="122345"/>
                  </a:lnTo>
                  <a:lnTo>
                    <a:pt x="4743" y="127466"/>
                  </a:lnTo>
                  <a:lnTo>
                    <a:pt x="3570" y="132628"/>
                  </a:lnTo>
                  <a:lnTo>
                    <a:pt x="2562" y="137823"/>
                  </a:lnTo>
                  <a:lnTo>
                    <a:pt x="1718" y="143048"/>
                  </a:lnTo>
                  <a:lnTo>
                    <a:pt x="1041" y="148298"/>
                  </a:lnTo>
                  <a:lnTo>
                    <a:pt x="530" y="153565"/>
                  </a:lnTo>
                  <a:lnTo>
                    <a:pt x="185" y="158847"/>
                  </a:lnTo>
                  <a:lnTo>
                    <a:pt x="9" y="164137"/>
                  </a:lnTo>
                  <a:lnTo>
                    <a:pt x="0" y="169429"/>
                  </a:lnTo>
                  <a:lnTo>
                    <a:pt x="158" y="174720"/>
                  </a:lnTo>
                  <a:lnTo>
                    <a:pt x="484" y="180002"/>
                  </a:lnTo>
                  <a:lnTo>
                    <a:pt x="976" y="185272"/>
                  </a:lnTo>
                  <a:lnTo>
                    <a:pt x="1636" y="190524"/>
                  </a:lnTo>
                  <a:lnTo>
                    <a:pt x="2461" y="195752"/>
                  </a:lnTo>
                  <a:lnTo>
                    <a:pt x="3452" y="200951"/>
                  </a:lnTo>
                  <a:lnTo>
                    <a:pt x="4606" y="206116"/>
                  </a:lnTo>
                  <a:lnTo>
                    <a:pt x="5924" y="211242"/>
                  </a:lnTo>
                  <a:lnTo>
                    <a:pt x="7403" y="216324"/>
                  </a:lnTo>
                  <a:lnTo>
                    <a:pt x="9042" y="221356"/>
                  </a:lnTo>
                  <a:lnTo>
                    <a:pt x="10839" y="226334"/>
                  </a:lnTo>
                  <a:lnTo>
                    <a:pt x="12794" y="231253"/>
                  </a:lnTo>
                  <a:lnTo>
                    <a:pt x="14903" y="236107"/>
                  </a:lnTo>
                  <a:lnTo>
                    <a:pt x="17165" y="240893"/>
                  </a:lnTo>
                  <a:lnTo>
                    <a:pt x="19577" y="245604"/>
                  </a:lnTo>
                  <a:lnTo>
                    <a:pt x="22137" y="250236"/>
                  </a:lnTo>
                  <a:lnTo>
                    <a:pt x="24842" y="254785"/>
                  </a:lnTo>
                  <a:lnTo>
                    <a:pt x="27690" y="259246"/>
                  </a:lnTo>
                  <a:lnTo>
                    <a:pt x="30678" y="263615"/>
                  </a:lnTo>
                  <a:lnTo>
                    <a:pt x="33803" y="267887"/>
                  </a:lnTo>
                  <a:lnTo>
                    <a:pt x="37061" y="272058"/>
                  </a:lnTo>
                  <a:lnTo>
                    <a:pt x="40450" y="276123"/>
                  </a:lnTo>
                  <a:lnTo>
                    <a:pt x="43965" y="280080"/>
                  </a:lnTo>
                  <a:lnTo>
                    <a:pt x="47604" y="283923"/>
                  </a:lnTo>
                  <a:lnTo>
                    <a:pt x="51363" y="287649"/>
                  </a:lnTo>
                  <a:lnTo>
                    <a:pt x="55239" y="291254"/>
                  </a:lnTo>
                  <a:lnTo>
                    <a:pt x="59226" y="294734"/>
                  </a:lnTo>
                  <a:lnTo>
                    <a:pt x="63321" y="298087"/>
                  </a:lnTo>
                  <a:lnTo>
                    <a:pt x="67521" y="301308"/>
                  </a:lnTo>
                  <a:lnTo>
                    <a:pt x="71820" y="304395"/>
                  </a:lnTo>
                  <a:lnTo>
                    <a:pt x="76215" y="307344"/>
                  </a:lnTo>
                  <a:lnTo>
                    <a:pt x="80701" y="310152"/>
                  </a:lnTo>
                  <a:lnTo>
                    <a:pt x="85274" y="312817"/>
                  </a:lnTo>
                  <a:lnTo>
                    <a:pt x="89929" y="315336"/>
                  </a:lnTo>
                  <a:lnTo>
                    <a:pt x="94661" y="317706"/>
                  </a:lnTo>
                  <a:lnTo>
                    <a:pt x="99466" y="319926"/>
                  </a:lnTo>
                  <a:lnTo>
                    <a:pt x="104339" y="321992"/>
                  </a:lnTo>
                  <a:lnTo>
                    <a:pt x="109275" y="323903"/>
                  </a:lnTo>
                  <a:lnTo>
                    <a:pt x="114268" y="325656"/>
                  </a:lnTo>
                  <a:lnTo>
                    <a:pt x="119315" y="327251"/>
                  </a:lnTo>
                  <a:lnTo>
                    <a:pt x="124410" y="328685"/>
                  </a:lnTo>
                  <a:lnTo>
                    <a:pt x="129547" y="329957"/>
                  </a:lnTo>
                  <a:lnTo>
                    <a:pt x="134723" y="331066"/>
                  </a:lnTo>
                  <a:lnTo>
                    <a:pt x="139931" y="332010"/>
                  </a:lnTo>
                  <a:lnTo>
                    <a:pt x="145166" y="332789"/>
                  </a:lnTo>
                  <a:lnTo>
                    <a:pt x="150423" y="333402"/>
                  </a:lnTo>
                  <a:lnTo>
                    <a:pt x="155697" y="333848"/>
                  </a:lnTo>
                  <a:lnTo>
                    <a:pt x="160982" y="334127"/>
                  </a:lnTo>
                  <a:lnTo>
                    <a:pt x="166273" y="334239"/>
                  </a:lnTo>
                  <a:lnTo>
                    <a:pt x="171566" y="334183"/>
                  </a:lnTo>
                  <a:lnTo>
                    <a:pt x="176854" y="333959"/>
                  </a:lnTo>
                  <a:lnTo>
                    <a:pt x="182132" y="333568"/>
                  </a:lnTo>
                  <a:lnTo>
                    <a:pt x="187395" y="333011"/>
                  </a:lnTo>
                  <a:lnTo>
                    <a:pt x="192638" y="332286"/>
                  </a:lnTo>
                  <a:lnTo>
                    <a:pt x="197856" y="331397"/>
                  </a:lnTo>
                  <a:lnTo>
                    <a:pt x="203042" y="330342"/>
                  </a:lnTo>
                  <a:lnTo>
                    <a:pt x="208193" y="329124"/>
                  </a:lnTo>
                  <a:lnTo>
                    <a:pt x="213302" y="327744"/>
                  </a:lnTo>
                  <a:lnTo>
                    <a:pt x="218366" y="326202"/>
                  </a:lnTo>
                  <a:lnTo>
                    <a:pt x="223377" y="324501"/>
                  </a:lnTo>
                  <a:lnTo>
                    <a:pt x="228333" y="322642"/>
                  </a:lnTo>
                  <a:lnTo>
                    <a:pt x="233227" y="320627"/>
                  </a:lnTo>
                  <a:lnTo>
                    <a:pt x="238055" y="318459"/>
                  </a:lnTo>
                  <a:lnTo>
                    <a:pt x="242812" y="316138"/>
                  </a:lnTo>
                  <a:lnTo>
                    <a:pt x="247493" y="313668"/>
                  </a:lnTo>
                  <a:lnTo>
                    <a:pt x="252093" y="311051"/>
                  </a:lnTo>
                  <a:lnTo>
                    <a:pt x="256609" y="308290"/>
                  </a:lnTo>
                  <a:lnTo>
                    <a:pt x="261034" y="305387"/>
                  </a:lnTo>
                  <a:lnTo>
                    <a:pt x="265366" y="302346"/>
                  </a:lnTo>
                  <a:lnTo>
                    <a:pt x="269599" y="299169"/>
                  </a:lnTo>
                  <a:lnTo>
                    <a:pt x="273730" y="295859"/>
                  </a:lnTo>
                  <a:lnTo>
                    <a:pt x="277753" y="292421"/>
                  </a:lnTo>
                  <a:lnTo>
                    <a:pt x="281666" y="288857"/>
                  </a:lnTo>
                  <a:lnTo>
                    <a:pt x="285464" y="285170"/>
                  </a:lnTo>
                  <a:lnTo>
                    <a:pt x="289143" y="281366"/>
                  </a:lnTo>
                  <a:lnTo>
                    <a:pt x="292700" y="277447"/>
                  </a:lnTo>
                  <a:lnTo>
                    <a:pt x="296131" y="273417"/>
                  </a:lnTo>
                  <a:lnTo>
                    <a:pt x="299433" y="269280"/>
                  </a:lnTo>
                  <a:lnTo>
                    <a:pt x="302602" y="265041"/>
                  </a:lnTo>
                  <a:lnTo>
                    <a:pt x="305636" y="260704"/>
                  </a:lnTo>
                  <a:lnTo>
                    <a:pt x="308531" y="256273"/>
                  </a:lnTo>
                  <a:lnTo>
                    <a:pt x="311283" y="251753"/>
                  </a:lnTo>
                  <a:lnTo>
                    <a:pt x="313892" y="247148"/>
                  </a:lnTo>
                  <a:lnTo>
                    <a:pt x="316353" y="242462"/>
                  </a:lnTo>
                  <a:lnTo>
                    <a:pt x="318665" y="237701"/>
                  </a:lnTo>
                  <a:lnTo>
                    <a:pt x="320825" y="232869"/>
                  </a:lnTo>
                  <a:lnTo>
                    <a:pt x="322831" y="227971"/>
                  </a:lnTo>
                  <a:lnTo>
                    <a:pt x="324681" y="223012"/>
                  </a:lnTo>
                  <a:lnTo>
                    <a:pt x="326373" y="217997"/>
                  </a:lnTo>
                  <a:lnTo>
                    <a:pt x="327905" y="212931"/>
                  </a:lnTo>
                  <a:lnTo>
                    <a:pt x="329276" y="207819"/>
                  </a:lnTo>
                  <a:lnTo>
                    <a:pt x="330485" y="202666"/>
                  </a:lnTo>
                  <a:lnTo>
                    <a:pt x="331530" y="197478"/>
                  </a:lnTo>
                  <a:lnTo>
                    <a:pt x="332410" y="192259"/>
                  </a:lnTo>
                  <a:lnTo>
                    <a:pt x="333124" y="187015"/>
                  </a:lnTo>
                  <a:lnTo>
                    <a:pt x="333672" y="181750"/>
                  </a:lnTo>
                  <a:lnTo>
                    <a:pt x="334053" y="176471"/>
                  </a:lnTo>
                  <a:lnTo>
                    <a:pt x="334267" y="171183"/>
                  </a:lnTo>
                  <a:lnTo>
                    <a:pt x="334314" y="165890"/>
                  </a:lnTo>
                  <a:lnTo>
                    <a:pt x="334192" y="160599"/>
                  </a:lnTo>
                  <a:lnTo>
                    <a:pt x="333904" y="155314"/>
                  </a:lnTo>
                  <a:lnTo>
                    <a:pt x="333448" y="150041"/>
                  </a:lnTo>
                  <a:lnTo>
                    <a:pt x="332825" y="144785"/>
                  </a:lnTo>
                  <a:lnTo>
                    <a:pt x="332037" y="139552"/>
                  </a:lnTo>
                  <a:lnTo>
                    <a:pt x="331083" y="134346"/>
                  </a:lnTo>
                  <a:lnTo>
                    <a:pt x="329965" y="129173"/>
                  </a:lnTo>
                  <a:lnTo>
                    <a:pt x="328683" y="124037"/>
                  </a:lnTo>
                  <a:lnTo>
                    <a:pt x="327240" y="118945"/>
                  </a:lnTo>
                  <a:lnTo>
                    <a:pt x="325636" y="113901"/>
                  </a:lnTo>
                  <a:lnTo>
                    <a:pt x="323873" y="108911"/>
                  </a:lnTo>
                  <a:lnTo>
                    <a:pt x="321953" y="103979"/>
                  </a:lnTo>
                  <a:lnTo>
                    <a:pt x="319878" y="99110"/>
                  </a:lnTo>
                  <a:lnTo>
                    <a:pt x="317650" y="94309"/>
                  </a:lnTo>
                  <a:lnTo>
                    <a:pt x="315271" y="89581"/>
                  </a:lnTo>
                  <a:lnTo>
                    <a:pt x="312744" y="84931"/>
                  </a:lnTo>
                  <a:lnTo>
                    <a:pt x="310071" y="80363"/>
                  </a:lnTo>
                  <a:lnTo>
                    <a:pt x="307254" y="75882"/>
                  </a:lnTo>
                  <a:lnTo>
                    <a:pt x="304297" y="71492"/>
                  </a:lnTo>
                  <a:lnTo>
                    <a:pt x="301202" y="67198"/>
                  </a:lnTo>
                  <a:lnTo>
                    <a:pt x="297973" y="63005"/>
                  </a:lnTo>
                  <a:lnTo>
                    <a:pt x="294613" y="58915"/>
                  </a:lnTo>
                  <a:lnTo>
                    <a:pt x="291125" y="54935"/>
                  </a:lnTo>
                  <a:lnTo>
                    <a:pt x="287513" y="51066"/>
                  </a:lnTo>
                  <a:lnTo>
                    <a:pt x="283780" y="47314"/>
                  </a:lnTo>
                  <a:lnTo>
                    <a:pt x="279931" y="43682"/>
                  </a:lnTo>
                  <a:lnTo>
                    <a:pt x="275968" y="40173"/>
                  </a:lnTo>
                  <a:lnTo>
                    <a:pt x="271896" y="36792"/>
                  </a:lnTo>
                  <a:lnTo>
                    <a:pt x="267719" y="33541"/>
                  </a:lnTo>
                  <a:lnTo>
                    <a:pt x="263442" y="30425"/>
                  </a:lnTo>
                  <a:lnTo>
                    <a:pt x="259067" y="27445"/>
                  </a:lnTo>
                  <a:lnTo>
                    <a:pt x="254601" y="24605"/>
                  </a:lnTo>
                  <a:lnTo>
                    <a:pt x="250047" y="21908"/>
                  </a:lnTo>
                  <a:lnTo>
                    <a:pt x="245410" y="19356"/>
                  </a:lnTo>
                  <a:lnTo>
                    <a:pt x="240695" y="16953"/>
                  </a:lnTo>
                  <a:lnTo>
                    <a:pt x="235905" y="14700"/>
                  </a:lnTo>
                  <a:lnTo>
                    <a:pt x="231047" y="12600"/>
                  </a:lnTo>
                  <a:lnTo>
                    <a:pt x="226125" y="10654"/>
                  </a:lnTo>
                  <a:lnTo>
                    <a:pt x="221144" y="8866"/>
                  </a:lnTo>
                  <a:lnTo>
                    <a:pt x="216108" y="7236"/>
                  </a:lnTo>
                  <a:lnTo>
                    <a:pt x="211024" y="5766"/>
                  </a:lnTo>
                  <a:lnTo>
                    <a:pt x="205895" y="4458"/>
                  </a:lnTo>
                  <a:lnTo>
                    <a:pt x="200728" y="3313"/>
                  </a:lnTo>
                  <a:lnTo>
                    <a:pt x="195527" y="2332"/>
                  </a:lnTo>
                  <a:lnTo>
                    <a:pt x="190297" y="1516"/>
                  </a:lnTo>
                  <a:lnTo>
                    <a:pt x="185045" y="867"/>
                  </a:lnTo>
                  <a:lnTo>
                    <a:pt x="179774" y="383"/>
                  </a:lnTo>
                  <a:lnTo>
                    <a:pt x="167150" y="1670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623" cy="167167"/>
            </a:xfrm>
            <a:custGeom>
              <a:avLst/>
              <a:pathLst>
                <a:path w="12623" h="167167">
                  <a:moveTo>
                    <a:pt x="12623" y="47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310" y="4659281"/>
              <a:ext cx="1214" cy="167167"/>
            </a:xfrm>
            <a:custGeom>
              <a:avLst/>
              <a:pathLst>
                <a:path w="1214" h="167167">
                  <a:moveTo>
                    <a:pt x="1214" y="0"/>
                  </a:moveTo>
                  <a:lnTo>
                    <a:pt x="0" y="4"/>
                  </a:lnTo>
                  <a:lnTo>
                    <a:pt x="121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5310" y="4659286"/>
              <a:ext cx="1214" cy="167163"/>
            </a:xfrm>
            <a:custGeom>
              <a:avLst/>
              <a:pathLst>
                <a:path w="1214" h="167163">
                  <a:moveTo>
                    <a:pt x="0" y="0"/>
                  </a:moveTo>
                  <a:lnTo>
                    <a:pt x="1214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572" y="4659286"/>
              <a:ext cx="164952" cy="167163"/>
            </a:xfrm>
            <a:custGeom>
              <a:avLst/>
              <a:pathLst>
                <a:path w="164952" h="167163">
                  <a:moveTo>
                    <a:pt x="163737" y="0"/>
                  </a:moveTo>
                  <a:lnTo>
                    <a:pt x="158294" y="128"/>
                  </a:lnTo>
                  <a:lnTo>
                    <a:pt x="152858" y="433"/>
                  </a:lnTo>
                  <a:lnTo>
                    <a:pt x="147434" y="915"/>
                  </a:lnTo>
                  <a:lnTo>
                    <a:pt x="142030" y="1574"/>
                  </a:lnTo>
                  <a:lnTo>
                    <a:pt x="136650" y="2408"/>
                  </a:lnTo>
                  <a:lnTo>
                    <a:pt x="131299" y="3417"/>
                  </a:lnTo>
                  <a:lnTo>
                    <a:pt x="125985" y="4600"/>
                  </a:lnTo>
                  <a:lnTo>
                    <a:pt x="120712" y="5955"/>
                  </a:lnTo>
                  <a:lnTo>
                    <a:pt x="115485" y="7481"/>
                  </a:lnTo>
                  <a:lnTo>
                    <a:pt x="110312" y="9177"/>
                  </a:lnTo>
                  <a:lnTo>
                    <a:pt x="105196" y="11040"/>
                  </a:lnTo>
                  <a:lnTo>
                    <a:pt x="100143" y="13069"/>
                  </a:lnTo>
                  <a:lnTo>
                    <a:pt x="95160" y="15261"/>
                  </a:lnTo>
                  <a:lnTo>
                    <a:pt x="90250" y="17614"/>
                  </a:lnTo>
                  <a:lnTo>
                    <a:pt x="85420" y="20126"/>
                  </a:lnTo>
                  <a:lnTo>
                    <a:pt x="80674" y="22794"/>
                  </a:lnTo>
                  <a:lnTo>
                    <a:pt x="76017" y="25615"/>
                  </a:lnTo>
                  <a:lnTo>
                    <a:pt x="71455" y="28587"/>
                  </a:lnTo>
                  <a:lnTo>
                    <a:pt x="66992" y="31705"/>
                  </a:lnTo>
                  <a:lnTo>
                    <a:pt x="62632" y="34967"/>
                  </a:lnTo>
                  <a:lnTo>
                    <a:pt x="58382" y="38369"/>
                  </a:lnTo>
                  <a:lnTo>
                    <a:pt x="54244" y="41908"/>
                  </a:lnTo>
                  <a:lnTo>
                    <a:pt x="50224" y="45579"/>
                  </a:lnTo>
                  <a:lnTo>
                    <a:pt x="46325" y="49380"/>
                  </a:lnTo>
                  <a:lnTo>
                    <a:pt x="42553" y="53305"/>
                  </a:lnTo>
                  <a:lnTo>
                    <a:pt x="38910" y="57352"/>
                  </a:lnTo>
                  <a:lnTo>
                    <a:pt x="35401" y="61515"/>
                  </a:lnTo>
                  <a:lnTo>
                    <a:pt x="32029" y="65789"/>
                  </a:lnTo>
                  <a:lnTo>
                    <a:pt x="28798" y="70172"/>
                  </a:lnTo>
                  <a:lnTo>
                    <a:pt x="25712" y="74657"/>
                  </a:lnTo>
                  <a:lnTo>
                    <a:pt x="22773" y="79240"/>
                  </a:lnTo>
                  <a:lnTo>
                    <a:pt x="19985" y="83917"/>
                  </a:lnTo>
                  <a:lnTo>
                    <a:pt x="17351" y="88682"/>
                  </a:lnTo>
                  <a:lnTo>
                    <a:pt x="14874" y="93530"/>
                  </a:lnTo>
                  <a:lnTo>
                    <a:pt x="12556" y="98457"/>
                  </a:lnTo>
                  <a:lnTo>
                    <a:pt x="10399" y="103456"/>
                  </a:lnTo>
                  <a:lnTo>
                    <a:pt x="8407" y="108523"/>
                  </a:lnTo>
                  <a:lnTo>
                    <a:pt x="6580" y="113652"/>
                  </a:lnTo>
                  <a:lnTo>
                    <a:pt x="4921" y="118837"/>
                  </a:lnTo>
                  <a:lnTo>
                    <a:pt x="3433" y="124074"/>
                  </a:lnTo>
                  <a:lnTo>
                    <a:pt x="2115" y="129357"/>
                  </a:lnTo>
                  <a:lnTo>
                    <a:pt x="970" y="134680"/>
                  </a:lnTo>
                  <a:lnTo>
                    <a:pt x="0" y="140037"/>
                  </a:lnTo>
                  <a:lnTo>
                    <a:pt x="164952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59" y="4659281"/>
              <a:ext cx="334320" cy="334330"/>
            </a:xfrm>
            <a:custGeom>
              <a:avLst/>
              <a:pathLst>
                <a:path w="334320" h="334330">
                  <a:moveTo>
                    <a:pt x="2213" y="140042"/>
                  </a:moveTo>
                  <a:lnTo>
                    <a:pt x="1437" y="145276"/>
                  </a:lnTo>
                  <a:lnTo>
                    <a:pt x="827" y="150533"/>
                  </a:lnTo>
                  <a:lnTo>
                    <a:pt x="384" y="155807"/>
                  </a:lnTo>
                  <a:lnTo>
                    <a:pt x="108" y="161091"/>
                  </a:lnTo>
                  <a:lnTo>
                    <a:pt x="0" y="166382"/>
                  </a:lnTo>
                  <a:lnTo>
                    <a:pt x="58" y="171674"/>
                  </a:lnTo>
                  <a:lnTo>
                    <a:pt x="285" y="176961"/>
                  </a:lnTo>
                  <a:lnTo>
                    <a:pt x="678" y="182239"/>
                  </a:lnTo>
                  <a:lnTo>
                    <a:pt x="1239" y="187501"/>
                  </a:lnTo>
                  <a:lnTo>
                    <a:pt x="1966" y="192743"/>
                  </a:lnTo>
                  <a:lnTo>
                    <a:pt x="2858" y="197959"/>
                  </a:lnTo>
                  <a:lnTo>
                    <a:pt x="3915" y="203144"/>
                  </a:lnTo>
                  <a:lnTo>
                    <a:pt x="5136" y="208294"/>
                  </a:lnTo>
                  <a:lnTo>
                    <a:pt x="6519" y="213402"/>
                  </a:lnTo>
                  <a:lnTo>
                    <a:pt x="8063" y="218463"/>
                  </a:lnTo>
                  <a:lnTo>
                    <a:pt x="9766" y="223474"/>
                  </a:lnTo>
                  <a:lnTo>
                    <a:pt x="11627" y="228428"/>
                  </a:lnTo>
                  <a:lnTo>
                    <a:pt x="13644" y="233320"/>
                  </a:lnTo>
                  <a:lnTo>
                    <a:pt x="15815" y="238147"/>
                  </a:lnTo>
                  <a:lnTo>
                    <a:pt x="18138" y="242902"/>
                  </a:lnTo>
                  <a:lnTo>
                    <a:pt x="20609" y="247581"/>
                  </a:lnTo>
                  <a:lnTo>
                    <a:pt x="23228" y="252180"/>
                  </a:lnTo>
                  <a:lnTo>
                    <a:pt x="25991" y="256693"/>
                  </a:lnTo>
                  <a:lnTo>
                    <a:pt x="28896" y="261117"/>
                  </a:lnTo>
                  <a:lnTo>
                    <a:pt x="31939" y="265446"/>
                  </a:lnTo>
                  <a:lnTo>
                    <a:pt x="35117" y="269677"/>
                  </a:lnTo>
                  <a:lnTo>
                    <a:pt x="38428" y="273806"/>
                  </a:lnTo>
                  <a:lnTo>
                    <a:pt x="41868" y="277827"/>
                  </a:lnTo>
                  <a:lnTo>
                    <a:pt x="45434" y="281738"/>
                  </a:lnTo>
                  <a:lnTo>
                    <a:pt x="49121" y="285533"/>
                  </a:lnTo>
                  <a:lnTo>
                    <a:pt x="52927" y="289211"/>
                  </a:lnTo>
                  <a:lnTo>
                    <a:pt x="56847" y="292765"/>
                  </a:lnTo>
                  <a:lnTo>
                    <a:pt x="60878" y="296194"/>
                  </a:lnTo>
                  <a:lnTo>
                    <a:pt x="65016" y="299494"/>
                  </a:lnTo>
                  <a:lnTo>
                    <a:pt x="69255" y="302661"/>
                  </a:lnTo>
                  <a:lnTo>
                    <a:pt x="73593" y="305692"/>
                  </a:lnTo>
                  <a:lnTo>
                    <a:pt x="78025" y="308585"/>
                  </a:lnTo>
                  <a:lnTo>
                    <a:pt x="82546" y="311335"/>
                  </a:lnTo>
                  <a:lnTo>
                    <a:pt x="87152" y="313942"/>
                  </a:lnTo>
                  <a:lnTo>
                    <a:pt x="91838" y="316401"/>
                  </a:lnTo>
                  <a:lnTo>
                    <a:pt x="96599" y="318710"/>
                  </a:lnTo>
                  <a:lnTo>
                    <a:pt x="101431" y="320868"/>
                  </a:lnTo>
                  <a:lnTo>
                    <a:pt x="106329" y="322872"/>
                  </a:lnTo>
                  <a:lnTo>
                    <a:pt x="111288" y="324719"/>
                  </a:lnTo>
                  <a:lnTo>
                    <a:pt x="116303" y="326409"/>
                  </a:lnTo>
                  <a:lnTo>
                    <a:pt x="121369" y="327939"/>
                  </a:lnTo>
                  <a:lnTo>
                    <a:pt x="126481" y="329308"/>
                  </a:lnTo>
                  <a:lnTo>
                    <a:pt x="131634" y="330515"/>
                  </a:lnTo>
                  <a:lnTo>
                    <a:pt x="136822" y="331557"/>
                  </a:lnTo>
                  <a:lnTo>
                    <a:pt x="142041" y="332436"/>
                  </a:lnTo>
                  <a:lnTo>
                    <a:pt x="147284" y="333148"/>
                  </a:lnTo>
                  <a:lnTo>
                    <a:pt x="152548" y="333694"/>
                  </a:lnTo>
                  <a:lnTo>
                    <a:pt x="157827" y="334073"/>
                  </a:lnTo>
                  <a:lnTo>
                    <a:pt x="163114" y="334285"/>
                  </a:lnTo>
                  <a:lnTo>
                    <a:pt x="168406" y="334330"/>
                  </a:lnTo>
                  <a:lnTo>
                    <a:pt x="173697" y="334207"/>
                  </a:lnTo>
                  <a:lnTo>
                    <a:pt x="178981" y="333916"/>
                  </a:lnTo>
                  <a:lnTo>
                    <a:pt x="184253" y="333459"/>
                  </a:lnTo>
                  <a:lnTo>
                    <a:pt x="189508" y="332835"/>
                  </a:lnTo>
                  <a:lnTo>
                    <a:pt x="194741" y="332044"/>
                  </a:lnTo>
                  <a:lnTo>
                    <a:pt x="199946" y="331089"/>
                  </a:lnTo>
                  <a:lnTo>
                    <a:pt x="205118" y="329969"/>
                  </a:lnTo>
                  <a:lnTo>
                    <a:pt x="210252" y="328686"/>
                  </a:lnTo>
                  <a:lnTo>
                    <a:pt x="215343" y="327241"/>
                  </a:lnTo>
                  <a:lnTo>
                    <a:pt x="220386" y="325636"/>
                  </a:lnTo>
                  <a:lnTo>
                    <a:pt x="225375" y="323872"/>
                  </a:lnTo>
                  <a:lnTo>
                    <a:pt x="230306" y="321951"/>
                  </a:lnTo>
                  <a:lnTo>
                    <a:pt x="235174" y="319875"/>
                  </a:lnTo>
                  <a:lnTo>
                    <a:pt x="239973" y="317646"/>
                  </a:lnTo>
                  <a:lnTo>
                    <a:pt x="244700" y="315266"/>
                  </a:lnTo>
                  <a:lnTo>
                    <a:pt x="249349" y="312737"/>
                  </a:lnTo>
                  <a:lnTo>
                    <a:pt x="253916" y="310063"/>
                  </a:lnTo>
                  <a:lnTo>
                    <a:pt x="258395" y="307246"/>
                  </a:lnTo>
                  <a:lnTo>
                    <a:pt x="262783" y="304288"/>
                  </a:lnTo>
                  <a:lnTo>
                    <a:pt x="267076" y="301192"/>
                  </a:lnTo>
                  <a:lnTo>
                    <a:pt x="271268" y="297963"/>
                  </a:lnTo>
                  <a:lnTo>
                    <a:pt x="275356" y="294602"/>
                  </a:lnTo>
                  <a:lnTo>
                    <a:pt x="279335" y="291114"/>
                  </a:lnTo>
                  <a:lnTo>
                    <a:pt x="283202" y="287501"/>
                  </a:lnTo>
                  <a:lnTo>
                    <a:pt x="286953" y="283768"/>
                  </a:lnTo>
                  <a:lnTo>
                    <a:pt x="290584" y="279918"/>
                  </a:lnTo>
                  <a:lnTo>
                    <a:pt x="294091" y="275955"/>
                  </a:lnTo>
                  <a:lnTo>
                    <a:pt x="297471" y="271883"/>
                  </a:lnTo>
                  <a:lnTo>
                    <a:pt x="300720" y="267706"/>
                  </a:lnTo>
                  <a:lnTo>
                    <a:pt x="303836" y="263428"/>
                  </a:lnTo>
                  <a:lnTo>
                    <a:pt x="306814" y="259053"/>
                  </a:lnTo>
                  <a:lnTo>
                    <a:pt x="309653" y="254587"/>
                  </a:lnTo>
                  <a:lnTo>
                    <a:pt x="312348" y="250033"/>
                  </a:lnTo>
                  <a:lnTo>
                    <a:pt x="314898" y="245396"/>
                  </a:lnTo>
                  <a:lnTo>
                    <a:pt x="317301" y="240681"/>
                  </a:lnTo>
                  <a:lnTo>
                    <a:pt x="319552" y="235892"/>
                  </a:lnTo>
                  <a:lnTo>
                    <a:pt x="321651" y="231034"/>
                  </a:lnTo>
                  <a:lnTo>
                    <a:pt x="323595" y="226112"/>
                  </a:lnTo>
                  <a:lnTo>
                    <a:pt x="325383" y="221131"/>
                  </a:lnTo>
                  <a:lnTo>
                    <a:pt x="327012" y="216096"/>
                  </a:lnTo>
                  <a:lnTo>
                    <a:pt x="328480" y="211012"/>
                  </a:lnTo>
                  <a:lnTo>
                    <a:pt x="329787" y="205883"/>
                  </a:lnTo>
                  <a:lnTo>
                    <a:pt x="330931" y="200717"/>
                  </a:lnTo>
                  <a:lnTo>
                    <a:pt x="331911" y="195516"/>
                  </a:lnTo>
                  <a:lnTo>
                    <a:pt x="332726" y="190287"/>
                  </a:lnTo>
                  <a:lnTo>
                    <a:pt x="333375" y="185035"/>
                  </a:lnTo>
                  <a:lnTo>
                    <a:pt x="333857" y="179765"/>
                  </a:lnTo>
                  <a:lnTo>
                    <a:pt x="334172" y="174482"/>
                  </a:lnTo>
                  <a:lnTo>
                    <a:pt x="334320" y="169193"/>
                  </a:lnTo>
                  <a:lnTo>
                    <a:pt x="334301" y="163901"/>
                  </a:lnTo>
                  <a:lnTo>
                    <a:pt x="334113" y="158612"/>
                  </a:lnTo>
                  <a:lnTo>
                    <a:pt x="333759" y="153332"/>
                  </a:lnTo>
                  <a:lnTo>
                    <a:pt x="333238" y="148065"/>
                  </a:lnTo>
                  <a:lnTo>
                    <a:pt x="332550" y="142818"/>
                  </a:lnTo>
                  <a:lnTo>
                    <a:pt x="331696" y="137596"/>
                  </a:lnTo>
                  <a:lnTo>
                    <a:pt x="330678" y="132403"/>
                  </a:lnTo>
                  <a:lnTo>
                    <a:pt x="329495" y="127244"/>
                  </a:lnTo>
                  <a:lnTo>
                    <a:pt x="328150" y="122126"/>
                  </a:lnTo>
                  <a:lnTo>
                    <a:pt x="326644" y="117053"/>
                  </a:lnTo>
                  <a:lnTo>
                    <a:pt x="324978" y="112030"/>
                  </a:lnTo>
                  <a:lnTo>
                    <a:pt x="323154" y="107062"/>
                  </a:lnTo>
                  <a:lnTo>
                    <a:pt x="321173" y="102155"/>
                  </a:lnTo>
                  <a:lnTo>
                    <a:pt x="319038" y="97313"/>
                  </a:lnTo>
                  <a:lnTo>
                    <a:pt x="316751" y="92541"/>
                  </a:lnTo>
                  <a:lnTo>
                    <a:pt x="314314" y="87843"/>
                  </a:lnTo>
                  <a:lnTo>
                    <a:pt x="311729" y="83225"/>
                  </a:lnTo>
                  <a:lnTo>
                    <a:pt x="309000" y="78691"/>
                  </a:lnTo>
                  <a:lnTo>
                    <a:pt x="306128" y="74246"/>
                  </a:lnTo>
                  <a:lnTo>
                    <a:pt x="303117" y="69894"/>
                  </a:lnTo>
                  <a:lnTo>
                    <a:pt x="299970" y="65640"/>
                  </a:lnTo>
                  <a:lnTo>
                    <a:pt x="296690" y="61487"/>
                  </a:lnTo>
                  <a:lnTo>
                    <a:pt x="293280" y="57440"/>
                  </a:lnTo>
                  <a:lnTo>
                    <a:pt x="289744" y="53503"/>
                  </a:lnTo>
                  <a:lnTo>
                    <a:pt x="286084" y="49680"/>
                  </a:lnTo>
                  <a:lnTo>
                    <a:pt x="282306" y="45975"/>
                  </a:lnTo>
                  <a:lnTo>
                    <a:pt x="278412" y="42391"/>
                  </a:lnTo>
                  <a:lnTo>
                    <a:pt x="274407" y="38932"/>
                  </a:lnTo>
                  <a:lnTo>
                    <a:pt x="270294" y="35602"/>
                  </a:lnTo>
                  <a:lnTo>
                    <a:pt x="266078" y="32403"/>
                  </a:lnTo>
                  <a:lnTo>
                    <a:pt x="261763" y="29340"/>
                  </a:lnTo>
                  <a:lnTo>
                    <a:pt x="257353" y="26415"/>
                  </a:lnTo>
                  <a:lnTo>
                    <a:pt x="252852" y="23631"/>
                  </a:lnTo>
                  <a:lnTo>
                    <a:pt x="248266" y="20990"/>
                  </a:lnTo>
                  <a:lnTo>
                    <a:pt x="243598" y="18497"/>
                  </a:lnTo>
                  <a:lnTo>
                    <a:pt x="238854" y="16152"/>
                  </a:lnTo>
                  <a:lnTo>
                    <a:pt x="234038" y="13958"/>
                  </a:lnTo>
                  <a:lnTo>
                    <a:pt x="229155" y="11918"/>
                  </a:lnTo>
                  <a:lnTo>
                    <a:pt x="224210" y="10034"/>
                  </a:lnTo>
                  <a:lnTo>
                    <a:pt x="219208" y="8307"/>
                  </a:lnTo>
                  <a:lnTo>
                    <a:pt x="214153" y="6739"/>
                  </a:lnTo>
                  <a:lnTo>
                    <a:pt x="209052" y="5332"/>
                  </a:lnTo>
                  <a:lnTo>
                    <a:pt x="203908" y="4088"/>
                  </a:lnTo>
                  <a:lnTo>
                    <a:pt x="198728" y="3006"/>
                  </a:lnTo>
                  <a:lnTo>
                    <a:pt x="193516" y="2089"/>
                  </a:lnTo>
                  <a:lnTo>
                    <a:pt x="188277" y="1338"/>
                  </a:lnTo>
                  <a:lnTo>
                    <a:pt x="183018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242" y="0"/>
                  </a:moveTo>
                  <a:lnTo>
                    <a:pt x="0" y="0"/>
                  </a:ln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6" y="5018213"/>
              <a:ext cx="334320" cy="334329"/>
            </a:xfrm>
            <a:custGeom>
              <a:avLst/>
              <a:pathLst>
                <a:path w="334320" h="334329">
                  <a:moveTo>
                    <a:pt x="166911" y="0"/>
                  </a:moveTo>
                  <a:lnTo>
                    <a:pt x="161623" y="91"/>
                  </a:lnTo>
                  <a:lnTo>
                    <a:pt x="156341" y="349"/>
                  </a:lnTo>
                  <a:lnTo>
                    <a:pt x="151069" y="775"/>
                  </a:lnTo>
                  <a:lnTo>
                    <a:pt x="145814" y="1367"/>
                  </a:lnTo>
                  <a:lnTo>
                    <a:pt x="140580" y="2125"/>
                  </a:lnTo>
                  <a:lnTo>
                    <a:pt x="135373" y="3048"/>
                  </a:lnTo>
                  <a:lnTo>
                    <a:pt x="130197" y="4136"/>
                  </a:lnTo>
                  <a:lnTo>
                    <a:pt x="125059" y="5386"/>
                  </a:lnTo>
                  <a:lnTo>
                    <a:pt x="119962" y="6799"/>
                  </a:lnTo>
                  <a:lnTo>
                    <a:pt x="114913" y="8372"/>
                  </a:lnTo>
                  <a:lnTo>
                    <a:pt x="109916" y="10104"/>
                  </a:lnTo>
                  <a:lnTo>
                    <a:pt x="104977" y="11993"/>
                  </a:lnTo>
                  <a:lnTo>
                    <a:pt x="100099" y="14037"/>
                  </a:lnTo>
                  <a:lnTo>
                    <a:pt x="95289" y="16235"/>
                  </a:lnTo>
                  <a:lnTo>
                    <a:pt x="90551" y="18584"/>
                  </a:lnTo>
                  <a:lnTo>
                    <a:pt x="85889" y="21081"/>
                  </a:lnTo>
                  <a:lnTo>
                    <a:pt x="81309" y="23725"/>
                  </a:lnTo>
                  <a:lnTo>
                    <a:pt x="76814" y="26512"/>
                  </a:lnTo>
                  <a:lnTo>
                    <a:pt x="72410" y="29440"/>
                  </a:lnTo>
                  <a:lnTo>
                    <a:pt x="68101" y="32506"/>
                  </a:lnTo>
                  <a:lnTo>
                    <a:pt x="63891" y="35707"/>
                  </a:lnTo>
                  <a:lnTo>
                    <a:pt x="59784" y="39039"/>
                  </a:lnTo>
                  <a:lnTo>
                    <a:pt x="55785" y="42499"/>
                  </a:lnTo>
                  <a:lnTo>
                    <a:pt x="51897" y="46085"/>
                  </a:lnTo>
                  <a:lnTo>
                    <a:pt x="48125" y="49791"/>
                  </a:lnTo>
                  <a:lnTo>
                    <a:pt x="44471" y="53615"/>
                  </a:lnTo>
                  <a:lnTo>
                    <a:pt x="40941" y="57553"/>
                  </a:lnTo>
                  <a:lnTo>
                    <a:pt x="37537" y="61600"/>
                  </a:lnTo>
                  <a:lnTo>
                    <a:pt x="34262" y="65753"/>
                  </a:lnTo>
                  <a:lnTo>
                    <a:pt x="31121" y="70007"/>
                  </a:lnTo>
                  <a:lnTo>
                    <a:pt x="28116" y="74359"/>
                  </a:lnTo>
                  <a:lnTo>
                    <a:pt x="25249" y="78803"/>
                  </a:lnTo>
                  <a:lnTo>
                    <a:pt x="22525" y="83336"/>
                  </a:lnTo>
                  <a:lnTo>
                    <a:pt x="19946" y="87953"/>
                  </a:lnTo>
                  <a:lnTo>
                    <a:pt x="17514" y="92649"/>
                  </a:lnTo>
                  <a:lnTo>
                    <a:pt x="15232" y="97420"/>
                  </a:lnTo>
                  <a:lnTo>
                    <a:pt x="13101" y="102261"/>
                  </a:lnTo>
                  <a:lnTo>
                    <a:pt x="11125" y="107166"/>
                  </a:lnTo>
                  <a:lnTo>
                    <a:pt x="9305" y="112132"/>
                  </a:lnTo>
                  <a:lnTo>
                    <a:pt x="7644" y="117152"/>
                  </a:lnTo>
                  <a:lnTo>
                    <a:pt x="6141" y="122223"/>
                  </a:lnTo>
                  <a:lnTo>
                    <a:pt x="4800" y="127339"/>
                  </a:lnTo>
                  <a:lnTo>
                    <a:pt x="3622" y="132494"/>
                  </a:lnTo>
                  <a:lnTo>
                    <a:pt x="2607" y="137684"/>
                  </a:lnTo>
                  <a:lnTo>
                    <a:pt x="1756" y="142904"/>
                  </a:lnTo>
                  <a:lnTo>
                    <a:pt x="1072" y="148148"/>
                  </a:lnTo>
                  <a:lnTo>
                    <a:pt x="553" y="153411"/>
                  </a:lnTo>
                  <a:lnTo>
                    <a:pt x="202" y="158688"/>
                  </a:lnTo>
                  <a:lnTo>
                    <a:pt x="17" y="163974"/>
                  </a:lnTo>
                  <a:lnTo>
                    <a:pt x="0" y="169262"/>
                  </a:lnTo>
                  <a:lnTo>
                    <a:pt x="149" y="174548"/>
                  </a:lnTo>
                  <a:lnTo>
                    <a:pt x="466" y="179827"/>
                  </a:lnTo>
                  <a:lnTo>
                    <a:pt x="950" y="185094"/>
                  </a:lnTo>
                  <a:lnTo>
                    <a:pt x="1601" y="190342"/>
                  </a:lnTo>
                  <a:lnTo>
                    <a:pt x="2417" y="195567"/>
                  </a:lnTo>
                  <a:lnTo>
                    <a:pt x="3397" y="200764"/>
                  </a:lnTo>
                  <a:lnTo>
                    <a:pt x="4542" y="205927"/>
                  </a:lnTo>
                  <a:lnTo>
                    <a:pt x="5850" y="211052"/>
                  </a:lnTo>
                  <a:lnTo>
                    <a:pt x="7318" y="216132"/>
                  </a:lnTo>
                  <a:lnTo>
                    <a:pt x="8947" y="221164"/>
                  </a:lnTo>
                  <a:lnTo>
                    <a:pt x="10735" y="226141"/>
                  </a:lnTo>
                  <a:lnTo>
                    <a:pt x="12678" y="231060"/>
                  </a:lnTo>
                  <a:lnTo>
                    <a:pt x="14777" y="235914"/>
                  </a:lnTo>
                  <a:lnTo>
                    <a:pt x="17028" y="240700"/>
                  </a:lnTo>
                  <a:lnTo>
                    <a:pt x="19429" y="245412"/>
                  </a:lnTo>
                  <a:lnTo>
                    <a:pt x="21978" y="250045"/>
                  </a:lnTo>
                  <a:lnTo>
                    <a:pt x="24672" y="254596"/>
                  </a:lnTo>
                  <a:lnTo>
                    <a:pt x="27509" y="259059"/>
                  </a:lnTo>
                  <a:lnTo>
                    <a:pt x="30486" y="263431"/>
                  </a:lnTo>
                  <a:lnTo>
                    <a:pt x="33599" y="267706"/>
                  </a:lnTo>
                  <a:lnTo>
                    <a:pt x="36846" y="271880"/>
                  </a:lnTo>
                  <a:lnTo>
                    <a:pt x="40224" y="275949"/>
                  </a:lnTo>
                  <a:lnTo>
                    <a:pt x="43728" y="279910"/>
                  </a:lnTo>
                  <a:lnTo>
                    <a:pt x="47356" y="283758"/>
                  </a:lnTo>
                  <a:lnTo>
                    <a:pt x="51104" y="287489"/>
                  </a:lnTo>
                  <a:lnTo>
                    <a:pt x="54968" y="291100"/>
                  </a:lnTo>
                  <a:lnTo>
                    <a:pt x="58945" y="294586"/>
                  </a:lnTo>
                  <a:lnTo>
                    <a:pt x="63030" y="297946"/>
                  </a:lnTo>
                  <a:lnTo>
                    <a:pt x="67218" y="301174"/>
                  </a:lnTo>
                  <a:lnTo>
                    <a:pt x="71507" y="304268"/>
                  </a:lnTo>
                  <a:lnTo>
                    <a:pt x="75892" y="307225"/>
                  </a:lnTo>
                  <a:lnTo>
                    <a:pt x="80368" y="310042"/>
                  </a:lnTo>
                  <a:lnTo>
                    <a:pt x="84931" y="312715"/>
                  </a:lnTo>
                  <a:lnTo>
                    <a:pt x="89576" y="315243"/>
                  </a:lnTo>
                  <a:lnTo>
                    <a:pt x="94299" y="317623"/>
                  </a:lnTo>
                  <a:lnTo>
                    <a:pt x="99095" y="319852"/>
                  </a:lnTo>
                  <a:lnTo>
                    <a:pt x="103959" y="321929"/>
                  </a:lnTo>
                  <a:lnTo>
                    <a:pt x="108886" y="323850"/>
                  </a:lnTo>
                  <a:lnTo>
                    <a:pt x="113871" y="325615"/>
                  </a:lnTo>
                  <a:lnTo>
                    <a:pt x="118910" y="327221"/>
                  </a:lnTo>
                  <a:lnTo>
                    <a:pt x="123997" y="328667"/>
                  </a:lnTo>
                  <a:lnTo>
                    <a:pt x="129127" y="329952"/>
                  </a:lnTo>
                  <a:lnTo>
                    <a:pt x="134295" y="331073"/>
                  </a:lnTo>
                  <a:lnTo>
                    <a:pt x="139497" y="332030"/>
                  </a:lnTo>
                  <a:lnTo>
                    <a:pt x="144725" y="332823"/>
                  </a:lnTo>
                  <a:lnTo>
                    <a:pt x="149977" y="333449"/>
                  </a:lnTo>
                  <a:lnTo>
                    <a:pt x="155245" y="333909"/>
                  </a:lnTo>
                  <a:lnTo>
                    <a:pt x="160526" y="334203"/>
                  </a:lnTo>
                  <a:lnTo>
                    <a:pt x="165813" y="334329"/>
                  </a:lnTo>
                  <a:lnTo>
                    <a:pt x="171101" y="334288"/>
                  </a:lnTo>
                  <a:lnTo>
                    <a:pt x="176386" y="334079"/>
                  </a:lnTo>
                  <a:lnTo>
                    <a:pt x="181661" y="333704"/>
                  </a:lnTo>
                  <a:lnTo>
                    <a:pt x="186921" y="333161"/>
                  </a:lnTo>
                  <a:lnTo>
                    <a:pt x="192162" y="332453"/>
                  </a:lnTo>
                  <a:lnTo>
                    <a:pt x="197378" y="331579"/>
                  </a:lnTo>
                  <a:lnTo>
                    <a:pt x="202564" y="330541"/>
                  </a:lnTo>
                  <a:lnTo>
                    <a:pt x="207714" y="329339"/>
                  </a:lnTo>
                  <a:lnTo>
                    <a:pt x="212823" y="327975"/>
                  </a:lnTo>
                  <a:lnTo>
                    <a:pt x="217887" y="326450"/>
                  </a:lnTo>
                  <a:lnTo>
                    <a:pt x="222900" y="324765"/>
                  </a:lnTo>
                  <a:lnTo>
                    <a:pt x="227858" y="322923"/>
                  </a:lnTo>
                  <a:lnTo>
                    <a:pt x="232754" y="320925"/>
                  </a:lnTo>
                  <a:lnTo>
                    <a:pt x="237585" y="318773"/>
                  </a:lnTo>
                  <a:lnTo>
                    <a:pt x="242346" y="316469"/>
                  </a:lnTo>
                  <a:lnTo>
                    <a:pt x="247031" y="314016"/>
                  </a:lnTo>
                  <a:lnTo>
                    <a:pt x="251636" y="311416"/>
                  </a:lnTo>
                  <a:lnTo>
                    <a:pt x="256157" y="308671"/>
                  </a:lnTo>
                  <a:lnTo>
                    <a:pt x="260588" y="305785"/>
                  </a:lnTo>
                  <a:lnTo>
                    <a:pt x="264926" y="302760"/>
                  </a:lnTo>
                  <a:lnTo>
                    <a:pt x="269166" y="299599"/>
                  </a:lnTo>
                  <a:lnTo>
                    <a:pt x="273304" y="296306"/>
                  </a:lnTo>
                  <a:lnTo>
                    <a:pt x="277336" y="292884"/>
                  </a:lnTo>
                  <a:lnTo>
                    <a:pt x="281258" y="289336"/>
                  </a:lnTo>
                  <a:lnTo>
                    <a:pt x="285065" y="285665"/>
                  </a:lnTo>
                  <a:lnTo>
                    <a:pt x="288755" y="281876"/>
                  </a:lnTo>
                  <a:lnTo>
                    <a:pt x="292322" y="277972"/>
                  </a:lnTo>
                  <a:lnTo>
                    <a:pt x="295765" y="273957"/>
                  </a:lnTo>
                  <a:lnTo>
                    <a:pt x="299078" y="269836"/>
                  </a:lnTo>
                  <a:lnTo>
                    <a:pt x="302260" y="265611"/>
                  </a:lnTo>
                  <a:lnTo>
                    <a:pt x="305306" y="261288"/>
                  </a:lnTo>
                  <a:lnTo>
                    <a:pt x="308214" y="256871"/>
                  </a:lnTo>
                  <a:lnTo>
                    <a:pt x="310981" y="252364"/>
                  </a:lnTo>
                  <a:lnTo>
                    <a:pt x="313604" y="247772"/>
                  </a:lnTo>
                  <a:lnTo>
                    <a:pt x="316081" y="243099"/>
                  </a:lnTo>
                  <a:lnTo>
                    <a:pt x="318408" y="238350"/>
                  </a:lnTo>
                  <a:lnTo>
                    <a:pt x="320584" y="233530"/>
                  </a:lnTo>
                  <a:lnTo>
                    <a:pt x="322607" y="228643"/>
                  </a:lnTo>
                  <a:lnTo>
                    <a:pt x="324474" y="223695"/>
                  </a:lnTo>
                  <a:lnTo>
                    <a:pt x="326183" y="218691"/>
                  </a:lnTo>
                  <a:lnTo>
                    <a:pt x="327733" y="213634"/>
                  </a:lnTo>
                  <a:lnTo>
                    <a:pt x="329123" y="208532"/>
                  </a:lnTo>
                  <a:lnTo>
                    <a:pt x="330350" y="203387"/>
                  </a:lnTo>
                  <a:lnTo>
                    <a:pt x="331414" y="198207"/>
                  </a:lnTo>
                  <a:lnTo>
                    <a:pt x="332314" y="192996"/>
                  </a:lnTo>
                  <a:lnTo>
                    <a:pt x="333048" y="187758"/>
                  </a:lnTo>
                  <a:lnTo>
                    <a:pt x="333617" y="182500"/>
                  </a:lnTo>
                  <a:lnTo>
                    <a:pt x="334018" y="177227"/>
                  </a:lnTo>
                  <a:lnTo>
                    <a:pt x="334253" y="171944"/>
                  </a:lnTo>
                  <a:lnTo>
                    <a:pt x="334320" y="166656"/>
                  </a:lnTo>
                  <a:lnTo>
                    <a:pt x="334221" y="161368"/>
                  </a:lnTo>
                  <a:lnTo>
                    <a:pt x="333954" y="156086"/>
                  </a:lnTo>
                  <a:lnTo>
                    <a:pt x="333520" y="150815"/>
                  </a:lnTo>
                  <a:lnTo>
                    <a:pt x="332919" y="145561"/>
                  </a:lnTo>
                  <a:lnTo>
                    <a:pt x="332153" y="140328"/>
                  </a:lnTo>
                  <a:lnTo>
                    <a:pt x="331221" y="135123"/>
                  </a:lnTo>
                  <a:lnTo>
                    <a:pt x="330126" y="129949"/>
                  </a:lnTo>
                  <a:lnTo>
                    <a:pt x="328867" y="124812"/>
                  </a:lnTo>
                  <a:lnTo>
                    <a:pt x="327446" y="119718"/>
                  </a:lnTo>
                  <a:lnTo>
                    <a:pt x="325865" y="114671"/>
                  </a:lnTo>
                  <a:lnTo>
                    <a:pt x="324125" y="109677"/>
                  </a:lnTo>
                  <a:lnTo>
                    <a:pt x="322228" y="104741"/>
                  </a:lnTo>
                  <a:lnTo>
                    <a:pt x="320176" y="99867"/>
                  </a:lnTo>
                  <a:lnTo>
                    <a:pt x="317970" y="95060"/>
                  </a:lnTo>
                  <a:lnTo>
                    <a:pt x="315614" y="90325"/>
                  </a:lnTo>
                  <a:lnTo>
                    <a:pt x="313109" y="85668"/>
                  </a:lnTo>
                  <a:lnTo>
                    <a:pt x="310458" y="81092"/>
                  </a:lnTo>
                  <a:lnTo>
                    <a:pt x="307663" y="76602"/>
                  </a:lnTo>
                  <a:lnTo>
                    <a:pt x="304728" y="72202"/>
                  </a:lnTo>
                  <a:lnTo>
                    <a:pt x="301655" y="67898"/>
                  </a:lnTo>
                  <a:lnTo>
                    <a:pt x="298448" y="63693"/>
                  </a:lnTo>
                  <a:lnTo>
                    <a:pt x="295109" y="59592"/>
                  </a:lnTo>
                  <a:lnTo>
                    <a:pt x="291642" y="55598"/>
                  </a:lnTo>
                  <a:lnTo>
                    <a:pt x="288051" y="51716"/>
                  </a:lnTo>
                  <a:lnTo>
                    <a:pt x="284338" y="47950"/>
                  </a:lnTo>
                  <a:lnTo>
                    <a:pt x="280509" y="44302"/>
                  </a:lnTo>
                  <a:lnTo>
                    <a:pt x="276565" y="40778"/>
                  </a:lnTo>
                  <a:lnTo>
                    <a:pt x="272513" y="37381"/>
                  </a:lnTo>
                  <a:lnTo>
                    <a:pt x="268355" y="34113"/>
                  </a:lnTo>
                  <a:lnTo>
                    <a:pt x="264095" y="30978"/>
                  </a:lnTo>
                  <a:lnTo>
                    <a:pt x="259739" y="27980"/>
                  </a:lnTo>
                  <a:lnTo>
                    <a:pt x="255289" y="25121"/>
                  </a:lnTo>
                  <a:lnTo>
                    <a:pt x="250752" y="22404"/>
                  </a:lnTo>
                  <a:lnTo>
                    <a:pt x="246131" y="19832"/>
                  </a:lnTo>
                  <a:lnTo>
                    <a:pt x="241431" y="17407"/>
                  </a:lnTo>
                  <a:lnTo>
                    <a:pt x="236657" y="15133"/>
                  </a:lnTo>
                  <a:lnTo>
                    <a:pt x="231813" y="13010"/>
                  </a:lnTo>
                  <a:lnTo>
                    <a:pt x="226904" y="11042"/>
                  </a:lnTo>
                  <a:lnTo>
                    <a:pt x="221936" y="9230"/>
                  </a:lnTo>
                  <a:lnTo>
                    <a:pt x="216912" y="7577"/>
                  </a:lnTo>
                  <a:lnTo>
                    <a:pt x="211839" y="6082"/>
                  </a:lnTo>
                  <a:lnTo>
                    <a:pt x="206721" y="4750"/>
                  </a:lnTo>
                  <a:lnTo>
                    <a:pt x="201564" y="3579"/>
                  </a:lnTo>
                  <a:lnTo>
                    <a:pt x="196372" y="2573"/>
                  </a:lnTo>
                  <a:lnTo>
                    <a:pt x="191151" y="1731"/>
                  </a:lnTo>
                  <a:lnTo>
                    <a:pt x="185906" y="105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8752" cy="167167"/>
            </a:xfrm>
            <a:custGeom>
              <a:avLst/>
              <a:pathLst>
                <a:path w="18752" h="167167">
                  <a:moveTo>
                    <a:pt x="18752" y="1055"/>
                  </a:moveTo>
                  <a:lnTo>
                    <a:pt x="9390" y="26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8841" y="5269756"/>
              <a:ext cx="165659" cy="167167"/>
            </a:xfrm>
            <a:custGeom>
              <a:avLst/>
              <a:pathLst>
                <a:path w="165659" h="167167">
                  <a:moveTo>
                    <a:pt x="165659" y="0"/>
                  </a:moveTo>
                  <a:lnTo>
                    <a:pt x="160203" y="89"/>
                  </a:lnTo>
                  <a:lnTo>
                    <a:pt x="154753" y="356"/>
                  </a:lnTo>
                  <a:lnTo>
                    <a:pt x="149314" y="801"/>
                  </a:lnTo>
                  <a:lnTo>
                    <a:pt x="143892" y="1423"/>
                  </a:lnTo>
                  <a:lnTo>
                    <a:pt x="138494" y="2221"/>
                  </a:lnTo>
                  <a:lnTo>
                    <a:pt x="133125" y="3196"/>
                  </a:lnTo>
                  <a:lnTo>
                    <a:pt x="127790" y="4345"/>
                  </a:lnTo>
                  <a:lnTo>
                    <a:pt x="122496" y="5668"/>
                  </a:lnTo>
                  <a:lnTo>
                    <a:pt x="117248" y="7163"/>
                  </a:lnTo>
                  <a:lnTo>
                    <a:pt x="112051" y="8828"/>
                  </a:lnTo>
                  <a:lnTo>
                    <a:pt x="106912" y="10663"/>
                  </a:lnTo>
                  <a:lnTo>
                    <a:pt x="101835" y="12663"/>
                  </a:lnTo>
                  <a:lnTo>
                    <a:pt x="96826" y="14829"/>
                  </a:lnTo>
                  <a:lnTo>
                    <a:pt x="91890" y="17157"/>
                  </a:lnTo>
                  <a:lnTo>
                    <a:pt x="87033" y="19645"/>
                  </a:lnTo>
                  <a:lnTo>
                    <a:pt x="82260" y="22289"/>
                  </a:lnTo>
                  <a:lnTo>
                    <a:pt x="77576" y="25089"/>
                  </a:lnTo>
                  <a:lnTo>
                    <a:pt x="72985" y="28040"/>
                  </a:lnTo>
                  <a:lnTo>
                    <a:pt x="68494" y="31139"/>
                  </a:lnTo>
                  <a:lnTo>
                    <a:pt x="64105" y="34382"/>
                  </a:lnTo>
                  <a:lnTo>
                    <a:pt x="59825" y="37768"/>
                  </a:lnTo>
                  <a:lnTo>
                    <a:pt x="55658" y="41291"/>
                  </a:lnTo>
                  <a:lnTo>
                    <a:pt x="51608" y="44949"/>
                  </a:lnTo>
                  <a:lnTo>
                    <a:pt x="47680" y="48736"/>
                  </a:lnTo>
                  <a:lnTo>
                    <a:pt x="43877" y="52650"/>
                  </a:lnTo>
                  <a:lnTo>
                    <a:pt x="40204" y="56686"/>
                  </a:lnTo>
                  <a:lnTo>
                    <a:pt x="36665" y="60840"/>
                  </a:lnTo>
                  <a:lnTo>
                    <a:pt x="33263" y="65107"/>
                  </a:lnTo>
                  <a:lnTo>
                    <a:pt x="30003" y="69483"/>
                  </a:lnTo>
                  <a:lnTo>
                    <a:pt x="26887" y="73962"/>
                  </a:lnTo>
                  <a:lnTo>
                    <a:pt x="23918" y="78542"/>
                  </a:lnTo>
                  <a:lnTo>
                    <a:pt x="21101" y="83215"/>
                  </a:lnTo>
                  <a:lnTo>
                    <a:pt x="18438" y="87978"/>
                  </a:lnTo>
                  <a:lnTo>
                    <a:pt x="15932" y="92826"/>
                  </a:lnTo>
                  <a:lnTo>
                    <a:pt x="13585" y="97752"/>
                  </a:lnTo>
                  <a:lnTo>
                    <a:pt x="11401" y="102753"/>
                  </a:lnTo>
                  <a:lnTo>
                    <a:pt x="9380" y="107822"/>
                  </a:lnTo>
                  <a:lnTo>
                    <a:pt x="7527" y="112955"/>
                  </a:lnTo>
                  <a:lnTo>
                    <a:pt x="5841" y="118145"/>
                  </a:lnTo>
                  <a:lnTo>
                    <a:pt x="4327" y="123388"/>
                  </a:lnTo>
                  <a:lnTo>
                    <a:pt x="2984" y="128677"/>
                  </a:lnTo>
                  <a:lnTo>
                    <a:pt x="1814" y="134007"/>
                  </a:lnTo>
                  <a:lnTo>
                    <a:pt x="819" y="139372"/>
                  </a:lnTo>
                  <a:lnTo>
                    <a:pt x="0" y="144768"/>
                  </a:lnTo>
                  <a:lnTo>
                    <a:pt x="16565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38" y="5269756"/>
              <a:ext cx="334315" cy="334332"/>
            </a:xfrm>
            <a:custGeom>
              <a:avLst/>
              <a:pathLst>
                <a:path w="334315" h="334332">
                  <a:moveTo>
                    <a:pt x="1502" y="144768"/>
                  </a:moveTo>
                  <a:lnTo>
                    <a:pt x="876" y="150026"/>
                  </a:lnTo>
                  <a:lnTo>
                    <a:pt x="416" y="155301"/>
                  </a:lnTo>
                  <a:lnTo>
                    <a:pt x="124" y="160589"/>
                  </a:lnTo>
                  <a:lnTo>
                    <a:pt x="0" y="165882"/>
                  </a:lnTo>
                  <a:lnTo>
                    <a:pt x="43" y="171178"/>
                  </a:lnTo>
                  <a:lnTo>
                    <a:pt x="254" y="176469"/>
                  </a:lnTo>
                  <a:lnTo>
                    <a:pt x="632" y="181751"/>
                  </a:lnTo>
                  <a:lnTo>
                    <a:pt x="1177" y="187018"/>
                  </a:lnTo>
                  <a:lnTo>
                    <a:pt x="1889" y="192265"/>
                  </a:lnTo>
                  <a:lnTo>
                    <a:pt x="2767" y="197487"/>
                  </a:lnTo>
                  <a:lnTo>
                    <a:pt x="3810" y="202679"/>
                  </a:lnTo>
                  <a:lnTo>
                    <a:pt x="5017" y="207835"/>
                  </a:lnTo>
                  <a:lnTo>
                    <a:pt x="6386" y="212950"/>
                  </a:lnTo>
                  <a:lnTo>
                    <a:pt x="7917" y="218019"/>
                  </a:lnTo>
                  <a:lnTo>
                    <a:pt x="9608" y="223038"/>
                  </a:lnTo>
                  <a:lnTo>
                    <a:pt x="11456" y="228000"/>
                  </a:lnTo>
                  <a:lnTo>
                    <a:pt x="13461" y="232901"/>
                  </a:lnTo>
                  <a:lnTo>
                    <a:pt x="15620" y="237736"/>
                  </a:lnTo>
                  <a:lnTo>
                    <a:pt x="17931" y="242501"/>
                  </a:lnTo>
                  <a:lnTo>
                    <a:pt x="20392" y="247189"/>
                  </a:lnTo>
                  <a:lnTo>
                    <a:pt x="23000" y="251798"/>
                  </a:lnTo>
                  <a:lnTo>
                    <a:pt x="25753" y="256321"/>
                  </a:lnTo>
                  <a:lnTo>
                    <a:pt x="28648" y="260756"/>
                  </a:lnTo>
                  <a:lnTo>
                    <a:pt x="31682" y="265096"/>
                  </a:lnTo>
                  <a:lnTo>
                    <a:pt x="34851" y="269338"/>
                  </a:lnTo>
                  <a:lnTo>
                    <a:pt x="38154" y="273477"/>
                  </a:lnTo>
                  <a:lnTo>
                    <a:pt x="41586" y="277510"/>
                  </a:lnTo>
                  <a:lnTo>
                    <a:pt x="45144" y="281432"/>
                  </a:lnTo>
                  <a:lnTo>
                    <a:pt x="48824" y="285239"/>
                  </a:lnTo>
                  <a:lnTo>
                    <a:pt x="52623" y="288928"/>
                  </a:lnTo>
                  <a:lnTo>
                    <a:pt x="56537" y="292495"/>
                  </a:lnTo>
                  <a:lnTo>
                    <a:pt x="60562" y="295936"/>
                  </a:lnTo>
                  <a:lnTo>
                    <a:pt x="64694" y="299248"/>
                  </a:lnTo>
                  <a:lnTo>
                    <a:pt x="68929" y="302427"/>
                  </a:lnTo>
                  <a:lnTo>
                    <a:pt x="73262" y="305470"/>
                  </a:lnTo>
                  <a:lnTo>
                    <a:pt x="77690" y="308375"/>
                  </a:lnTo>
                  <a:lnTo>
                    <a:pt x="82207" y="311138"/>
                  </a:lnTo>
                  <a:lnTo>
                    <a:pt x="86810" y="313756"/>
                  </a:lnTo>
                  <a:lnTo>
                    <a:pt x="91493" y="316228"/>
                  </a:lnTo>
                  <a:lnTo>
                    <a:pt x="96252" y="318550"/>
                  </a:lnTo>
                  <a:lnTo>
                    <a:pt x="101083" y="320720"/>
                  </a:lnTo>
                  <a:lnTo>
                    <a:pt x="105979" y="322736"/>
                  </a:lnTo>
                  <a:lnTo>
                    <a:pt x="110937" y="324595"/>
                  </a:lnTo>
                  <a:lnTo>
                    <a:pt x="115952" y="326297"/>
                  </a:lnTo>
                  <a:lnTo>
                    <a:pt x="121018" y="327839"/>
                  </a:lnTo>
                  <a:lnTo>
                    <a:pt x="126130" y="329220"/>
                  </a:lnTo>
                  <a:lnTo>
                    <a:pt x="131283" y="330439"/>
                  </a:lnTo>
                  <a:lnTo>
                    <a:pt x="136472" y="331493"/>
                  </a:lnTo>
                  <a:lnTo>
                    <a:pt x="141692" y="332383"/>
                  </a:lnTo>
                  <a:lnTo>
                    <a:pt x="146938" y="333107"/>
                  </a:lnTo>
                  <a:lnTo>
                    <a:pt x="152204" y="333664"/>
                  </a:lnTo>
                  <a:lnTo>
                    <a:pt x="157485" y="334054"/>
                  </a:lnTo>
                  <a:lnTo>
                    <a:pt x="162776" y="334277"/>
                  </a:lnTo>
                  <a:lnTo>
                    <a:pt x="168071" y="334332"/>
                  </a:lnTo>
                  <a:lnTo>
                    <a:pt x="173365" y="334219"/>
                  </a:lnTo>
                  <a:lnTo>
                    <a:pt x="178653" y="333939"/>
                  </a:lnTo>
                  <a:lnTo>
                    <a:pt x="183929" y="333491"/>
                  </a:lnTo>
                  <a:lnTo>
                    <a:pt x="189189" y="332877"/>
                  </a:lnTo>
                  <a:lnTo>
                    <a:pt x="194426" y="332096"/>
                  </a:lnTo>
                  <a:lnTo>
                    <a:pt x="199637" y="331150"/>
                  </a:lnTo>
                  <a:lnTo>
                    <a:pt x="204814" y="330039"/>
                  </a:lnTo>
                  <a:lnTo>
                    <a:pt x="209954" y="328765"/>
                  </a:lnTo>
                  <a:lnTo>
                    <a:pt x="215051" y="327328"/>
                  </a:lnTo>
                  <a:lnTo>
                    <a:pt x="220099" y="325731"/>
                  </a:lnTo>
                  <a:lnTo>
                    <a:pt x="225095" y="323975"/>
                  </a:lnTo>
                  <a:lnTo>
                    <a:pt x="230033" y="322061"/>
                  </a:lnTo>
                  <a:lnTo>
                    <a:pt x="234907" y="319992"/>
                  </a:lnTo>
                  <a:lnTo>
                    <a:pt x="239714" y="317770"/>
                  </a:lnTo>
                  <a:lnTo>
                    <a:pt x="244447" y="315396"/>
                  </a:lnTo>
                  <a:lnTo>
                    <a:pt x="249103" y="312874"/>
                  </a:lnTo>
                  <a:lnTo>
                    <a:pt x="253677" y="310206"/>
                  </a:lnTo>
                  <a:lnTo>
                    <a:pt x="258164" y="307394"/>
                  </a:lnTo>
                  <a:lnTo>
                    <a:pt x="262560" y="304441"/>
                  </a:lnTo>
                  <a:lnTo>
                    <a:pt x="266860" y="301351"/>
                  </a:lnTo>
                  <a:lnTo>
                    <a:pt x="271060" y="298126"/>
                  </a:lnTo>
                  <a:lnTo>
                    <a:pt x="275156" y="294769"/>
                  </a:lnTo>
                  <a:lnTo>
                    <a:pt x="279143" y="291285"/>
                  </a:lnTo>
                  <a:lnTo>
                    <a:pt x="283018" y="287676"/>
                  </a:lnTo>
                  <a:lnTo>
                    <a:pt x="286777" y="283946"/>
                  </a:lnTo>
                  <a:lnTo>
                    <a:pt x="290416" y="280098"/>
                  </a:lnTo>
                  <a:lnTo>
                    <a:pt x="293931" y="276138"/>
                  </a:lnTo>
                  <a:lnTo>
                    <a:pt x="297318" y="272068"/>
                  </a:lnTo>
                  <a:lnTo>
                    <a:pt x="300576" y="267893"/>
                  </a:lnTo>
                  <a:lnTo>
                    <a:pt x="303699" y="263617"/>
                  </a:lnTo>
                  <a:lnTo>
                    <a:pt x="306685" y="259244"/>
                  </a:lnTo>
                  <a:lnTo>
                    <a:pt x="309532" y="254779"/>
                  </a:lnTo>
                  <a:lnTo>
                    <a:pt x="312235" y="250225"/>
                  </a:lnTo>
                  <a:lnTo>
                    <a:pt x="314793" y="245589"/>
                  </a:lnTo>
                  <a:lnTo>
                    <a:pt x="317203" y="240874"/>
                  </a:lnTo>
                  <a:lnTo>
                    <a:pt x="319462" y="236084"/>
                  </a:lnTo>
                  <a:lnTo>
                    <a:pt x="321569" y="231226"/>
                  </a:lnTo>
                  <a:lnTo>
                    <a:pt x="323520" y="226303"/>
                  </a:lnTo>
                  <a:lnTo>
                    <a:pt x="325315" y="221321"/>
                  </a:lnTo>
                  <a:lnTo>
                    <a:pt x="326951" y="216285"/>
                  </a:lnTo>
                  <a:lnTo>
                    <a:pt x="328426" y="211199"/>
                  </a:lnTo>
                  <a:lnTo>
                    <a:pt x="329740" y="206069"/>
                  </a:lnTo>
                  <a:lnTo>
                    <a:pt x="330890" y="200901"/>
                  </a:lnTo>
                  <a:lnTo>
                    <a:pt x="331877" y="195698"/>
                  </a:lnTo>
                  <a:lnTo>
                    <a:pt x="332698" y="190467"/>
                  </a:lnTo>
                  <a:lnTo>
                    <a:pt x="333353" y="185212"/>
                  </a:lnTo>
                  <a:lnTo>
                    <a:pt x="333841" y="179939"/>
                  </a:lnTo>
                  <a:lnTo>
                    <a:pt x="334162" y="174653"/>
                  </a:lnTo>
                  <a:lnTo>
                    <a:pt x="334315" y="169360"/>
                  </a:lnTo>
                  <a:lnTo>
                    <a:pt x="334301" y="164065"/>
                  </a:lnTo>
                  <a:lnTo>
                    <a:pt x="334119" y="158773"/>
                  </a:lnTo>
                  <a:lnTo>
                    <a:pt x="333769" y="153489"/>
                  </a:lnTo>
                  <a:lnTo>
                    <a:pt x="333252" y="148219"/>
                  </a:lnTo>
                  <a:lnTo>
                    <a:pt x="332569" y="142968"/>
                  </a:lnTo>
                  <a:lnTo>
                    <a:pt x="331719" y="137741"/>
                  </a:lnTo>
                  <a:lnTo>
                    <a:pt x="330705" y="132544"/>
                  </a:lnTo>
                  <a:lnTo>
                    <a:pt x="329526" y="127381"/>
                  </a:lnTo>
                  <a:lnTo>
                    <a:pt x="328184" y="122259"/>
                  </a:lnTo>
                  <a:lnTo>
                    <a:pt x="326681" y="117181"/>
                  </a:lnTo>
                  <a:lnTo>
                    <a:pt x="325018" y="112154"/>
                  </a:lnTo>
                  <a:lnTo>
                    <a:pt x="323196" y="107181"/>
                  </a:lnTo>
                  <a:lnTo>
                    <a:pt x="321218" y="102269"/>
                  </a:lnTo>
                  <a:lnTo>
                    <a:pt x="319085" y="97423"/>
                  </a:lnTo>
                  <a:lnTo>
                    <a:pt x="316800" y="92646"/>
                  </a:lnTo>
                  <a:lnTo>
                    <a:pt x="314365" y="87944"/>
                  </a:lnTo>
                  <a:lnTo>
                    <a:pt x="311782" y="83321"/>
                  </a:lnTo>
                  <a:lnTo>
                    <a:pt x="309053" y="78783"/>
                  </a:lnTo>
                  <a:lnTo>
                    <a:pt x="306183" y="74333"/>
                  </a:lnTo>
                  <a:lnTo>
                    <a:pt x="303173" y="69976"/>
                  </a:lnTo>
                  <a:lnTo>
                    <a:pt x="300026" y="65717"/>
                  </a:lnTo>
                  <a:lnTo>
                    <a:pt x="296746" y="61560"/>
                  </a:lnTo>
                  <a:lnTo>
                    <a:pt x="293336" y="57508"/>
                  </a:lnTo>
                  <a:lnTo>
                    <a:pt x="289800" y="53567"/>
                  </a:lnTo>
                  <a:lnTo>
                    <a:pt x="286140" y="49740"/>
                  </a:lnTo>
                  <a:lnTo>
                    <a:pt x="282361" y="46030"/>
                  </a:lnTo>
                  <a:lnTo>
                    <a:pt x="278467" y="42442"/>
                  </a:lnTo>
                  <a:lnTo>
                    <a:pt x="274460" y="38980"/>
                  </a:lnTo>
                  <a:lnTo>
                    <a:pt x="270346" y="35645"/>
                  </a:lnTo>
                  <a:lnTo>
                    <a:pt x="266129" y="32443"/>
                  </a:lnTo>
                  <a:lnTo>
                    <a:pt x="261812" y="29376"/>
                  </a:lnTo>
                  <a:lnTo>
                    <a:pt x="257400" y="26447"/>
                  </a:lnTo>
                  <a:lnTo>
                    <a:pt x="252898" y="23660"/>
                  </a:lnTo>
                  <a:lnTo>
                    <a:pt x="248310" y="21016"/>
                  </a:lnTo>
                  <a:lnTo>
                    <a:pt x="243640" y="18520"/>
                  </a:lnTo>
                  <a:lnTo>
                    <a:pt x="238894" y="16172"/>
                  </a:lnTo>
                  <a:lnTo>
                    <a:pt x="234075" y="13976"/>
                  </a:lnTo>
                  <a:lnTo>
                    <a:pt x="229190" y="11933"/>
                  </a:lnTo>
                  <a:lnTo>
                    <a:pt x="224242" y="10046"/>
                  </a:lnTo>
                  <a:lnTo>
                    <a:pt x="219237" y="8317"/>
                  </a:lnTo>
                  <a:lnTo>
                    <a:pt x="214179" y="6748"/>
                  </a:lnTo>
                  <a:lnTo>
                    <a:pt x="209075" y="5339"/>
                  </a:lnTo>
                  <a:lnTo>
                    <a:pt x="203928" y="4093"/>
                  </a:lnTo>
                  <a:lnTo>
                    <a:pt x="198745" y="3010"/>
                  </a:lnTo>
                  <a:lnTo>
                    <a:pt x="193529" y="2092"/>
                  </a:lnTo>
                  <a:lnTo>
                    <a:pt x="188288" y="1340"/>
                  </a:lnTo>
                  <a:lnTo>
                    <a:pt x="183025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9413" y="5399291"/>
              <a:ext cx="6801" cy="167167"/>
            </a:xfrm>
            <a:custGeom>
              <a:avLst/>
              <a:pathLst>
                <a:path w="6801" h="167167">
                  <a:moveTo>
                    <a:pt x="6801" y="0"/>
                  </a:moveTo>
                  <a:lnTo>
                    <a:pt x="0" y="138"/>
                  </a:lnTo>
                  <a:lnTo>
                    <a:pt x="680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413" y="5399430"/>
              <a:ext cx="6801" cy="167028"/>
            </a:xfrm>
            <a:custGeom>
              <a:avLst/>
              <a:pathLst>
                <a:path w="6801" h="167028">
                  <a:moveTo>
                    <a:pt x="0" y="0"/>
                  </a:moveTo>
                  <a:lnTo>
                    <a:pt x="680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413" y="5399430"/>
              <a:ext cx="6801" cy="167028"/>
            </a:xfrm>
            <a:custGeom>
              <a:avLst/>
              <a:pathLst>
                <a:path w="6801" h="167028">
                  <a:moveTo>
                    <a:pt x="0" y="0"/>
                  </a:moveTo>
                  <a:lnTo>
                    <a:pt x="680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413" y="5399430"/>
              <a:ext cx="6801" cy="167028"/>
            </a:xfrm>
            <a:custGeom>
              <a:avLst/>
              <a:pathLst>
                <a:path w="6801" h="167028">
                  <a:moveTo>
                    <a:pt x="0" y="0"/>
                  </a:moveTo>
                  <a:lnTo>
                    <a:pt x="680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413" y="5399430"/>
              <a:ext cx="6801" cy="167028"/>
            </a:xfrm>
            <a:custGeom>
              <a:avLst/>
              <a:pathLst>
                <a:path w="6801" h="167028">
                  <a:moveTo>
                    <a:pt x="0" y="0"/>
                  </a:moveTo>
                  <a:lnTo>
                    <a:pt x="6801" y="1670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413" y="5399430"/>
              <a:ext cx="6801" cy="167028"/>
            </a:xfrm>
            <a:custGeom>
              <a:avLst/>
              <a:pathLst>
                <a:path w="6801" h="167028">
                  <a:moveTo>
                    <a:pt x="0" y="0"/>
                  </a:moveTo>
                  <a:lnTo>
                    <a:pt x="6801" y="1670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413" y="5399430"/>
              <a:ext cx="6801" cy="167028"/>
            </a:xfrm>
            <a:custGeom>
              <a:avLst/>
              <a:pathLst>
                <a:path w="6801" h="167028">
                  <a:moveTo>
                    <a:pt x="0" y="0"/>
                  </a:moveTo>
                  <a:lnTo>
                    <a:pt x="6801" y="1670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64" y="5399430"/>
              <a:ext cx="334317" cy="334194"/>
            </a:xfrm>
            <a:custGeom>
              <a:avLst/>
              <a:pathLst>
                <a:path w="334317" h="334194">
                  <a:moveTo>
                    <a:pt x="160349" y="0"/>
                  </a:moveTo>
                  <a:lnTo>
                    <a:pt x="155077" y="298"/>
                  </a:lnTo>
                  <a:lnTo>
                    <a:pt x="149817" y="762"/>
                  </a:lnTo>
                  <a:lnTo>
                    <a:pt x="144573" y="1393"/>
                  </a:lnTo>
                  <a:lnTo>
                    <a:pt x="139353" y="2189"/>
                  </a:lnTo>
                  <a:lnTo>
                    <a:pt x="134160" y="3149"/>
                  </a:lnTo>
                  <a:lnTo>
                    <a:pt x="129000" y="4273"/>
                  </a:lnTo>
                  <a:lnTo>
                    <a:pt x="123879" y="5559"/>
                  </a:lnTo>
                  <a:lnTo>
                    <a:pt x="118800" y="7006"/>
                  </a:lnTo>
                  <a:lnTo>
                    <a:pt x="113770" y="8613"/>
                  </a:lnTo>
                  <a:lnTo>
                    <a:pt x="108793" y="10379"/>
                  </a:lnTo>
                  <a:lnTo>
                    <a:pt x="103874" y="12300"/>
                  </a:lnTo>
                  <a:lnTo>
                    <a:pt x="99018" y="14376"/>
                  </a:lnTo>
                  <a:lnTo>
                    <a:pt x="94230" y="16604"/>
                  </a:lnTo>
                  <a:lnTo>
                    <a:pt x="89515" y="18982"/>
                  </a:lnTo>
                  <a:lnTo>
                    <a:pt x="84878" y="21509"/>
                  </a:lnTo>
                  <a:lnTo>
                    <a:pt x="80323" y="24180"/>
                  </a:lnTo>
                  <a:lnTo>
                    <a:pt x="75854" y="26994"/>
                  </a:lnTo>
                  <a:lnTo>
                    <a:pt x="71476" y="29947"/>
                  </a:lnTo>
                  <a:lnTo>
                    <a:pt x="67194" y="33038"/>
                  </a:lnTo>
                  <a:lnTo>
                    <a:pt x="63012" y="36262"/>
                  </a:lnTo>
                  <a:lnTo>
                    <a:pt x="58933" y="39616"/>
                  </a:lnTo>
                  <a:lnTo>
                    <a:pt x="54963" y="43098"/>
                  </a:lnTo>
                  <a:lnTo>
                    <a:pt x="51104" y="46704"/>
                  </a:lnTo>
                  <a:lnTo>
                    <a:pt x="47362" y="50429"/>
                  </a:lnTo>
                  <a:lnTo>
                    <a:pt x="43739" y="54271"/>
                  </a:lnTo>
                  <a:lnTo>
                    <a:pt x="40239" y="58225"/>
                  </a:lnTo>
                  <a:lnTo>
                    <a:pt x="36865" y="62288"/>
                  </a:lnTo>
                  <a:lnTo>
                    <a:pt x="33622" y="66456"/>
                  </a:lnTo>
                  <a:lnTo>
                    <a:pt x="30512" y="70724"/>
                  </a:lnTo>
                  <a:lnTo>
                    <a:pt x="27538" y="75088"/>
                  </a:lnTo>
                  <a:lnTo>
                    <a:pt x="24704" y="79543"/>
                  </a:lnTo>
                  <a:lnTo>
                    <a:pt x="22011" y="84086"/>
                  </a:lnTo>
                  <a:lnTo>
                    <a:pt x="19464" y="88712"/>
                  </a:lnTo>
                  <a:lnTo>
                    <a:pt x="17064" y="93416"/>
                  </a:lnTo>
                  <a:lnTo>
                    <a:pt x="14814" y="98193"/>
                  </a:lnTo>
                  <a:lnTo>
                    <a:pt x="12716" y="103039"/>
                  </a:lnTo>
                  <a:lnTo>
                    <a:pt x="10772" y="107949"/>
                  </a:lnTo>
                  <a:lnTo>
                    <a:pt x="8983" y="112918"/>
                  </a:lnTo>
                  <a:lnTo>
                    <a:pt x="7353" y="117941"/>
                  </a:lnTo>
                  <a:lnTo>
                    <a:pt x="5883" y="123013"/>
                  </a:lnTo>
                  <a:lnTo>
                    <a:pt x="4573" y="128129"/>
                  </a:lnTo>
                  <a:lnTo>
                    <a:pt x="3425" y="133284"/>
                  </a:lnTo>
                  <a:lnTo>
                    <a:pt x="2441" y="138472"/>
                  </a:lnTo>
                  <a:lnTo>
                    <a:pt x="1621" y="143689"/>
                  </a:lnTo>
                  <a:lnTo>
                    <a:pt x="967" y="148929"/>
                  </a:lnTo>
                  <a:lnTo>
                    <a:pt x="478" y="154187"/>
                  </a:lnTo>
                  <a:lnTo>
                    <a:pt x="155" y="159458"/>
                  </a:lnTo>
                  <a:lnTo>
                    <a:pt x="0" y="164736"/>
                  </a:lnTo>
                  <a:lnTo>
                    <a:pt x="11" y="170017"/>
                  </a:lnTo>
                  <a:lnTo>
                    <a:pt x="188" y="175295"/>
                  </a:lnTo>
                  <a:lnTo>
                    <a:pt x="533" y="180565"/>
                  </a:lnTo>
                  <a:lnTo>
                    <a:pt x="1043" y="185821"/>
                  </a:lnTo>
                  <a:lnTo>
                    <a:pt x="1720" y="191058"/>
                  </a:lnTo>
                  <a:lnTo>
                    <a:pt x="2561" y="196271"/>
                  </a:lnTo>
                  <a:lnTo>
                    <a:pt x="3567" y="201455"/>
                  </a:lnTo>
                  <a:lnTo>
                    <a:pt x="4736" y="206605"/>
                  </a:lnTo>
                  <a:lnTo>
                    <a:pt x="6067" y="211716"/>
                  </a:lnTo>
                  <a:lnTo>
                    <a:pt x="7559" y="216781"/>
                  </a:lnTo>
                  <a:lnTo>
                    <a:pt x="9210" y="221797"/>
                  </a:lnTo>
                  <a:lnTo>
                    <a:pt x="11019" y="226759"/>
                  </a:lnTo>
                  <a:lnTo>
                    <a:pt x="12984" y="231660"/>
                  </a:lnTo>
                  <a:lnTo>
                    <a:pt x="15102" y="236498"/>
                  </a:lnTo>
                  <a:lnTo>
                    <a:pt x="17372" y="241266"/>
                  </a:lnTo>
                  <a:lnTo>
                    <a:pt x="19792" y="245960"/>
                  </a:lnTo>
                  <a:lnTo>
                    <a:pt x="22358" y="250575"/>
                  </a:lnTo>
                  <a:lnTo>
                    <a:pt x="25070" y="255107"/>
                  </a:lnTo>
                  <a:lnTo>
                    <a:pt x="27922" y="259550"/>
                  </a:lnTo>
                  <a:lnTo>
                    <a:pt x="30914" y="263902"/>
                  </a:lnTo>
                  <a:lnTo>
                    <a:pt x="34042" y="268157"/>
                  </a:lnTo>
                  <a:lnTo>
                    <a:pt x="37303" y="272311"/>
                  </a:lnTo>
                  <a:lnTo>
                    <a:pt x="40693" y="276360"/>
                  </a:lnTo>
                  <a:lnTo>
                    <a:pt x="44209" y="280299"/>
                  </a:lnTo>
                  <a:lnTo>
                    <a:pt x="47849" y="284126"/>
                  </a:lnTo>
                  <a:lnTo>
                    <a:pt x="51607" y="287836"/>
                  </a:lnTo>
                  <a:lnTo>
                    <a:pt x="55480" y="291425"/>
                  </a:lnTo>
                  <a:lnTo>
                    <a:pt x="59465" y="294890"/>
                  </a:lnTo>
                  <a:lnTo>
                    <a:pt x="63558" y="298228"/>
                  </a:lnTo>
                  <a:lnTo>
                    <a:pt x="67753" y="301435"/>
                  </a:lnTo>
                  <a:lnTo>
                    <a:pt x="72048" y="304507"/>
                  </a:lnTo>
                  <a:lnTo>
                    <a:pt x="76438" y="307443"/>
                  </a:lnTo>
                  <a:lnTo>
                    <a:pt x="80919" y="310238"/>
                  </a:lnTo>
                  <a:lnTo>
                    <a:pt x="85485" y="312890"/>
                  </a:lnTo>
                  <a:lnTo>
                    <a:pt x="90133" y="315397"/>
                  </a:lnTo>
                  <a:lnTo>
                    <a:pt x="94858" y="317755"/>
                  </a:lnTo>
                  <a:lnTo>
                    <a:pt x="99655" y="319964"/>
                  </a:lnTo>
                  <a:lnTo>
                    <a:pt x="104519" y="322019"/>
                  </a:lnTo>
                  <a:lnTo>
                    <a:pt x="109446" y="323920"/>
                  </a:lnTo>
                  <a:lnTo>
                    <a:pt x="114430" y="325665"/>
                  </a:lnTo>
                  <a:lnTo>
                    <a:pt x="119467" y="327251"/>
                  </a:lnTo>
                  <a:lnTo>
                    <a:pt x="124552" y="328677"/>
                  </a:lnTo>
                  <a:lnTo>
                    <a:pt x="129679" y="329942"/>
                  </a:lnTo>
                  <a:lnTo>
                    <a:pt x="134843" y="331044"/>
                  </a:lnTo>
                  <a:lnTo>
                    <a:pt x="140040" y="331983"/>
                  </a:lnTo>
                  <a:lnTo>
                    <a:pt x="145264" y="332757"/>
                  </a:lnTo>
                  <a:lnTo>
                    <a:pt x="150509" y="333366"/>
                  </a:lnTo>
                  <a:lnTo>
                    <a:pt x="155772" y="333808"/>
                  </a:lnTo>
                  <a:lnTo>
                    <a:pt x="161045" y="334084"/>
                  </a:lnTo>
                  <a:lnTo>
                    <a:pt x="166325" y="334194"/>
                  </a:lnTo>
                  <a:lnTo>
                    <a:pt x="171605" y="334137"/>
                  </a:lnTo>
                  <a:lnTo>
                    <a:pt x="176882" y="333913"/>
                  </a:lnTo>
                  <a:lnTo>
                    <a:pt x="182148" y="333522"/>
                  </a:lnTo>
                  <a:lnTo>
                    <a:pt x="187399" y="332965"/>
                  </a:lnTo>
                  <a:lnTo>
                    <a:pt x="192630" y="332243"/>
                  </a:lnTo>
                  <a:lnTo>
                    <a:pt x="197836" y="331356"/>
                  </a:lnTo>
                  <a:lnTo>
                    <a:pt x="203011" y="330304"/>
                  </a:lnTo>
                  <a:lnTo>
                    <a:pt x="208151" y="329090"/>
                  </a:lnTo>
                  <a:lnTo>
                    <a:pt x="213249" y="327714"/>
                  </a:lnTo>
                  <a:lnTo>
                    <a:pt x="218302" y="326178"/>
                  </a:lnTo>
                  <a:lnTo>
                    <a:pt x="223303" y="324483"/>
                  </a:lnTo>
                  <a:lnTo>
                    <a:pt x="228248" y="322631"/>
                  </a:lnTo>
                  <a:lnTo>
                    <a:pt x="233133" y="320623"/>
                  </a:lnTo>
                  <a:lnTo>
                    <a:pt x="237951" y="318463"/>
                  </a:lnTo>
                  <a:lnTo>
                    <a:pt x="242699" y="316151"/>
                  </a:lnTo>
                  <a:lnTo>
                    <a:pt x="247372" y="313690"/>
                  </a:lnTo>
                  <a:lnTo>
                    <a:pt x="251964" y="311083"/>
                  </a:lnTo>
                  <a:lnTo>
                    <a:pt x="256472" y="308332"/>
                  </a:lnTo>
                  <a:lnTo>
                    <a:pt x="260891" y="305441"/>
                  </a:lnTo>
                  <a:lnTo>
                    <a:pt x="265216" y="302411"/>
                  </a:lnTo>
                  <a:lnTo>
                    <a:pt x="269443" y="299246"/>
                  </a:lnTo>
                  <a:lnTo>
                    <a:pt x="273568" y="295949"/>
                  </a:lnTo>
                  <a:lnTo>
                    <a:pt x="277587" y="292523"/>
                  </a:lnTo>
                  <a:lnTo>
                    <a:pt x="281496" y="288972"/>
                  </a:lnTo>
                  <a:lnTo>
                    <a:pt x="285291" y="285300"/>
                  </a:lnTo>
                  <a:lnTo>
                    <a:pt x="288967" y="281509"/>
                  </a:lnTo>
                  <a:lnTo>
                    <a:pt x="292522" y="277604"/>
                  </a:lnTo>
                  <a:lnTo>
                    <a:pt x="295953" y="273589"/>
                  </a:lnTo>
                  <a:lnTo>
                    <a:pt x="299254" y="269468"/>
                  </a:lnTo>
                  <a:lnTo>
                    <a:pt x="302424" y="265244"/>
                  </a:lnTo>
                  <a:lnTo>
                    <a:pt x="305459" y="260922"/>
                  </a:lnTo>
                  <a:lnTo>
                    <a:pt x="308355" y="256507"/>
                  </a:lnTo>
                  <a:lnTo>
                    <a:pt x="311111" y="252002"/>
                  </a:lnTo>
                  <a:lnTo>
                    <a:pt x="313723" y="247412"/>
                  </a:lnTo>
                  <a:lnTo>
                    <a:pt x="316189" y="242743"/>
                  </a:lnTo>
                  <a:lnTo>
                    <a:pt x="318506" y="237997"/>
                  </a:lnTo>
                  <a:lnTo>
                    <a:pt x="320672" y="233181"/>
                  </a:lnTo>
                  <a:lnTo>
                    <a:pt x="322685" y="228299"/>
                  </a:lnTo>
                  <a:lnTo>
                    <a:pt x="324543" y="223356"/>
                  </a:lnTo>
                  <a:lnTo>
                    <a:pt x="326244" y="218356"/>
                  </a:lnTo>
                  <a:lnTo>
                    <a:pt x="327786" y="213306"/>
                  </a:lnTo>
                  <a:lnTo>
                    <a:pt x="329167" y="208209"/>
                  </a:lnTo>
                  <a:lnTo>
                    <a:pt x="330387" y="203071"/>
                  </a:lnTo>
                  <a:lnTo>
                    <a:pt x="331444" y="197897"/>
                  </a:lnTo>
                  <a:lnTo>
                    <a:pt x="332337" y="192692"/>
                  </a:lnTo>
                  <a:lnTo>
                    <a:pt x="333065" y="187462"/>
                  </a:lnTo>
                  <a:lnTo>
                    <a:pt x="333628" y="182211"/>
                  </a:lnTo>
                  <a:lnTo>
                    <a:pt x="334024" y="176945"/>
                  </a:lnTo>
                  <a:lnTo>
                    <a:pt x="334254" y="171669"/>
                  </a:lnTo>
                  <a:lnTo>
                    <a:pt x="334317" y="166389"/>
                  </a:lnTo>
                  <a:lnTo>
                    <a:pt x="334214" y="161109"/>
                  </a:lnTo>
                  <a:lnTo>
                    <a:pt x="333943" y="155835"/>
                  </a:lnTo>
                  <a:lnTo>
                    <a:pt x="333507" y="150572"/>
                  </a:lnTo>
                  <a:lnTo>
                    <a:pt x="332904" y="145326"/>
                  </a:lnTo>
                  <a:lnTo>
                    <a:pt x="332136" y="140101"/>
                  </a:lnTo>
                  <a:lnTo>
                    <a:pt x="331203" y="134904"/>
                  </a:lnTo>
                  <a:lnTo>
                    <a:pt x="330106" y="129738"/>
                  </a:lnTo>
                  <a:lnTo>
                    <a:pt x="328847" y="124609"/>
                  </a:lnTo>
                  <a:lnTo>
                    <a:pt x="327427" y="119523"/>
                  </a:lnTo>
                  <a:lnTo>
                    <a:pt x="325846" y="114484"/>
                  </a:lnTo>
                  <a:lnTo>
                    <a:pt x="324107" y="109498"/>
                  </a:lnTo>
                  <a:lnTo>
                    <a:pt x="322212" y="104569"/>
                  </a:lnTo>
                  <a:lnTo>
                    <a:pt x="320162" y="99703"/>
                  </a:lnTo>
                  <a:lnTo>
                    <a:pt x="317959" y="94903"/>
                  </a:lnTo>
                  <a:lnTo>
                    <a:pt x="315605" y="90176"/>
                  </a:lnTo>
                  <a:lnTo>
                    <a:pt x="313104" y="85525"/>
                  </a:lnTo>
                  <a:lnTo>
                    <a:pt x="310457" y="80956"/>
                  </a:lnTo>
                  <a:lnTo>
                    <a:pt x="307666" y="76472"/>
                  </a:lnTo>
                  <a:lnTo>
                    <a:pt x="304736" y="72079"/>
                  </a:lnTo>
                  <a:lnTo>
                    <a:pt x="301668" y="67781"/>
                  </a:lnTo>
                  <a:lnTo>
                    <a:pt x="298466" y="63581"/>
                  </a:lnTo>
                  <a:lnTo>
                    <a:pt x="295133" y="59485"/>
                  </a:lnTo>
                  <a:lnTo>
                    <a:pt x="291672" y="55496"/>
                  </a:lnTo>
                  <a:lnTo>
                    <a:pt x="288087" y="51619"/>
                  </a:lnTo>
                  <a:lnTo>
                    <a:pt x="284382" y="47857"/>
                  </a:lnTo>
                  <a:lnTo>
                    <a:pt x="280559" y="44213"/>
                  </a:lnTo>
                  <a:lnTo>
                    <a:pt x="276623" y="40692"/>
                  </a:lnTo>
                  <a:lnTo>
                    <a:pt x="272578" y="37298"/>
                  </a:lnTo>
                  <a:lnTo>
                    <a:pt x="268428" y="34032"/>
                  </a:lnTo>
                  <a:lnTo>
                    <a:pt x="264177" y="30900"/>
                  </a:lnTo>
                  <a:lnTo>
                    <a:pt x="259828" y="27903"/>
                  </a:lnTo>
                  <a:lnTo>
                    <a:pt x="255388" y="25045"/>
                  </a:lnTo>
                  <a:lnTo>
                    <a:pt x="250859" y="22329"/>
                  </a:lnTo>
                  <a:lnTo>
                    <a:pt x="246247" y="19757"/>
                  </a:lnTo>
                  <a:lnTo>
                    <a:pt x="241556" y="17332"/>
                  </a:lnTo>
                  <a:lnTo>
                    <a:pt x="236790" y="15057"/>
                  </a:lnTo>
                  <a:lnTo>
                    <a:pt x="231955" y="12933"/>
                  </a:lnTo>
                  <a:lnTo>
                    <a:pt x="227056" y="10963"/>
                  </a:lnTo>
                  <a:lnTo>
                    <a:pt x="222096" y="9149"/>
                  </a:lnTo>
                  <a:lnTo>
                    <a:pt x="217082" y="7492"/>
                  </a:lnTo>
                  <a:lnTo>
                    <a:pt x="212018" y="5995"/>
                  </a:lnTo>
                  <a:lnTo>
                    <a:pt x="206909" y="4658"/>
                  </a:lnTo>
                  <a:lnTo>
                    <a:pt x="201761" y="3483"/>
                  </a:lnTo>
                  <a:lnTo>
                    <a:pt x="196578" y="2471"/>
                  </a:lnTo>
                  <a:lnTo>
                    <a:pt x="191365" y="1624"/>
                  </a:lnTo>
                  <a:lnTo>
                    <a:pt x="167151" y="1670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4213" cy="167167"/>
            </a:xfrm>
            <a:custGeom>
              <a:avLst/>
              <a:pathLst>
                <a:path w="24213" h="167167">
                  <a:moveTo>
                    <a:pt x="24213" y="1762"/>
                  </a:moveTo>
                  <a:lnTo>
                    <a:pt x="16174" y="784"/>
                  </a:lnTo>
                  <a:lnTo>
                    <a:pt x="8096" y="1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6313" y="5399291"/>
              <a:ext cx="87230" cy="167167"/>
            </a:xfrm>
            <a:custGeom>
              <a:avLst/>
              <a:pathLst>
                <a:path w="87230" h="167167">
                  <a:moveTo>
                    <a:pt x="87230" y="0"/>
                  </a:moveTo>
                  <a:lnTo>
                    <a:pt x="81495" y="98"/>
                  </a:lnTo>
                  <a:lnTo>
                    <a:pt x="75767" y="393"/>
                  </a:lnTo>
                  <a:lnTo>
                    <a:pt x="70053" y="884"/>
                  </a:lnTo>
                  <a:lnTo>
                    <a:pt x="64359" y="1571"/>
                  </a:lnTo>
                  <a:lnTo>
                    <a:pt x="58692" y="2453"/>
                  </a:lnTo>
                  <a:lnTo>
                    <a:pt x="53058" y="3529"/>
                  </a:lnTo>
                  <a:lnTo>
                    <a:pt x="47465" y="4798"/>
                  </a:lnTo>
                  <a:lnTo>
                    <a:pt x="41918" y="6258"/>
                  </a:lnTo>
                  <a:lnTo>
                    <a:pt x="36425" y="7907"/>
                  </a:lnTo>
                  <a:lnTo>
                    <a:pt x="30992" y="9743"/>
                  </a:lnTo>
                  <a:lnTo>
                    <a:pt x="25625" y="11765"/>
                  </a:lnTo>
                  <a:lnTo>
                    <a:pt x="20330" y="13970"/>
                  </a:lnTo>
                  <a:lnTo>
                    <a:pt x="15114" y="16355"/>
                  </a:lnTo>
                  <a:lnTo>
                    <a:pt x="9983" y="18918"/>
                  </a:lnTo>
                  <a:lnTo>
                    <a:pt x="4943" y="21655"/>
                  </a:lnTo>
                  <a:lnTo>
                    <a:pt x="0" y="24563"/>
                  </a:lnTo>
                  <a:lnTo>
                    <a:pt x="872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6313" y="5423855"/>
              <a:ext cx="87230" cy="142603"/>
            </a:xfrm>
            <a:custGeom>
              <a:avLst/>
              <a:pathLst>
                <a:path w="87230" h="142603">
                  <a:moveTo>
                    <a:pt x="0" y="0"/>
                  </a:moveTo>
                  <a:lnTo>
                    <a:pt x="87230" y="142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6313" y="5423855"/>
              <a:ext cx="87230" cy="142603"/>
            </a:xfrm>
            <a:custGeom>
              <a:avLst/>
              <a:pathLst>
                <a:path w="87230" h="142603">
                  <a:moveTo>
                    <a:pt x="0" y="0"/>
                  </a:moveTo>
                  <a:lnTo>
                    <a:pt x="87230" y="142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6313" y="5423855"/>
              <a:ext cx="87230" cy="142603"/>
            </a:xfrm>
            <a:custGeom>
              <a:avLst/>
              <a:pathLst>
                <a:path w="87230" h="142603">
                  <a:moveTo>
                    <a:pt x="0" y="0"/>
                  </a:moveTo>
                  <a:lnTo>
                    <a:pt x="87230" y="1426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6313" y="5423855"/>
              <a:ext cx="87230" cy="142603"/>
            </a:xfrm>
            <a:custGeom>
              <a:avLst/>
              <a:pathLst>
                <a:path w="87230" h="142603">
                  <a:moveTo>
                    <a:pt x="0" y="0"/>
                  </a:moveTo>
                  <a:lnTo>
                    <a:pt x="87230" y="1426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6313" y="5423855"/>
              <a:ext cx="87230" cy="142603"/>
            </a:xfrm>
            <a:custGeom>
              <a:avLst/>
              <a:pathLst>
                <a:path w="87230" h="142603">
                  <a:moveTo>
                    <a:pt x="0" y="0"/>
                  </a:moveTo>
                  <a:lnTo>
                    <a:pt x="87230" y="1426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76" y="5423855"/>
              <a:ext cx="219161" cy="309770"/>
            </a:xfrm>
            <a:custGeom>
              <a:avLst/>
              <a:pathLst>
                <a:path w="219161" h="309770">
                  <a:moveTo>
                    <a:pt x="79937" y="0"/>
                  </a:moveTo>
                  <a:lnTo>
                    <a:pt x="75423" y="2860"/>
                  </a:lnTo>
                  <a:lnTo>
                    <a:pt x="71004" y="5864"/>
                  </a:lnTo>
                  <a:lnTo>
                    <a:pt x="66683" y="9007"/>
                  </a:lnTo>
                  <a:lnTo>
                    <a:pt x="62464" y="12287"/>
                  </a:lnTo>
                  <a:lnTo>
                    <a:pt x="58353" y="15700"/>
                  </a:lnTo>
                  <a:lnTo>
                    <a:pt x="54353" y="19242"/>
                  </a:lnTo>
                  <a:lnTo>
                    <a:pt x="50468" y="22911"/>
                  </a:lnTo>
                  <a:lnTo>
                    <a:pt x="46702" y="26702"/>
                  </a:lnTo>
                  <a:lnTo>
                    <a:pt x="43059" y="30611"/>
                  </a:lnTo>
                  <a:lnTo>
                    <a:pt x="39543" y="34635"/>
                  </a:lnTo>
                  <a:lnTo>
                    <a:pt x="36158" y="38769"/>
                  </a:lnTo>
                  <a:lnTo>
                    <a:pt x="32906" y="43009"/>
                  </a:lnTo>
                  <a:lnTo>
                    <a:pt x="29792" y="47351"/>
                  </a:lnTo>
                  <a:lnTo>
                    <a:pt x="26817" y="51790"/>
                  </a:lnTo>
                  <a:lnTo>
                    <a:pt x="23987" y="56322"/>
                  </a:lnTo>
                  <a:lnTo>
                    <a:pt x="21302" y="60942"/>
                  </a:lnTo>
                  <a:lnTo>
                    <a:pt x="18767" y="65646"/>
                  </a:lnTo>
                  <a:lnTo>
                    <a:pt x="16383" y="70428"/>
                  </a:lnTo>
                  <a:lnTo>
                    <a:pt x="14153" y="75284"/>
                  </a:lnTo>
                  <a:lnTo>
                    <a:pt x="12080" y="80209"/>
                  </a:lnTo>
                  <a:lnTo>
                    <a:pt x="10165" y="85198"/>
                  </a:lnTo>
                  <a:lnTo>
                    <a:pt x="8411" y="90245"/>
                  </a:lnTo>
                  <a:lnTo>
                    <a:pt x="6818" y="95345"/>
                  </a:lnTo>
                  <a:lnTo>
                    <a:pt x="5390" y="100494"/>
                  </a:lnTo>
                  <a:lnTo>
                    <a:pt x="4127" y="105686"/>
                  </a:lnTo>
                  <a:lnTo>
                    <a:pt x="3030" y="110916"/>
                  </a:lnTo>
                  <a:lnTo>
                    <a:pt x="2101" y="116178"/>
                  </a:lnTo>
                  <a:lnTo>
                    <a:pt x="1341" y="121467"/>
                  </a:lnTo>
                  <a:lnTo>
                    <a:pt x="750" y="126778"/>
                  </a:lnTo>
                  <a:lnTo>
                    <a:pt x="329" y="132105"/>
                  </a:lnTo>
                  <a:lnTo>
                    <a:pt x="79" y="137442"/>
                  </a:lnTo>
                  <a:lnTo>
                    <a:pt x="0" y="142785"/>
                  </a:lnTo>
                  <a:lnTo>
                    <a:pt x="91" y="148128"/>
                  </a:lnTo>
                  <a:lnTo>
                    <a:pt x="353" y="153465"/>
                  </a:lnTo>
                  <a:lnTo>
                    <a:pt x="785" y="158791"/>
                  </a:lnTo>
                  <a:lnTo>
                    <a:pt x="1387" y="164100"/>
                  </a:lnTo>
                  <a:lnTo>
                    <a:pt x="2159" y="169387"/>
                  </a:lnTo>
                  <a:lnTo>
                    <a:pt x="3099" y="174648"/>
                  </a:lnTo>
                  <a:lnTo>
                    <a:pt x="4207" y="179875"/>
                  </a:lnTo>
                  <a:lnTo>
                    <a:pt x="5482" y="185064"/>
                  </a:lnTo>
                  <a:lnTo>
                    <a:pt x="6922" y="190210"/>
                  </a:lnTo>
                  <a:lnTo>
                    <a:pt x="8525" y="195307"/>
                  </a:lnTo>
                  <a:lnTo>
                    <a:pt x="10290" y="200350"/>
                  </a:lnTo>
                  <a:lnTo>
                    <a:pt x="12216" y="205335"/>
                  </a:lnTo>
                  <a:lnTo>
                    <a:pt x="14300" y="210255"/>
                  </a:lnTo>
                  <a:lnTo>
                    <a:pt x="16541" y="215106"/>
                  </a:lnTo>
                  <a:lnTo>
                    <a:pt x="18935" y="219883"/>
                  </a:lnTo>
                  <a:lnTo>
                    <a:pt x="21480" y="224581"/>
                  </a:lnTo>
                  <a:lnTo>
                    <a:pt x="24175" y="229196"/>
                  </a:lnTo>
                  <a:lnTo>
                    <a:pt x="27015" y="233721"/>
                  </a:lnTo>
                  <a:lnTo>
                    <a:pt x="29999" y="238154"/>
                  </a:lnTo>
                  <a:lnTo>
                    <a:pt x="33123" y="242489"/>
                  </a:lnTo>
                  <a:lnTo>
                    <a:pt x="36384" y="246722"/>
                  </a:lnTo>
                  <a:lnTo>
                    <a:pt x="39778" y="250849"/>
                  </a:lnTo>
                  <a:lnTo>
                    <a:pt x="43303" y="254865"/>
                  </a:lnTo>
                  <a:lnTo>
                    <a:pt x="46954" y="258767"/>
                  </a:lnTo>
                  <a:lnTo>
                    <a:pt x="50728" y="262549"/>
                  </a:lnTo>
                  <a:lnTo>
                    <a:pt x="54621" y="266209"/>
                  </a:lnTo>
                  <a:lnTo>
                    <a:pt x="58629" y="269743"/>
                  </a:lnTo>
                  <a:lnTo>
                    <a:pt x="62748" y="273147"/>
                  </a:lnTo>
                  <a:lnTo>
                    <a:pt x="66974" y="276418"/>
                  </a:lnTo>
                  <a:lnTo>
                    <a:pt x="71302" y="279552"/>
                  </a:lnTo>
                  <a:lnTo>
                    <a:pt x="75728" y="282546"/>
                  </a:lnTo>
                  <a:lnTo>
                    <a:pt x="80247" y="285396"/>
                  </a:lnTo>
                  <a:lnTo>
                    <a:pt x="84855" y="288102"/>
                  </a:lnTo>
                  <a:lnTo>
                    <a:pt x="89547" y="290658"/>
                  </a:lnTo>
                  <a:lnTo>
                    <a:pt x="94319" y="293063"/>
                  </a:lnTo>
                  <a:lnTo>
                    <a:pt x="99165" y="295314"/>
                  </a:lnTo>
                  <a:lnTo>
                    <a:pt x="104080" y="297410"/>
                  </a:lnTo>
                  <a:lnTo>
                    <a:pt x="109060" y="299347"/>
                  </a:lnTo>
                  <a:lnTo>
                    <a:pt x="114100" y="301124"/>
                  </a:lnTo>
                  <a:lnTo>
                    <a:pt x="119193" y="302739"/>
                  </a:lnTo>
                  <a:lnTo>
                    <a:pt x="124336" y="304190"/>
                  </a:lnTo>
                  <a:lnTo>
                    <a:pt x="129522" y="305477"/>
                  </a:lnTo>
                  <a:lnTo>
                    <a:pt x="134747" y="306597"/>
                  </a:lnTo>
                  <a:lnTo>
                    <a:pt x="140005" y="307549"/>
                  </a:lnTo>
                  <a:lnTo>
                    <a:pt x="145290" y="308333"/>
                  </a:lnTo>
                  <a:lnTo>
                    <a:pt x="150598" y="308948"/>
                  </a:lnTo>
                  <a:lnTo>
                    <a:pt x="155923" y="309392"/>
                  </a:lnTo>
                  <a:lnTo>
                    <a:pt x="161259" y="309666"/>
                  </a:lnTo>
                  <a:lnTo>
                    <a:pt x="166602" y="309770"/>
                  </a:lnTo>
                  <a:lnTo>
                    <a:pt x="171945" y="309702"/>
                  </a:lnTo>
                  <a:lnTo>
                    <a:pt x="177283" y="309464"/>
                  </a:lnTo>
                  <a:lnTo>
                    <a:pt x="182611" y="309056"/>
                  </a:lnTo>
                  <a:lnTo>
                    <a:pt x="187923" y="308477"/>
                  </a:lnTo>
                  <a:lnTo>
                    <a:pt x="193214" y="307729"/>
                  </a:lnTo>
                  <a:lnTo>
                    <a:pt x="198478" y="306812"/>
                  </a:lnTo>
                  <a:lnTo>
                    <a:pt x="203710" y="305728"/>
                  </a:lnTo>
                  <a:lnTo>
                    <a:pt x="208905" y="304476"/>
                  </a:lnTo>
                  <a:lnTo>
                    <a:pt x="214057" y="303060"/>
                  </a:lnTo>
                  <a:lnTo>
                    <a:pt x="219161" y="301479"/>
                  </a:lnTo>
                  <a:lnTo>
                    <a:pt x="167167" y="1426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6" cy="326043"/>
            </a:xfrm>
            <a:custGeom>
              <a:avLst/>
              <a:pathLst>
                <a:path w="167166" h="326043">
                  <a:moveTo>
                    <a:pt x="51994" y="326043"/>
                  </a:moveTo>
                  <a:lnTo>
                    <a:pt x="57067" y="324292"/>
                  </a:lnTo>
                  <a:lnTo>
                    <a:pt x="62082" y="322379"/>
                  </a:lnTo>
                  <a:lnTo>
                    <a:pt x="67032" y="320306"/>
                  </a:lnTo>
                  <a:lnTo>
                    <a:pt x="71913" y="318075"/>
                  </a:lnTo>
                  <a:lnTo>
                    <a:pt x="76720" y="315689"/>
                  </a:lnTo>
                  <a:lnTo>
                    <a:pt x="81448" y="313150"/>
                  </a:lnTo>
                  <a:lnTo>
                    <a:pt x="86092" y="310460"/>
                  </a:lnTo>
                  <a:lnTo>
                    <a:pt x="90648" y="307623"/>
                  </a:lnTo>
                  <a:lnTo>
                    <a:pt x="95110" y="304640"/>
                  </a:lnTo>
                  <a:lnTo>
                    <a:pt x="99474" y="301517"/>
                  </a:lnTo>
                  <a:lnTo>
                    <a:pt x="103735" y="298254"/>
                  </a:lnTo>
                  <a:lnTo>
                    <a:pt x="107890" y="294857"/>
                  </a:lnTo>
                  <a:lnTo>
                    <a:pt x="111933" y="291328"/>
                  </a:lnTo>
                  <a:lnTo>
                    <a:pt x="115861" y="287670"/>
                  </a:lnTo>
                  <a:lnTo>
                    <a:pt x="119669" y="283889"/>
                  </a:lnTo>
                  <a:lnTo>
                    <a:pt x="123354" y="279988"/>
                  </a:lnTo>
                  <a:lnTo>
                    <a:pt x="126913" y="275970"/>
                  </a:lnTo>
                  <a:lnTo>
                    <a:pt x="130340" y="271840"/>
                  </a:lnTo>
                  <a:lnTo>
                    <a:pt x="133633" y="267602"/>
                  </a:lnTo>
                  <a:lnTo>
                    <a:pt x="136788" y="263260"/>
                  </a:lnTo>
                  <a:lnTo>
                    <a:pt x="139802" y="258820"/>
                  </a:lnTo>
                  <a:lnTo>
                    <a:pt x="142672" y="254285"/>
                  </a:lnTo>
                  <a:lnTo>
                    <a:pt x="145395" y="249660"/>
                  </a:lnTo>
                  <a:lnTo>
                    <a:pt x="147968" y="244950"/>
                  </a:lnTo>
                  <a:lnTo>
                    <a:pt x="150389" y="240161"/>
                  </a:lnTo>
                  <a:lnTo>
                    <a:pt x="152654" y="235295"/>
                  </a:lnTo>
                  <a:lnTo>
                    <a:pt x="154762" y="230360"/>
                  </a:lnTo>
                  <a:lnTo>
                    <a:pt x="156711" y="225360"/>
                  </a:lnTo>
                  <a:lnTo>
                    <a:pt x="158499" y="220299"/>
                  </a:lnTo>
                  <a:lnTo>
                    <a:pt x="160122" y="215184"/>
                  </a:lnTo>
                  <a:lnTo>
                    <a:pt x="161581" y="210019"/>
                  </a:lnTo>
                  <a:lnTo>
                    <a:pt x="162874" y="204810"/>
                  </a:lnTo>
                  <a:lnTo>
                    <a:pt x="163998" y="199562"/>
                  </a:lnTo>
                  <a:lnTo>
                    <a:pt x="164953" y="194281"/>
                  </a:lnTo>
                  <a:lnTo>
                    <a:pt x="165739" y="188972"/>
                  </a:lnTo>
                  <a:lnTo>
                    <a:pt x="166353" y="183641"/>
                  </a:lnTo>
                  <a:lnTo>
                    <a:pt x="166796" y="178292"/>
                  </a:lnTo>
                  <a:lnTo>
                    <a:pt x="167067" y="172932"/>
                  </a:lnTo>
                  <a:lnTo>
                    <a:pt x="167166" y="167566"/>
                  </a:lnTo>
                  <a:lnTo>
                    <a:pt x="167093" y="162200"/>
                  </a:lnTo>
                  <a:lnTo>
                    <a:pt x="166848" y="156839"/>
                  </a:lnTo>
                  <a:lnTo>
                    <a:pt x="166430" y="151488"/>
                  </a:lnTo>
                  <a:lnTo>
                    <a:pt x="165841" y="146154"/>
                  </a:lnTo>
                  <a:lnTo>
                    <a:pt x="165081" y="140841"/>
                  </a:lnTo>
                  <a:lnTo>
                    <a:pt x="164151" y="135556"/>
                  </a:lnTo>
                  <a:lnTo>
                    <a:pt x="163052" y="130303"/>
                  </a:lnTo>
                  <a:lnTo>
                    <a:pt x="161784" y="125088"/>
                  </a:lnTo>
                  <a:lnTo>
                    <a:pt x="160350" y="119916"/>
                  </a:lnTo>
                  <a:lnTo>
                    <a:pt x="158751" y="114793"/>
                  </a:lnTo>
                  <a:lnTo>
                    <a:pt x="156988" y="109724"/>
                  </a:lnTo>
                  <a:lnTo>
                    <a:pt x="155063" y="104714"/>
                  </a:lnTo>
                  <a:lnTo>
                    <a:pt x="152978" y="99769"/>
                  </a:lnTo>
                  <a:lnTo>
                    <a:pt x="150736" y="94893"/>
                  </a:lnTo>
                  <a:lnTo>
                    <a:pt x="148338" y="90091"/>
                  </a:lnTo>
                  <a:lnTo>
                    <a:pt x="145787" y="85369"/>
                  </a:lnTo>
                  <a:lnTo>
                    <a:pt x="143087" y="80732"/>
                  </a:lnTo>
                  <a:lnTo>
                    <a:pt x="140238" y="76183"/>
                  </a:lnTo>
                  <a:lnTo>
                    <a:pt x="137245" y="71728"/>
                  </a:lnTo>
                  <a:lnTo>
                    <a:pt x="134111" y="67372"/>
                  </a:lnTo>
                  <a:lnTo>
                    <a:pt x="130838" y="63118"/>
                  </a:lnTo>
                  <a:lnTo>
                    <a:pt x="127431" y="58972"/>
                  </a:lnTo>
                  <a:lnTo>
                    <a:pt x="123892" y="54937"/>
                  </a:lnTo>
                  <a:lnTo>
                    <a:pt x="120226" y="51018"/>
                  </a:lnTo>
                  <a:lnTo>
                    <a:pt x="116435" y="47219"/>
                  </a:lnTo>
                  <a:lnTo>
                    <a:pt x="112525" y="43543"/>
                  </a:lnTo>
                  <a:lnTo>
                    <a:pt x="108499" y="39994"/>
                  </a:lnTo>
                  <a:lnTo>
                    <a:pt x="104360" y="36577"/>
                  </a:lnTo>
                  <a:lnTo>
                    <a:pt x="100115" y="33294"/>
                  </a:lnTo>
                  <a:lnTo>
                    <a:pt x="95766" y="30150"/>
                  </a:lnTo>
                  <a:lnTo>
                    <a:pt x="91318" y="27146"/>
                  </a:lnTo>
                  <a:lnTo>
                    <a:pt x="86776" y="24287"/>
                  </a:lnTo>
                  <a:lnTo>
                    <a:pt x="82145" y="21575"/>
                  </a:lnTo>
                  <a:lnTo>
                    <a:pt x="77429" y="19013"/>
                  </a:lnTo>
                  <a:lnTo>
                    <a:pt x="72634" y="16604"/>
                  </a:lnTo>
                  <a:lnTo>
                    <a:pt x="67763" y="14350"/>
                  </a:lnTo>
                  <a:lnTo>
                    <a:pt x="62823" y="12253"/>
                  </a:lnTo>
                  <a:lnTo>
                    <a:pt x="57817" y="10317"/>
                  </a:lnTo>
                  <a:lnTo>
                    <a:pt x="52753" y="8541"/>
                  </a:lnTo>
                  <a:lnTo>
                    <a:pt x="47634" y="6930"/>
                  </a:lnTo>
                  <a:lnTo>
                    <a:pt x="42465" y="5483"/>
                  </a:lnTo>
                  <a:lnTo>
                    <a:pt x="37253" y="4203"/>
                  </a:lnTo>
                  <a:lnTo>
                    <a:pt x="32003" y="3092"/>
                  </a:lnTo>
                  <a:lnTo>
                    <a:pt x="26720" y="2149"/>
                  </a:lnTo>
                  <a:lnTo>
                    <a:pt x="21409" y="1376"/>
                  </a:lnTo>
                  <a:lnTo>
                    <a:pt x="16076" y="774"/>
                  </a:lnTo>
                  <a:lnTo>
                    <a:pt x="10726" y="344"/>
                  </a:lnTo>
                  <a:lnTo>
                    <a:pt x="5366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2068" y="5269756"/>
              <a:ext cx="33189" cy="167167"/>
            </a:xfrm>
            <a:custGeom>
              <a:avLst/>
              <a:pathLst>
                <a:path w="33189" h="167167">
                  <a:moveTo>
                    <a:pt x="33189" y="0"/>
                  </a:moveTo>
                  <a:lnTo>
                    <a:pt x="26509" y="133"/>
                  </a:lnTo>
                  <a:lnTo>
                    <a:pt x="19839" y="533"/>
                  </a:lnTo>
                  <a:lnTo>
                    <a:pt x="13190" y="1200"/>
                  </a:lnTo>
                  <a:lnTo>
                    <a:pt x="6574" y="2132"/>
                  </a:lnTo>
                  <a:lnTo>
                    <a:pt x="0" y="3327"/>
                  </a:lnTo>
                  <a:lnTo>
                    <a:pt x="331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2068" y="5273084"/>
              <a:ext cx="33189" cy="163839"/>
            </a:xfrm>
            <a:custGeom>
              <a:avLst/>
              <a:pathLst>
                <a:path w="33189" h="163839">
                  <a:moveTo>
                    <a:pt x="0" y="0"/>
                  </a:moveTo>
                  <a:lnTo>
                    <a:pt x="33189" y="16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2068" y="5273084"/>
              <a:ext cx="33189" cy="163839"/>
            </a:xfrm>
            <a:custGeom>
              <a:avLst/>
              <a:pathLst>
                <a:path w="33189" h="163839">
                  <a:moveTo>
                    <a:pt x="0" y="0"/>
                  </a:moveTo>
                  <a:lnTo>
                    <a:pt x="33189" y="163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2068" y="5273084"/>
              <a:ext cx="33189" cy="163839"/>
            </a:xfrm>
            <a:custGeom>
              <a:avLst/>
              <a:pathLst>
                <a:path w="33189" h="163839">
                  <a:moveTo>
                    <a:pt x="0" y="0"/>
                  </a:moveTo>
                  <a:lnTo>
                    <a:pt x="33189" y="163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2068" y="5273084"/>
              <a:ext cx="33189" cy="163839"/>
            </a:xfrm>
            <a:custGeom>
              <a:avLst/>
              <a:pathLst>
                <a:path w="33189" h="163839">
                  <a:moveTo>
                    <a:pt x="0" y="0"/>
                  </a:moveTo>
                  <a:lnTo>
                    <a:pt x="33189" y="163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1072" y="5273084"/>
              <a:ext cx="164185" cy="163839"/>
            </a:xfrm>
            <a:custGeom>
              <a:avLst/>
              <a:pathLst>
                <a:path w="164185" h="163839">
                  <a:moveTo>
                    <a:pt x="130996" y="0"/>
                  </a:moveTo>
                  <a:lnTo>
                    <a:pt x="125636" y="1177"/>
                  </a:lnTo>
                  <a:lnTo>
                    <a:pt x="120318" y="2530"/>
                  </a:lnTo>
                  <a:lnTo>
                    <a:pt x="115047" y="4057"/>
                  </a:lnTo>
                  <a:lnTo>
                    <a:pt x="109830" y="5756"/>
                  </a:lnTo>
                  <a:lnTo>
                    <a:pt x="104670" y="7625"/>
                  </a:lnTo>
                  <a:lnTo>
                    <a:pt x="99575" y="9662"/>
                  </a:lnTo>
                  <a:lnTo>
                    <a:pt x="94550" y="11866"/>
                  </a:lnTo>
                  <a:lnTo>
                    <a:pt x="89599" y="14233"/>
                  </a:lnTo>
                  <a:lnTo>
                    <a:pt x="84729" y="16762"/>
                  </a:lnTo>
                  <a:lnTo>
                    <a:pt x="79945" y="19449"/>
                  </a:lnTo>
                  <a:lnTo>
                    <a:pt x="75251" y="22292"/>
                  </a:lnTo>
                  <a:lnTo>
                    <a:pt x="70653" y="25287"/>
                  </a:lnTo>
                  <a:lnTo>
                    <a:pt x="66156" y="28431"/>
                  </a:lnTo>
                  <a:lnTo>
                    <a:pt x="61765" y="31722"/>
                  </a:lnTo>
                  <a:lnTo>
                    <a:pt x="57484" y="35154"/>
                  </a:lnTo>
                  <a:lnTo>
                    <a:pt x="53318" y="38726"/>
                  </a:lnTo>
                  <a:lnTo>
                    <a:pt x="49271" y="42432"/>
                  </a:lnTo>
                  <a:lnTo>
                    <a:pt x="45348" y="46269"/>
                  </a:lnTo>
                  <a:lnTo>
                    <a:pt x="41554" y="50233"/>
                  </a:lnTo>
                  <a:lnTo>
                    <a:pt x="37891" y="54319"/>
                  </a:lnTo>
                  <a:lnTo>
                    <a:pt x="34364" y="58523"/>
                  </a:lnTo>
                  <a:lnTo>
                    <a:pt x="30978" y="62841"/>
                  </a:lnTo>
                  <a:lnTo>
                    <a:pt x="27735" y="67267"/>
                  </a:lnTo>
                  <a:lnTo>
                    <a:pt x="24638" y="71798"/>
                  </a:lnTo>
                  <a:lnTo>
                    <a:pt x="21693" y="76427"/>
                  </a:lnTo>
                  <a:lnTo>
                    <a:pt x="18901" y="81151"/>
                  </a:lnTo>
                  <a:lnTo>
                    <a:pt x="16265" y="85964"/>
                  </a:lnTo>
                  <a:lnTo>
                    <a:pt x="13789" y="90861"/>
                  </a:lnTo>
                  <a:lnTo>
                    <a:pt x="11474" y="95837"/>
                  </a:lnTo>
                  <a:lnTo>
                    <a:pt x="9325" y="100885"/>
                  </a:lnTo>
                  <a:lnTo>
                    <a:pt x="7342" y="106002"/>
                  </a:lnTo>
                  <a:lnTo>
                    <a:pt x="5528" y="111181"/>
                  </a:lnTo>
                  <a:lnTo>
                    <a:pt x="3885" y="116417"/>
                  </a:lnTo>
                  <a:lnTo>
                    <a:pt x="2415" y="121704"/>
                  </a:lnTo>
                  <a:lnTo>
                    <a:pt x="1120" y="127036"/>
                  </a:lnTo>
                  <a:lnTo>
                    <a:pt x="0" y="132408"/>
                  </a:lnTo>
                  <a:lnTo>
                    <a:pt x="164185" y="163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1" y="5269756"/>
              <a:ext cx="334325" cy="334324"/>
            </a:xfrm>
            <a:custGeom>
              <a:avLst/>
              <a:pathLst>
                <a:path w="334325" h="334324">
                  <a:moveTo>
                    <a:pt x="2981" y="135735"/>
                  </a:moveTo>
                  <a:lnTo>
                    <a:pt x="2069" y="140942"/>
                  </a:lnTo>
                  <a:lnTo>
                    <a:pt x="1323" y="146175"/>
                  </a:lnTo>
                  <a:lnTo>
                    <a:pt x="742" y="151430"/>
                  </a:lnTo>
                  <a:lnTo>
                    <a:pt x="328" y="156699"/>
                  </a:lnTo>
                  <a:lnTo>
                    <a:pt x="80" y="161980"/>
                  </a:lnTo>
                  <a:lnTo>
                    <a:pt x="0" y="167265"/>
                  </a:lnTo>
                  <a:lnTo>
                    <a:pt x="86" y="172550"/>
                  </a:lnTo>
                  <a:lnTo>
                    <a:pt x="340" y="177830"/>
                  </a:lnTo>
                  <a:lnTo>
                    <a:pt x="760" y="183100"/>
                  </a:lnTo>
                  <a:lnTo>
                    <a:pt x="1347" y="188353"/>
                  </a:lnTo>
                  <a:lnTo>
                    <a:pt x="2100" y="193585"/>
                  </a:lnTo>
                  <a:lnTo>
                    <a:pt x="3018" y="198791"/>
                  </a:lnTo>
                  <a:lnTo>
                    <a:pt x="4100" y="203965"/>
                  </a:lnTo>
                  <a:lnTo>
                    <a:pt x="5345" y="209103"/>
                  </a:lnTo>
                  <a:lnTo>
                    <a:pt x="6752" y="214198"/>
                  </a:lnTo>
                  <a:lnTo>
                    <a:pt x="8319" y="219247"/>
                  </a:lnTo>
                  <a:lnTo>
                    <a:pt x="10045" y="224243"/>
                  </a:lnTo>
                  <a:lnTo>
                    <a:pt x="11928" y="229182"/>
                  </a:lnTo>
                  <a:lnTo>
                    <a:pt x="13967" y="234060"/>
                  </a:lnTo>
                  <a:lnTo>
                    <a:pt x="16158" y="238870"/>
                  </a:lnTo>
                  <a:lnTo>
                    <a:pt x="18501" y="243609"/>
                  </a:lnTo>
                  <a:lnTo>
                    <a:pt x="20992" y="248271"/>
                  </a:lnTo>
                  <a:lnTo>
                    <a:pt x="23629" y="252852"/>
                  </a:lnTo>
                  <a:lnTo>
                    <a:pt x="26410" y="257347"/>
                  </a:lnTo>
                  <a:lnTo>
                    <a:pt x="29332" y="261753"/>
                  </a:lnTo>
                  <a:lnTo>
                    <a:pt x="32391" y="266063"/>
                  </a:lnTo>
                  <a:lnTo>
                    <a:pt x="35586" y="270275"/>
                  </a:lnTo>
                  <a:lnTo>
                    <a:pt x="38911" y="274384"/>
                  </a:lnTo>
                  <a:lnTo>
                    <a:pt x="42366" y="278386"/>
                  </a:lnTo>
                  <a:lnTo>
                    <a:pt x="45944" y="282276"/>
                  </a:lnTo>
                  <a:lnTo>
                    <a:pt x="49644" y="286051"/>
                  </a:lnTo>
                  <a:lnTo>
                    <a:pt x="53462" y="289707"/>
                  </a:lnTo>
                  <a:lnTo>
                    <a:pt x="57393" y="293241"/>
                  </a:lnTo>
                  <a:lnTo>
                    <a:pt x="61434" y="296649"/>
                  </a:lnTo>
                  <a:lnTo>
                    <a:pt x="65581" y="299927"/>
                  </a:lnTo>
                  <a:lnTo>
                    <a:pt x="69830" y="303073"/>
                  </a:lnTo>
                  <a:lnTo>
                    <a:pt x="74175" y="306082"/>
                  </a:lnTo>
                  <a:lnTo>
                    <a:pt x="78614" y="308953"/>
                  </a:lnTo>
                  <a:lnTo>
                    <a:pt x="83141" y="311682"/>
                  </a:lnTo>
                  <a:lnTo>
                    <a:pt x="87752" y="314266"/>
                  </a:lnTo>
                  <a:lnTo>
                    <a:pt x="92443" y="316704"/>
                  </a:lnTo>
                  <a:lnTo>
                    <a:pt x="97208" y="318992"/>
                  </a:lnTo>
                  <a:lnTo>
                    <a:pt x="102044" y="321128"/>
                  </a:lnTo>
                  <a:lnTo>
                    <a:pt x="106944" y="323110"/>
                  </a:lnTo>
                  <a:lnTo>
                    <a:pt x="111905" y="324936"/>
                  </a:lnTo>
                  <a:lnTo>
                    <a:pt x="116921" y="326604"/>
                  </a:lnTo>
                  <a:lnTo>
                    <a:pt x="121987" y="328113"/>
                  </a:lnTo>
                  <a:lnTo>
                    <a:pt x="127098" y="329461"/>
                  </a:lnTo>
                  <a:lnTo>
                    <a:pt x="132249" y="330647"/>
                  </a:lnTo>
                  <a:lnTo>
                    <a:pt x="137436" y="331669"/>
                  </a:lnTo>
                  <a:lnTo>
                    <a:pt x="142652" y="332527"/>
                  </a:lnTo>
                  <a:lnTo>
                    <a:pt x="147892" y="333219"/>
                  </a:lnTo>
                  <a:lnTo>
                    <a:pt x="153152" y="333746"/>
                  </a:lnTo>
                  <a:lnTo>
                    <a:pt x="158426" y="334106"/>
                  </a:lnTo>
                  <a:lnTo>
                    <a:pt x="163708" y="334299"/>
                  </a:lnTo>
                  <a:lnTo>
                    <a:pt x="168994" y="334324"/>
                  </a:lnTo>
                  <a:lnTo>
                    <a:pt x="174279" y="334183"/>
                  </a:lnTo>
                  <a:lnTo>
                    <a:pt x="179556" y="333875"/>
                  </a:lnTo>
                  <a:lnTo>
                    <a:pt x="184820" y="333400"/>
                  </a:lnTo>
                  <a:lnTo>
                    <a:pt x="190067" y="332758"/>
                  </a:lnTo>
                  <a:lnTo>
                    <a:pt x="195292" y="331952"/>
                  </a:lnTo>
                  <a:lnTo>
                    <a:pt x="200488" y="330980"/>
                  </a:lnTo>
                  <a:lnTo>
                    <a:pt x="205650" y="329844"/>
                  </a:lnTo>
                  <a:lnTo>
                    <a:pt x="210775" y="328546"/>
                  </a:lnTo>
                  <a:lnTo>
                    <a:pt x="215855" y="327087"/>
                  </a:lnTo>
                  <a:lnTo>
                    <a:pt x="220887" y="325468"/>
                  </a:lnTo>
                  <a:lnTo>
                    <a:pt x="225865" y="323690"/>
                  </a:lnTo>
                  <a:lnTo>
                    <a:pt x="230785" y="321756"/>
                  </a:lnTo>
                  <a:lnTo>
                    <a:pt x="235641" y="319667"/>
                  </a:lnTo>
                  <a:lnTo>
                    <a:pt x="240428" y="317426"/>
                  </a:lnTo>
                  <a:lnTo>
                    <a:pt x="245142" y="315034"/>
                  </a:lnTo>
                  <a:lnTo>
                    <a:pt x="249779" y="312495"/>
                  </a:lnTo>
                  <a:lnTo>
                    <a:pt x="254332" y="309810"/>
                  </a:lnTo>
                  <a:lnTo>
                    <a:pt x="258799" y="306983"/>
                  </a:lnTo>
                  <a:lnTo>
                    <a:pt x="263174" y="304016"/>
                  </a:lnTo>
                  <a:lnTo>
                    <a:pt x="267452" y="300912"/>
                  </a:lnTo>
                  <a:lnTo>
                    <a:pt x="271631" y="297674"/>
                  </a:lnTo>
                  <a:lnTo>
                    <a:pt x="275705" y="294306"/>
                  </a:lnTo>
                  <a:lnTo>
                    <a:pt x="279671" y="290811"/>
                  </a:lnTo>
                  <a:lnTo>
                    <a:pt x="283524" y="287192"/>
                  </a:lnTo>
                  <a:lnTo>
                    <a:pt x="287260" y="283453"/>
                  </a:lnTo>
                  <a:lnTo>
                    <a:pt x="290877" y="279598"/>
                  </a:lnTo>
                  <a:lnTo>
                    <a:pt x="294370" y="275630"/>
                  </a:lnTo>
                  <a:lnTo>
                    <a:pt x="297736" y="271554"/>
                  </a:lnTo>
                  <a:lnTo>
                    <a:pt x="300971" y="267374"/>
                  </a:lnTo>
                  <a:lnTo>
                    <a:pt x="304072" y="263093"/>
                  </a:lnTo>
                  <a:lnTo>
                    <a:pt x="307037" y="258717"/>
                  </a:lnTo>
                  <a:lnTo>
                    <a:pt x="309862" y="254249"/>
                  </a:lnTo>
                  <a:lnTo>
                    <a:pt x="312543" y="249693"/>
                  </a:lnTo>
                  <a:lnTo>
                    <a:pt x="315080" y="245056"/>
                  </a:lnTo>
                  <a:lnTo>
                    <a:pt x="317469" y="240340"/>
                  </a:lnTo>
                  <a:lnTo>
                    <a:pt x="319707" y="235551"/>
                  </a:lnTo>
                  <a:lnTo>
                    <a:pt x="321793" y="230694"/>
                  </a:lnTo>
                  <a:lnTo>
                    <a:pt x="323724" y="225773"/>
                  </a:lnTo>
                  <a:lnTo>
                    <a:pt x="325499" y="220794"/>
                  </a:lnTo>
                  <a:lnTo>
                    <a:pt x="327115" y="215761"/>
                  </a:lnTo>
                  <a:lnTo>
                    <a:pt x="328572" y="210680"/>
                  </a:lnTo>
                  <a:lnTo>
                    <a:pt x="329867" y="205555"/>
                  </a:lnTo>
                  <a:lnTo>
                    <a:pt x="330999" y="200391"/>
                  </a:lnTo>
                  <a:lnTo>
                    <a:pt x="331968" y="195195"/>
                  </a:lnTo>
                  <a:lnTo>
                    <a:pt x="332772" y="189970"/>
                  </a:lnTo>
                  <a:lnTo>
                    <a:pt x="333410" y="184723"/>
                  </a:lnTo>
                  <a:lnTo>
                    <a:pt x="333882" y="179458"/>
                  </a:lnTo>
                  <a:lnTo>
                    <a:pt x="334187" y="174181"/>
                  </a:lnTo>
                  <a:lnTo>
                    <a:pt x="334325" y="168896"/>
                  </a:lnTo>
                  <a:lnTo>
                    <a:pt x="334297" y="163610"/>
                  </a:lnTo>
                  <a:lnTo>
                    <a:pt x="334101" y="158328"/>
                  </a:lnTo>
                  <a:lnTo>
                    <a:pt x="333738" y="153054"/>
                  </a:lnTo>
                  <a:lnTo>
                    <a:pt x="333208" y="147795"/>
                  </a:lnTo>
                  <a:lnTo>
                    <a:pt x="332513" y="142555"/>
                  </a:lnTo>
                  <a:lnTo>
                    <a:pt x="331652" y="137339"/>
                  </a:lnTo>
                  <a:lnTo>
                    <a:pt x="330626" y="132153"/>
                  </a:lnTo>
                  <a:lnTo>
                    <a:pt x="329438" y="127003"/>
                  </a:lnTo>
                  <a:lnTo>
                    <a:pt x="328087" y="121892"/>
                  </a:lnTo>
                  <a:lnTo>
                    <a:pt x="326575" y="116827"/>
                  </a:lnTo>
                  <a:lnTo>
                    <a:pt x="324903" y="111812"/>
                  </a:lnTo>
                  <a:lnTo>
                    <a:pt x="323074" y="106852"/>
                  </a:lnTo>
                  <a:lnTo>
                    <a:pt x="321089" y="101953"/>
                  </a:lnTo>
                  <a:lnTo>
                    <a:pt x="318950" y="97119"/>
                  </a:lnTo>
                  <a:lnTo>
                    <a:pt x="316660" y="92355"/>
                  </a:lnTo>
                  <a:lnTo>
                    <a:pt x="314220" y="87666"/>
                  </a:lnTo>
                  <a:lnTo>
                    <a:pt x="311633" y="83056"/>
                  </a:lnTo>
                  <a:lnTo>
                    <a:pt x="308901" y="78531"/>
                  </a:lnTo>
                  <a:lnTo>
                    <a:pt x="306028" y="74094"/>
                  </a:lnTo>
                  <a:lnTo>
                    <a:pt x="303016" y="69750"/>
                  </a:lnTo>
                  <a:lnTo>
                    <a:pt x="299867" y="65503"/>
                  </a:lnTo>
                  <a:lnTo>
                    <a:pt x="296587" y="61358"/>
                  </a:lnTo>
                  <a:lnTo>
                    <a:pt x="293177" y="57319"/>
                  </a:lnTo>
                  <a:lnTo>
                    <a:pt x="289641" y="53390"/>
                  </a:lnTo>
                  <a:lnTo>
                    <a:pt x="285982" y="49575"/>
                  </a:lnTo>
                  <a:lnTo>
                    <a:pt x="282205" y="45877"/>
                  </a:lnTo>
                  <a:lnTo>
                    <a:pt x="278312" y="42300"/>
                  </a:lnTo>
                  <a:lnTo>
                    <a:pt x="274309" y="38849"/>
                  </a:lnTo>
                  <a:lnTo>
                    <a:pt x="270198" y="35525"/>
                  </a:lnTo>
                  <a:lnTo>
                    <a:pt x="265984" y="32333"/>
                  </a:lnTo>
                  <a:lnTo>
                    <a:pt x="261672" y="29276"/>
                  </a:lnTo>
                  <a:lnTo>
                    <a:pt x="257265" y="26357"/>
                  </a:lnTo>
                  <a:lnTo>
                    <a:pt x="252768" y="23579"/>
                  </a:lnTo>
                  <a:lnTo>
                    <a:pt x="248185" y="20944"/>
                  </a:lnTo>
                  <a:lnTo>
                    <a:pt x="243521" y="18456"/>
                  </a:lnTo>
                  <a:lnTo>
                    <a:pt x="238781" y="16116"/>
                  </a:lnTo>
                  <a:lnTo>
                    <a:pt x="233970" y="13927"/>
                  </a:lnTo>
                  <a:lnTo>
                    <a:pt x="229091" y="11892"/>
                  </a:lnTo>
                  <a:lnTo>
                    <a:pt x="224151" y="10012"/>
                  </a:lnTo>
                  <a:lnTo>
                    <a:pt x="219153" y="8288"/>
                  </a:lnTo>
                  <a:lnTo>
                    <a:pt x="214104" y="6724"/>
                  </a:lnTo>
                  <a:lnTo>
                    <a:pt x="209008" y="5320"/>
                  </a:lnTo>
                  <a:lnTo>
                    <a:pt x="203870" y="4078"/>
                  </a:lnTo>
                  <a:lnTo>
                    <a:pt x="198695" y="3000"/>
                  </a:lnTo>
                  <a:lnTo>
                    <a:pt x="193488" y="2085"/>
                  </a:lnTo>
                  <a:lnTo>
                    <a:pt x="188256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5805" y="5018213"/>
              <a:ext cx="45233" cy="167167"/>
            </a:xfrm>
            <a:custGeom>
              <a:avLst/>
              <a:pathLst>
                <a:path w="45233" h="167167">
                  <a:moveTo>
                    <a:pt x="45233" y="0"/>
                  </a:moveTo>
                  <a:lnTo>
                    <a:pt x="38691" y="128"/>
                  </a:lnTo>
                  <a:lnTo>
                    <a:pt x="32159" y="512"/>
                  </a:lnTo>
                  <a:lnTo>
                    <a:pt x="25648" y="1151"/>
                  </a:lnTo>
                  <a:lnTo>
                    <a:pt x="19166" y="2044"/>
                  </a:lnTo>
                  <a:lnTo>
                    <a:pt x="12724" y="3191"/>
                  </a:lnTo>
                  <a:lnTo>
                    <a:pt x="6332" y="4589"/>
                  </a:lnTo>
                  <a:lnTo>
                    <a:pt x="0" y="6236"/>
                  </a:lnTo>
                  <a:lnTo>
                    <a:pt x="4523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5805" y="5024449"/>
              <a:ext cx="45233" cy="160931"/>
            </a:xfrm>
            <a:custGeom>
              <a:avLst/>
              <a:pathLst>
                <a:path w="45233" h="160931">
                  <a:moveTo>
                    <a:pt x="0" y="0"/>
                  </a:moveTo>
                  <a:lnTo>
                    <a:pt x="45233" y="1609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5805" y="5024449"/>
              <a:ext cx="45233" cy="160931"/>
            </a:xfrm>
            <a:custGeom>
              <a:avLst/>
              <a:pathLst>
                <a:path w="45233" h="160931">
                  <a:moveTo>
                    <a:pt x="0" y="0"/>
                  </a:moveTo>
                  <a:lnTo>
                    <a:pt x="45233" y="1609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5805" y="5024449"/>
              <a:ext cx="45233" cy="160931"/>
            </a:xfrm>
            <a:custGeom>
              <a:avLst/>
              <a:pathLst>
                <a:path w="45233" h="160931">
                  <a:moveTo>
                    <a:pt x="0" y="0"/>
                  </a:moveTo>
                  <a:lnTo>
                    <a:pt x="45233" y="1609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5" y="5024449"/>
              <a:ext cx="167163" cy="215526"/>
            </a:xfrm>
            <a:custGeom>
              <a:avLst/>
              <a:pathLst>
                <a:path w="167163" h="215526">
                  <a:moveTo>
                    <a:pt x="121930" y="0"/>
                  </a:moveTo>
                  <a:lnTo>
                    <a:pt x="116710" y="1559"/>
                  </a:lnTo>
                  <a:lnTo>
                    <a:pt x="111544" y="3287"/>
                  </a:lnTo>
                  <a:lnTo>
                    <a:pt x="106437" y="5183"/>
                  </a:lnTo>
                  <a:lnTo>
                    <a:pt x="101394" y="7245"/>
                  </a:lnTo>
                  <a:lnTo>
                    <a:pt x="96421" y="9469"/>
                  </a:lnTo>
                  <a:lnTo>
                    <a:pt x="91524" y="11855"/>
                  </a:lnTo>
                  <a:lnTo>
                    <a:pt x="86706" y="14399"/>
                  </a:lnTo>
                  <a:lnTo>
                    <a:pt x="81974" y="17098"/>
                  </a:lnTo>
                  <a:lnTo>
                    <a:pt x="77333" y="19950"/>
                  </a:lnTo>
                  <a:lnTo>
                    <a:pt x="72787" y="22952"/>
                  </a:lnTo>
                  <a:lnTo>
                    <a:pt x="68341" y="26101"/>
                  </a:lnTo>
                  <a:lnTo>
                    <a:pt x="64000" y="29392"/>
                  </a:lnTo>
                  <a:lnTo>
                    <a:pt x="59769" y="32823"/>
                  </a:lnTo>
                  <a:lnTo>
                    <a:pt x="55652" y="36391"/>
                  </a:lnTo>
                  <a:lnTo>
                    <a:pt x="51653" y="40090"/>
                  </a:lnTo>
                  <a:lnTo>
                    <a:pt x="47777" y="43918"/>
                  </a:lnTo>
                  <a:lnTo>
                    <a:pt x="44028" y="47871"/>
                  </a:lnTo>
                  <a:lnTo>
                    <a:pt x="40409" y="51943"/>
                  </a:lnTo>
                  <a:lnTo>
                    <a:pt x="36925" y="56131"/>
                  </a:lnTo>
                  <a:lnTo>
                    <a:pt x="33579" y="60430"/>
                  </a:lnTo>
                  <a:lnTo>
                    <a:pt x="30376" y="64836"/>
                  </a:lnTo>
                  <a:lnTo>
                    <a:pt x="27317" y="69344"/>
                  </a:lnTo>
                  <a:lnTo>
                    <a:pt x="24407" y="73950"/>
                  </a:lnTo>
                  <a:lnTo>
                    <a:pt x="21649" y="78647"/>
                  </a:lnTo>
                  <a:lnTo>
                    <a:pt x="19045" y="83433"/>
                  </a:lnTo>
                  <a:lnTo>
                    <a:pt x="16598" y="88300"/>
                  </a:lnTo>
                  <a:lnTo>
                    <a:pt x="14312" y="93245"/>
                  </a:lnTo>
                  <a:lnTo>
                    <a:pt x="12187" y="98261"/>
                  </a:lnTo>
                  <a:lnTo>
                    <a:pt x="10228" y="103344"/>
                  </a:lnTo>
                  <a:lnTo>
                    <a:pt x="8435" y="108488"/>
                  </a:lnTo>
                  <a:lnTo>
                    <a:pt x="6810" y="113688"/>
                  </a:lnTo>
                  <a:lnTo>
                    <a:pt x="5356" y="118938"/>
                  </a:lnTo>
                  <a:lnTo>
                    <a:pt x="4074" y="124233"/>
                  </a:lnTo>
                  <a:lnTo>
                    <a:pt x="2964" y="129566"/>
                  </a:lnTo>
                  <a:lnTo>
                    <a:pt x="2030" y="134933"/>
                  </a:lnTo>
                  <a:lnTo>
                    <a:pt x="1270" y="140328"/>
                  </a:lnTo>
                  <a:lnTo>
                    <a:pt x="687" y="145744"/>
                  </a:lnTo>
                  <a:lnTo>
                    <a:pt x="280" y="151176"/>
                  </a:lnTo>
                  <a:lnTo>
                    <a:pt x="51" y="156619"/>
                  </a:lnTo>
                  <a:lnTo>
                    <a:pt x="0" y="162067"/>
                  </a:lnTo>
                  <a:lnTo>
                    <a:pt x="125" y="167513"/>
                  </a:lnTo>
                  <a:lnTo>
                    <a:pt x="428" y="172952"/>
                  </a:lnTo>
                  <a:lnTo>
                    <a:pt x="909" y="178379"/>
                  </a:lnTo>
                  <a:lnTo>
                    <a:pt x="1565" y="183787"/>
                  </a:lnTo>
                  <a:lnTo>
                    <a:pt x="2398" y="189170"/>
                  </a:lnTo>
                  <a:lnTo>
                    <a:pt x="3406" y="194524"/>
                  </a:lnTo>
                  <a:lnTo>
                    <a:pt x="4587" y="199842"/>
                  </a:lnTo>
                  <a:lnTo>
                    <a:pt x="5942" y="205119"/>
                  </a:lnTo>
                  <a:lnTo>
                    <a:pt x="7467" y="210349"/>
                  </a:lnTo>
                  <a:lnTo>
                    <a:pt x="9162" y="215526"/>
                  </a:lnTo>
                  <a:lnTo>
                    <a:pt x="167163" y="160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3038" y="5018213"/>
              <a:ext cx="325147" cy="334334"/>
            </a:xfrm>
            <a:custGeom>
              <a:avLst/>
              <a:pathLst>
                <a:path w="325147" h="334334">
                  <a:moveTo>
                    <a:pt x="0" y="221762"/>
                  </a:moveTo>
                  <a:lnTo>
                    <a:pt x="1811" y="226748"/>
                  </a:lnTo>
                  <a:lnTo>
                    <a:pt x="3781" y="231674"/>
                  </a:lnTo>
                  <a:lnTo>
                    <a:pt x="5905" y="236535"/>
                  </a:lnTo>
                  <a:lnTo>
                    <a:pt x="8183" y="241327"/>
                  </a:lnTo>
                  <a:lnTo>
                    <a:pt x="10612" y="246043"/>
                  </a:lnTo>
                  <a:lnTo>
                    <a:pt x="13189" y="250681"/>
                  </a:lnTo>
                  <a:lnTo>
                    <a:pt x="15912" y="255234"/>
                  </a:lnTo>
                  <a:lnTo>
                    <a:pt x="18778" y="259698"/>
                  </a:lnTo>
                  <a:lnTo>
                    <a:pt x="21784" y="264069"/>
                  </a:lnTo>
                  <a:lnTo>
                    <a:pt x="24928" y="268343"/>
                  </a:lnTo>
                  <a:lnTo>
                    <a:pt x="28205" y="272514"/>
                  </a:lnTo>
                  <a:lnTo>
                    <a:pt x="31613" y="276580"/>
                  </a:lnTo>
                  <a:lnTo>
                    <a:pt x="35149" y="280535"/>
                  </a:lnTo>
                  <a:lnTo>
                    <a:pt x="38808" y="284376"/>
                  </a:lnTo>
                  <a:lnTo>
                    <a:pt x="42587" y="288100"/>
                  </a:lnTo>
                  <a:lnTo>
                    <a:pt x="46483" y="291701"/>
                  </a:lnTo>
                  <a:lnTo>
                    <a:pt x="50491" y="295177"/>
                  </a:lnTo>
                  <a:lnTo>
                    <a:pt x="54607" y="298524"/>
                  </a:lnTo>
                  <a:lnTo>
                    <a:pt x="58827" y="301739"/>
                  </a:lnTo>
                  <a:lnTo>
                    <a:pt x="63147" y="304818"/>
                  </a:lnTo>
                  <a:lnTo>
                    <a:pt x="67563" y="307758"/>
                  </a:lnTo>
                  <a:lnTo>
                    <a:pt x="72069" y="310557"/>
                  </a:lnTo>
                  <a:lnTo>
                    <a:pt x="76663" y="313212"/>
                  </a:lnTo>
                  <a:lnTo>
                    <a:pt x="81338" y="315719"/>
                  </a:lnTo>
                  <a:lnTo>
                    <a:pt x="86090" y="318077"/>
                  </a:lnTo>
                  <a:lnTo>
                    <a:pt x="90915" y="320283"/>
                  </a:lnTo>
                  <a:lnTo>
                    <a:pt x="95807" y="322335"/>
                  </a:lnTo>
                  <a:lnTo>
                    <a:pt x="100762" y="324230"/>
                  </a:lnTo>
                  <a:lnTo>
                    <a:pt x="105775" y="325967"/>
                  </a:lnTo>
                  <a:lnTo>
                    <a:pt x="110840" y="327544"/>
                  </a:lnTo>
                  <a:lnTo>
                    <a:pt x="115953" y="328960"/>
                  </a:lnTo>
                  <a:lnTo>
                    <a:pt x="121108" y="330213"/>
                  </a:lnTo>
                  <a:lnTo>
                    <a:pt x="126301" y="331301"/>
                  </a:lnTo>
                  <a:lnTo>
                    <a:pt x="131525" y="332224"/>
                  </a:lnTo>
                  <a:lnTo>
                    <a:pt x="136776" y="332981"/>
                  </a:lnTo>
                  <a:lnTo>
                    <a:pt x="142048" y="333571"/>
                  </a:lnTo>
                  <a:lnTo>
                    <a:pt x="147336" y="333994"/>
                  </a:lnTo>
                  <a:lnTo>
                    <a:pt x="152635" y="334248"/>
                  </a:lnTo>
                  <a:lnTo>
                    <a:pt x="157940" y="334334"/>
                  </a:lnTo>
                  <a:lnTo>
                    <a:pt x="163244" y="334252"/>
                  </a:lnTo>
                  <a:lnTo>
                    <a:pt x="168544" y="334002"/>
                  </a:lnTo>
                  <a:lnTo>
                    <a:pt x="173832" y="333583"/>
                  </a:lnTo>
                  <a:lnTo>
                    <a:pt x="179105" y="332997"/>
                  </a:lnTo>
                  <a:lnTo>
                    <a:pt x="184356" y="332244"/>
                  </a:lnTo>
                  <a:lnTo>
                    <a:pt x="189581" y="331324"/>
                  </a:lnTo>
                  <a:lnTo>
                    <a:pt x="194774" y="330239"/>
                  </a:lnTo>
                  <a:lnTo>
                    <a:pt x="199930" y="328990"/>
                  </a:lnTo>
                  <a:lnTo>
                    <a:pt x="205044" y="327578"/>
                  </a:lnTo>
                  <a:lnTo>
                    <a:pt x="210110" y="326005"/>
                  </a:lnTo>
                  <a:lnTo>
                    <a:pt x="215124" y="324271"/>
                  </a:lnTo>
                  <a:lnTo>
                    <a:pt x="220081" y="322380"/>
                  </a:lnTo>
                  <a:lnTo>
                    <a:pt x="224975" y="320332"/>
                  </a:lnTo>
                  <a:lnTo>
                    <a:pt x="229801" y="318129"/>
                  </a:lnTo>
                  <a:lnTo>
                    <a:pt x="234555" y="315775"/>
                  </a:lnTo>
                  <a:lnTo>
                    <a:pt x="239232" y="313271"/>
                  </a:lnTo>
                  <a:lnTo>
                    <a:pt x="243828" y="310620"/>
                  </a:lnTo>
                  <a:lnTo>
                    <a:pt x="248336" y="307824"/>
                  </a:lnTo>
                  <a:lnTo>
                    <a:pt x="252754" y="304887"/>
                  </a:lnTo>
                  <a:lnTo>
                    <a:pt x="257076" y="301811"/>
                  </a:lnTo>
                  <a:lnTo>
                    <a:pt x="261299" y="298599"/>
                  </a:lnTo>
                  <a:lnTo>
                    <a:pt x="265418" y="295255"/>
                  </a:lnTo>
                  <a:lnTo>
                    <a:pt x="269428" y="291782"/>
                  </a:lnTo>
                  <a:lnTo>
                    <a:pt x="273326" y="288183"/>
                  </a:lnTo>
                  <a:lnTo>
                    <a:pt x="277108" y="284463"/>
                  </a:lnTo>
                  <a:lnTo>
                    <a:pt x="280770" y="280625"/>
                  </a:lnTo>
                  <a:lnTo>
                    <a:pt x="284308" y="276672"/>
                  </a:lnTo>
                  <a:lnTo>
                    <a:pt x="287719" y="272609"/>
                  </a:lnTo>
                  <a:lnTo>
                    <a:pt x="291000" y="268439"/>
                  </a:lnTo>
                  <a:lnTo>
                    <a:pt x="294147" y="264168"/>
                  </a:lnTo>
                  <a:lnTo>
                    <a:pt x="297156" y="259799"/>
                  </a:lnTo>
                  <a:lnTo>
                    <a:pt x="300025" y="255337"/>
                  </a:lnTo>
                  <a:lnTo>
                    <a:pt x="302752" y="250786"/>
                  </a:lnTo>
                  <a:lnTo>
                    <a:pt x="305332" y="246150"/>
                  </a:lnTo>
                  <a:lnTo>
                    <a:pt x="307764" y="241436"/>
                  </a:lnTo>
                  <a:lnTo>
                    <a:pt x="310045" y="236646"/>
                  </a:lnTo>
                  <a:lnTo>
                    <a:pt x="312173" y="231786"/>
                  </a:lnTo>
                  <a:lnTo>
                    <a:pt x="314146" y="226862"/>
                  </a:lnTo>
                  <a:lnTo>
                    <a:pt x="315962" y="221877"/>
                  </a:lnTo>
                  <a:lnTo>
                    <a:pt x="317618" y="216837"/>
                  </a:lnTo>
                  <a:lnTo>
                    <a:pt x="319114" y="211747"/>
                  </a:lnTo>
                  <a:lnTo>
                    <a:pt x="320448" y="206612"/>
                  </a:lnTo>
                  <a:lnTo>
                    <a:pt x="321617" y="201438"/>
                  </a:lnTo>
                  <a:lnTo>
                    <a:pt x="322622" y="196228"/>
                  </a:lnTo>
                  <a:lnTo>
                    <a:pt x="323462" y="190990"/>
                  </a:lnTo>
                  <a:lnTo>
                    <a:pt x="324134" y="185728"/>
                  </a:lnTo>
                  <a:lnTo>
                    <a:pt x="324640" y="180447"/>
                  </a:lnTo>
                  <a:lnTo>
                    <a:pt x="324977" y="175152"/>
                  </a:lnTo>
                  <a:lnTo>
                    <a:pt x="325146" y="169850"/>
                  </a:lnTo>
                  <a:lnTo>
                    <a:pt x="325147" y="164545"/>
                  </a:lnTo>
                  <a:lnTo>
                    <a:pt x="324980" y="159242"/>
                  </a:lnTo>
                  <a:lnTo>
                    <a:pt x="324644" y="153948"/>
                  </a:lnTo>
                  <a:lnTo>
                    <a:pt x="324141" y="148666"/>
                  </a:lnTo>
                  <a:lnTo>
                    <a:pt x="323470" y="143404"/>
                  </a:lnTo>
                  <a:lnTo>
                    <a:pt x="322633" y="138165"/>
                  </a:lnTo>
                  <a:lnTo>
                    <a:pt x="321630" y="132956"/>
                  </a:lnTo>
                  <a:lnTo>
                    <a:pt x="320462" y="127781"/>
                  </a:lnTo>
                  <a:lnTo>
                    <a:pt x="319130" y="122645"/>
                  </a:lnTo>
                  <a:lnTo>
                    <a:pt x="317636" y="117555"/>
                  </a:lnTo>
                  <a:lnTo>
                    <a:pt x="315982" y="112514"/>
                  </a:lnTo>
                  <a:lnTo>
                    <a:pt x="314168" y="107529"/>
                  </a:lnTo>
                  <a:lnTo>
                    <a:pt x="312197" y="102604"/>
                  </a:lnTo>
                  <a:lnTo>
                    <a:pt x="310071" y="97743"/>
                  </a:lnTo>
                  <a:lnTo>
                    <a:pt x="307791" y="92953"/>
                  </a:lnTo>
                  <a:lnTo>
                    <a:pt x="305361" y="88237"/>
                  </a:lnTo>
                  <a:lnTo>
                    <a:pt x="302782" y="83601"/>
                  </a:lnTo>
                  <a:lnTo>
                    <a:pt x="300057" y="79049"/>
                  </a:lnTo>
                  <a:lnTo>
                    <a:pt x="297190" y="74585"/>
                  </a:lnTo>
                  <a:lnTo>
                    <a:pt x="294182" y="70215"/>
                  </a:lnTo>
                  <a:lnTo>
                    <a:pt x="291037" y="65943"/>
                  </a:lnTo>
                  <a:lnTo>
                    <a:pt x="287758" y="61772"/>
                  </a:lnTo>
                  <a:lnTo>
                    <a:pt x="284348" y="57708"/>
                  </a:lnTo>
                  <a:lnTo>
                    <a:pt x="280811" y="53754"/>
                  </a:lnTo>
                  <a:lnTo>
                    <a:pt x="277151" y="49914"/>
                  </a:lnTo>
                  <a:lnTo>
                    <a:pt x="273370" y="46192"/>
                  </a:lnTo>
                  <a:lnTo>
                    <a:pt x="269473" y="42592"/>
                  </a:lnTo>
                  <a:lnTo>
                    <a:pt x="265464" y="39118"/>
                  </a:lnTo>
                  <a:lnTo>
                    <a:pt x="261347" y="35772"/>
                  </a:lnTo>
                  <a:lnTo>
                    <a:pt x="257125" y="32559"/>
                  </a:lnTo>
                  <a:lnTo>
                    <a:pt x="252804" y="29482"/>
                  </a:lnTo>
                  <a:lnTo>
                    <a:pt x="248387" y="26543"/>
                  </a:lnTo>
                  <a:lnTo>
                    <a:pt x="243880" y="23745"/>
                  </a:lnTo>
                  <a:lnTo>
                    <a:pt x="239285" y="21093"/>
                  </a:lnTo>
                  <a:lnTo>
                    <a:pt x="234609" y="18587"/>
                  </a:lnTo>
                  <a:lnTo>
                    <a:pt x="229856" y="16231"/>
                  </a:lnTo>
                  <a:lnTo>
                    <a:pt x="225030" y="14027"/>
                  </a:lnTo>
                  <a:lnTo>
                    <a:pt x="220137" y="11977"/>
                  </a:lnTo>
                  <a:lnTo>
                    <a:pt x="215182" y="10083"/>
                  </a:lnTo>
                  <a:lnTo>
                    <a:pt x="210168" y="8348"/>
                  </a:lnTo>
                  <a:lnTo>
                    <a:pt x="205102" y="6773"/>
                  </a:lnTo>
                  <a:lnTo>
                    <a:pt x="199989" y="5359"/>
                  </a:lnTo>
                  <a:lnTo>
                    <a:pt x="194833" y="4108"/>
                  </a:lnTo>
                  <a:lnTo>
                    <a:pt x="189641" y="3021"/>
                  </a:lnTo>
                  <a:lnTo>
                    <a:pt x="184416" y="2100"/>
                  </a:lnTo>
                  <a:lnTo>
                    <a:pt x="179165" y="1345"/>
                  </a:lnTo>
                  <a:lnTo>
                    <a:pt x="173893" y="757"/>
                  </a:lnTo>
                  <a:lnTo>
                    <a:pt x="168604" y="336"/>
                  </a:lnTo>
                  <a:lnTo>
                    <a:pt x="163305" y="84"/>
                  </a:lnTo>
                  <a:lnTo>
                    <a:pt x="158001" y="0"/>
                  </a:lnTo>
                  <a:lnTo>
                    <a:pt x="1580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6362" y="4659281"/>
              <a:ext cx="106872" cy="167167"/>
            </a:xfrm>
            <a:custGeom>
              <a:avLst/>
              <a:pathLst>
                <a:path w="106872" h="167167">
                  <a:moveTo>
                    <a:pt x="106872" y="0"/>
                  </a:moveTo>
                  <a:lnTo>
                    <a:pt x="101352" y="91"/>
                  </a:lnTo>
                  <a:lnTo>
                    <a:pt x="95838" y="364"/>
                  </a:lnTo>
                  <a:lnTo>
                    <a:pt x="90335" y="819"/>
                  </a:lnTo>
                  <a:lnTo>
                    <a:pt x="84851" y="1456"/>
                  </a:lnTo>
                  <a:lnTo>
                    <a:pt x="79391" y="2274"/>
                  </a:lnTo>
                  <a:lnTo>
                    <a:pt x="73961" y="3271"/>
                  </a:lnTo>
                  <a:lnTo>
                    <a:pt x="68566" y="4448"/>
                  </a:lnTo>
                  <a:lnTo>
                    <a:pt x="63214" y="5801"/>
                  </a:lnTo>
                  <a:lnTo>
                    <a:pt x="57909" y="7331"/>
                  </a:lnTo>
                  <a:lnTo>
                    <a:pt x="52657" y="9035"/>
                  </a:lnTo>
                  <a:lnTo>
                    <a:pt x="47465" y="10912"/>
                  </a:lnTo>
                  <a:lnTo>
                    <a:pt x="42337" y="12959"/>
                  </a:lnTo>
                  <a:lnTo>
                    <a:pt x="37280" y="15174"/>
                  </a:lnTo>
                  <a:lnTo>
                    <a:pt x="32299" y="17555"/>
                  </a:lnTo>
                  <a:lnTo>
                    <a:pt x="27399" y="20099"/>
                  </a:lnTo>
                  <a:lnTo>
                    <a:pt x="22585" y="22804"/>
                  </a:lnTo>
                  <a:lnTo>
                    <a:pt x="17864" y="25666"/>
                  </a:lnTo>
                  <a:lnTo>
                    <a:pt x="13240" y="28683"/>
                  </a:lnTo>
                  <a:lnTo>
                    <a:pt x="8718" y="31850"/>
                  </a:lnTo>
                  <a:lnTo>
                    <a:pt x="4303" y="35165"/>
                  </a:lnTo>
                  <a:lnTo>
                    <a:pt x="0" y="38625"/>
                  </a:lnTo>
                  <a:lnTo>
                    <a:pt x="1068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6362" y="4697906"/>
              <a:ext cx="106872" cy="128542"/>
            </a:xfrm>
            <a:custGeom>
              <a:avLst/>
              <a:pathLst>
                <a:path w="106872" h="128542">
                  <a:moveTo>
                    <a:pt x="0" y="0"/>
                  </a:moveTo>
                  <a:lnTo>
                    <a:pt x="106872" y="1285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6362" y="4697906"/>
              <a:ext cx="106872" cy="128542"/>
            </a:xfrm>
            <a:custGeom>
              <a:avLst/>
              <a:pathLst>
                <a:path w="106872" h="128542">
                  <a:moveTo>
                    <a:pt x="0" y="0"/>
                  </a:moveTo>
                  <a:lnTo>
                    <a:pt x="106872" y="1285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79" y="4697906"/>
              <a:ext cx="277916" cy="295696"/>
            </a:xfrm>
            <a:custGeom>
              <a:avLst/>
              <a:pathLst>
                <a:path w="277916" h="295696">
                  <a:moveTo>
                    <a:pt x="60282" y="0"/>
                  </a:moveTo>
                  <a:lnTo>
                    <a:pt x="56219" y="3489"/>
                  </a:lnTo>
                  <a:lnTo>
                    <a:pt x="52269" y="7108"/>
                  </a:lnTo>
                  <a:lnTo>
                    <a:pt x="48438" y="10851"/>
                  </a:lnTo>
                  <a:lnTo>
                    <a:pt x="44728" y="14714"/>
                  </a:lnTo>
                  <a:lnTo>
                    <a:pt x="41144" y="18695"/>
                  </a:lnTo>
                  <a:lnTo>
                    <a:pt x="37690" y="22789"/>
                  </a:lnTo>
                  <a:lnTo>
                    <a:pt x="34368" y="26991"/>
                  </a:lnTo>
                  <a:lnTo>
                    <a:pt x="31183" y="31297"/>
                  </a:lnTo>
                  <a:lnTo>
                    <a:pt x="28137" y="35703"/>
                  </a:lnTo>
                  <a:lnTo>
                    <a:pt x="25234" y="40204"/>
                  </a:lnTo>
                  <a:lnTo>
                    <a:pt x="22477" y="44796"/>
                  </a:lnTo>
                  <a:lnTo>
                    <a:pt x="19868" y="49475"/>
                  </a:lnTo>
                  <a:lnTo>
                    <a:pt x="17411" y="54234"/>
                  </a:lnTo>
                  <a:lnTo>
                    <a:pt x="15107" y="59069"/>
                  </a:lnTo>
                  <a:lnTo>
                    <a:pt x="12959" y="63976"/>
                  </a:lnTo>
                  <a:lnTo>
                    <a:pt x="10970" y="68949"/>
                  </a:lnTo>
                  <a:lnTo>
                    <a:pt x="9141" y="73984"/>
                  </a:lnTo>
                  <a:lnTo>
                    <a:pt x="7474" y="79074"/>
                  </a:lnTo>
                  <a:lnTo>
                    <a:pt x="5971" y="84215"/>
                  </a:lnTo>
                  <a:lnTo>
                    <a:pt x="4634" y="89402"/>
                  </a:lnTo>
                  <a:lnTo>
                    <a:pt x="3464" y="94629"/>
                  </a:lnTo>
                  <a:lnTo>
                    <a:pt x="2461" y="99890"/>
                  </a:lnTo>
                  <a:lnTo>
                    <a:pt x="1628" y="105181"/>
                  </a:lnTo>
                  <a:lnTo>
                    <a:pt x="964" y="110496"/>
                  </a:lnTo>
                  <a:lnTo>
                    <a:pt x="471" y="115830"/>
                  </a:lnTo>
                  <a:lnTo>
                    <a:pt x="150" y="121177"/>
                  </a:lnTo>
                  <a:lnTo>
                    <a:pt x="0" y="126531"/>
                  </a:lnTo>
                  <a:lnTo>
                    <a:pt x="21" y="131887"/>
                  </a:lnTo>
                  <a:lnTo>
                    <a:pt x="214" y="137240"/>
                  </a:lnTo>
                  <a:lnTo>
                    <a:pt x="578" y="142584"/>
                  </a:lnTo>
                  <a:lnTo>
                    <a:pt x="1114" y="147913"/>
                  </a:lnTo>
                  <a:lnTo>
                    <a:pt x="1819" y="153223"/>
                  </a:lnTo>
                  <a:lnTo>
                    <a:pt x="2695" y="158507"/>
                  </a:lnTo>
                  <a:lnTo>
                    <a:pt x="3739" y="163760"/>
                  </a:lnTo>
                  <a:lnTo>
                    <a:pt x="4952" y="168978"/>
                  </a:lnTo>
                  <a:lnTo>
                    <a:pt x="6330" y="174154"/>
                  </a:lnTo>
                  <a:lnTo>
                    <a:pt x="7874" y="179283"/>
                  </a:lnTo>
                  <a:lnTo>
                    <a:pt x="9582" y="184359"/>
                  </a:lnTo>
                  <a:lnTo>
                    <a:pt x="11451" y="189379"/>
                  </a:lnTo>
                  <a:lnTo>
                    <a:pt x="13480" y="194336"/>
                  </a:lnTo>
                  <a:lnTo>
                    <a:pt x="15666" y="199226"/>
                  </a:lnTo>
                  <a:lnTo>
                    <a:pt x="18009" y="204043"/>
                  </a:lnTo>
                  <a:lnTo>
                    <a:pt x="20504" y="208782"/>
                  </a:lnTo>
                  <a:lnTo>
                    <a:pt x="23150" y="213439"/>
                  </a:lnTo>
                  <a:lnTo>
                    <a:pt x="25944" y="218009"/>
                  </a:lnTo>
                  <a:lnTo>
                    <a:pt x="28883" y="222487"/>
                  </a:lnTo>
                  <a:lnTo>
                    <a:pt x="31963" y="226869"/>
                  </a:lnTo>
                  <a:lnTo>
                    <a:pt x="35183" y="231150"/>
                  </a:lnTo>
                  <a:lnTo>
                    <a:pt x="38538" y="235325"/>
                  </a:lnTo>
                  <a:lnTo>
                    <a:pt x="42025" y="239391"/>
                  </a:lnTo>
                  <a:lnTo>
                    <a:pt x="45641" y="243343"/>
                  </a:lnTo>
                  <a:lnTo>
                    <a:pt x="49381" y="247177"/>
                  </a:lnTo>
                  <a:lnTo>
                    <a:pt x="53242" y="250889"/>
                  </a:lnTo>
                  <a:lnTo>
                    <a:pt x="57220" y="254476"/>
                  </a:lnTo>
                  <a:lnTo>
                    <a:pt x="61311" y="257933"/>
                  </a:lnTo>
                  <a:lnTo>
                    <a:pt x="65511" y="261258"/>
                  </a:lnTo>
                  <a:lnTo>
                    <a:pt x="69815" y="264446"/>
                  </a:lnTo>
                  <a:lnTo>
                    <a:pt x="74219" y="267495"/>
                  </a:lnTo>
                  <a:lnTo>
                    <a:pt x="78718" y="270401"/>
                  </a:lnTo>
                  <a:lnTo>
                    <a:pt x="83308" y="273161"/>
                  </a:lnTo>
                  <a:lnTo>
                    <a:pt x="87985" y="275773"/>
                  </a:lnTo>
                  <a:lnTo>
                    <a:pt x="92742" y="278234"/>
                  </a:lnTo>
                  <a:lnTo>
                    <a:pt x="97576" y="280541"/>
                  </a:lnTo>
                  <a:lnTo>
                    <a:pt x="102482" y="282692"/>
                  </a:lnTo>
                  <a:lnTo>
                    <a:pt x="107453" y="284685"/>
                  </a:lnTo>
                  <a:lnTo>
                    <a:pt x="112486" y="286517"/>
                  </a:lnTo>
                  <a:lnTo>
                    <a:pt x="117576" y="288188"/>
                  </a:lnTo>
                  <a:lnTo>
                    <a:pt x="122716" y="289694"/>
                  </a:lnTo>
                  <a:lnTo>
                    <a:pt x="127901" y="291035"/>
                  </a:lnTo>
                  <a:lnTo>
                    <a:pt x="133127" y="292209"/>
                  </a:lnTo>
                  <a:lnTo>
                    <a:pt x="138388" y="293216"/>
                  </a:lnTo>
                  <a:lnTo>
                    <a:pt x="143679" y="294053"/>
                  </a:lnTo>
                  <a:lnTo>
                    <a:pt x="148993" y="294720"/>
                  </a:lnTo>
                  <a:lnTo>
                    <a:pt x="154327" y="295216"/>
                  </a:lnTo>
                  <a:lnTo>
                    <a:pt x="159673" y="295542"/>
                  </a:lnTo>
                  <a:lnTo>
                    <a:pt x="165027" y="295696"/>
                  </a:lnTo>
                  <a:lnTo>
                    <a:pt x="170383" y="295678"/>
                  </a:lnTo>
                  <a:lnTo>
                    <a:pt x="175736" y="295489"/>
                  </a:lnTo>
                  <a:lnTo>
                    <a:pt x="181080" y="295128"/>
                  </a:lnTo>
                  <a:lnTo>
                    <a:pt x="186410" y="294597"/>
                  </a:lnTo>
                  <a:lnTo>
                    <a:pt x="191720" y="293894"/>
                  </a:lnTo>
                  <a:lnTo>
                    <a:pt x="197005" y="293023"/>
                  </a:lnTo>
                  <a:lnTo>
                    <a:pt x="202259" y="291982"/>
                  </a:lnTo>
                  <a:lnTo>
                    <a:pt x="207478" y="290773"/>
                  </a:lnTo>
                  <a:lnTo>
                    <a:pt x="212654" y="289398"/>
                  </a:lnTo>
                  <a:lnTo>
                    <a:pt x="217784" y="287858"/>
                  </a:lnTo>
                  <a:lnTo>
                    <a:pt x="222862" y="286154"/>
                  </a:lnTo>
                  <a:lnTo>
                    <a:pt x="227883" y="284288"/>
                  </a:lnTo>
                  <a:lnTo>
                    <a:pt x="232842" y="282263"/>
                  </a:lnTo>
                  <a:lnTo>
                    <a:pt x="237733" y="280080"/>
                  </a:lnTo>
                  <a:lnTo>
                    <a:pt x="242552" y="277741"/>
                  </a:lnTo>
                  <a:lnTo>
                    <a:pt x="247293" y="275249"/>
                  </a:lnTo>
                  <a:lnTo>
                    <a:pt x="251952" y="272606"/>
                  </a:lnTo>
                  <a:lnTo>
                    <a:pt x="256524" y="269815"/>
                  </a:lnTo>
                  <a:lnTo>
                    <a:pt x="261004" y="266880"/>
                  </a:lnTo>
                  <a:lnTo>
                    <a:pt x="265388" y="263802"/>
                  </a:lnTo>
                  <a:lnTo>
                    <a:pt x="269671" y="260585"/>
                  </a:lnTo>
                  <a:lnTo>
                    <a:pt x="273848" y="257233"/>
                  </a:lnTo>
                  <a:lnTo>
                    <a:pt x="277916" y="253749"/>
                  </a:lnTo>
                  <a:lnTo>
                    <a:pt x="167155" y="1285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1" cy="292374"/>
            </a:xfrm>
            <a:custGeom>
              <a:avLst/>
              <a:pathLst>
                <a:path w="167161" h="292374">
                  <a:moveTo>
                    <a:pt x="110761" y="292374"/>
                  </a:moveTo>
                  <a:lnTo>
                    <a:pt x="114738" y="288740"/>
                  </a:lnTo>
                  <a:lnTo>
                    <a:pt x="118597" y="284979"/>
                  </a:lnTo>
                  <a:lnTo>
                    <a:pt x="122332" y="281096"/>
                  </a:lnTo>
                  <a:lnTo>
                    <a:pt x="125939" y="277095"/>
                  </a:lnTo>
                  <a:lnTo>
                    <a:pt x="129416" y="272979"/>
                  </a:lnTo>
                  <a:lnTo>
                    <a:pt x="132759" y="268754"/>
                  </a:lnTo>
                  <a:lnTo>
                    <a:pt x="135964" y="264423"/>
                  </a:lnTo>
                  <a:lnTo>
                    <a:pt x="139027" y="259990"/>
                  </a:lnTo>
                  <a:lnTo>
                    <a:pt x="141946" y="255462"/>
                  </a:lnTo>
                  <a:lnTo>
                    <a:pt x="144718" y="250842"/>
                  </a:lnTo>
                  <a:lnTo>
                    <a:pt x="147339" y="246135"/>
                  </a:lnTo>
                  <a:lnTo>
                    <a:pt x="149808" y="241346"/>
                  </a:lnTo>
                  <a:lnTo>
                    <a:pt x="152120" y="236479"/>
                  </a:lnTo>
                  <a:lnTo>
                    <a:pt x="154275" y="231541"/>
                  </a:lnTo>
                  <a:lnTo>
                    <a:pt x="156269" y="226536"/>
                  </a:lnTo>
                  <a:lnTo>
                    <a:pt x="158101" y="221469"/>
                  </a:lnTo>
                  <a:lnTo>
                    <a:pt x="159769" y="216346"/>
                  </a:lnTo>
                  <a:lnTo>
                    <a:pt x="161271" y="211172"/>
                  </a:lnTo>
                  <a:lnTo>
                    <a:pt x="162605" y="205952"/>
                  </a:lnTo>
                  <a:lnTo>
                    <a:pt x="163771" y="200692"/>
                  </a:lnTo>
                  <a:lnTo>
                    <a:pt x="164766" y="195397"/>
                  </a:lnTo>
                  <a:lnTo>
                    <a:pt x="165590" y="190073"/>
                  </a:lnTo>
                  <a:lnTo>
                    <a:pt x="166242" y="184724"/>
                  </a:lnTo>
                  <a:lnTo>
                    <a:pt x="166722" y="179358"/>
                  </a:lnTo>
                  <a:lnTo>
                    <a:pt x="167028" y="173979"/>
                  </a:lnTo>
                  <a:lnTo>
                    <a:pt x="167161" y="168593"/>
                  </a:lnTo>
                  <a:lnTo>
                    <a:pt x="167120" y="163205"/>
                  </a:lnTo>
                  <a:lnTo>
                    <a:pt x="166906" y="157822"/>
                  </a:lnTo>
                  <a:lnTo>
                    <a:pt x="166518" y="152448"/>
                  </a:lnTo>
                  <a:lnTo>
                    <a:pt x="165957" y="147090"/>
                  </a:lnTo>
                  <a:lnTo>
                    <a:pt x="165224" y="141752"/>
                  </a:lnTo>
                  <a:lnTo>
                    <a:pt x="164319" y="136441"/>
                  </a:lnTo>
                  <a:lnTo>
                    <a:pt x="163243" y="131161"/>
                  </a:lnTo>
                  <a:lnTo>
                    <a:pt x="161998" y="125919"/>
                  </a:lnTo>
                  <a:lnTo>
                    <a:pt x="160585" y="120720"/>
                  </a:lnTo>
                  <a:lnTo>
                    <a:pt x="159005" y="115569"/>
                  </a:lnTo>
                  <a:lnTo>
                    <a:pt x="157259" y="110472"/>
                  </a:lnTo>
                  <a:lnTo>
                    <a:pt x="155351" y="105434"/>
                  </a:lnTo>
                  <a:lnTo>
                    <a:pt x="153281" y="100460"/>
                  </a:lnTo>
                  <a:lnTo>
                    <a:pt x="151051" y="95555"/>
                  </a:lnTo>
                  <a:lnTo>
                    <a:pt x="148665" y="90724"/>
                  </a:lnTo>
                  <a:lnTo>
                    <a:pt x="146124" y="85973"/>
                  </a:lnTo>
                  <a:lnTo>
                    <a:pt x="143432" y="81306"/>
                  </a:lnTo>
                  <a:lnTo>
                    <a:pt x="140591" y="76729"/>
                  </a:lnTo>
                  <a:lnTo>
                    <a:pt x="137603" y="72245"/>
                  </a:lnTo>
                  <a:lnTo>
                    <a:pt x="134473" y="67860"/>
                  </a:lnTo>
                  <a:lnTo>
                    <a:pt x="131203" y="63578"/>
                  </a:lnTo>
                  <a:lnTo>
                    <a:pt x="127796" y="59404"/>
                  </a:lnTo>
                  <a:lnTo>
                    <a:pt x="124257" y="55341"/>
                  </a:lnTo>
                  <a:lnTo>
                    <a:pt x="120589" y="51395"/>
                  </a:lnTo>
                  <a:lnTo>
                    <a:pt x="116796" y="47569"/>
                  </a:lnTo>
                  <a:lnTo>
                    <a:pt x="112881" y="43868"/>
                  </a:lnTo>
                  <a:lnTo>
                    <a:pt x="108849" y="40294"/>
                  </a:lnTo>
                  <a:lnTo>
                    <a:pt x="104704" y="36852"/>
                  </a:lnTo>
                  <a:lnTo>
                    <a:pt x="100450" y="33546"/>
                  </a:lnTo>
                  <a:lnTo>
                    <a:pt x="96092" y="30378"/>
                  </a:lnTo>
                  <a:lnTo>
                    <a:pt x="91634" y="27352"/>
                  </a:lnTo>
                  <a:lnTo>
                    <a:pt x="87081" y="24472"/>
                  </a:lnTo>
                  <a:lnTo>
                    <a:pt x="82437" y="21740"/>
                  </a:lnTo>
                  <a:lnTo>
                    <a:pt x="77708" y="19159"/>
                  </a:lnTo>
                  <a:lnTo>
                    <a:pt x="72898" y="16732"/>
                  </a:lnTo>
                  <a:lnTo>
                    <a:pt x="68012" y="14460"/>
                  </a:lnTo>
                  <a:lnTo>
                    <a:pt x="63055" y="12348"/>
                  </a:lnTo>
                  <a:lnTo>
                    <a:pt x="58034" y="10396"/>
                  </a:lnTo>
                  <a:lnTo>
                    <a:pt x="52951" y="8608"/>
                  </a:lnTo>
                  <a:lnTo>
                    <a:pt x="47814" y="6984"/>
                  </a:lnTo>
                  <a:lnTo>
                    <a:pt x="42627" y="5526"/>
                  </a:lnTo>
                  <a:lnTo>
                    <a:pt x="37396" y="4236"/>
                  </a:lnTo>
                  <a:lnTo>
                    <a:pt x="32126" y="3116"/>
                  </a:lnTo>
                  <a:lnTo>
                    <a:pt x="26823" y="2166"/>
                  </a:lnTo>
                  <a:lnTo>
                    <a:pt x="21492" y="1387"/>
                  </a:lnTo>
                  <a:lnTo>
                    <a:pt x="16138" y="780"/>
                  </a:lnTo>
                  <a:lnTo>
                    <a:pt x="10768" y="347"/>
                  </a:lnTo>
                  <a:lnTo>
                    <a:pt x="538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8003" y="4213821"/>
              <a:ext cx="130469" cy="167167"/>
            </a:xfrm>
            <a:custGeom>
              <a:avLst/>
              <a:pathLst>
                <a:path w="130469" h="167167">
                  <a:moveTo>
                    <a:pt x="130469" y="0"/>
                  </a:moveTo>
                  <a:lnTo>
                    <a:pt x="124926" y="91"/>
                  </a:lnTo>
                  <a:lnTo>
                    <a:pt x="119389" y="367"/>
                  </a:lnTo>
                  <a:lnTo>
                    <a:pt x="113864" y="826"/>
                  </a:lnTo>
                  <a:lnTo>
                    <a:pt x="108358" y="1468"/>
                  </a:lnTo>
                  <a:lnTo>
                    <a:pt x="102876" y="2292"/>
                  </a:lnTo>
                  <a:lnTo>
                    <a:pt x="97425" y="3298"/>
                  </a:lnTo>
                  <a:lnTo>
                    <a:pt x="92009" y="4484"/>
                  </a:lnTo>
                  <a:lnTo>
                    <a:pt x="86636" y="5848"/>
                  </a:lnTo>
                  <a:lnTo>
                    <a:pt x="81311" y="7391"/>
                  </a:lnTo>
                  <a:lnTo>
                    <a:pt x="76041" y="9108"/>
                  </a:lnTo>
                  <a:lnTo>
                    <a:pt x="70830" y="11000"/>
                  </a:lnTo>
                  <a:lnTo>
                    <a:pt x="65684" y="13063"/>
                  </a:lnTo>
                  <a:lnTo>
                    <a:pt x="60610" y="15296"/>
                  </a:lnTo>
                  <a:lnTo>
                    <a:pt x="55613" y="17696"/>
                  </a:lnTo>
                  <a:lnTo>
                    <a:pt x="50698" y="20260"/>
                  </a:lnTo>
                  <a:lnTo>
                    <a:pt x="45871" y="22986"/>
                  </a:lnTo>
                  <a:lnTo>
                    <a:pt x="41137" y="25870"/>
                  </a:lnTo>
                  <a:lnTo>
                    <a:pt x="36501" y="28910"/>
                  </a:lnTo>
                  <a:lnTo>
                    <a:pt x="31968" y="32102"/>
                  </a:lnTo>
                  <a:lnTo>
                    <a:pt x="27544" y="35442"/>
                  </a:lnTo>
                  <a:lnTo>
                    <a:pt x="23233" y="38927"/>
                  </a:lnTo>
                  <a:lnTo>
                    <a:pt x="19040" y="42553"/>
                  </a:lnTo>
                  <a:lnTo>
                    <a:pt x="14969" y="46317"/>
                  </a:lnTo>
                  <a:lnTo>
                    <a:pt x="11026" y="50213"/>
                  </a:lnTo>
                  <a:lnTo>
                    <a:pt x="7213" y="54238"/>
                  </a:lnTo>
                  <a:lnTo>
                    <a:pt x="3537" y="58386"/>
                  </a:lnTo>
                  <a:lnTo>
                    <a:pt x="0" y="62655"/>
                  </a:lnTo>
                  <a:lnTo>
                    <a:pt x="13046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8003" y="4276476"/>
              <a:ext cx="130469" cy="104511"/>
            </a:xfrm>
            <a:custGeom>
              <a:avLst/>
              <a:pathLst>
                <a:path w="130469" h="104511">
                  <a:moveTo>
                    <a:pt x="0" y="0"/>
                  </a:moveTo>
                  <a:lnTo>
                    <a:pt x="130469" y="1045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8" y="4276476"/>
              <a:ext cx="334275" cy="271658"/>
            </a:xfrm>
            <a:custGeom>
              <a:avLst/>
              <a:pathLst>
                <a:path w="334275" h="271658">
                  <a:moveTo>
                    <a:pt x="36694" y="0"/>
                  </a:moveTo>
                  <a:lnTo>
                    <a:pt x="33432" y="4208"/>
                  </a:lnTo>
                  <a:lnTo>
                    <a:pt x="30305" y="8519"/>
                  </a:lnTo>
                  <a:lnTo>
                    <a:pt x="27317" y="12927"/>
                  </a:lnTo>
                  <a:lnTo>
                    <a:pt x="24470" y="17427"/>
                  </a:lnTo>
                  <a:lnTo>
                    <a:pt x="21769" y="22017"/>
                  </a:lnTo>
                  <a:lnTo>
                    <a:pt x="19215" y="26689"/>
                  </a:lnTo>
                  <a:lnTo>
                    <a:pt x="16812" y="31441"/>
                  </a:lnTo>
                  <a:lnTo>
                    <a:pt x="14560" y="36267"/>
                  </a:lnTo>
                  <a:lnTo>
                    <a:pt x="12464" y="41163"/>
                  </a:lnTo>
                  <a:lnTo>
                    <a:pt x="10525" y="46122"/>
                  </a:lnTo>
                  <a:lnTo>
                    <a:pt x="8745" y="51141"/>
                  </a:lnTo>
                  <a:lnTo>
                    <a:pt x="7125" y="56214"/>
                  </a:lnTo>
                  <a:lnTo>
                    <a:pt x="5668" y="61336"/>
                  </a:lnTo>
                  <a:lnTo>
                    <a:pt x="4375" y="66502"/>
                  </a:lnTo>
                  <a:lnTo>
                    <a:pt x="3247" y="71706"/>
                  </a:lnTo>
                  <a:lnTo>
                    <a:pt x="2285" y="76944"/>
                  </a:lnTo>
                  <a:lnTo>
                    <a:pt x="1490" y="82210"/>
                  </a:lnTo>
                  <a:lnTo>
                    <a:pt x="864" y="87498"/>
                  </a:lnTo>
                  <a:lnTo>
                    <a:pt x="407" y="92803"/>
                  </a:lnTo>
                  <a:lnTo>
                    <a:pt x="118" y="98121"/>
                  </a:lnTo>
                  <a:lnTo>
                    <a:pt x="0" y="103445"/>
                  </a:lnTo>
                  <a:lnTo>
                    <a:pt x="50" y="108770"/>
                  </a:lnTo>
                  <a:lnTo>
                    <a:pt x="271" y="114090"/>
                  </a:lnTo>
                  <a:lnTo>
                    <a:pt x="661" y="119401"/>
                  </a:lnTo>
                  <a:lnTo>
                    <a:pt x="1219" y="124697"/>
                  </a:lnTo>
                  <a:lnTo>
                    <a:pt x="1946" y="129973"/>
                  </a:lnTo>
                  <a:lnTo>
                    <a:pt x="2841" y="135222"/>
                  </a:lnTo>
                  <a:lnTo>
                    <a:pt x="3903" y="140440"/>
                  </a:lnTo>
                  <a:lnTo>
                    <a:pt x="5130" y="145622"/>
                  </a:lnTo>
                  <a:lnTo>
                    <a:pt x="6522" y="150763"/>
                  </a:lnTo>
                  <a:lnTo>
                    <a:pt x="8076" y="155856"/>
                  </a:lnTo>
                  <a:lnTo>
                    <a:pt x="9793" y="160897"/>
                  </a:lnTo>
                  <a:lnTo>
                    <a:pt x="11668" y="165881"/>
                  </a:lnTo>
                  <a:lnTo>
                    <a:pt x="13702" y="170802"/>
                  </a:lnTo>
                  <a:lnTo>
                    <a:pt x="15891" y="175657"/>
                  </a:lnTo>
                  <a:lnTo>
                    <a:pt x="18234" y="180439"/>
                  </a:lnTo>
                  <a:lnTo>
                    <a:pt x="20728" y="185144"/>
                  </a:lnTo>
                  <a:lnTo>
                    <a:pt x="23371" y="189767"/>
                  </a:lnTo>
                  <a:lnTo>
                    <a:pt x="26159" y="194304"/>
                  </a:lnTo>
                  <a:lnTo>
                    <a:pt x="29091" y="198750"/>
                  </a:lnTo>
                  <a:lnTo>
                    <a:pt x="32163" y="203100"/>
                  </a:lnTo>
                  <a:lnTo>
                    <a:pt x="35371" y="207350"/>
                  </a:lnTo>
                  <a:lnTo>
                    <a:pt x="38714" y="211495"/>
                  </a:lnTo>
                  <a:lnTo>
                    <a:pt x="42186" y="215533"/>
                  </a:lnTo>
                  <a:lnTo>
                    <a:pt x="45786" y="219457"/>
                  </a:lnTo>
                  <a:lnTo>
                    <a:pt x="49509" y="223265"/>
                  </a:lnTo>
                  <a:lnTo>
                    <a:pt x="53351" y="226952"/>
                  </a:lnTo>
                  <a:lnTo>
                    <a:pt x="57309" y="230515"/>
                  </a:lnTo>
                  <a:lnTo>
                    <a:pt x="61378" y="233950"/>
                  </a:lnTo>
                  <a:lnTo>
                    <a:pt x="65554" y="237254"/>
                  </a:lnTo>
                  <a:lnTo>
                    <a:pt x="69834" y="240423"/>
                  </a:lnTo>
                  <a:lnTo>
                    <a:pt x="74212" y="243454"/>
                  </a:lnTo>
                  <a:lnTo>
                    <a:pt x="78685" y="246344"/>
                  </a:lnTo>
                  <a:lnTo>
                    <a:pt x="83248" y="249090"/>
                  </a:lnTo>
                  <a:lnTo>
                    <a:pt x="87895" y="251690"/>
                  </a:lnTo>
                  <a:lnTo>
                    <a:pt x="92623" y="254140"/>
                  </a:lnTo>
                  <a:lnTo>
                    <a:pt x="97427" y="256438"/>
                  </a:lnTo>
                  <a:lnTo>
                    <a:pt x="102302" y="258582"/>
                  </a:lnTo>
                  <a:lnTo>
                    <a:pt x="107242" y="260570"/>
                  </a:lnTo>
                  <a:lnTo>
                    <a:pt x="112243" y="262400"/>
                  </a:lnTo>
                  <a:lnTo>
                    <a:pt x="117300" y="264069"/>
                  </a:lnTo>
                  <a:lnTo>
                    <a:pt x="122407" y="265576"/>
                  </a:lnTo>
                  <a:lnTo>
                    <a:pt x="127560" y="266920"/>
                  </a:lnTo>
                  <a:lnTo>
                    <a:pt x="132753" y="268099"/>
                  </a:lnTo>
                  <a:lnTo>
                    <a:pt x="137981" y="269112"/>
                  </a:lnTo>
                  <a:lnTo>
                    <a:pt x="143239" y="269958"/>
                  </a:lnTo>
                  <a:lnTo>
                    <a:pt x="148521" y="270636"/>
                  </a:lnTo>
                  <a:lnTo>
                    <a:pt x="153822" y="271146"/>
                  </a:lnTo>
                  <a:lnTo>
                    <a:pt x="159136" y="271486"/>
                  </a:lnTo>
                  <a:lnTo>
                    <a:pt x="164459" y="271657"/>
                  </a:lnTo>
                  <a:lnTo>
                    <a:pt x="169784" y="271658"/>
                  </a:lnTo>
                  <a:lnTo>
                    <a:pt x="175106" y="271490"/>
                  </a:lnTo>
                  <a:lnTo>
                    <a:pt x="180421" y="271152"/>
                  </a:lnTo>
                  <a:lnTo>
                    <a:pt x="185722" y="270646"/>
                  </a:lnTo>
                  <a:lnTo>
                    <a:pt x="191004" y="269970"/>
                  </a:lnTo>
                  <a:lnTo>
                    <a:pt x="196262" y="269127"/>
                  </a:lnTo>
                  <a:lnTo>
                    <a:pt x="201491" y="268116"/>
                  </a:lnTo>
                  <a:lnTo>
                    <a:pt x="206684" y="266940"/>
                  </a:lnTo>
                  <a:lnTo>
                    <a:pt x="211838" y="265599"/>
                  </a:lnTo>
                  <a:lnTo>
                    <a:pt x="216946" y="264094"/>
                  </a:lnTo>
                  <a:lnTo>
                    <a:pt x="222004" y="262427"/>
                  </a:lnTo>
                  <a:lnTo>
                    <a:pt x="227006" y="260601"/>
                  </a:lnTo>
                  <a:lnTo>
                    <a:pt x="231947" y="258615"/>
                  </a:lnTo>
                  <a:lnTo>
                    <a:pt x="236823" y="256474"/>
                  </a:lnTo>
                  <a:lnTo>
                    <a:pt x="241628" y="254178"/>
                  </a:lnTo>
                  <a:lnTo>
                    <a:pt x="246357" y="251730"/>
                  </a:lnTo>
                  <a:lnTo>
                    <a:pt x="251006" y="249133"/>
                  </a:lnTo>
                  <a:lnTo>
                    <a:pt x="255570" y="246389"/>
                  </a:lnTo>
                  <a:lnTo>
                    <a:pt x="260044" y="243501"/>
                  </a:lnTo>
                  <a:lnTo>
                    <a:pt x="264424" y="240472"/>
                  </a:lnTo>
                  <a:lnTo>
                    <a:pt x="268705" y="237305"/>
                  </a:lnTo>
                  <a:lnTo>
                    <a:pt x="272884" y="234004"/>
                  </a:lnTo>
                  <a:lnTo>
                    <a:pt x="276954" y="230571"/>
                  </a:lnTo>
                  <a:lnTo>
                    <a:pt x="280914" y="227010"/>
                  </a:lnTo>
                  <a:lnTo>
                    <a:pt x="284758" y="223324"/>
                  </a:lnTo>
                  <a:lnTo>
                    <a:pt x="288483" y="219518"/>
                  </a:lnTo>
                  <a:lnTo>
                    <a:pt x="292084" y="215596"/>
                  </a:lnTo>
                  <a:lnTo>
                    <a:pt x="295559" y="211561"/>
                  </a:lnTo>
                  <a:lnTo>
                    <a:pt x="298904" y="207417"/>
                  </a:lnTo>
                  <a:lnTo>
                    <a:pt x="302115" y="203168"/>
                  </a:lnTo>
                  <a:lnTo>
                    <a:pt x="305188" y="198820"/>
                  </a:lnTo>
                  <a:lnTo>
                    <a:pt x="308122" y="194376"/>
                  </a:lnTo>
                  <a:lnTo>
                    <a:pt x="310913" y="189840"/>
                  </a:lnTo>
                  <a:lnTo>
                    <a:pt x="313558" y="185218"/>
                  </a:lnTo>
                  <a:lnTo>
                    <a:pt x="316054" y="180514"/>
                  </a:lnTo>
                  <a:lnTo>
                    <a:pt x="318400" y="175733"/>
                  </a:lnTo>
                  <a:lnTo>
                    <a:pt x="320591" y="170880"/>
                  </a:lnTo>
                  <a:lnTo>
                    <a:pt x="322628" y="165960"/>
                  </a:lnTo>
                  <a:lnTo>
                    <a:pt x="324506" y="160977"/>
                  </a:lnTo>
                  <a:lnTo>
                    <a:pt x="326225" y="155936"/>
                  </a:lnTo>
                  <a:lnTo>
                    <a:pt x="327782" y="150844"/>
                  </a:lnTo>
                  <a:lnTo>
                    <a:pt x="329176" y="145704"/>
                  </a:lnTo>
                  <a:lnTo>
                    <a:pt x="330406" y="140523"/>
                  </a:lnTo>
                  <a:lnTo>
                    <a:pt x="331470" y="135305"/>
                  </a:lnTo>
                  <a:lnTo>
                    <a:pt x="332368" y="130056"/>
                  </a:lnTo>
                  <a:lnTo>
                    <a:pt x="333098" y="124781"/>
                  </a:lnTo>
                  <a:lnTo>
                    <a:pt x="333659" y="119486"/>
                  </a:lnTo>
                  <a:lnTo>
                    <a:pt x="334051" y="114175"/>
                  </a:lnTo>
                  <a:lnTo>
                    <a:pt x="334275" y="108854"/>
                  </a:lnTo>
                  <a:lnTo>
                    <a:pt x="167164" y="1045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63" cy="171510"/>
            </a:xfrm>
            <a:custGeom>
              <a:avLst/>
              <a:pathLst>
                <a:path w="167163" h="171510">
                  <a:moveTo>
                    <a:pt x="167111" y="171510"/>
                  </a:moveTo>
                  <a:lnTo>
                    <a:pt x="167163" y="166063"/>
                  </a:lnTo>
                  <a:lnTo>
                    <a:pt x="167039" y="160617"/>
                  </a:lnTo>
                  <a:lnTo>
                    <a:pt x="166736" y="155178"/>
                  </a:lnTo>
                  <a:lnTo>
                    <a:pt x="166257" y="149752"/>
                  </a:lnTo>
                  <a:lnTo>
                    <a:pt x="165602" y="144344"/>
                  </a:lnTo>
                  <a:lnTo>
                    <a:pt x="164770" y="138961"/>
                  </a:lnTo>
                  <a:lnTo>
                    <a:pt x="163764" y="133607"/>
                  </a:lnTo>
                  <a:lnTo>
                    <a:pt x="162583" y="128289"/>
                  </a:lnTo>
                  <a:lnTo>
                    <a:pt x="161230" y="123013"/>
                  </a:lnTo>
                  <a:lnTo>
                    <a:pt x="159706" y="117783"/>
                  </a:lnTo>
                  <a:lnTo>
                    <a:pt x="158012" y="112606"/>
                  </a:lnTo>
                  <a:lnTo>
                    <a:pt x="156151" y="107487"/>
                  </a:lnTo>
                  <a:lnTo>
                    <a:pt x="154123" y="102431"/>
                  </a:lnTo>
                  <a:lnTo>
                    <a:pt x="151932" y="97443"/>
                  </a:lnTo>
                  <a:lnTo>
                    <a:pt x="149580" y="92530"/>
                  </a:lnTo>
                  <a:lnTo>
                    <a:pt x="147069" y="87696"/>
                  </a:lnTo>
                  <a:lnTo>
                    <a:pt x="144401" y="82947"/>
                  </a:lnTo>
                  <a:lnTo>
                    <a:pt x="141581" y="78287"/>
                  </a:lnTo>
                  <a:lnTo>
                    <a:pt x="138610" y="73721"/>
                  </a:lnTo>
                  <a:lnTo>
                    <a:pt x="135491" y="69254"/>
                  </a:lnTo>
                  <a:lnTo>
                    <a:pt x="132229" y="64892"/>
                  </a:lnTo>
                  <a:lnTo>
                    <a:pt x="128827" y="60638"/>
                  </a:lnTo>
                  <a:lnTo>
                    <a:pt x="125288" y="56497"/>
                  </a:lnTo>
                  <a:lnTo>
                    <a:pt x="121615" y="52474"/>
                  </a:lnTo>
                  <a:lnTo>
                    <a:pt x="117814" y="48572"/>
                  </a:lnTo>
                  <a:lnTo>
                    <a:pt x="113887" y="44796"/>
                  </a:lnTo>
                  <a:lnTo>
                    <a:pt x="109840" y="41151"/>
                  </a:lnTo>
                  <a:lnTo>
                    <a:pt x="105676" y="37639"/>
                  </a:lnTo>
                  <a:lnTo>
                    <a:pt x="101399" y="34265"/>
                  </a:lnTo>
                  <a:lnTo>
                    <a:pt x="97015" y="31031"/>
                  </a:lnTo>
                  <a:lnTo>
                    <a:pt x="92528" y="27943"/>
                  </a:lnTo>
                  <a:lnTo>
                    <a:pt x="87943" y="25002"/>
                  </a:lnTo>
                  <a:lnTo>
                    <a:pt x="83264" y="22212"/>
                  </a:lnTo>
                  <a:lnTo>
                    <a:pt x="78497" y="19576"/>
                  </a:lnTo>
                  <a:lnTo>
                    <a:pt x="73647" y="17097"/>
                  </a:lnTo>
                  <a:lnTo>
                    <a:pt x="68718" y="14777"/>
                  </a:lnTo>
                  <a:lnTo>
                    <a:pt x="63717" y="12619"/>
                  </a:lnTo>
                  <a:lnTo>
                    <a:pt x="58647" y="10625"/>
                  </a:lnTo>
                  <a:lnTo>
                    <a:pt x="53516" y="8797"/>
                  </a:lnTo>
                  <a:lnTo>
                    <a:pt x="48328" y="7138"/>
                  </a:lnTo>
                  <a:lnTo>
                    <a:pt x="43088" y="5648"/>
                  </a:lnTo>
                  <a:lnTo>
                    <a:pt x="37802" y="4330"/>
                  </a:lnTo>
                  <a:lnTo>
                    <a:pt x="32477" y="3185"/>
                  </a:lnTo>
                  <a:lnTo>
                    <a:pt x="27117" y="2214"/>
                  </a:lnTo>
                  <a:lnTo>
                    <a:pt x="21728" y="1418"/>
                  </a:lnTo>
                  <a:lnTo>
                    <a:pt x="16316" y="798"/>
                  </a:lnTo>
                  <a:lnTo>
                    <a:pt x="10887" y="354"/>
                  </a:lnTo>
                  <a:lnTo>
                    <a:pt x="544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934" y="3707720"/>
              <a:ext cx="167077" cy="167167"/>
            </a:xfrm>
            <a:custGeom>
              <a:avLst/>
              <a:pathLst>
                <a:path w="167077" h="167167">
                  <a:moveTo>
                    <a:pt x="167077" y="0"/>
                  </a:moveTo>
                  <a:lnTo>
                    <a:pt x="161608" y="89"/>
                  </a:lnTo>
                  <a:lnTo>
                    <a:pt x="156144" y="357"/>
                  </a:lnTo>
                  <a:lnTo>
                    <a:pt x="150693" y="804"/>
                  </a:lnTo>
                  <a:lnTo>
                    <a:pt x="145259" y="1429"/>
                  </a:lnTo>
                  <a:lnTo>
                    <a:pt x="139849" y="2232"/>
                  </a:lnTo>
                  <a:lnTo>
                    <a:pt x="134467" y="3211"/>
                  </a:lnTo>
                  <a:lnTo>
                    <a:pt x="129121" y="4365"/>
                  </a:lnTo>
                  <a:lnTo>
                    <a:pt x="123815" y="5694"/>
                  </a:lnTo>
                  <a:lnTo>
                    <a:pt x="118555" y="7196"/>
                  </a:lnTo>
                  <a:lnTo>
                    <a:pt x="113348" y="8869"/>
                  </a:lnTo>
                  <a:lnTo>
                    <a:pt x="108198" y="10712"/>
                  </a:lnTo>
                  <a:lnTo>
                    <a:pt x="103111" y="12722"/>
                  </a:lnTo>
                  <a:lnTo>
                    <a:pt x="98092" y="14897"/>
                  </a:lnTo>
                  <a:lnTo>
                    <a:pt x="93148" y="17235"/>
                  </a:lnTo>
                  <a:lnTo>
                    <a:pt x="88282" y="19734"/>
                  </a:lnTo>
                  <a:lnTo>
                    <a:pt x="83501" y="22391"/>
                  </a:lnTo>
                  <a:lnTo>
                    <a:pt x="78809" y="25203"/>
                  </a:lnTo>
                  <a:lnTo>
                    <a:pt x="74212" y="28167"/>
                  </a:lnTo>
                  <a:lnTo>
                    <a:pt x="69714" y="31279"/>
                  </a:lnTo>
                  <a:lnTo>
                    <a:pt x="65321" y="34537"/>
                  </a:lnTo>
                  <a:lnTo>
                    <a:pt x="61036" y="37937"/>
                  </a:lnTo>
                  <a:lnTo>
                    <a:pt x="56865" y="41475"/>
                  </a:lnTo>
                  <a:lnTo>
                    <a:pt x="52812" y="45148"/>
                  </a:lnTo>
                  <a:lnTo>
                    <a:pt x="48881" y="48952"/>
                  </a:lnTo>
                  <a:lnTo>
                    <a:pt x="45077" y="52882"/>
                  </a:lnTo>
                  <a:lnTo>
                    <a:pt x="41403" y="56934"/>
                  </a:lnTo>
                  <a:lnTo>
                    <a:pt x="37864" y="61105"/>
                  </a:lnTo>
                  <a:lnTo>
                    <a:pt x="34464" y="65389"/>
                  </a:lnTo>
                  <a:lnTo>
                    <a:pt x="31205" y="69782"/>
                  </a:lnTo>
                  <a:lnTo>
                    <a:pt x="28092" y="74279"/>
                  </a:lnTo>
                  <a:lnTo>
                    <a:pt x="25127" y="78876"/>
                  </a:lnTo>
                  <a:lnTo>
                    <a:pt x="22315" y="83567"/>
                  </a:lnTo>
                  <a:lnTo>
                    <a:pt x="19657" y="88348"/>
                  </a:lnTo>
                  <a:lnTo>
                    <a:pt x="17157" y="93213"/>
                  </a:lnTo>
                  <a:lnTo>
                    <a:pt x="14818" y="98157"/>
                  </a:lnTo>
                  <a:lnTo>
                    <a:pt x="12642" y="103175"/>
                  </a:lnTo>
                  <a:lnTo>
                    <a:pt x="10631" y="108262"/>
                  </a:lnTo>
                  <a:lnTo>
                    <a:pt x="8788" y="113412"/>
                  </a:lnTo>
                  <a:lnTo>
                    <a:pt x="7114" y="118619"/>
                  </a:lnTo>
                  <a:lnTo>
                    <a:pt x="5611" y="123878"/>
                  </a:lnTo>
                  <a:lnTo>
                    <a:pt x="4281" y="129184"/>
                  </a:lnTo>
                  <a:lnTo>
                    <a:pt x="3126" y="134530"/>
                  </a:lnTo>
                  <a:lnTo>
                    <a:pt x="2146" y="139912"/>
                  </a:lnTo>
                  <a:lnTo>
                    <a:pt x="1343" y="145322"/>
                  </a:lnTo>
                  <a:lnTo>
                    <a:pt x="717" y="150756"/>
                  </a:lnTo>
                  <a:lnTo>
                    <a:pt x="269" y="156207"/>
                  </a:lnTo>
                  <a:lnTo>
                    <a:pt x="0" y="161670"/>
                  </a:lnTo>
                  <a:lnTo>
                    <a:pt x="16707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44" y="3713326"/>
              <a:ext cx="334330" cy="328714"/>
            </a:xfrm>
            <a:custGeom>
              <a:avLst/>
              <a:pathLst>
                <a:path w="334330" h="328714">
                  <a:moveTo>
                    <a:pt x="90" y="156064"/>
                  </a:moveTo>
                  <a:lnTo>
                    <a:pt x="0" y="161381"/>
                  </a:lnTo>
                  <a:lnTo>
                    <a:pt x="78" y="166698"/>
                  </a:lnTo>
                  <a:lnTo>
                    <a:pt x="326" y="172010"/>
                  </a:lnTo>
                  <a:lnTo>
                    <a:pt x="743" y="177312"/>
                  </a:lnTo>
                  <a:lnTo>
                    <a:pt x="1328" y="182597"/>
                  </a:lnTo>
                  <a:lnTo>
                    <a:pt x="2081" y="187862"/>
                  </a:lnTo>
                  <a:lnTo>
                    <a:pt x="3001" y="193099"/>
                  </a:lnTo>
                  <a:lnTo>
                    <a:pt x="4088" y="198305"/>
                  </a:lnTo>
                  <a:lnTo>
                    <a:pt x="5339" y="203473"/>
                  </a:lnTo>
                  <a:lnTo>
                    <a:pt x="6754" y="208599"/>
                  </a:lnTo>
                  <a:lnTo>
                    <a:pt x="8331" y="213678"/>
                  </a:lnTo>
                  <a:lnTo>
                    <a:pt x="10069" y="218704"/>
                  </a:lnTo>
                  <a:lnTo>
                    <a:pt x="11966" y="223672"/>
                  </a:lnTo>
                  <a:lnTo>
                    <a:pt x="14020" y="228577"/>
                  </a:lnTo>
                  <a:lnTo>
                    <a:pt x="16229" y="233414"/>
                  </a:lnTo>
                  <a:lnTo>
                    <a:pt x="18591" y="238178"/>
                  </a:lnTo>
                  <a:lnTo>
                    <a:pt x="21103" y="242865"/>
                  </a:lnTo>
                  <a:lnTo>
                    <a:pt x="23763" y="247470"/>
                  </a:lnTo>
                  <a:lnTo>
                    <a:pt x="26568" y="251988"/>
                  </a:lnTo>
                  <a:lnTo>
                    <a:pt x="29516" y="256414"/>
                  </a:lnTo>
                  <a:lnTo>
                    <a:pt x="32602" y="260744"/>
                  </a:lnTo>
                  <a:lnTo>
                    <a:pt x="35825" y="264974"/>
                  </a:lnTo>
                  <a:lnTo>
                    <a:pt x="39181" y="269100"/>
                  </a:lnTo>
                  <a:lnTo>
                    <a:pt x="42666" y="273116"/>
                  </a:lnTo>
                  <a:lnTo>
                    <a:pt x="46278" y="277020"/>
                  </a:lnTo>
                  <a:lnTo>
                    <a:pt x="50011" y="280806"/>
                  </a:lnTo>
                  <a:lnTo>
                    <a:pt x="53863" y="284472"/>
                  </a:lnTo>
                  <a:lnTo>
                    <a:pt x="57830" y="288014"/>
                  </a:lnTo>
                  <a:lnTo>
                    <a:pt x="61908" y="291428"/>
                  </a:lnTo>
                  <a:lnTo>
                    <a:pt x="66091" y="294710"/>
                  </a:lnTo>
                  <a:lnTo>
                    <a:pt x="70378" y="297858"/>
                  </a:lnTo>
                  <a:lnTo>
                    <a:pt x="74762" y="300867"/>
                  </a:lnTo>
                  <a:lnTo>
                    <a:pt x="79240" y="303736"/>
                  </a:lnTo>
                  <a:lnTo>
                    <a:pt x="83806" y="306461"/>
                  </a:lnTo>
                  <a:lnTo>
                    <a:pt x="88457" y="309039"/>
                  </a:lnTo>
                  <a:lnTo>
                    <a:pt x="93188" y="311468"/>
                  </a:lnTo>
                  <a:lnTo>
                    <a:pt x="97994" y="313745"/>
                  </a:lnTo>
                  <a:lnTo>
                    <a:pt x="102869" y="315868"/>
                  </a:lnTo>
                  <a:lnTo>
                    <a:pt x="107810" y="317835"/>
                  </a:lnTo>
                  <a:lnTo>
                    <a:pt x="112810" y="319644"/>
                  </a:lnTo>
                  <a:lnTo>
                    <a:pt x="117866" y="321293"/>
                  </a:lnTo>
                  <a:lnTo>
                    <a:pt x="122972" y="322780"/>
                  </a:lnTo>
                  <a:lnTo>
                    <a:pt x="128122" y="324105"/>
                  </a:lnTo>
                  <a:lnTo>
                    <a:pt x="133312" y="325264"/>
                  </a:lnTo>
                  <a:lnTo>
                    <a:pt x="138536" y="326258"/>
                  </a:lnTo>
                  <a:lnTo>
                    <a:pt x="143789" y="327086"/>
                  </a:lnTo>
                  <a:lnTo>
                    <a:pt x="149066" y="327745"/>
                  </a:lnTo>
                  <a:lnTo>
                    <a:pt x="154361" y="328237"/>
                  </a:lnTo>
                  <a:lnTo>
                    <a:pt x="159669" y="328560"/>
                  </a:lnTo>
                  <a:lnTo>
                    <a:pt x="164984" y="328714"/>
                  </a:lnTo>
                  <a:lnTo>
                    <a:pt x="170302" y="328699"/>
                  </a:lnTo>
                  <a:lnTo>
                    <a:pt x="175616" y="328515"/>
                  </a:lnTo>
                  <a:lnTo>
                    <a:pt x="180923" y="328161"/>
                  </a:lnTo>
                  <a:lnTo>
                    <a:pt x="186215" y="327640"/>
                  </a:lnTo>
                  <a:lnTo>
                    <a:pt x="191488" y="326950"/>
                  </a:lnTo>
                  <a:lnTo>
                    <a:pt x="196736" y="326092"/>
                  </a:lnTo>
                  <a:lnTo>
                    <a:pt x="201954" y="325069"/>
                  </a:lnTo>
                  <a:lnTo>
                    <a:pt x="207137" y="323879"/>
                  </a:lnTo>
                  <a:lnTo>
                    <a:pt x="212280" y="322526"/>
                  </a:lnTo>
                  <a:lnTo>
                    <a:pt x="217377" y="321010"/>
                  </a:lnTo>
                  <a:lnTo>
                    <a:pt x="222423" y="319332"/>
                  </a:lnTo>
                  <a:lnTo>
                    <a:pt x="227413" y="317495"/>
                  </a:lnTo>
                  <a:lnTo>
                    <a:pt x="232343" y="315499"/>
                  </a:lnTo>
                  <a:lnTo>
                    <a:pt x="237206" y="313348"/>
                  </a:lnTo>
                  <a:lnTo>
                    <a:pt x="241999" y="311044"/>
                  </a:lnTo>
                  <a:lnTo>
                    <a:pt x="246715" y="308588"/>
                  </a:lnTo>
                  <a:lnTo>
                    <a:pt x="251352" y="305983"/>
                  </a:lnTo>
                  <a:lnTo>
                    <a:pt x="255903" y="303233"/>
                  </a:lnTo>
                  <a:lnTo>
                    <a:pt x="260364" y="300339"/>
                  </a:lnTo>
                  <a:lnTo>
                    <a:pt x="264731" y="297304"/>
                  </a:lnTo>
                  <a:lnTo>
                    <a:pt x="268999" y="294132"/>
                  </a:lnTo>
                  <a:lnTo>
                    <a:pt x="273164" y="290826"/>
                  </a:lnTo>
                  <a:lnTo>
                    <a:pt x="277222" y="287389"/>
                  </a:lnTo>
                  <a:lnTo>
                    <a:pt x="281169" y="283825"/>
                  </a:lnTo>
                  <a:lnTo>
                    <a:pt x="285000" y="280137"/>
                  </a:lnTo>
                  <a:lnTo>
                    <a:pt x="288712" y="276329"/>
                  </a:lnTo>
                  <a:lnTo>
                    <a:pt x="292301" y="272405"/>
                  </a:lnTo>
                  <a:lnTo>
                    <a:pt x="295763" y="268369"/>
                  </a:lnTo>
                  <a:lnTo>
                    <a:pt x="299095" y="264224"/>
                  </a:lnTo>
                  <a:lnTo>
                    <a:pt x="302294" y="259976"/>
                  </a:lnTo>
                  <a:lnTo>
                    <a:pt x="305356" y="255628"/>
                  </a:lnTo>
                  <a:lnTo>
                    <a:pt x="308278" y="251185"/>
                  </a:lnTo>
                  <a:lnTo>
                    <a:pt x="311057" y="246652"/>
                  </a:lnTo>
                  <a:lnTo>
                    <a:pt x="313691" y="242032"/>
                  </a:lnTo>
                  <a:lnTo>
                    <a:pt x="316177" y="237331"/>
                  </a:lnTo>
                  <a:lnTo>
                    <a:pt x="318511" y="232553"/>
                  </a:lnTo>
                  <a:lnTo>
                    <a:pt x="320693" y="227703"/>
                  </a:lnTo>
                  <a:lnTo>
                    <a:pt x="322719" y="222786"/>
                  </a:lnTo>
                  <a:lnTo>
                    <a:pt x="324587" y="217808"/>
                  </a:lnTo>
                  <a:lnTo>
                    <a:pt x="326297" y="212772"/>
                  </a:lnTo>
                  <a:lnTo>
                    <a:pt x="327845" y="207685"/>
                  </a:lnTo>
                  <a:lnTo>
                    <a:pt x="329231" y="202551"/>
                  </a:lnTo>
                  <a:lnTo>
                    <a:pt x="330453" y="197375"/>
                  </a:lnTo>
                  <a:lnTo>
                    <a:pt x="331509" y="192163"/>
                  </a:lnTo>
                  <a:lnTo>
                    <a:pt x="332400" y="186921"/>
                  </a:lnTo>
                  <a:lnTo>
                    <a:pt x="333123" y="181652"/>
                  </a:lnTo>
                  <a:lnTo>
                    <a:pt x="333678" y="176363"/>
                  </a:lnTo>
                  <a:lnTo>
                    <a:pt x="334064" y="171060"/>
                  </a:lnTo>
                  <a:lnTo>
                    <a:pt x="334282" y="165746"/>
                  </a:lnTo>
                  <a:lnTo>
                    <a:pt x="334330" y="160429"/>
                  </a:lnTo>
                  <a:lnTo>
                    <a:pt x="334210" y="155112"/>
                  </a:lnTo>
                  <a:lnTo>
                    <a:pt x="333920" y="149802"/>
                  </a:lnTo>
                  <a:lnTo>
                    <a:pt x="333462" y="144504"/>
                  </a:lnTo>
                  <a:lnTo>
                    <a:pt x="332835" y="139224"/>
                  </a:lnTo>
                  <a:lnTo>
                    <a:pt x="332041" y="133966"/>
                  </a:lnTo>
                  <a:lnTo>
                    <a:pt x="331080" y="128735"/>
                  </a:lnTo>
                  <a:lnTo>
                    <a:pt x="329953" y="123538"/>
                  </a:lnTo>
                  <a:lnTo>
                    <a:pt x="328661" y="118380"/>
                  </a:lnTo>
                  <a:lnTo>
                    <a:pt x="327206" y="113265"/>
                  </a:lnTo>
                  <a:lnTo>
                    <a:pt x="325589" y="108199"/>
                  </a:lnTo>
                  <a:lnTo>
                    <a:pt x="323811" y="103187"/>
                  </a:lnTo>
                  <a:lnTo>
                    <a:pt x="321875" y="98234"/>
                  </a:lnTo>
                  <a:lnTo>
                    <a:pt x="319783" y="93345"/>
                  </a:lnTo>
                  <a:lnTo>
                    <a:pt x="317536" y="88526"/>
                  </a:lnTo>
                  <a:lnTo>
                    <a:pt x="315137" y="83780"/>
                  </a:lnTo>
                  <a:lnTo>
                    <a:pt x="312588" y="79113"/>
                  </a:lnTo>
                  <a:lnTo>
                    <a:pt x="309892" y="74529"/>
                  </a:lnTo>
                  <a:lnTo>
                    <a:pt x="307051" y="70033"/>
                  </a:lnTo>
                  <a:lnTo>
                    <a:pt x="304069" y="65630"/>
                  </a:lnTo>
                  <a:lnTo>
                    <a:pt x="300949" y="61324"/>
                  </a:lnTo>
                  <a:lnTo>
                    <a:pt x="297693" y="57120"/>
                  </a:lnTo>
                  <a:lnTo>
                    <a:pt x="294305" y="53021"/>
                  </a:lnTo>
                  <a:lnTo>
                    <a:pt x="290788" y="49032"/>
                  </a:lnTo>
                  <a:lnTo>
                    <a:pt x="287146" y="45157"/>
                  </a:lnTo>
                  <a:lnTo>
                    <a:pt x="283383" y="41400"/>
                  </a:lnTo>
                  <a:lnTo>
                    <a:pt x="279502" y="37764"/>
                  </a:lnTo>
                  <a:lnTo>
                    <a:pt x="275508" y="34253"/>
                  </a:lnTo>
                  <a:lnTo>
                    <a:pt x="271404" y="30872"/>
                  </a:lnTo>
                  <a:lnTo>
                    <a:pt x="267194" y="27623"/>
                  </a:lnTo>
                  <a:lnTo>
                    <a:pt x="262883" y="24509"/>
                  </a:lnTo>
                  <a:lnTo>
                    <a:pt x="258476" y="21534"/>
                  </a:lnTo>
                  <a:lnTo>
                    <a:pt x="253976" y="18700"/>
                  </a:lnTo>
                  <a:lnTo>
                    <a:pt x="249388" y="16011"/>
                  </a:lnTo>
                  <a:lnTo>
                    <a:pt x="244717" y="13470"/>
                  </a:lnTo>
                  <a:lnTo>
                    <a:pt x="239967" y="11078"/>
                  </a:lnTo>
                  <a:lnTo>
                    <a:pt x="235144" y="8839"/>
                  </a:lnTo>
                  <a:lnTo>
                    <a:pt x="230252" y="6754"/>
                  </a:lnTo>
                  <a:lnTo>
                    <a:pt x="225296" y="4826"/>
                  </a:lnTo>
                  <a:lnTo>
                    <a:pt x="220281" y="3056"/>
                  </a:lnTo>
                  <a:lnTo>
                    <a:pt x="215213" y="1447"/>
                  </a:lnTo>
                  <a:lnTo>
                    <a:pt x="210095" y="0"/>
                  </a:lnTo>
                  <a:lnTo>
                    <a:pt x="167167" y="1615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2928" cy="167167"/>
            </a:xfrm>
            <a:custGeom>
              <a:avLst/>
              <a:pathLst>
                <a:path w="42928" h="167167">
                  <a:moveTo>
                    <a:pt x="42928" y="5606"/>
                  </a:moveTo>
                  <a:lnTo>
                    <a:pt x="36906" y="4124"/>
                  </a:lnTo>
                  <a:lnTo>
                    <a:pt x="30833" y="2868"/>
                  </a:lnTo>
                  <a:lnTo>
                    <a:pt x="24717" y="1837"/>
                  </a:lnTo>
                  <a:lnTo>
                    <a:pt x="18568" y="1034"/>
                  </a:lnTo>
                  <a:lnTo>
                    <a:pt x="12392" y="460"/>
                  </a:lnTo>
                  <a:lnTo>
                    <a:pt x="6200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2025-06-05T14:09:32Z</dcterms:modified>
  <cp:category/>
</cp:coreProperties>
</file>