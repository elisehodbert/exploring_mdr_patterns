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17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2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14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6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7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3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7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0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14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17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17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1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9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5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0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17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51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31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4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1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54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70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51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0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5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3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54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5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19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71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1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78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5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60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1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5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2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4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14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6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67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97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8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17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3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67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5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197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6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73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5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9047" y="3170392"/>
              <a:ext cx="44731" cy="167167"/>
            </a:xfrm>
            <a:custGeom>
              <a:avLst/>
              <a:pathLst>
                <a:path w="44731" h="167167">
                  <a:moveTo>
                    <a:pt x="44731" y="0"/>
                  </a:moveTo>
                  <a:lnTo>
                    <a:pt x="38264" y="125"/>
                  </a:lnTo>
                  <a:lnTo>
                    <a:pt x="31806" y="500"/>
                  </a:lnTo>
                  <a:lnTo>
                    <a:pt x="25368" y="1125"/>
                  </a:lnTo>
                  <a:lnTo>
                    <a:pt x="18958" y="1998"/>
                  </a:lnTo>
                  <a:lnTo>
                    <a:pt x="12587" y="3119"/>
                  </a:lnTo>
                  <a:lnTo>
                    <a:pt x="6265" y="4485"/>
                  </a:lnTo>
                  <a:lnTo>
                    <a:pt x="0" y="6095"/>
                  </a:lnTo>
                  <a:lnTo>
                    <a:pt x="447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9047" y="3176488"/>
              <a:ext cx="44731" cy="161071"/>
            </a:xfrm>
            <a:custGeom>
              <a:avLst/>
              <a:pathLst>
                <a:path w="44731" h="161071">
                  <a:moveTo>
                    <a:pt x="0" y="0"/>
                  </a:moveTo>
                  <a:lnTo>
                    <a:pt x="44731" y="1610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816611" y="3170418"/>
              <a:ext cx="334334" cy="334288"/>
            </a:xfrm>
            <a:custGeom>
              <a:avLst/>
              <a:pathLst>
                <a:path w="334334" h="334288">
                  <a:moveTo>
                    <a:pt x="122435" y="6070"/>
                  </a:moveTo>
                  <a:lnTo>
                    <a:pt x="117350" y="7569"/>
                  </a:lnTo>
                  <a:lnTo>
                    <a:pt x="112314" y="9229"/>
                  </a:lnTo>
                  <a:lnTo>
                    <a:pt x="107334" y="11048"/>
                  </a:lnTo>
                  <a:lnTo>
                    <a:pt x="102414" y="13024"/>
                  </a:lnTo>
                  <a:lnTo>
                    <a:pt x="97559" y="15155"/>
                  </a:lnTo>
                  <a:lnTo>
                    <a:pt x="92774" y="17439"/>
                  </a:lnTo>
                  <a:lnTo>
                    <a:pt x="88064" y="19874"/>
                  </a:lnTo>
                  <a:lnTo>
                    <a:pt x="83434" y="22456"/>
                  </a:lnTo>
                  <a:lnTo>
                    <a:pt x="78887" y="25184"/>
                  </a:lnTo>
                  <a:lnTo>
                    <a:pt x="74430" y="28055"/>
                  </a:lnTo>
                  <a:lnTo>
                    <a:pt x="70066" y="31066"/>
                  </a:lnTo>
                  <a:lnTo>
                    <a:pt x="65799" y="34214"/>
                  </a:lnTo>
                  <a:lnTo>
                    <a:pt x="61635" y="37496"/>
                  </a:lnTo>
                  <a:lnTo>
                    <a:pt x="57577" y="40908"/>
                  </a:lnTo>
                  <a:lnTo>
                    <a:pt x="53629" y="44446"/>
                  </a:lnTo>
                  <a:lnTo>
                    <a:pt x="49795" y="48109"/>
                  </a:lnTo>
                  <a:lnTo>
                    <a:pt x="46079" y="51891"/>
                  </a:lnTo>
                  <a:lnTo>
                    <a:pt x="42485" y="55789"/>
                  </a:lnTo>
                  <a:lnTo>
                    <a:pt x="39016" y="59799"/>
                  </a:lnTo>
                  <a:lnTo>
                    <a:pt x="35677" y="63917"/>
                  </a:lnTo>
                  <a:lnTo>
                    <a:pt x="32469" y="68139"/>
                  </a:lnTo>
                  <a:lnTo>
                    <a:pt x="29397" y="72460"/>
                  </a:lnTo>
                  <a:lnTo>
                    <a:pt x="26464" y="76877"/>
                  </a:lnTo>
                  <a:lnTo>
                    <a:pt x="23672" y="81384"/>
                  </a:lnTo>
                  <a:lnTo>
                    <a:pt x="21025" y="85978"/>
                  </a:lnTo>
                  <a:lnTo>
                    <a:pt x="18524" y="90653"/>
                  </a:lnTo>
                  <a:lnTo>
                    <a:pt x="16174" y="95406"/>
                  </a:lnTo>
                  <a:lnTo>
                    <a:pt x="13975" y="100230"/>
                  </a:lnTo>
                  <a:lnTo>
                    <a:pt x="11930" y="105122"/>
                  </a:lnTo>
                  <a:lnTo>
                    <a:pt x="10041" y="110076"/>
                  </a:lnTo>
                  <a:lnTo>
                    <a:pt x="8310" y="115088"/>
                  </a:lnTo>
                  <a:lnTo>
                    <a:pt x="6740" y="120152"/>
                  </a:lnTo>
                  <a:lnTo>
                    <a:pt x="5330" y="125263"/>
                  </a:lnTo>
                  <a:lnTo>
                    <a:pt x="4083" y="130416"/>
                  </a:lnTo>
                  <a:lnTo>
                    <a:pt x="3001" y="135607"/>
                  </a:lnTo>
                  <a:lnTo>
                    <a:pt x="2083" y="140829"/>
                  </a:lnTo>
                  <a:lnTo>
                    <a:pt x="1332" y="146077"/>
                  </a:lnTo>
                  <a:lnTo>
                    <a:pt x="747" y="151347"/>
                  </a:lnTo>
                  <a:lnTo>
                    <a:pt x="330" y="156632"/>
                  </a:lnTo>
                  <a:lnTo>
                    <a:pt x="81" y="161928"/>
                  </a:lnTo>
                  <a:lnTo>
                    <a:pt x="0" y="167230"/>
                  </a:lnTo>
                  <a:lnTo>
                    <a:pt x="86" y="172531"/>
                  </a:lnTo>
                  <a:lnTo>
                    <a:pt x="341" y="177827"/>
                  </a:lnTo>
                  <a:lnTo>
                    <a:pt x="764" y="183112"/>
                  </a:lnTo>
                  <a:lnTo>
                    <a:pt x="1354" y="188381"/>
                  </a:lnTo>
                  <a:lnTo>
                    <a:pt x="2111" y="193629"/>
                  </a:lnTo>
                  <a:lnTo>
                    <a:pt x="3034" y="198850"/>
                  </a:lnTo>
                  <a:lnTo>
                    <a:pt x="4122" y="204039"/>
                  </a:lnTo>
                  <a:lnTo>
                    <a:pt x="5375" y="209191"/>
                  </a:lnTo>
                  <a:lnTo>
                    <a:pt x="6789" y="214301"/>
                  </a:lnTo>
                  <a:lnTo>
                    <a:pt x="8366" y="219363"/>
                  </a:lnTo>
                  <a:lnTo>
                    <a:pt x="10102" y="224373"/>
                  </a:lnTo>
                  <a:lnTo>
                    <a:pt x="11996" y="229325"/>
                  </a:lnTo>
                  <a:lnTo>
                    <a:pt x="14046" y="234215"/>
                  </a:lnTo>
                  <a:lnTo>
                    <a:pt x="16250" y="239037"/>
                  </a:lnTo>
                  <a:lnTo>
                    <a:pt x="18606" y="243787"/>
                  </a:lnTo>
                  <a:lnTo>
                    <a:pt x="21111" y="248459"/>
                  </a:lnTo>
                  <a:lnTo>
                    <a:pt x="23763" y="253050"/>
                  </a:lnTo>
                  <a:lnTo>
                    <a:pt x="26560" y="257555"/>
                  </a:lnTo>
                  <a:lnTo>
                    <a:pt x="29498" y="261968"/>
                  </a:lnTo>
                  <a:lnTo>
                    <a:pt x="32574" y="266286"/>
                  </a:lnTo>
                  <a:lnTo>
                    <a:pt x="35786" y="270505"/>
                  </a:lnTo>
                  <a:lnTo>
                    <a:pt x="39130" y="274619"/>
                  </a:lnTo>
                  <a:lnTo>
                    <a:pt x="42603" y="278626"/>
                  </a:lnTo>
                  <a:lnTo>
                    <a:pt x="46201" y="282520"/>
                  </a:lnTo>
                  <a:lnTo>
                    <a:pt x="49921" y="286298"/>
                  </a:lnTo>
                  <a:lnTo>
                    <a:pt x="53759" y="289956"/>
                  </a:lnTo>
                  <a:lnTo>
                    <a:pt x="57711" y="293491"/>
                  </a:lnTo>
                  <a:lnTo>
                    <a:pt x="61773" y="296898"/>
                  </a:lnTo>
                  <a:lnTo>
                    <a:pt x="65941" y="300176"/>
                  </a:lnTo>
                  <a:lnTo>
                    <a:pt x="70210" y="303319"/>
                  </a:lnTo>
                  <a:lnTo>
                    <a:pt x="74578" y="306325"/>
                  </a:lnTo>
                  <a:lnTo>
                    <a:pt x="79038" y="309191"/>
                  </a:lnTo>
                  <a:lnTo>
                    <a:pt x="83587" y="311915"/>
                  </a:lnTo>
                  <a:lnTo>
                    <a:pt x="88220" y="314492"/>
                  </a:lnTo>
                  <a:lnTo>
                    <a:pt x="92933" y="316922"/>
                  </a:lnTo>
                  <a:lnTo>
                    <a:pt x="97720" y="319201"/>
                  </a:lnTo>
                  <a:lnTo>
                    <a:pt x="102578" y="321327"/>
                  </a:lnTo>
                  <a:lnTo>
                    <a:pt x="107500" y="323297"/>
                  </a:lnTo>
                  <a:lnTo>
                    <a:pt x="112482" y="325111"/>
                  </a:lnTo>
                  <a:lnTo>
                    <a:pt x="117519" y="326766"/>
                  </a:lnTo>
                  <a:lnTo>
                    <a:pt x="122606" y="328260"/>
                  </a:lnTo>
                  <a:lnTo>
                    <a:pt x="127738" y="329592"/>
                  </a:lnTo>
                  <a:lnTo>
                    <a:pt x="132910" y="330761"/>
                  </a:lnTo>
                  <a:lnTo>
                    <a:pt x="138116" y="331765"/>
                  </a:lnTo>
                  <a:lnTo>
                    <a:pt x="143351" y="332603"/>
                  </a:lnTo>
                  <a:lnTo>
                    <a:pt x="148610" y="333275"/>
                  </a:lnTo>
                  <a:lnTo>
                    <a:pt x="153888" y="333780"/>
                  </a:lnTo>
                  <a:lnTo>
                    <a:pt x="159179" y="334118"/>
                  </a:lnTo>
                  <a:lnTo>
                    <a:pt x="164479" y="334287"/>
                  </a:lnTo>
                  <a:lnTo>
                    <a:pt x="169781" y="334288"/>
                  </a:lnTo>
                  <a:lnTo>
                    <a:pt x="175080" y="334121"/>
                  </a:lnTo>
                  <a:lnTo>
                    <a:pt x="180371" y="333786"/>
                  </a:lnTo>
                  <a:lnTo>
                    <a:pt x="185649" y="333284"/>
                  </a:lnTo>
                  <a:lnTo>
                    <a:pt x="190909" y="332614"/>
                  </a:lnTo>
                  <a:lnTo>
                    <a:pt x="196145" y="331778"/>
                  </a:lnTo>
                  <a:lnTo>
                    <a:pt x="201351" y="330776"/>
                  </a:lnTo>
                  <a:lnTo>
                    <a:pt x="206523" y="329610"/>
                  </a:lnTo>
                  <a:lnTo>
                    <a:pt x="211656" y="328280"/>
                  </a:lnTo>
                  <a:lnTo>
                    <a:pt x="216744" y="326788"/>
                  </a:lnTo>
                  <a:lnTo>
                    <a:pt x="221781" y="325135"/>
                  </a:lnTo>
                  <a:lnTo>
                    <a:pt x="226764" y="323324"/>
                  </a:lnTo>
                  <a:lnTo>
                    <a:pt x="231687" y="321355"/>
                  </a:lnTo>
                  <a:lnTo>
                    <a:pt x="236546" y="319232"/>
                  </a:lnTo>
                  <a:lnTo>
                    <a:pt x="241334" y="316955"/>
                  </a:lnTo>
                  <a:lnTo>
                    <a:pt x="246048" y="314528"/>
                  </a:lnTo>
                  <a:lnTo>
                    <a:pt x="250682" y="311952"/>
                  </a:lnTo>
                  <a:lnTo>
                    <a:pt x="255232" y="309231"/>
                  </a:lnTo>
                  <a:lnTo>
                    <a:pt x="259694" y="306366"/>
                  </a:lnTo>
                  <a:lnTo>
                    <a:pt x="264063" y="303362"/>
                  </a:lnTo>
                  <a:lnTo>
                    <a:pt x="268334" y="300221"/>
                  </a:lnTo>
                  <a:lnTo>
                    <a:pt x="272503" y="296946"/>
                  </a:lnTo>
                  <a:lnTo>
                    <a:pt x="276567" y="293540"/>
                  </a:lnTo>
                  <a:lnTo>
                    <a:pt x="280520" y="290007"/>
                  </a:lnTo>
                  <a:lnTo>
                    <a:pt x="284360" y="286350"/>
                  </a:lnTo>
                  <a:lnTo>
                    <a:pt x="288081" y="282574"/>
                  </a:lnTo>
                  <a:lnTo>
                    <a:pt x="291681" y="278681"/>
                  </a:lnTo>
                  <a:lnTo>
                    <a:pt x="295156" y="274676"/>
                  </a:lnTo>
                  <a:lnTo>
                    <a:pt x="298501" y="270563"/>
                  </a:lnTo>
                  <a:lnTo>
                    <a:pt x="301715" y="266347"/>
                  </a:lnTo>
                  <a:lnTo>
                    <a:pt x="304794" y="262030"/>
                  </a:lnTo>
                  <a:lnTo>
                    <a:pt x="307734" y="257617"/>
                  </a:lnTo>
                  <a:lnTo>
                    <a:pt x="310532" y="253114"/>
                  </a:lnTo>
                  <a:lnTo>
                    <a:pt x="313186" y="248524"/>
                  </a:lnTo>
                  <a:lnTo>
                    <a:pt x="315694" y="243853"/>
                  </a:lnTo>
                  <a:lnTo>
                    <a:pt x="318052" y="239104"/>
                  </a:lnTo>
                  <a:lnTo>
                    <a:pt x="320258" y="234283"/>
                  </a:lnTo>
                  <a:lnTo>
                    <a:pt x="322310" y="229394"/>
                  </a:lnTo>
                  <a:lnTo>
                    <a:pt x="324207" y="224443"/>
                  </a:lnTo>
                  <a:lnTo>
                    <a:pt x="325945" y="219434"/>
                  </a:lnTo>
                  <a:lnTo>
                    <a:pt x="327523" y="214372"/>
                  </a:lnTo>
                  <a:lnTo>
                    <a:pt x="328940" y="209263"/>
                  </a:lnTo>
                  <a:lnTo>
                    <a:pt x="330195" y="204112"/>
                  </a:lnTo>
                  <a:lnTo>
                    <a:pt x="331285" y="198923"/>
                  </a:lnTo>
                  <a:lnTo>
                    <a:pt x="332211" y="193702"/>
                  </a:lnTo>
                  <a:lnTo>
                    <a:pt x="332970" y="188455"/>
                  </a:lnTo>
                  <a:lnTo>
                    <a:pt x="333563" y="183186"/>
                  </a:lnTo>
                  <a:lnTo>
                    <a:pt x="333988" y="177901"/>
                  </a:lnTo>
                  <a:lnTo>
                    <a:pt x="334245" y="172606"/>
                  </a:lnTo>
                  <a:lnTo>
                    <a:pt x="334334" y="167304"/>
                  </a:lnTo>
                  <a:lnTo>
                    <a:pt x="334255" y="162003"/>
                  </a:lnTo>
                  <a:lnTo>
                    <a:pt x="334008" y="156707"/>
                  </a:lnTo>
                  <a:lnTo>
                    <a:pt x="333594" y="151421"/>
                  </a:lnTo>
                  <a:lnTo>
                    <a:pt x="333011" y="146151"/>
                  </a:lnTo>
                  <a:lnTo>
                    <a:pt x="332262" y="140902"/>
                  </a:lnTo>
                  <a:lnTo>
                    <a:pt x="331347" y="135680"/>
                  </a:lnTo>
                  <a:lnTo>
                    <a:pt x="330267" y="130489"/>
                  </a:lnTo>
                  <a:lnTo>
                    <a:pt x="329022" y="125335"/>
                  </a:lnTo>
                  <a:lnTo>
                    <a:pt x="327615" y="120223"/>
                  </a:lnTo>
                  <a:lnTo>
                    <a:pt x="326047" y="115159"/>
                  </a:lnTo>
                  <a:lnTo>
                    <a:pt x="324318" y="110146"/>
                  </a:lnTo>
                  <a:lnTo>
                    <a:pt x="322432" y="105191"/>
                  </a:lnTo>
                  <a:lnTo>
                    <a:pt x="320389" y="100299"/>
                  </a:lnTo>
                  <a:lnTo>
                    <a:pt x="318192" y="95473"/>
                  </a:lnTo>
                  <a:lnTo>
                    <a:pt x="315844" y="90720"/>
                  </a:lnTo>
                  <a:lnTo>
                    <a:pt x="313345" y="86043"/>
                  </a:lnTo>
                  <a:lnTo>
                    <a:pt x="310700" y="81448"/>
                  </a:lnTo>
                  <a:lnTo>
                    <a:pt x="307910" y="76940"/>
                  </a:lnTo>
                  <a:lnTo>
                    <a:pt x="304979" y="72522"/>
                  </a:lnTo>
                  <a:lnTo>
                    <a:pt x="301909" y="68199"/>
                  </a:lnTo>
                  <a:lnTo>
                    <a:pt x="298703" y="63976"/>
                  </a:lnTo>
                  <a:lnTo>
                    <a:pt x="295366" y="59856"/>
                  </a:lnTo>
                  <a:lnTo>
                    <a:pt x="291899" y="55844"/>
                  </a:lnTo>
                  <a:lnTo>
                    <a:pt x="288306" y="51945"/>
                  </a:lnTo>
                  <a:lnTo>
                    <a:pt x="284592" y="48161"/>
                  </a:lnTo>
                  <a:lnTo>
                    <a:pt x="280760" y="44497"/>
                  </a:lnTo>
                  <a:lnTo>
                    <a:pt x="276814" y="40956"/>
                  </a:lnTo>
                  <a:lnTo>
                    <a:pt x="272757" y="37543"/>
                  </a:lnTo>
                  <a:lnTo>
                    <a:pt x="268594" y="34259"/>
                  </a:lnTo>
                  <a:lnTo>
                    <a:pt x="264329" y="31110"/>
                  </a:lnTo>
                  <a:lnTo>
                    <a:pt x="259966" y="28097"/>
                  </a:lnTo>
                  <a:lnTo>
                    <a:pt x="255510" y="25224"/>
                  </a:lnTo>
                  <a:lnTo>
                    <a:pt x="250965" y="22494"/>
                  </a:lnTo>
                  <a:lnTo>
                    <a:pt x="246335" y="19909"/>
                  </a:lnTo>
                  <a:lnTo>
                    <a:pt x="241627" y="17472"/>
                  </a:lnTo>
                  <a:lnTo>
                    <a:pt x="236843" y="15186"/>
                  </a:lnTo>
                  <a:lnTo>
                    <a:pt x="231989" y="13053"/>
                  </a:lnTo>
                  <a:lnTo>
                    <a:pt x="227070" y="11075"/>
                  </a:lnTo>
                  <a:lnTo>
                    <a:pt x="222090" y="9254"/>
                  </a:lnTo>
                  <a:lnTo>
                    <a:pt x="217056" y="7591"/>
                  </a:lnTo>
                  <a:lnTo>
                    <a:pt x="211971" y="6090"/>
                  </a:lnTo>
                  <a:lnTo>
                    <a:pt x="206841" y="4750"/>
                  </a:lnTo>
                  <a:lnTo>
                    <a:pt x="201671" y="3573"/>
                  </a:lnTo>
                  <a:lnTo>
                    <a:pt x="196466" y="2561"/>
                  </a:lnTo>
                  <a:lnTo>
                    <a:pt x="191232" y="1715"/>
                  </a:lnTo>
                  <a:lnTo>
                    <a:pt x="185974" y="1035"/>
                  </a:lnTo>
                  <a:lnTo>
                    <a:pt x="180697" y="522"/>
                  </a:lnTo>
                  <a:lnTo>
                    <a:pt x="175406" y="177"/>
                  </a:lnTo>
                  <a:lnTo>
                    <a:pt x="170107" y="0"/>
                  </a:lnTo>
                  <a:lnTo>
                    <a:pt x="167167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83779" y="3170392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1860" y="2633064"/>
              <a:ext cx="167151" cy="175691"/>
            </a:xfrm>
            <a:custGeom>
              <a:avLst/>
              <a:pathLst>
                <a:path w="167151" h="175691">
                  <a:moveTo>
                    <a:pt x="167151" y="0"/>
                  </a:moveTo>
                  <a:lnTo>
                    <a:pt x="161730" y="87"/>
                  </a:lnTo>
                  <a:lnTo>
                    <a:pt x="156314" y="351"/>
                  </a:lnTo>
                  <a:lnTo>
                    <a:pt x="150910" y="790"/>
                  </a:lnTo>
                  <a:lnTo>
                    <a:pt x="145523" y="1405"/>
                  </a:lnTo>
                  <a:lnTo>
                    <a:pt x="140158" y="2193"/>
                  </a:lnTo>
                  <a:lnTo>
                    <a:pt x="134822" y="3155"/>
                  </a:lnTo>
                  <a:lnTo>
                    <a:pt x="129520" y="4290"/>
                  </a:lnTo>
                  <a:lnTo>
                    <a:pt x="124258" y="5596"/>
                  </a:lnTo>
                  <a:lnTo>
                    <a:pt x="119041" y="7072"/>
                  </a:lnTo>
                  <a:lnTo>
                    <a:pt x="113874" y="8717"/>
                  </a:lnTo>
                  <a:lnTo>
                    <a:pt x="108763" y="10528"/>
                  </a:lnTo>
                  <a:lnTo>
                    <a:pt x="103714" y="12504"/>
                  </a:lnTo>
                  <a:lnTo>
                    <a:pt x="98732" y="14642"/>
                  </a:lnTo>
                  <a:lnTo>
                    <a:pt x="93821" y="16941"/>
                  </a:lnTo>
                  <a:lnTo>
                    <a:pt x="88988" y="19398"/>
                  </a:lnTo>
                  <a:lnTo>
                    <a:pt x="84237" y="22011"/>
                  </a:lnTo>
                  <a:lnTo>
                    <a:pt x="79573" y="24776"/>
                  </a:lnTo>
                  <a:lnTo>
                    <a:pt x="75001" y="27691"/>
                  </a:lnTo>
                  <a:lnTo>
                    <a:pt x="70527" y="30753"/>
                  </a:lnTo>
                  <a:lnTo>
                    <a:pt x="66153" y="33959"/>
                  </a:lnTo>
                  <a:lnTo>
                    <a:pt x="61887" y="37304"/>
                  </a:lnTo>
                  <a:lnTo>
                    <a:pt x="57730" y="40786"/>
                  </a:lnTo>
                  <a:lnTo>
                    <a:pt x="53689" y="44401"/>
                  </a:lnTo>
                  <a:lnTo>
                    <a:pt x="49768" y="48145"/>
                  </a:lnTo>
                  <a:lnTo>
                    <a:pt x="45970" y="52015"/>
                  </a:lnTo>
                  <a:lnTo>
                    <a:pt x="42299" y="56005"/>
                  </a:lnTo>
                  <a:lnTo>
                    <a:pt x="38759" y="60113"/>
                  </a:lnTo>
                  <a:lnTo>
                    <a:pt x="35355" y="64333"/>
                  </a:lnTo>
                  <a:lnTo>
                    <a:pt x="32090" y="68661"/>
                  </a:lnTo>
                  <a:lnTo>
                    <a:pt x="28966" y="73093"/>
                  </a:lnTo>
                  <a:lnTo>
                    <a:pt x="25988" y="77624"/>
                  </a:lnTo>
                  <a:lnTo>
                    <a:pt x="23158" y="82249"/>
                  </a:lnTo>
                  <a:lnTo>
                    <a:pt x="20480" y="86963"/>
                  </a:lnTo>
                  <a:lnTo>
                    <a:pt x="17956" y="91762"/>
                  </a:lnTo>
                  <a:lnTo>
                    <a:pt x="15589" y="96640"/>
                  </a:lnTo>
                  <a:lnTo>
                    <a:pt x="13382" y="101593"/>
                  </a:lnTo>
                  <a:lnTo>
                    <a:pt x="11336" y="106614"/>
                  </a:lnTo>
                  <a:lnTo>
                    <a:pt x="9454" y="111699"/>
                  </a:lnTo>
                  <a:lnTo>
                    <a:pt x="7738" y="116842"/>
                  </a:lnTo>
                  <a:lnTo>
                    <a:pt x="6190" y="122039"/>
                  </a:lnTo>
                  <a:lnTo>
                    <a:pt x="4811" y="127282"/>
                  </a:lnTo>
                  <a:lnTo>
                    <a:pt x="3603" y="132568"/>
                  </a:lnTo>
                  <a:lnTo>
                    <a:pt x="2567" y="137890"/>
                  </a:lnTo>
                  <a:lnTo>
                    <a:pt x="1704" y="143243"/>
                  </a:lnTo>
                  <a:lnTo>
                    <a:pt x="1015" y="148621"/>
                  </a:lnTo>
                  <a:lnTo>
                    <a:pt x="501" y="154019"/>
                  </a:lnTo>
                  <a:lnTo>
                    <a:pt x="163" y="159430"/>
                  </a:lnTo>
                  <a:lnTo>
                    <a:pt x="0" y="164850"/>
                  </a:lnTo>
                  <a:lnTo>
                    <a:pt x="12" y="170272"/>
                  </a:lnTo>
                  <a:lnTo>
                    <a:pt x="201" y="17569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061" y="2800231"/>
              <a:ext cx="166949" cy="8523"/>
            </a:xfrm>
            <a:custGeom>
              <a:avLst/>
              <a:pathLst>
                <a:path w="166949" h="8523">
                  <a:moveTo>
                    <a:pt x="0" y="8523"/>
                  </a:moveTo>
                  <a:lnTo>
                    <a:pt x="1669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061" y="2637965"/>
              <a:ext cx="334113" cy="329430"/>
            </a:xfrm>
            <a:custGeom>
              <a:avLst/>
              <a:pathLst>
                <a:path w="334113" h="329430">
                  <a:moveTo>
                    <a:pt x="0" y="170790"/>
                  </a:moveTo>
                  <a:lnTo>
                    <a:pt x="355" y="176092"/>
                  </a:lnTo>
                  <a:lnTo>
                    <a:pt x="878" y="181380"/>
                  </a:lnTo>
                  <a:lnTo>
                    <a:pt x="1570" y="186648"/>
                  </a:lnTo>
                  <a:lnTo>
                    <a:pt x="2428" y="191892"/>
                  </a:lnTo>
                  <a:lnTo>
                    <a:pt x="3453" y="197106"/>
                  </a:lnTo>
                  <a:lnTo>
                    <a:pt x="4643" y="202285"/>
                  </a:lnTo>
                  <a:lnTo>
                    <a:pt x="5997" y="207424"/>
                  </a:lnTo>
                  <a:lnTo>
                    <a:pt x="7513" y="212516"/>
                  </a:lnTo>
                  <a:lnTo>
                    <a:pt x="9191" y="217558"/>
                  </a:lnTo>
                  <a:lnTo>
                    <a:pt x="11028" y="222545"/>
                  </a:lnTo>
                  <a:lnTo>
                    <a:pt x="13023" y="227470"/>
                  </a:lnTo>
                  <a:lnTo>
                    <a:pt x="15173" y="232329"/>
                  </a:lnTo>
                  <a:lnTo>
                    <a:pt x="17477" y="237118"/>
                  </a:lnTo>
                  <a:lnTo>
                    <a:pt x="19931" y="241831"/>
                  </a:lnTo>
                  <a:lnTo>
                    <a:pt x="22534" y="246463"/>
                  </a:lnTo>
                  <a:lnTo>
                    <a:pt x="25283" y="251011"/>
                  </a:lnTo>
                  <a:lnTo>
                    <a:pt x="28175" y="255469"/>
                  </a:lnTo>
                  <a:lnTo>
                    <a:pt x="31208" y="259832"/>
                  </a:lnTo>
                  <a:lnTo>
                    <a:pt x="34377" y="264097"/>
                  </a:lnTo>
                  <a:lnTo>
                    <a:pt x="37681" y="268259"/>
                  </a:lnTo>
                  <a:lnTo>
                    <a:pt x="41115" y="272314"/>
                  </a:lnTo>
                  <a:lnTo>
                    <a:pt x="44676" y="276258"/>
                  </a:lnTo>
                  <a:lnTo>
                    <a:pt x="48361" y="280087"/>
                  </a:lnTo>
                  <a:lnTo>
                    <a:pt x="52166" y="283796"/>
                  </a:lnTo>
                  <a:lnTo>
                    <a:pt x="56086" y="287383"/>
                  </a:lnTo>
                  <a:lnTo>
                    <a:pt x="60119" y="290844"/>
                  </a:lnTo>
                  <a:lnTo>
                    <a:pt x="64260" y="294174"/>
                  </a:lnTo>
                  <a:lnTo>
                    <a:pt x="68504" y="297371"/>
                  </a:lnTo>
                  <a:lnTo>
                    <a:pt x="72848" y="300432"/>
                  </a:lnTo>
                  <a:lnTo>
                    <a:pt x="77287" y="303353"/>
                  </a:lnTo>
                  <a:lnTo>
                    <a:pt x="81816" y="306132"/>
                  </a:lnTo>
                  <a:lnTo>
                    <a:pt x="86432" y="308765"/>
                  </a:lnTo>
                  <a:lnTo>
                    <a:pt x="91129" y="311250"/>
                  </a:lnTo>
                  <a:lnTo>
                    <a:pt x="95902" y="313584"/>
                  </a:lnTo>
                  <a:lnTo>
                    <a:pt x="100748" y="315766"/>
                  </a:lnTo>
                  <a:lnTo>
                    <a:pt x="105660" y="317793"/>
                  </a:lnTo>
                  <a:lnTo>
                    <a:pt x="110634" y="319662"/>
                  </a:lnTo>
                  <a:lnTo>
                    <a:pt x="115665" y="321372"/>
                  </a:lnTo>
                  <a:lnTo>
                    <a:pt x="120748" y="322922"/>
                  </a:lnTo>
                  <a:lnTo>
                    <a:pt x="125877" y="324309"/>
                  </a:lnTo>
                  <a:lnTo>
                    <a:pt x="131048" y="325533"/>
                  </a:lnTo>
                  <a:lnTo>
                    <a:pt x="136256" y="326591"/>
                  </a:lnTo>
                  <a:lnTo>
                    <a:pt x="141494" y="327484"/>
                  </a:lnTo>
                  <a:lnTo>
                    <a:pt x="146758" y="328210"/>
                  </a:lnTo>
                  <a:lnTo>
                    <a:pt x="152043" y="328767"/>
                  </a:lnTo>
                  <a:lnTo>
                    <a:pt x="157342" y="329157"/>
                  </a:lnTo>
                  <a:lnTo>
                    <a:pt x="162651" y="329378"/>
                  </a:lnTo>
                  <a:lnTo>
                    <a:pt x="167965" y="329430"/>
                  </a:lnTo>
                  <a:lnTo>
                    <a:pt x="173277" y="329314"/>
                  </a:lnTo>
                  <a:lnTo>
                    <a:pt x="178584" y="329028"/>
                  </a:lnTo>
                  <a:lnTo>
                    <a:pt x="183878" y="328574"/>
                  </a:lnTo>
                  <a:lnTo>
                    <a:pt x="189155" y="327952"/>
                  </a:lnTo>
                  <a:lnTo>
                    <a:pt x="194410" y="327162"/>
                  </a:lnTo>
                  <a:lnTo>
                    <a:pt x="199637" y="326206"/>
                  </a:lnTo>
                  <a:lnTo>
                    <a:pt x="204831" y="325085"/>
                  </a:lnTo>
                  <a:lnTo>
                    <a:pt x="209987" y="323798"/>
                  </a:lnTo>
                  <a:lnTo>
                    <a:pt x="215099" y="322349"/>
                  </a:lnTo>
                  <a:lnTo>
                    <a:pt x="220163" y="320738"/>
                  </a:lnTo>
                  <a:lnTo>
                    <a:pt x="225173" y="318966"/>
                  </a:lnTo>
                  <a:lnTo>
                    <a:pt x="230124" y="317037"/>
                  </a:lnTo>
                  <a:lnTo>
                    <a:pt x="235011" y="314950"/>
                  </a:lnTo>
                  <a:lnTo>
                    <a:pt x="239830" y="312710"/>
                  </a:lnTo>
                  <a:lnTo>
                    <a:pt x="244574" y="310318"/>
                  </a:lnTo>
                  <a:lnTo>
                    <a:pt x="249241" y="307776"/>
                  </a:lnTo>
                  <a:lnTo>
                    <a:pt x="253824" y="305087"/>
                  </a:lnTo>
                  <a:lnTo>
                    <a:pt x="258319" y="302253"/>
                  </a:lnTo>
                  <a:lnTo>
                    <a:pt x="262723" y="299279"/>
                  </a:lnTo>
                  <a:lnTo>
                    <a:pt x="267029" y="296165"/>
                  </a:lnTo>
                  <a:lnTo>
                    <a:pt x="271234" y="292917"/>
                  </a:lnTo>
                  <a:lnTo>
                    <a:pt x="275334" y="289536"/>
                  </a:lnTo>
                  <a:lnTo>
                    <a:pt x="279324" y="286027"/>
                  </a:lnTo>
                  <a:lnTo>
                    <a:pt x="283201" y="282393"/>
                  </a:lnTo>
                  <a:lnTo>
                    <a:pt x="286960" y="278638"/>
                  </a:lnTo>
                  <a:lnTo>
                    <a:pt x="290598" y="274764"/>
                  </a:lnTo>
                  <a:lnTo>
                    <a:pt x="294112" y="270778"/>
                  </a:lnTo>
                  <a:lnTo>
                    <a:pt x="297496" y="266681"/>
                  </a:lnTo>
                  <a:lnTo>
                    <a:pt x="300749" y="262479"/>
                  </a:lnTo>
                  <a:lnTo>
                    <a:pt x="303866" y="258176"/>
                  </a:lnTo>
                  <a:lnTo>
                    <a:pt x="306846" y="253776"/>
                  </a:lnTo>
                  <a:lnTo>
                    <a:pt x="309683" y="249283"/>
                  </a:lnTo>
                  <a:lnTo>
                    <a:pt x="312377" y="244703"/>
                  </a:lnTo>
                  <a:lnTo>
                    <a:pt x="314924" y="240039"/>
                  </a:lnTo>
                  <a:lnTo>
                    <a:pt x="317321" y="235296"/>
                  </a:lnTo>
                  <a:lnTo>
                    <a:pt x="319566" y="230480"/>
                  </a:lnTo>
                  <a:lnTo>
                    <a:pt x="321657" y="225595"/>
                  </a:lnTo>
                  <a:lnTo>
                    <a:pt x="323592" y="220646"/>
                  </a:lnTo>
                  <a:lnTo>
                    <a:pt x="325368" y="215638"/>
                  </a:lnTo>
                  <a:lnTo>
                    <a:pt x="326984" y="210576"/>
                  </a:lnTo>
                  <a:lnTo>
                    <a:pt x="328439" y="205465"/>
                  </a:lnTo>
                  <a:lnTo>
                    <a:pt x="329730" y="200310"/>
                  </a:lnTo>
                  <a:lnTo>
                    <a:pt x="330857" y="195118"/>
                  </a:lnTo>
                  <a:lnTo>
                    <a:pt x="331818" y="189891"/>
                  </a:lnTo>
                  <a:lnTo>
                    <a:pt x="332613" y="184637"/>
                  </a:lnTo>
                  <a:lnTo>
                    <a:pt x="333241" y="179361"/>
                  </a:lnTo>
                  <a:lnTo>
                    <a:pt x="333700" y="174067"/>
                  </a:lnTo>
                  <a:lnTo>
                    <a:pt x="333991" y="168761"/>
                  </a:lnTo>
                  <a:lnTo>
                    <a:pt x="334113" y="163448"/>
                  </a:lnTo>
                  <a:lnTo>
                    <a:pt x="334066" y="158135"/>
                  </a:lnTo>
                  <a:lnTo>
                    <a:pt x="333850" y="152825"/>
                  </a:lnTo>
                  <a:lnTo>
                    <a:pt x="333466" y="147526"/>
                  </a:lnTo>
                  <a:lnTo>
                    <a:pt x="332913" y="142241"/>
                  </a:lnTo>
                  <a:lnTo>
                    <a:pt x="332193" y="136976"/>
                  </a:lnTo>
                  <a:lnTo>
                    <a:pt x="331306" y="131737"/>
                  </a:lnTo>
                  <a:lnTo>
                    <a:pt x="330252" y="126528"/>
                  </a:lnTo>
                  <a:lnTo>
                    <a:pt x="329034" y="121356"/>
                  </a:lnTo>
                  <a:lnTo>
                    <a:pt x="327652" y="116225"/>
                  </a:lnTo>
                  <a:lnTo>
                    <a:pt x="326107" y="111141"/>
                  </a:lnTo>
                  <a:lnTo>
                    <a:pt x="324402" y="106108"/>
                  </a:lnTo>
                  <a:lnTo>
                    <a:pt x="322537" y="101132"/>
                  </a:lnTo>
                  <a:lnTo>
                    <a:pt x="320516" y="96218"/>
                  </a:lnTo>
                  <a:lnTo>
                    <a:pt x="318339" y="91370"/>
                  </a:lnTo>
                  <a:lnTo>
                    <a:pt x="316009" y="86594"/>
                  </a:lnTo>
                  <a:lnTo>
                    <a:pt x="313529" y="81895"/>
                  </a:lnTo>
                  <a:lnTo>
                    <a:pt x="310900" y="77277"/>
                  </a:lnTo>
                  <a:lnTo>
                    <a:pt x="308126" y="72744"/>
                  </a:lnTo>
                  <a:lnTo>
                    <a:pt x="305210" y="68303"/>
                  </a:lnTo>
                  <a:lnTo>
                    <a:pt x="302153" y="63956"/>
                  </a:lnTo>
                  <a:lnTo>
                    <a:pt x="298960" y="59708"/>
                  </a:lnTo>
                  <a:lnTo>
                    <a:pt x="295634" y="55564"/>
                  </a:lnTo>
                  <a:lnTo>
                    <a:pt x="292178" y="51528"/>
                  </a:lnTo>
                  <a:lnTo>
                    <a:pt x="288595" y="47604"/>
                  </a:lnTo>
                  <a:lnTo>
                    <a:pt x="284889" y="43796"/>
                  </a:lnTo>
                  <a:lnTo>
                    <a:pt x="281064" y="40107"/>
                  </a:lnTo>
                  <a:lnTo>
                    <a:pt x="277124" y="36542"/>
                  </a:lnTo>
                  <a:lnTo>
                    <a:pt x="273072" y="33103"/>
                  </a:lnTo>
                  <a:lnTo>
                    <a:pt x="268913" y="29796"/>
                  </a:lnTo>
                  <a:lnTo>
                    <a:pt x="264651" y="26622"/>
                  </a:lnTo>
                  <a:lnTo>
                    <a:pt x="260291" y="23585"/>
                  </a:lnTo>
                  <a:lnTo>
                    <a:pt x="255836" y="20689"/>
                  </a:lnTo>
                  <a:lnTo>
                    <a:pt x="251291" y="17935"/>
                  </a:lnTo>
                  <a:lnTo>
                    <a:pt x="246661" y="15327"/>
                  </a:lnTo>
                  <a:lnTo>
                    <a:pt x="241951" y="12868"/>
                  </a:lnTo>
                  <a:lnTo>
                    <a:pt x="237164" y="10560"/>
                  </a:lnTo>
                  <a:lnTo>
                    <a:pt x="232307" y="8405"/>
                  </a:lnTo>
                  <a:lnTo>
                    <a:pt x="227384" y="6405"/>
                  </a:lnTo>
                  <a:lnTo>
                    <a:pt x="222400" y="4563"/>
                  </a:lnTo>
                  <a:lnTo>
                    <a:pt x="217359" y="2880"/>
                  </a:lnTo>
                  <a:lnTo>
                    <a:pt x="212268" y="1359"/>
                  </a:lnTo>
                  <a:lnTo>
                    <a:pt x="207131" y="0"/>
                  </a:lnTo>
                  <a:lnTo>
                    <a:pt x="166949" y="162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919011" y="2633064"/>
              <a:ext cx="40181" cy="167167"/>
            </a:xfrm>
            <a:custGeom>
              <a:avLst/>
              <a:pathLst>
                <a:path w="40181" h="167167">
                  <a:moveTo>
                    <a:pt x="40181" y="4900"/>
                  </a:moveTo>
                  <a:lnTo>
                    <a:pt x="33585" y="3408"/>
                  </a:lnTo>
                  <a:lnTo>
                    <a:pt x="26934" y="2184"/>
                  </a:lnTo>
                  <a:lnTo>
                    <a:pt x="20239" y="1229"/>
                  </a:lnTo>
                  <a:lnTo>
                    <a:pt x="13511" y="546"/>
                  </a:lnTo>
                  <a:lnTo>
                    <a:pt x="6761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7306" y="2126963"/>
              <a:ext cx="71165" cy="167167"/>
            </a:xfrm>
            <a:custGeom>
              <a:avLst/>
              <a:pathLst>
                <a:path w="71165" h="167167">
                  <a:moveTo>
                    <a:pt x="71165" y="0"/>
                  </a:moveTo>
                  <a:lnTo>
                    <a:pt x="65041" y="112"/>
                  </a:lnTo>
                  <a:lnTo>
                    <a:pt x="58924" y="448"/>
                  </a:lnTo>
                  <a:lnTo>
                    <a:pt x="52824" y="1009"/>
                  </a:lnTo>
                  <a:lnTo>
                    <a:pt x="46749" y="1792"/>
                  </a:lnTo>
                  <a:lnTo>
                    <a:pt x="40706" y="2798"/>
                  </a:lnTo>
                  <a:lnTo>
                    <a:pt x="34705" y="4024"/>
                  </a:lnTo>
                  <a:lnTo>
                    <a:pt x="28752" y="5470"/>
                  </a:lnTo>
                  <a:lnTo>
                    <a:pt x="22856" y="7132"/>
                  </a:lnTo>
                  <a:lnTo>
                    <a:pt x="17025" y="9009"/>
                  </a:lnTo>
                  <a:lnTo>
                    <a:pt x="11267" y="11099"/>
                  </a:lnTo>
                  <a:lnTo>
                    <a:pt x="5589" y="13399"/>
                  </a:lnTo>
                  <a:lnTo>
                    <a:pt x="0" y="15904"/>
                  </a:lnTo>
                  <a:lnTo>
                    <a:pt x="71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7306" y="2142868"/>
              <a:ext cx="71165" cy="151262"/>
            </a:xfrm>
            <a:custGeom>
              <a:avLst/>
              <a:pathLst>
                <a:path w="71165" h="151262">
                  <a:moveTo>
                    <a:pt x="0" y="0"/>
                  </a:moveTo>
                  <a:lnTo>
                    <a:pt x="71165" y="1512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561305" y="2142868"/>
              <a:ext cx="167167" cy="285669"/>
            </a:xfrm>
            <a:custGeom>
              <a:avLst/>
              <a:pathLst>
                <a:path w="167167" h="285669">
                  <a:moveTo>
                    <a:pt x="96001" y="0"/>
                  </a:moveTo>
                  <a:lnTo>
                    <a:pt x="91158" y="2374"/>
                  </a:lnTo>
                  <a:lnTo>
                    <a:pt x="86394" y="4904"/>
                  </a:lnTo>
                  <a:lnTo>
                    <a:pt x="81715" y="7586"/>
                  </a:lnTo>
                  <a:lnTo>
                    <a:pt x="77124" y="10417"/>
                  </a:lnTo>
                  <a:lnTo>
                    <a:pt x="72627" y="13396"/>
                  </a:lnTo>
                  <a:lnTo>
                    <a:pt x="68228" y="16517"/>
                  </a:lnTo>
                  <a:lnTo>
                    <a:pt x="63933" y="19779"/>
                  </a:lnTo>
                  <a:lnTo>
                    <a:pt x="59745" y="23178"/>
                  </a:lnTo>
                  <a:lnTo>
                    <a:pt x="55669" y="26710"/>
                  </a:lnTo>
                  <a:lnTo>
                    <a:pt x="51708" y="30372"/>
                  </a:lnTo>
                  <a:lnTo>
                    <a:pt x="47868" y="34160"/>
                  </a:lnTo>
                  <a:lnTo>
                    <a:pt x="44153" y="38070"/>
                  </a:lnTo>
                  <a:lnTo>
                    <a:pt x="40565" y="42097"/>
                  </a:lnTo>
                  <a:lnTo>
                    <a:pt x="37109" y="46238"/>
                  </a:lnTo>
                  <a:lnTo>
                    <a:pt x="33789" y="50489"/>
                  </a:lnTo>
                  <a:lnTo>
                    <a:pt x="30607" y="54844"/>
                  </a:lnTo>
                  <a:lnTo>
                    <a:pt x="27568" y="59300"/>
                  </a:lnTo>
                  <a:lnTo>
                    <a:pt x="24673" y="63852"/>
                  </a:lnTo>
                  <a:lnTo>
                    <a:pt x="21928" y="68494"/>
                  </a:lnTo>
                  <a:lnTo>
                    <a:pt x="19333" y="73223"/>
                  </a:lnTo>
                  <a:lnTo>
                    <a:pt x="16892" y="78033"/>
                  </a:lnTo>
                  <a:lnTo>
                    <a:pt x="14608" y="82919"/>
                  </a:lnTo>
                  <a:lnTo>
                    <a:pt x="12483" y="87876"/>
                  </a:lnTo>
                  <a:lnTo>
                    <a:pt x="10518" y="92899"/>
                  </a:lnTo>
                  <a:lnTo>
                    <a:pt x="8717" y="97984"/>
                  </a:lnTo>
                  <a:lnTo>
                    <a:pt x="7081" y="103123"/>
                  </a:lnTo>
                  <a:lnTo>
                    <a:pt x="5611" y="108313"/>
                  </a:lnTo>
                  <a:lnTo>
                    <a:pt x="4309" y="113547"/>
                  </a:lnTo>
                  <a:lnTo>
                    <a:pt x="3177" y="118821"/>
                  </a:lnTo>
                  <a:lnTo>
                    <a:pt x="2216" y="124128"/>
                  </a:lnTo>
                  <a:lnTo>
                    <a:pt x="1427" y="129464"/>
                  </a:lnTo>
                  <a:lnTo>
                    <a:pt x="810" y="134822"/>
                  </a:lnTo>
                  <a:lnTo>
                    <a:pt x="366" y="140197"/>
                  </a:lnTo>
                  <a:lnTo>
                    <a:pt x="96" y="145584"/>
                  </a:lnTo>
                  <a:lnTo>
                    <a:pt x="0" y="150977"/>
                  </a:lnTo>
                  <a:lnTo>
                    <a:pt x="77" y="156370"/>
                  </a:lnTo>
                  <a:lnTo>
                    <a:pt x="329" y="161758"/>
                  </a:lnTo>
                  <a:lnTo>
                    <a:pt x="755" y="167135"/>
                  </a:lnTo>
                  <a:lnTo>
                    <a:pt x="1353" y="172496"/>
                  </a:lnTo>
                  <a:lnTo>
                    <a:pt x="2125" y="177834"/>
                  </a:lnTo>
                  <a:lnTo>
                    <a:pt x="3068" y="183145"/>
                  </a:lnTo>
                  <a:lnTo>
                    <a:pt x="4182" y="188422"/>
                  </a:lnTo>
                  <a:lnTo>
                    <a:pt x="5465" y="193661"/>
                  </a:lnTo>
                  <a:lnTo>
                    <a:pt x="6917" y="198855"/>
                  </a:lnTo>
                  <a:lnTo>
                    <a:pt x="8536" y="204000"/>
                  </a:lnTo>
                  <a:lnTo>
                    <a:pt x="10320" y="209091"/>
                  </a:lnTo>
                  <a:lnTo>
                    <a:pt x="12267" y="214121"/>
                  </a:lnTo>
                  <a:lnTo>
                    <a:pt x="14376" y="219085"/>
                  </a:lnTo>
                  <a:lnTo>
                    <a:pt x="16644" y="223979"/>
                  </a:lnTo>
                  <a:lnTo>
                    <a:pt x="19068" y="228797"/>
                  </a:lnTo>
                  <a:lnTo>
                    <a:pt x="21646" y="233535"/>
                  </a:lnTo>
                  <a:lnTo>
                    <a:pt x="24376" y="238187"/>
                  </a:lnTo>
                  <a:lnTo>
                    <a:pt x="27255" y="242748"/>
                  </a:lnTo>
                  <a:lnTo>
                    <a:pt x="30279" y="247214"/>
                  </a:lnTo>
                  <a:lnTo>
                    <a:pt x="33446" y="251580"/>
                  </a:lnTo>
                  <a:lnTo>
                    <a:pt x="36752" y="255842"/>
                  </a:lnTo>
                  <a:lnTo>
                    <a:pt x="40194" y="259995"/>
                  </a:lnTo>
                  <a:lnTo>
                    <a:pt x="43768" y="264035"/>
                  </a:lnTo>
                  <a:lnTo>
                    <a:pt x="47470" y="267957"/>
                  </a:lnTo>
                  <a:lnTo>
                    <a:pt x="51297" y="271758"/>
                  </a:lnTo>
                  <a:lnTo>
                    <a:pt x="55245" y="275433"/>
                  </a:lnTo>
                  <a:lnTo>
                    <a:pt x="59309" y="278979"/>
                  </a:lnTo>
                  <a:lnTo>
                    <a:pt x="63485" y="282392"/>
                  </a:lnTo>
                  <a:lnTo>
                    <a:pt x="67770" y="285669"/>
                  </a:lnTo>
                  <a:lnTo>
                    <a:pt x="167167" y="1512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9075" y="2126963"/>
              <a:ext cx="266545" cy="334334"/>
            </a:xfrm>
            <a:custGeom>
              <a:avLst/>
              <a:pathLst>
                <a:path w="266545" h="334334">
                  <a:moveTo>
                    <a:pt x="0" y="301574"/>
                  </a:moveTo>
                  <a:lnTo>
                    <a:pt x="4316" y="304661"/>
                  </a:lnTo>
                  <a:lnTo>
                    <a:pt x="8729" y="307611"/>
                  </a:lnTo>
                  <a:lnTo>
                    <a:pt x="13233" y="310418"/>
                  </a:lnTo>
                  <a:lnTo>
                    <a:pt x="17824" y="313081"/>
                  </a:lnTo>
                  <a:lnTo>
                    <a:pt x="22498" y="315597"/>
                  </a:lnTo>
                  <a:lnTo>
                    <a:pt x="27248" y="317964"/>
                  </a:lnTo>
                  <a:lnTo>
                    <a:pt x="32072" y="320178"/>
                  </a:lnTo>
                  <a:lnTo>
                    <a:pt x="36963" y="322238"/>
                  </a:lnTo>
                  <a:lnTo>
                    <a:pt x="41917" y="324142"/>
                  </a:lnTo>
                  <a:lnTo>
                    <a:pt x="46930" y="325887"/>
                  </a:lnTo>
                  <a:lnTo>
                    <a:pt x="51995" y="327473"/>
                  </a:lnTo>
                  <a:lnTo>
                    <a:pt x="57108" y="328897"/>
                  </a:lnTo>
                  <a:lnTo>
                    <a:pt x="62263" y="330158"/>
                  </a:lnTo>
                  <a:lnTo>
                    <a:pt x="67456" y="331255"/>
                  </a:lnTo>
                  <a:lnTo>
                    <a:pt x="72681" y="332186"/>
                  </a:lnTo>
                  <a:lnTo>
                    <a:pt x="77933" y="332951"/>
                  </a:lnTo>
                  <a:lnTo>
                    <a:pt x="83207" y="333549"/>
                  </a:lnTo>
                  <a:lnTo>
                    <a:pt x="88497" y="333979"/>
                  </a:lnTo>
                  <a:lnTo>
                    <a:pt x="93798" y="334241"/>
                  </a:lnTo>
                  <a:lnTo>
                    <a:pt x="99105" y="334334"/>
                  </a:lnTo>
                  <a:lnTo>
                    <a:pt x="104412" y="334259"/>
                  </a:lnTo>
                  <a:lnTo>
                    <a:pt x="109714" y="334016"/>
                  </a:lnTo>
                  <a:lnTo>
                    <a:pt x="115005" y="333604"/>
                  </a:lnTo>
                  <a:lnTo>
                    <a:pt x="120281" y="333025"/>
                  </a:lnTo>
                  <a:lnTo>
                    <a:pt x="125536" y="332278"/>
                  </a:lnTo>
                  <a:lnTo>
                    <a:pt x="130764" y="331365"/>
                  </a:lnTo>
                  <a:lnTo>
                    <a:pt x="135961" y="330287"/>
                  </a:lnTo>
                  <a:lnTo>
                    <a:pt x="141121" y="329044"/>
                  </a:lnTo>
                  <a:lnTo>
                    <a:pt x="146239" y="327637"/>
                  </a:lnTo>
                  <a:lnTo>
                    <a:pt x="151309" y="326069"/>
                  </a:lnTo>
                  <a:lnTo>
                    <a:pt x="156327" y="324341"/>
                  </a:lnTo>
                  <a:lnTo>
                    <a:pt x="161288" y="322455"/>
                  </a:lnTo>
                  <a:lnTo>
                    <a:pt x="166187" y="320412"/>
                  </a:lnTo>
                  <a:lnTo>
                    <a:pt x="171018" y="318214"/>
                  </a:lnTo>
                  <a:lnTo>
                    <a:pt x="175777" y="315864"/>
                  </a:lnTo>
                  <a:lnTo>
                    <a:pt x="180459" y="313365"/>
                  </a:lnTo>
                  <a:lnTo>
                    <a:pt x="185059" y="310718"/>
                  </a:lnTo>
                  <a:lnTo>
                    <a:pt x="189573" y="307926"/>
                  </a:lnTo>
                  <a:lnTo>
                    <a:pt x="193996" y="304992"/>
                  </a:lnTo>
                  <a:lnTo>
                    <a:pt x="198324" y="301920"/>
                  </a:lnTo>
                  <a:lnTo>
                    <a:pt x="202552" y="298711"/>
                  </a:lnTo>
                  <a:lnTo>
                    <a:pt x="206676" y="295370"/>
                  </a:lnTo>
                  <a:lnTo>
                    <a:pt x="210692" y="291900"/>
                  </a:lnTo>
                  <a:lnTo>
                    <a:pt x="214595" y="288304"/>
                  </a:lnTo>
                  <a:lnTo>
                    <a:pt x="218383" y="284586"/>
                  </a:lnTo>
                  <a:lnTo>
                    <a:pt x="222050" y="280749"/>
                  </a:lnTo>
                  <a:lnTo>
                    <a:pt x="225594" y="276799"/>
                  </a:lnTo>
                  <a:lnTo>
                    <a:pt x="229011" y="272737"/>
                  </a:lnTo>
                  <a:lnTo>
                    <a:pt x="232297" y="268569"/>
                  </a:lnTo>
                  <a:lnTo>
                    <a:pt x="235449" y="264299"/>
                  </a:lnTo>
                  <a:lnTo>
                    <a:pt x="238464" y="259931"/>
                  </a:lnTo>
                  <a:lnTo>
                    <a:pt x="241339" y="255469"/>
                  </a:lnTo>
                  <a:lnTo>
                    <a:pt x="244070" y="250919"/>
                  </a:lnTo>
                  <a:lnTo>
                    <a:pt x="246656" y="246284"/>
                  </a:lnTo>
                  <a:lnTo>
                    <a:pt x="249094" y="241569"/>
                  </a:lnTo>
                  <a:lnTo>
                    <a:pt x="251380" y="236780"/>
                  </a:lnTo>
                  <a:lnTo>
                    <a:pt x="253513" y="231920"/>
                  </a:lnTo>
                  <a:lnTo>
                    <a:pt x="255491" y="226994"/>
                  </a:lnTo>
                  <a:lnTo>
                    <a:pt x="257312" y="222009"/>
                  </a:lnTo>
                  <a:lnTo>
                    <a:pt x="258973" y="216968"/>
                  </a:lnTo>
                  <a:lnTo>
                    <a:pt x="260474" y="211877"/>
                  </a:lnTo>
                  <a:lnTo>
                    <a:pt x="261812" y="206741"/>
                  </a:lnTo>
                  <a:lnTo>
                    <a:pt x="262986" y="201565"/>
                  </a:lnTo>
                  <a:lnTo>
                    <a:pt x="263996" y="196355"/>
                  </a:lnTo>
                  <a:lnTo>
                    <a:pt x="264840" y="191115"/>
                  </a:lnTo>
                  <a:lnTo>
                    <a:pt x="265516" y="185851"/>
                  </a:lnTo>
                  <a:lnTo>
                    <a:pt x="266026" y="180568"/>
                  </a:lnTo>
                  <a:lnTo>
                    <a:pt x="266367" y="175271"/>
                  </a:lnTo>
                  <a:lnTo>
                    <a:pt x="266540" y="169966"/>
                  </a:lnTo>
                  <a:lnTo>
                    <a:pt x="266545" y="164659"/>
                  </a:lnTo>
                  <a:lnTo>
                    <a:pt x="266381" y="159354"/>
                  </a:lnTo>
                  <a:lnTo>
                    <a:pt x="266049" y="154057"/>
                  </a:lnTo>
                  <a:lnTo>
                    <a:pt x="265549" y="148773"/>
                  </a:lnTo>
                  <a:lnTo>
                    <a:pt x="264881" y="143508"/>
                  </a:lnTo>
                  <a:lnTo>
                    <a:pt x="264047" y="138266"/>
                  </a:lnTo>
                  <a:lnTo>
                    <a:pt x="263046" y="133054"/>
                  </a:lnTo>
                  <a:lnTo>
                    <a:pt x="261881" y="127876"/>
                  </a:lnTo>
                  <a:lnTo>
                    <a:pt x="260552" y="122738"/>
                  </a:lnTo>
                  <a:lnTo>
                    <a:pt x="259060" y="117644"/>
                  </a:lnTo>
                  <a:lnTo>
                    <a:pt x="257407" y="112600"/>
                  </a:lnTo>
                  <a:lnTo>
                    <a:pt x="255595" y="107612"/>
                  </a:lnTo>
                  <a:lnTo>
                    <a:pt x="253626" y="102683"/>
                  </a:lnTo>
                  <a:lnTo>
                    <a:pt x="251501" y="97820"/>
                  </a:lnTo>
                  <a:lnTo>
                    <a:pt x="249223" y="93026"/>
                  </a:lnTo>
                  <a:lnTo>
                    <a:pt x="246794" y="88307"/>
                  </a:lnTo>
                  <a:lnTo>
                    <a:pt x="244216" y="83667"/>
                  </a:lnTo>
                  <a:lnTo>
                    <a:pt x="241493" y="79112"/>
                  </a:lnTo>
                  <a:lnTo>
                    <a:pt x="238626" y="74646"/>
                  </a:lnTo>
                  <a:lnTo>
                    <a:pt x="235618" y="70272"/>
                  </a:lnTo>
                  <a:lnTo>
                    <a:pt x="232474" y="65997"/>
                  </a:lnTo>
                  <a:lnTo>
                    <a:pt x="229195" y="61823"/>
                  </a:lnTo>
                  <a:lnTo>
                    <a:pt x="225785" y="57756"/>
                  </a:lnTo>
                  <a:lnTo>
                    <a:pt x="222248" y="53799"/>
                  </a:lnTo>
                  <a:lnTo>
                    <a:pt x="218587" y="49956"/>
                  </a:lnTo>
                  <a:lnTo>
                    <a:pt x="214806" y="46231"/>
                  </a:lnTo>
                  <a:lnTo>
                    <a:pt x="210909" y="42628"/>
                  </a:lnTo>
                  <a:lnTo>
                    <a:pt x="206899" y="39151"/>
                  </a:lnTo>
                  <a:lnTo>
                    <a:pt x="202781" y="35803"/>
                  </a:lnTo>
                  <a:lnTo>
                    <a:pt x="198559" y="32587"/>
                  </a:lnTo>
                  <a:lnTo>
                    <a:pt x="194236" y="29507"/>
                  </a:lnTo>
                  <a:lnTo>
                    <a:pt x="189819" y="26565"/>
                  </a:lnTo>
                  <a:lnTo>
                    <a:pt x="185310" y="23766"/>
                  </a:lnTo>
                  <a:lnTo>
                    <a:pt x="180714" y="21111"/>
                  </a:lnTo>
                  <a:lnTo>
                    <a:pt x="176036" y="18603"/>
                  </a:lnTo>
                  <a:lnTo>
                    <a:pt x="171281" y="16245"/>
                  </a:lnTo>
                  <a:lnTo>
                    <a:pt x="166454" y="14039"/>
                  </a:lnTo>
                  <a:lnTo>
                    <a:pt x="161559" y="11987"/>
                  </a:lnTo>
                  <a:lnTo>
                    <a:pt x="156601" y="10092"/>
                  </a:lnTo>
                  <a:lnTo>
                    <a:pt x="151586" y="8355"/>
                  </a:lnTo>
                  <a:lnTo>
                    <a:pt x="146518" y="6778"/>
                  </a:lnTo>
                  <a:lnTo>
                    <a:pt x="141403" y="5363"/>
                  </a:lnTo>
                  <a:lnTo>
                    <a:pt x="136245" y="4111"/>
                  </a:lnTo>
                  <a:lnTo>
                    <a:pt x="131050" y="3024"/>
                  </a:lnTo>
                  <a:lnTo>
                    <a:pt x="125824" y="2102"/>
                  </a:lnTo>
                  <a:lnTo>
                    <a:pt x="120570" y="1346"/>
                  </a:lnTo>
                  <a:lnTo>
                    <a:pt x="115295" y="757"/>
                  </a:lnTo>
                  <a:lnTo>
                    <a:pt x="110005" y="336"/>
                  </a:lnTo>
                  <a:lnTo>
                    <a:pt x="104703" y="84"/>
                  </a:lnTo>
                  <a:lnTo>
                    <a:pt x="99396" y="0"/>
                  </a:lnTo>
                  <a:lnTo>
                    <a:pt x="9939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9361" y="1681503"/>
              <a:ext cx="33873" cy="167167"/>
            </a:xfrm>
            <a:custGeom>
              <a:avLst/>
              <a:pathLst>
                <a:path w="33873" h="167167">
                  <a:moveTo>
                    <a:pt x="33873" y="0"/>
                  </a:moveTo>
                  <a:lnTo>
                    <a:pt x="27053" y="139"/>
                  </a:lnTo>
                  <a:lnTo>
                    <a:pt x="20244" y="556"/>
                  </a:lnTo>
                  <a:lnTo>
                    <a:pt x="13458" y="1251"/>
                  </a:lnTo>
                  <a:lnTo>
                    <a:pt x="6706" y="2222"/>
                  </a:lnTo>
                  <a:lnTo>
                    <a:pt x="0" y="3467"/>
                  </a:lnTo>
                  <a:lnTo>
                    <a:pt x="3387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9361" y="1684971"/>
              <a:ext cx="33873" cy="163699"/>
            </a:xfrm>
            <a:custGeom>
              <a:avLst/>
              <a:pathLst>
                <a:path w="33873" h="163699">
                  <a:moveTo>
                    <a:pt x="0" y="0"/>
                  </a:moveTo>
                  <a:lnTo>
                    <a:pt x="33873" y="1636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256071" y="1684971"/>
              <a:ext cx="334315" cy="330866"/>
            </a:xfrm>
            <a:custGeom>
              <a:avLst/>
              <a:pathLst>
                <a:path w="334315" h="330866">
                  <a:moveTo>
                    <a:pt x="133289" y="0"/>
                  </a:moveTo>
                  <a:lnTo>
                    <a:pt x="128131" y="1152"/>
                  </a:lnTo>
                  <a:lnTo>
                    <a:pt x="123011" y="2468"/>
                  </a:lnTo>
                  <a:lnTo>
                    <a:pt x="117936" y="3944"/>
                  </a:lnTo>
                  <a:lnTo>
                    <a:pt x="112909" y="5580"/>
                  </a:lnTo>
                  <a:lnTo>
                    <a:pt x="107937" y="7375"/>
                  </a:lnTo>
                  <a:lnTo>
                    <a:pt x="103024" y="9325"/>
                  </a:lnTo>
                  <a:lnTo>
                    <a:pt x="98176" y="11430"/>
                  </a:lnTo>
                  <a:lnTo>
                    <a:pt x="93396" y="13688"/>
                  </a:lnTo>
                  <a:lnTo>
                    <a:pt x="88690" y="16095"/>
                  </a:lnTo>
                  <a:lnTo>
                    <a:pt x="84063" y="18650"/>
                  </a:lnTo>
                  <a:lnTo>
                    <a:pt x="79518" y="21350"/>
                  </a:lnTo>
                  <a:lnTo>
                    <a:pt x="75061" y="24192"/>
                  </a:lnTo>
                  <a:lnTo>
                    <a:pt x="70697" y="27173"/>
                  </a:lnTo>
                  <a:lnTo>
                    <a:pt x="66428" y="30292"/>
                  </a:lnTo>
                  <a:lnTo>
                    <a:pt x="62261" y="33543"/>
                  </a:lnTo>
                  <a:lnTo>
                    <a:pt x="58198" y="36925"/>
                  </a:lnTo>
                  <a:lnTo>
                    <a:pt x="54245" y="40433"/>
                  </a:lnTo>
                  <a:lnTo>
                    <a:pt x="50404" y="44065"/>
                  </a:lnTo>
                  <a:lnTo>
                    <a:pt x="46680" y="47816"/>
                  </a:lnTo>
                  <a:lnTo>
                    <a:pt x="43076" y="51684"/>
                  </a:lnTo>
                  <a:lnTo>
                    <a:pt x="39597" y="55663"/>
                  </a:lnTo>
                  <a:lnTo>
                    <a:pt x="36245" y="59750"/>
                  </a:lnTo>
                  <a:lnTo>
                    <a:pt x="33024" y="63941"/>
                  </a:lnTo>
                  <a:lnTo>
                    <a:pt x="29937" y="68232"/>
                  </a:lnTo>
                  <a:lnTo>
                    <a:pt x="26987" y="72618"/>
                  </a:lnTo>
                  <a:lnTo>
                    <a:pt x="24177" y="77096"/>
                  </a:lnTo>
                  <a:lnTo>
                    <a:pt x="21511" y="81660"/>
                  </a:lnTo>
                  <a:lnTo>
                    <a:pt x="18990" y="86306"/>
                  </a:lnTo>
                  <a:lnTo>
                    <a:pt x="16617" y="91029"/>
                  </a:lnTo>
                  <a:lnTo>
                    <a:pt x="14395" y="95825"/>
                  </a:lnTo>
                  <a:lnTo>
                    <a:pt x="12325" y="100689"/>
                  </a:lnTo>
                  <a:lnTo>
                    <a:pt x="10410" y="105616"/>
                  </a:lnTo>
                  <a:lnTo>
                    <a:pt x="8652" y="110601"/>
                  </a:lnTo>
                  <a:lnTo>
                    <a:pt x="7053" y="115639"/>
                  </a:lnTo>
                  <a:lnTo>
                    <a:pt x="5613" y="120725"/>
                  </a:lnTo>
                  <a:lnTo>
                    <a:pt x="4336" y="125854"/>
                  </a:lnTo>
                  <a:lnTo>
                    <a:pt x="3220" y="131021"/>
                  </a:lnTo>
                  <a:lnTo>
                    <a:pt x="2269" y="136221"/>
                  </a:lnTo>
                  <a:lnTo>
                    <a:pt x="1483" y="141448"/>
                  </a:lnTo>
                  <a:lnTo>
                    <a:pt x="862" y="146697"/>
                  </a:lnTo>
                  <a:lnTo>
                    <a:pt x="408" y="151964"/>
                  </a:lnTo>
                  <a:lnTo>
                    <a:pt x="120" y="157242"/>
                  </a:lnTo>
                  <a:lnTo>
                    <a:pt x="0" y="162526"/>
                  </a:lnTo>
                  <a:lnTo>
                    <a:pt x="46" y="167812"/>
                  </a:lnTo>
                  <a:lnTo>
                    <a:pt x="260" y="173094"/>
                  </a:lnTo>
                  <a:lnTo>
                    <a:pt x="640" y="178366"/>
                  </a:lnTo>
                  <a:lnTo>
                    <a:pt x="1187" y="183623"/>
                  </a:lnTo>
                  <a:lnTo>
                    <a:pt x="1900" y="188861"/>
                  </a:lnTo>
                  <a:lnTo>
                    <a:pt x="2778" y="194073"/>
                  </a:lnTo>
                  <a:lnTo>
                    <a:pt x="3821" y="199255"/>
                  </a:lnTo>
                  <a:lnTo>
                    <a:pt x="5026" y="204402"/>
                  </a:lnTo>
                  <a:lnTo>
                    <a:pt x="6394" y="209508"/>
                  </a:lnTo>
                  <a:lnTo>
                    <a:pt x="7923" y="214568"/>
                  </a:lnTo>
                  <a:lnTo>
                    <a:pt x="9611" y="219577"/>
                  </a:lnTo>
                  <a:lnTo>
                    <a:pt x="11456" y="224530"/>
                  </a:lnTo>
                  <a:lnTo>
                    <a:pt x="13457" y="229423"/>
                  </a:lnTo>
                  <a:lnTo>
                    <a:pt x="15612" y="234250"/>
                  </a:lnTo>
                  <a:lnTo>
                    <a:pt x="17919" y="239006"/>
                  </a:lnTo>
                  <a:lnTo>
                    <a:pt x="20374" y="243687"/>
                  </a:lnTo>
                  <a:lnTo>
                    <a:pt x="22976" y="248288"/>
                  </a:lnTo>
                  <a:lnTo>
                    <a:pt x="25723" y="252804"/>
                  </a:lnTo>
                  <a:lnTo>
                    <a:pt x="28611" y="257231"/>
                  </a:lnTo>
                  <a:lnTo>
                    <a:pt x="31637" y="261565"/>
                  </a:lnTo>
                  <a:lnTo>
                    <a:pt x="34799" y="265801"/>
                  </a:lnTo>
                  <a:lnTo>
                    <a:pt x="38093" y="269935"/>
                  </a:lnTo>
                  <a:lnTo>
                    <a:pt x="41517" y="273962"/>
                  </a:lnTo>
                  <a:lnTo>
                    <a:pt x="45066" y="277880"/>
                  </a:lnTo>
                  <a:lnTo>
                    <a:pt x="48737" y="281683"/>
                  </a:lnTo>
                  <a:lnTo>
                    <a:pt x="52526" y="285368"/>
                  </a:lnTo>
                  <a:lnTo>
                    <a:pt x="56430" y="288932"/>
                  </a:lnTo>
                  <a:lnTo>
                    <a:pt x="60445" y="292370"/>
                  </a:lnTo>
                  <a:lnTo>
                    <a:pt x="64566" y="295680"/>
                  </a:lnTo>
                  <a:lnTo>
                    <a:pt x="68791" y="298858"/>
                  </a:lnTo>
                  <a:lnTo>
                    <a:pt x="73113" y="301900"/>
                  </a:lnTo>
                  <a:lnTo>
                    <a:pt x="77529" y="304805"/>
                  </a:lnTo>
                  <a:lnTo>
                    <a:pt x="82036" y="307568"/>
                  </a:lnTo>
                  <a:lnTo>
                    <a:pt x="86627" y="310188"/>
                  </a:lnTo>
                  <a:lnTo>
                    <a:pt x="91298" y="312661"/>
                  </a:lnTo>
                  <a:lnTo>
                    <a:pt x="96046" y="314985"/>
                  </a:lnTo>
                  <a:lnTo>
                    <a:pt x="100865" y="317158"/>
                  </a:lnTo>
                  <a:lnTo>
                    <a:pt x="105750" y="319177"/>
                  </a:lnTo>
                  <a:lnTo>
                    <a:pt x="110696" y="321041"/>
                  </a:lnTo>
                  <a:lnTo>
                    <a:pt x="115699" y="322747"/>
                  </a:lnTo>
                  <a:lnTo>
                    <a:pt x="120753" y="324295"/>
                  </a:lnTo>
                  <a:lnTo>
                    <a:pt x="125854" y="325682"/>
                  </a:lnTo>
                  <a:lnTo>
                    <a:pt x="130996" y="326907"/>
                  </a:lnTo>
                  <a:lnTo>
                    <a:pt x="136174" y="327969"/>
                  </a:lnTo>
                  <a:lnTo>
                    <a:pt x="141383" y="328867"/>
                  </a:lnTo>
                  <a:lnTo>
                    <a:pt x="146618" y="329599"/>
                  </a:lnTo>
                  <a:lnTo>
                    <a:pt x="151873" y="330166"/>
                  </a:lnTo>
                  <a:lnTo>
                    <a:pt x="157144" y="330566"/>
                  </a:lnTo>
                  <a:lnTo>
                    <a:pt x="162425" y="330799"/>
                  </a:lnTo>
                  <a:lnTo>
                    <a:pt x="167710" y="330866"/>
                  </a:lnTo>
                  <a:lnTo>
                    <a:pt x="172995" y="330765"/>
                  </a:lnTo>
                  <a:lnTo>
                    <a:pt x="178274" y="330497"/>
                  </a:lnTo>
                  <a:lnTo>
                    <a:pt x="183542" y="330062"/>
                  </a:lnTo>
                  <a:lnTo>
                    <a:pt x="188794" y="329461"/>
                  </a:lnTo>
                  <a:lnTo>
                    <a:pt x="194024" y="328694"/>
                  </a:lnTo>
                  <a:lnTo>
                    <a:pt x="199227" y="327763"/>
                  </a:lnTo>
                  <a:lnTo>
                    <a:pt x="204398" y="326667"/>
                  </a:lnTo>
                  <a:lnTo>
                    <a:pt x="209532" y="325408"/>
                  </a:lnTo>
                  <a:lnTo>
                    <a:pt x="214624" y="323988"/>
                  </a:lnTo>
                  <a:lnTo>
                    <a:pt x="219668" y="322407"/>
                  </a:lnTo>
                  <a:lnTo>
                    <a:pt x="224659" y="320668"/>
                  </a:lnTo>
                  <a:lnTo>
                    <a:pt x="229593" y="318771"/>
                  </a:lnTo>
                  <a:lnTo>
                    <a:pt x="234465" y="316720"/>
                  </a:lnTo>
                  <a:lnTo>
                    <a:pt x="239269" y="314516"/>
                  </a:lnTo>
                  <a:lnTo>
                    <a:pt x="244001" y="312160"/>
                  </a:lnTo>
                  <a:lnTo>
                    <a:pt x="248657" y="309657"/>
                  </a:lnTo>
                  <a:lnTo>
                    <a:pt x="253231" y="307007"/>
                  </a:lnTo>
                  <a:lnTo>
                    <a:pt x="257719" y="304215"/>
                  </a:lnTo>
                  <a:lnTo>
                    <a:pt x="262116" y="301281"/>
                  </a:lnTo>
                  <a:lnTo>
                    <a:pt x="266418" y="298210"/>
                  </a:lnTo>
                  <a:lnTo>
                    <a:pt x="270622" y="295005"/>
                  </a:lnTo>
                  <a:lnTo>
                    <a:pt x="274721" y="291668"/>
                  </a:lnTo>
                  <a:lnTo>
                    <a:pt x="278713" y="288204"/>
                  </a:lnTo>
                  <a:lnTo>
                    <a:pt x="282594" y="284615"/>
                  </a:lnTo>
                  <a:lnTo>
                    <a:pt x="286359" y="280905"/>
                  </a:lnTo>
                  <a:lnTo>
                    <a:pt x="290005" y="277078"/>
                  </a:lnTo>
                  <a:lnTo>
                    <a:pt x="293529" y="273137"/>
                  </a:lnTo>
                  <a:lnTo>
                    <a:pt x="296925" y="269087"/>
                  </a:lnTo>
                  <a:lnTo>
                    <a:pt x="300193" y="264932"/>
                  </a:lnTo>
                  <a:lnTo>
                    <a:pt x="303327" y="260675"/>
                  </a:lnTo>
                  <a:lnTo>
                    <a:pt x="306325" y="256322"/>
                  </a:lnTo>
                  <a:lnTo>
                    <a:pt x="309183" y="251876"/>
                  </a:lnTo>
                  <a:lnTo>
                    <a:pt x="311900" y="247341"/>
                  </a:lnTo>
                  <a:lnTo>
                    <a:pt x="314472" y="242723"/>
                  </a:lnTo>
                  <a:lnTo>
                    <a:pt x="316897" y="238026"/>
                  </a:lnTo>
                  <a:lnTo>
                    <a:pt x="319172" y="233255"/>
                  </a:lnTo>
                  <a:lnTo>
                    <a:pt x="321295" y="228414"/>
                  </a:lnTo>
                  <a:lnTo>
                    <a:pt x="323264" y="223509"/>
                  </a:lnTo>
                  <a:lnTo>
                    <a:pt x="325077" y="218544"/>
                  </a:lnTo>
                  <a:lnTo>
                    <a:pt x="326732" y="213524"/>
                  </a:lnTo>
                  <a:lnTo>
                    <a:pt x="328228" y="208454"/>
                  </a:lnTo>
                  <a:lnTo>
                    <a:pt x="329562" y="203339"/>
                  </a:lnTo>
                  <a:lnTo>
                    <a:pt x="330735" y="198185"/>
                  </a:lnTo>
                  <a:lnTo>
                    <a:pt x="331743" y="192996"/>
                  </a:lnTo>
                  <a:lnTo>
                    <a:pt x="332587" y="187778"/>
                  </a:lnTo>
                  <a:lnTo>
                    <a:pt x="333266" y="182536"/>
                  </a:lnTo>
                  <a:lnTo>
                    <a:pt x="333778" y="177275"/>
                  </a:lnTo>
                  <a:lnTo>
                    <a:pt x="334124" y="172000"/>
                  </a:lnTo>
                  <a:lnTo>
                    <a:pt x="334303" y="166717"/>
                  </a:lnTo>
                  <a:lnTo>
                    <a:pt x="334315" y="161431"/>
                  </a:lnTo>
                  <a:lnTo>
                    <a:pt x="334160" y="156148"/>
                  </a:lnTo>
                  <a:lnTo>
                    <a:pt x="333837" y="150872"/>
                  </a:lnTo>
                  <a:lnTo>
                    <a:pt x="333348" y="145608"/>
                  </a:lnTo>
                  <a:lnTo>
                    <a:pt x="332693" y="140363"/>
                  </a:lnTo>
                  <a:lnTo>
                    <a:pt x="331873" y="135141"/>
                  </a:lnTo>
                  <a:lnTo>
                    <a:pt x="330888" y="129948"/>
                  </a:lnTo>
                  <a:lnTo>
                    <a:pt x="329739" y="124788"/>
                  </a:lnTo>
                  <a:lnTo>
                    <a:pt x="328427" y="119668"/>
                  </a:lnTo>
                  <a:lnTo>
                    <a:pt x="326954" y="114591"/>
                  </a:lnTo>
                  <a:lnTo>
                    <a:pt x="325322" y="109564"/>
                  </a:lnTo>
                  <a:lnTo>
                    <a:pt x="323531" y="104590"/>
                  </a:lnTo>
                  <a:lnTo>
                    <a:pt x="321584" y="99676"/>
                  </a:lnTo>
                  <a:lnTo>
                    <a:pt x="319483" y="94826"/>
                  </a:lnTo>
                  <a:lnTo>
                    <a:pt x="317229" y="90044"/>
                  </a:lnTo>
                  <a:lnTo>
                    <a:pt x="314826" y="85337"/>
                  </a:lnTo>
                  <a:lnTo>
                    <a:pt x="312274" y="80707"/>
                  </a:lnTo>
                  <a:lnTo>
                    <a:pt x="309578" y="76161"/>
                  </a:lnTo>
                  <a:lnTo>
                    <a:pt x="306739" y="71702"/>
                  </a:lnTo>
                  <a:lnTo>
                    <a:pt x="303761" y="67335"/>
                  </a:lnTo>
                  <a:lnTo>
                    <a:pt x="300646" y="63064"/>
                  </a:lnTo>
                  <a:lnTo>
                    <a:pt x="297397" y="58895"/>
                  </a:lnTo>
                  <a:lnTo>
                    <a:pt x="294018" y="54829"/>
                  </a:lnTo>
                  <a:lnTo>
                    <a:pt x="290513" y="50873"/>
                  </a:lnTo>
                  <a:lnTo>
                    <a:pt x="286884" y="47030"/>
                  </a:lnTo>
                  <a:lnTo>
                    <a:pt x="283136" y="43303"/>
                  </a:lnTo>
                  <a:lnTo>
                    <a:pt x="279271" y="39696"/>
                  </a:lnTo>
                  <a:lnTo>
                    <a:pt x="275295" y="36214"/>
                  </a:lnTo>
                  <a:lnTo>
                    <a:pt x="271210" y="32859"/>
                  </a:lnTo>
                  <a:lnTo>
                    <a:pt x="267021" y="29635"/>
                  </a:lnTo>
                  <a:lnTo>
                    <a:pt x="262733" y="26544"/>
                  </a:lnTo>
                  <a:lnTo>
                    <a:pt x="258348" y="23591"/>
                  </a:lnTo>
                  <a:lnTo>
                    <a:pt x="167163" y="1636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423235" y="1681503"/>
              <a:ext cx="91185" cy="167167"/>
            </a:xfrm>
            <a:custGeom>
              <a:avLst/>
              <a:pathLst>
                <a:path w="91185" h="167167">
                  <a:moveTo>
                    <a:pt x="91185" y="27059"/>
                  </a:moveTo>
                  <a:lnTo>
                    <a:pt x="86378" y="24046"/>
                  </a:lnTo>
                  <a:lnTo>
                    <a:pt x="81472" y="21197"/>
                  </a:lnTo>
                  <a:lnTo>
                    <a:pt x="76472" y="18517"/>
                  </a:lnTo>
                  <a:lnTo>
                    <a:pt x="71384" y="16008"/>
                  </a:lnTo>
                  <a:lnTo>
                    <a:pt x="66214" y="13672"/>
                  </a:lnTo>
                  <a:lnTo>
                    <a:pt x="60968" y="11514"/>
                  </a:lnTo>
                  <a:lnTo>
                    <a:pt x="55651" y="9535"/>
                  </a:lnTo>
                  <a:lnTo>
                    <a:pt x="50270" y="7737"/>
                  </a:lnTo>
                  <a:lnTo>
                    <a:pt x="44831" y="6123"/>
                  </a:lnTo>
                  <a:lnTo>
                    <a:pt x="39341" y="4695"/>
                  </a:lnTo>
                  <a:lnTo>
                    <a:pt x="33805" y="3453"/>
                  </a:lnTo>
                  <a:lnTo>
                    <a:pt x="28231" y="2401"/>
                  </a:lnTo>
                  <a:lnTo>
                    <a:pt x="22624" y="1538"/>
                  </a:lnTo>
                  <a:lnTo>
                    <a:pt x="16990" y="865"/>
                  </a:lnTo>
                  <a:lnTo>
                    <a:pt x="11338" y="384"/>
                  </a:lnTo>
                  <a:lnTo>
                    <a:pt x="5672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853892" y="1322571"/>
              <a:ext cx="334292" cy="334334"/>
            </a:xfrm>
            <a:custGeom>
              <a:avLst/>
              <a:pathLst>
                <a:path w="334292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5" y="11974"/>
                  </a:lnTo>
                  <a:lnTo>
                    <a:pt x="100123" y="14024"/>
                  </a:lnTo>
                  <a:lnTo>
                    <a:pt x="95297" y="16227"/>
                  </a:lnTo>
                  <a:lnTo>
                    <a:pt x="90545" y="18583"/>
                  </a:lnTo>
                  <a:lnTo>
                    <a:pt x="85869" y="21088"/>
                  </a:lnTo>
                  <a:lnTo>
                    <a:pt x="81275" y="23741"/>
                  </a:lnTo>
                  <a:lnTo>
                    <a:pt x="76767" y="26537"/>
                  </a:lnTo>
                  <a:lnTo>
                    <a:pt x="72351" y="29476"/>
                  </a:lnTo>
                  <a:lnTo>
                    <a:pt x="68030" y="32553"/>
                  </a:lnTo>
                  <a:lnTo>
                    <a:pt x="63809" y="35765"/>
                  </a:lnTo>
                  <a:lnTo>
                    <a:pt x="59692" y="39110"/>
                  </a:lnTo>
                  <a:lnTo>
                    <a:pt x="55683" y="42584"/>
                  </a:lnTo>
                  <a:lnTo>
                    <a:pt x="51786" y="46183"/>
                  </a:lnTo>
                  <a:lnTo>
                    <a:pt x="48006" y="49904"/>
                  </a:lnTo>
                  <a:lnTo>
                    <a:pt x="44345" y="53743"/>
                  </a:lnTo>
                  <a:lnTo>
                    <a:pt x="40808" y="57697"/>
                  </a:lnTo>
                  <a:lnTo>
                    <a:pt x="37398" y="61760"/>
                  </a:lnTo>
                  <a:lnTo>
                    <a:pt x="34119" y="65930"/>
                  </a:lnTo>
                  <a:lnTo>
                    <a:pt x="30974" y="70202"/>
                  </a:lnTo>
                  <a:lnTo>
                    <a:pt x="27966" y="74571"/>
                  </a:lnTo>
                  <a:lnTo>
                    <a:pt x="25099" y="79034"/>
                  </a:lnTo>
                  <a:lnTo>
                    <a:pt x="22374" y="83585"/>
                  </a:lnTo>
                  <a:lnTo>
                    <a:pt x="19795" y="88220"/>
                  </a:lnTo>
                  <a:lnTo>
                    <a:pt x="17364" y="92935"/>
                  </a:lnTo>
                  <a:lnTo>
                    <a:pt x="15084" y="97725"/>
                  </a:lnTo>
                  <a:lnTo>
                    <a:pt x="12957" y="102585"/>
                  </a:lnTo>
                  <a:lnTo>
                    <a:pt x="10986" y="107509"/>
                  </a:lnTo>
                  <a:lnTo>
                    <a:pt x="9172" y="112494"/>
                  </a:lnTo>
                  <a:lnTo>
                    <a:pt x="7517" y="117534"/>
                  </a:lnTo>
                  <a:lnTo>
                    <a:pt x="6022" y="122624"/>
                  </a:lnTo>
                  <a:lnTo>
                    <a:pt x="4690" y="127758"/>
                  </a:lnTo>
                  <a:lnTo>
                    <a:pt x="3522" y="132932"/>
                  </a:lnTo>
                  <a:lnTo>
                    <a:pt x="2518" y="138141"/>
                  </a:lnTo>
                  <a:lnTo>
                    <a:pt x="1680" y="143379"/>
                  </a:lnTo>
                  <a:lnTo>
                    <a:pt x="1008" y="148641"/>
                  </a:lnTo>
                  <a:lnTo>
                    <a:pt x="504" y="153922"/>
                  </a:lnTo>
                  <a:lnTo>
                    <a:pt x="168" y="159216"/>
                  </a:lnTo>
                  <a:lnTo>
                    <a:pt x="0" y="164518"/>
                  </a:lnTo>
                  <a:lnTo>
                    <a:pt x="0" y="169822"/>
                  </a:lnTo>
                  <a:lnTo>
                    <a:pt x="168" y="175124"/>
                  </a:lnTo>
                  <a:lnTo>
                    <a:pt x="505" y="180418"/>
                  </a:lnTo>
                  <a:lnTo>
                    <a:pt x="1009" y="185699"/>
                  </a:lnTo>
                  <a:lnTo>
                    <a:pt x="1680" y="190961"/>
                  </a:lnTo>
                  <a:lnTo>
                    <a:pt x="2519" y="196199"/>
                  </a:lnTo>
                  <a:lnTo>
                    <a:pt x="3523" y="201407"/>
                  </a:lnTo>
                  <a:lnTo>
                    <a:pt x="4692" y="206582"/>
                  </a:lnTo>
                  <a:lnTo>
                    <a:pt x="6024" y="211716"/>
                  </a:lnTo>
                  <a:lnTo>
                    <a:pt x="7518" y="216806"/>
                  </a:lnTo>
                  <a:lnTo>
                    <a:pt x="9174" y="221845"/>
                  </a:lnTo>
                  <a:lnTo>
                    <a:pt x="10988" y="226830"/>
                  </a:lnTo>
                  <a:lnTo>
                    <a:pt x="12960" y="231755"/>
                  </a:lnTo>
                  <a:lnTo>
                    <a:pt x="15087" y="236614"/>
                  </a:lnTo>
                  <a:lnTo>
                    <a:pt x="17367" y="241404"/>
                  </a:lnTo>
                  <a:lnTo>
                    <a:pt x="19797" y="246119"/>
                  </a:lnTo>
                  <a:lnTo>
                    <a:pt x="22377" y="250754"/>
                  </a:lnTo>
                  <a:lnTo>
                    <a:pt x="25102" y="255305"/>
                  </a:lnTo>
                  <a:lnTo>
                    <a:pt x="27970" y="259768"/>
                  </a:lnTo>
                  <a:lnTo>
                    <a:pt x="30978" y="264137"/>
                  </a:lnTo>
                  <a:lnTo>
                    <a:pt x="34123" y="268409"/>
                  </a:lnTo>
                  <a:lnTo>
                    <a:pt x="37402" y="272578"/>
                  </a:lnTo>
                  <a:lnTo>
                    <a:pt x="40812" y="276642"/>
                  </a:lnTo>
                  <a:lnTo>
                    <a:pt x="44349" y="280595"/>
                  </a:lnTo>
                  <a:lnTo>
                    <a:pt x="48010" y="284434"/>
                  </a:lnTo>
                  <a:lnTo>
                    <a:pt x="51790" y="288155"/>
                  </a:lnTo>
                  <a:lnTo>
                    <a:pt x="55687" y="291754"/>
                  </a:lnTo>
                  <a:lnTo>
                    <a:pt x="59696" y="295228"/>
                  </a:lnTo>
                  <a:lnTo>
                    <a:pt x="63814" y="298572"/>
                  </a:lnTo>
                  <a:lnTo>
                    <a:pt x="68035" y="301785"/>
                  </a:lnTo>
                  <a:lnTo>
                    <a:pt x="72356" y="304862"/>
                  </a:lnTo>
                  <a:lnTo>
                    <a:pt x="76773" y="307800"/>
                  </a:lnTo>
                  <a:lnTo>
                    <a:pt x="81280" y="310596"/>
                  </a:lnTo>
                  <a:lnTo>
                    <a:pt x="85874" y="313249"/>
                  </a:lnTo>
                  <a:lnTo>
                    <a:pt x="90550" y="315754"/>
                  </a:lnTo>
                  <a:lnTo>
                    <a:pt x="95303" y="318109"/>
                  </a:lnTo>
                  <a:lnTo>
                    <a:pt x="100128" y="320313"/>
                  </a:lnTo>
                  <a:lnTo>
                    <a:pt x="105021" y="322362"/>
                  </a:lnTo>
                  <a:lnTo>
                    <a:pt x="109976" y="324255"/>
                  </a:lnTo>
                  <a:lnTo>
                    <a:pt x="114989" y="325990"/>
                  </a:lnTo>
                  <a:lnTo>
                    <a:pt x="120055" y="327564"/>
                  </a:lnTo>
                  <a:lnTo>
                    <a:pt x="125167" y="328978"/>
                  </a:lnTo>
                  <a:lnTo>
                    <a:pt x="130323" y="330228"/>
                  </a:lnTo>
                  <a:lnTo>
                    <a:pt x="135515" y="331315"/>
                  </a:lnTo>
                  <a:lnTo>
                    <a:pt x="140739" y="332235"/>
                  </a:lnTo>
                  <a:lnTo>
                    <a:pt x="145989" y="332990"/>
                  </a:lnTo>
                  <a:lnTo>
                    <a:pt x="151261" y="333578"/>
                  </a:lnTo>
                  <a:lnTo>
                    <a:pt x="156549" y="333998"/>
                  </a:lnTo>
                  <a:lnTo>
                    <a:pt x="161848" y="334250"/>
                  </a:lnTo>
                  <a:lnTo>
                    <a:pt x="167152" y="334334"/>
                  </a:lnTo>
                  <a:lnTo>
                    <a:pt x="172456" y="334250"/>
                  </a:lnTo>
                  <a:lnTo>
                    <a:pt x="177754" y="333997"/>
                  </a:lnTo>
                  <a:lnTo>
                    <a:pt x="183042" y="333577"/>
                  </a:lnTo>
                  <a:lnTo>
                    <a:pt x="188314" y="332989"/>
                  </a:lnTo>
                  <a:lnTo>
                    <a:pt x="193565" y="332234"/>
                  </a:lnTo>
                  <a:lnTo>
                    <a:pt x="198789" y="331312"/>
                  </a:lnTo>
                  <a:lnTo>
                    <a:pt x="203981" y="330226"/>
                  </a:lnTo>
                  <a:lnTo>
                    <a:pt x="209136" y="328975"/>
                  </a:lnTo>
                  <a:lnTo>
                    <a:pt x="214249" y="327561"/>
                  </a:lnTo>
                  <a:lnTo>
                    <a:pt x="219314" y="325986"/>
                  </a:lnTo>
                  <a:lnTo>
                    <a:pt x="224327" y="324251"/>
                  </a:lnTo>
                  <a:lnTo>
                    <a:pt x="229282" y="322357"/>
                  </a:lnTo>
                  <a:lnTo>
                    <a:pt x="234175" y="320308"/>
                  </a:lnTo>
                  <a:lnTo>
                    <a:pt x="239000" y="318104"/>
                  </a:lnTo>
                  <a:lnTo>
                    <a:pt x="243753" y="315748"/>
                  </a:lnTo>
                  <a:lnTo>
                    <a:pt x="248428" y="313243"/>
                  </a:lnTo>
                  <a:lnTo>
                    <a:pt x="253022" y="310590"/>
                  </a:lnTo>
                  <a:lnTo>
                    <a:pt x="257529" y="307793"/>
                  </a:lnTo>
                  <a:lnTo>
                    <a:pt x="261946" y="304855"/>
                  </a:lnTo>
                  <a:lnTo>
                    <a:pt x="266267" y="301778"/>
                  </a:lnTo>
                  <a:lnTo>
                    <a:pt x="270488" y="298565"/>
                  </a:lnTo>
                  <a:lnTo>
                    <a:pt x="274605" y="295220"/>
                  </a:lnTo>
                  <a:lnTo>
                    <a:pt x="278613" y="291746"/>
                  </a:lnTo>
                  <a:lnTo>
                    <a:pt x="282510" y="288147"/>
                  </a:lnTo>
                  <a:lnTo>
                    <a:pt x="286290" y="284425"/>
                  </a:lnTo>
                  <a:lnTo>
                    <a:pt x="289951" y="280586"/>
                  </a:lnTo>
                  <a:lnTo>
                    <a:pt x="293488" y="276633"/>
                  </a:lnTo>
                  <a:lnTo>
                    <a:pt x="296897" y="272569"/>
                  </a:lnTo>
                  <a:lnTo>
                    <a:pt x="300176" y="268399"/>
                  </a:lnTo>
                  <a:lnTo>
                    <a:pt x="303321" y="264127"/>
                  </a:lnTo>
                  <a:lnTo>
                    <a:pt x="306329" y="259758"/>
                  </a:lnTo>
                  <a:lnTo>
                    <a:pt x="309197" y="255295"/>
                  </a:lnTo>
                  <a:lnTo>
                    <a:pt x="311921" y="250744"/>
                  </a:lnTo>
                  <a:lnTo>
                    <a:pt x="314500" y="246108"/>
                  </a:lnTo>
                  <a:lnTo>
                    <a:pt x="316931" y="241393"/>
                  </a:lnTo>
                  <a:lnTo>
                    <a:pt x="319210" y="236603"/>
                  </a:lnTo>
                  <a:lnTo>
                    <a:pt x="321337" y="231744"/>
                  </a:lnTo>
                  <a:lnTo>
                    <a:pt x="323308" y="226819"/>
                  </a:lnTo>
                  <a:lnTo>
                    <a:pt x="325122" y="221834"/>
                  </a:lnTo>
                  <a:lnTo>
                    <a:pt x="326777" y="216794"/>
                  </a:lnTo>
                  <a:lnTo>
                    <a:pt x="328271" y="211705"/>
                  </a:lnTo>
                  <a:lnTo>
                    <a:pt x="329603" y="206570"/>
                  </a:lnTo>
                  <a:lnTo>
                    <a:pt x="330772" y="201396"/>
                  </a:lnTo>
                  <a:lnTo>
                    <a:pt x="331775" y="196187"/>
                  </a:lnTo>
                  <a:lnTo>
                    <a:pt x="332613" y="190949"/>
                  </a:lnTo>
                  <a:lnTo>
                    <a:pt x="333284" y="185687"/>
                  </a:lnTo>
                  <a:lnTo>
                    <a:pt x="333788" y="180406"/>
                  </a:lnTo>
                  <a:lnTo>
                    <a:pt x="334124" y="175112"/>
                  </a:lnTo>
                  <a:lnTo>
                    <a:pt x="334292" y="169810"/>
                  </a:lnTo>
                  <a:lnTo>
                    <a:pt x="334292" y="164506"/>
                  </a:lnTo>
                  <a:lnTo>
                    <a:pt x="334124" y="159204"/>
                  </a:lnTo>
                  <a:lnTo>
                    <a:pt x="333787" y="153910"/>
                  </a:lnTo>
                  <a:lnTo>
                    <a:pt x="333282" y="148629"/>
                  </a:lnTo>
                  <a:lnTo>
                    <a:pt x="332611" y="143367"/>
                  </a:lnTo>
                  <a:lnTo>
                    <a:pt x="331772" y="138129"/>
                  </a:lnTo>
                  <a:lnTo>
                    <a:pt x="330768" y="132921"/>
                  </a:lnTo>
                  <a:lnTo>
                    <a:pt x="329599" y="127747"/>
                  </a:lnTo>
                  <a:lnTo>
                    <a:pt x="328266" y="122612"/>
                  </a:lnTo>
                  <a:lnTo>
                    <a:pt x="326772" y="117522"/>
                  </a:lnTo>
                  <a:lnTo>
                    <a:pt x="325116" y="112483"/>
                  </a:lnTo>
                  <a:lnTo>
                    <a:pt x="323302" y="107498"/>
                  </a:lnTo>
                  <a:lnTo>
                    <a:pt x="321330" y="102574"/>
                  </a:lnTo>
                  <a:lnTo>
                    <a:pt x="319203" y="97714"/>
                  </a:lnTo>
                  <a:lnTo>
                    <a:pt x="316923" y="92925"/>
                  </a:lnTo>
                  <a:lnTo>
                    <a:pt x="314492" y="88210"/>
                  </a:lnTo>
                  <a:lnTo>
                    <a:pt x="311912" y="83575"/>
                  </a:lnTo>
                  <a:lnTo>
                    <a:pt x="309187" y="79024"/>
                  </a:lnTo>
                  <a:lnTo>
                    <a:pt x="306319" y="74561"/>
                  </a:lnTo>
                  <a:lnTo>
                    <a:pt x="303311" y="70192"/>
                  </a:lnTo>
                  <a:lnTo>
                    <a:pt x="300165" y="65921"/>
                  </a:lnTo>
                  <a:lnTo>
                    <a:pt x="296886" y="61751"/>
                  </a:lnTo>
                  <a:lnTo>
                    <a:pt x="293476" y="57688"/>
                  </a:lnTo>
                  <a:lnTo>
                    <a:pt x="289939" y="53735"/>
                  </a:lnTo>
                  <a:lnTo>
                    <a:pt x="286278" y="49896"/>
                  </a:lnTo>
                  <a:lnTo>
                    <a:pt x="282497" y="46175"/>
                  </a:lnTo>
                  <a:lnTo>
                    <a:pt x="278600" y="42576"/>
                  </a:lnTo>
                  <a:lnTo>
                    <a:pt x="274591" y="39102"/>
                  </a:lnTo>
                  <a:lnTo>
                    <a:pt x="270474" y="35758"/>
                  </a:lnTo>
                  <a:lnTo>
                    <a:pt x="266252" y="32546"/>
                  </a:lnTo>
                  <a:lnTo>
                    <a:pt x="261931" y="29469"/>
                  </a:lnTo>
                  <a:lnTo>
                    <a:pt x="257514" y="26531"/>
                  </a:lnTo>
                  <a:lnTo>
                    <a:pt x="253007" y="23734"/>
                  </a:lnTo>
                  <a:lnTo>
                    <a:pt x="248413" y="21082"/>
                  </a:lnTo>
                  <a:lnTo>
                    <a:pt x="243737" y="18578"/>
                  </a:lnTo>
                  <a:lnTo>
                    <a:pt x="238984" y="16222"/>
                  </a:lnTo>
                  <a:lnTo>
                    <a:pt x="234158" y="14019"/>
                  </a:lnTo>
                  <a:lnTo>
                    <a:pt x="229265" y="11970"/>
                  </a:lnTo>
                  <a:lnTo>
                    <a:pt x="224310" y="10077"/>
                  </a:lnTo>
                  <a:lnTo>
                    <a:pt x="219297" y="8342"/>
                  </a:lnTo>
                  <a:lnTo>
                    <a:pt x="214232" y="6768"/>
                  </a:lnTo>
                  <a:lnTo>
                    <a:pt x="209119" y="5355"/>
                  </a:lnTo>
                  <a:lnTo>
                    <a:pt x="203963" y="4104"/>
                  </a:lnTo>
                  <a:lnTo>
                    <a:pt x="198771" y="3018"/>
                  </a:lnTo>
                  <a:lnTo>
                    <a:pt x="193547" y="2097"/>
                  </a:lnTo>
                  <a:lnTo>
                    <a:pt x="188296" y="1343"/>
                  </a:lnTo>
                  <a:lnTo>
                    <a:pt x="183025" y="755"/>
                  </a:lnTo>
                  <a:lnTo>
                    <a:pt x="177737" y="335"/>
                  </a:lnTo>
                  <a:lnTo>
                    <a:pt x="172438" y="8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378100" y="1071028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2" y="334"/>
                  </a:lnTo>
                  <a:lnTo>
                    <a:pt x="151323" y="751"/>
                  </a:lnTo>
                  <a:lnTo>
                    <a:pt x="146069" y="1335"/>
                  </a:lnTo>
                  <a:lnTo>
                    <a:pt x="140837" y="2085"/>
                  </a:lnTo>
                  <a:lnTo>
                    <a:pt x="135630" y="2999"/>
                  </a:lnTo>
                  <a:lnTo>
                    <a:pt x="130456" y="4078"/>
                  </a:lnTo>
                  <a:lnTo>
                    <a:pt x="125317" y="5320"/>
                  </a:lnTo>
                  <a:lnTo>
                    <a:pt x="120221" y="6724"/>
                  </a:lnTo>
                  <a:lnTo>
                    <a:pt x="115172" y="8288"/>
                  </a:lnTo>
                  <a:lnTo>
                    <a:pt x="110175" y="10011"/>
                  </a:lnTo>
                  <a:lnTo>
                    <a:pt x="105234" y="11892"/>
                  </a:lnTo>
                  <a:lnTo>
                    <a:pt x="100356" y="13927"/>
                  </a:lnTo>
                  <a:lnTo>
                    <a:pt x="95544" y="16116"/>
                  </a:lnTo>
                  <a:lnTo>
                    <a:pt x="90804" y="18456"/>
                  </a:lnTo>
                  <a:lnTo>
                    <a:pt x="86140" y="20944"/>
                  </a:lnTo>
                  <a:lnTo>
                    <a:pt x="81558" y="23579"/>
                  </a:lnTo>
                  <a:lnTo>
                    <a:pt x="77061" y="26357"/>
                  </a:lnTo>
                  <a:lnTo>
                    <a:pt x="72654" y="29276"/>
                  </a:lnTo>
                  <a:lnTo>
                    <a:pt x="68341" y="32333"/>
                  </a:lnTo>
                  <a:lnTo>
                    <a:pt x="64127" y="35525"/>
                  </a:lnTo>
                  <a:lnTo>
                    <a:pt x="60017" y="38848"/>
                  </a:lnTo>
                  <a:lnTo>
                    <a:pt x="56013" y="42300"/>
                  </a:lnTo>
                  <a:lnTo>
                    <a:pt x="52121" y="45876"/>
                  </a:lnTo>
                  <a:lnTo>
                    <a:pt x="48343" y="49574"/>
                  </a:lnTo>
                  <a:lnTo>
                    <a:pt x="44685" y="53390"/>
                  </a:lnTo>
                  <a:lnTo>
                    <a:pt x="41149" y="57319"/>
                  </a:lnTo>
                  <a:lnTo>
                    <a:pt x="37739" y="61358"/>
                  </a:lnTo>
                  <a:lnTo>
                    <a:pt x="34458" y="65503"/>
                  </a:lnTo>
                  <a:lnTo>
                    <a:pt x="31310" y="69749"/>
                  </a:lnTo>
                  <a:lnTo>
                    <a:pt x="28298" y="74093"/>
                  </a:lnTo>
                  <a:lnTo>
                    <a:pt x="25424" y="78530"/>
                  </a:lnTo>
                  <a:lnTo>
                    <a:pt x="22693" y="83055"/>
                  </a:lnTo>
                  <a:lnTo>
                    <a:pt x="20106" y="87665"/>
                  </a:lnTo>
                  <a:lnTo>
                    <a:pt x="17666" y="92354"/>
                  </a:lnTo>
                  <a:lnTo>
                    <a:pt x="15375" y="97118"/>
                  </a:lnTo>
                  <a:lnTo>
                    <a:pt x="13236" y="101952"/>
                  </a:lnTo>
                  <a:lnTo>
                    <a:pt x="11251" y="106851"/>
                  </a:lnTo>
                  <a:lnTo>
                    <a:pt x="9422" y="111811"/>
                  </a:lnTo>
                  <a:lnTo>
                    <a:pt x="7751" y="116826"/>
                  </a:lnTo>
                  <a:lnTo>
                    <a:pt x="6239" y="121891"/>
                  </a:lnTo>
                  <a:lnTo>
                    <a:pt x="4888" y="127002"/>
                  </a:lnTo>
                  <a:lnTo>
                    <a:pt x="3699" y="132152"/>
                  </a:lnTo>
                  <a:lnTo>
                    <a:pt x="2673" y="137338"/>
                  </a:lnTo>
                  <a:lnTo>
                    <a:pt x="1813" y="142553"/>
                  </a:lnTo>
                  <a:lnTo>
                    <a:pt x="1117" y="147793"/>
                  </a:lnTo>
                  <a:lnTo>
                    <a:pt x="587" y="153053"/>
                  </a:lnTo>
                  <a:lnTo>
                    <a:pt x="224" y="158326"/>
                  </a:lnTo>
                  <a:lnTo>
                    <a:pt x="28" y="163609"/>
                  </a:lnTo>
                  <a:lnTo>
                    <a:pt x="0" y="168895"/>
                  </a:lnTo>
                  <a:lnTo>
                    <a:pt x="138" y="174179"/>
                  </a:lnTo>
                  <a:lnTo>
                    <a:pt x="443" y="179456"/>
                  </a:lnTo>
                  <a:lnTo>
                    <a:pt x="915" y="184721"/>
                  </a:lnTo>
                  <a:lnTo>
                    <a:pt x="1553" y="189969"/>
                  </a:lnTo>
                  <a:lnTo>
                    <a:pt x="2357" y="195193"/>
                  </a:lnTo>
                  <a:lnTo>
                    <a:pt x="3325" y="200390"/>
                  </a:lnTo>
                  <a:lnTo>
                    <a:pt x="4458" y="205553"/>
                  </a:lnTo>
                  <a:lnTo>
                    <a:pt x="5753" y="210678"/>
                  </a:lnTo>
                  <a:lnTo>
                    <a:pt x="7209" y="215760"/>
                  </a:lnTo>
                  <a:lnTo>
                    <a:pt x="8825" y="220793"/>
                  </a:lnTo>
                  <a:lnTo>
                    <a:pt x="10600" y="225772"/>
                  </a:lnTo>
                  <a:lnTo>
                    <a:pt x="12531" y="230692"/>
                  </a:lnTo>
                  <a:lnTo>
                    <a:pt x="14617" y="235550"/>
                  </a:lnTo>
                  <a:lnTo>
                    <a:pt x="16855" y="240338"/>
                  </a:lnTo>
                  <a:lnTo>
                    <a:pt x="19244" y="245054"/>
                  </a:lnTo>
                  <a:lnTo>
                    <a:pt x="21780" y="249692"/>
                  </a:lnTo>
                  <a:lnTo>
                    <a:pt x="24462" y="254247"/>
                  </a:lnTo>
                  <a:lnTo>
                    <a:pt x="27287" y="258715"/>
                  </a:lnTo>
                  <a:lnTo>
                    <a:pt x="30251" y="263092"/>
                  </a:lnTo>
                  <a:lnTo>
                    <a:pt x="33353" y="267372"/>
                  </a:lnTo>
                  <a:lnTo>
                    <a:pt x="36588" y="271553"/>
                  </a:lnTo>
                  <a:lnTo>
                    <a:pt x="39954" y="275629"/>
                  </a:lnTo>
                  <a:lnTo>
                    <a:pt x="43446" y="279596"/>
                  </a:lnTo>
                  <a:lnTo>
                    <a:pt x="47063" y="283452"/>
                  </a:lnTo>
                  <a:lnTo>
                    <a:pt x="50800" y="287191"/>
                  </a:lnTo>
                  <a:lnTo>
                    <a:pt x="54653" y="290810"/>
                  </a:lnTo>
                  <a:lnTo>
                    <a:pt x="58618" y="294305"/>
                  </a:lnTo>
                  <a:lnTo>
                    <a:pt x="62692" y="297673"/>
                  </a:lnTo>
                  <a:lnTo>
                    <a:pt x="66871" y="300911"/>
                  </a:lnTo>
                  <a:lnTo>
                    <a:pt x="71149" y="304015"/>
                  </a:lnTo>
                  <a:lnTo>
                    <a:pt x="75524" y="306982"/>
                  </a:lnTo>
                  <a:lnTo>
                    <a:pt x="79991" y="309809"/>
                  </a:lnTo>
                  <a:lnTo>
                    <a:pt x="84544" y="312494"/>
                  </a:lnTo>
                  <a:lnTo>
                    <a:pt x="89180" y="315033"/>
                  </a:lnTo>
                  <a:lnTo>
                    <a:pt x="93895" y="317425"/>
                  </a:lnTo>
                  <a:lnTo>
                    <a:pt x="98682" y="319666"/>
                  </a:lnTo>
                  <a:lnTo>
                    <a:pt x="103538" y="321755"/>
                  </a:lnTo>
                  <a:lnTo>
                    <a:pt x="108457" y="323689"/>
                  </a:lnTo>
                  <a:lnTo>
                    <a:pt x="113435" y="325467"/>
                  </a:lnTo>
                  <a:lnTo>
                    <a:pt x="118467" y="327086"/>
                  </a:lnTo>
                  <a:lnTo>
                    <a:pt x="123548" y="328546"/>
                  </a:lnTo>
                  <a:lnTo>
                    <a:pt x="128672" y="329844"/>
                  </a:lnTo>
                  <a:lnTo>
                    <a:pt x="133835" y="330979"/>
                  </a:lnTo>
                  <a:lnTo>
                    <a:pt x="139031" y="331951"/>
                  </a:lnTo>
                  <a:lnTo>
                    <a:pt x="144255" y="332758"/>
                  </a:lnTo>
                  <a:lnTo>
                    <a:pt x="149502" y="333399"/>
                  </a:lnTo>
                  <a:lnTo>
                    <a:pt x="154766" y="333874"/>
                  </a:lnTo>
                  <a:lnTo>
                    <a:pt x="160044" y="334183"/>
                  </a:lnTo>
                  <a:lnTo>
                    <a:pt x="165328" y="334324"/>
                  </a:lnTo>
                  <a:lnTo>
                    <a:pt x="170614" y="334299"/>
                  </a:lnTo>
                  <a:lnTo>
                    <a:pt x="175896" y="334106"/>
                  </a:lnTo>
                  <a:lnTo>
                    <a:pt x="181170" y="333746"/>
                  </a:lnTo>
                  <a:lnTo>
                    <a:pt x="186430" y="333220"/>
                  </a:lnTo>
                  <a:lnTo>
                    <a:pt x="191670" y="332527"/>
                  </a:lnTo>
                  <a:lnTo>
                    <a:pt x="196886" y="331670"/>
                  </a:lnTo>
                  <a:lnTo>
                    <a:pt x="202073" y="330648"/>
                  </a:lnTo>
                  <a:lnTo>
                    <a:pt x="207224" y="329462"/>
                  </a:lnTo>
                  <a:lnTo>
                    <a:pt x="212335" y="328114"/>
                  </a:lnTo>
                  <a:lnTo>
                    <a:pt x="217401" y="326605"/>
                  </a:lnTo>
                  <a:lnTo>
                    <a:pt x="222417" y="324937"/>
                  </a:lnTo>
                  <a:lnTo>
                    <a:pt x="227378" y="323111"/>
                  </a:lnTo>
                  <a:lnTo>
                    <a:pt x="232278" y="321129"/>
                  </a:lnTo>
                  <a:lnTo>
                    <a:pt x="237114" y="318993"/>
                  </a:lnTo>
                  <a:lnTo>
                    <a:pt x="241879" y="316705"/>
                  </a:lnTo>
                  <a:lnTo>
                    <a:pt x="246570" y="314268"/>
                  </a:lnTo>
                  <a:lnTo>
                    <a:pt x="251181" y="311684"/>
                  </a:lnTo>
                  <a:lnTo>
                    <a:pt x="255708" y="308955"/>
                  </a:lnTo>
                  <a:lnTo>
                    <a:pt x="260147" y="306084"/>
                  </a:lnTo>
                  <a:lnTo>
                    <a:pt x="264493" y="303075"/>
                  </a:lnTo>
                  <a:lnTo>
                    <a:pt x="268741" y="299929"/>
                  </a:lnTo>
                  <a:lnTo>
                    <a:pt x="272888" y="296651"/>
                  </a:lnTo>
                  <a:lnTo>
                    <a:pt x="276929" y="293243"/>
                  </a:lnTo>
                  <a:lnTo>
                    <a:pt x="280860" y="289710"/>
                  </a:lnTo>
                  <a:lnTo>
                    <a:pt x="284678" y="286054"/>
                  </a:lnTo>
                  <a:lnTo>
                    <a:pt x="288378" y="282278"/>
                  </a:lnTo>
                  <a:lnTo>
                    <a:pt x="291957" y="278388"/>
                  </a:lnTo>
                  <a:lnTo>
                    <a:pt x="295411" y="274387"/>
                  </a:lnTo>
                  <a:lnTo>
                    <a:pt x="298737" y="270278"/>
                  </a:lnTo>
                  <a:lnTo>
                    <a:pt x="301931" y="266066"/>
                  </a:lnTo>
                  <a:lnTo>
                    <a:pt x="304991" y="261756"/>
                  </a:lnTo>
                  <a:lnTo>
                    <a:pt x="307913" y="257351"/>
                  </a:lnTo>
                  <a:lnTo>
                    <a:pt x="310694" y="252855"/>
                  </a:lnTo>
                  <a:lnTo>
                    <a:pt x="313331" y="248274"/>
                  </a:lnTo>
                  <a:lnTo>
                    <a:pt x="315822" y="243612"/>
                  </a:lnTo>
                  <a:lnTo>
                    <a:pt x="318165" y="238873"/>
                  </a:lnTo>
                  <a:lnTo>
                    <a:pt x="320357" y="234063"/>
                  </a:lnTo>
                  <a:lnTo>
                    <a:pt x="322395" y="229186"/>
                  </a:lnTo>
                  <a:lnTo>
                    <a:pt x="324279" y="224247"/>
                  </a:lnTo>
                  <a:lnTo>
                    <a:pt x="326005" y="219250"/>
                  </a:lnTo>
                  <a:lnTo>
                    <a:pt x="327572" y="214202"/>
                  </a:lnTo>
                  <a:lnTo>
                    <a:pt x="328979" y="209107"/>
                  </a:lnTo>
                  <a:lnTo>
                    <a:pt x="330224" y="203969"/>
                  </a:lnTo>
                  <a:lnTo>
                    <a:pt x="331306" y="198795"/>
                  </a:lnTo>
                  <a:lnTo>
                    <a:pt x="332224" y="193589"/>
                  </a:lnTo>
                  <a:lnTo>
                    <a:pt x="332977" y="188357"/>
                  </a:lnTo>
                  <a:lnTo>
                    <a:pt x="333564" y="183104"/>
                  </a:lnTo>
                  <a:lnTo>
                    <a:pt x="333985" y="177835"/>
                  </a:lnTo>
                  <a:lnTo>
                    <a:pt x="334239" y="172555"/>
                  </a:lnTo>
                  <a:lnTo>
                    <a:pt x="334325" y="167269"/>
                  </a:lnTo>
                  <a:lnTo>
                    <a:pt x="334245" y="161984"/>
                  </a:lnTo>
                  <a:lnTo>
                    <a:pt x="333998" y="156704"/>
                  </a:lnTo>
                  <a:lnTo>
                    <a:pt x="333583" y="151434"/>
                  </a:lnTo>
                  <a:lnTo>
                    <a:pt x="333003" y="146180"/>
                  </a:lnTo>
                  <a:lnTo>
                    <a:pt x="332256" y="140947"/>
                  </a:lnTo>
                  <a:lnTo>
                    <a:pt x="331345" y="135740"/>
                  </a:lnTo>
                  <a:lnTo>
                    <a:pt x="330269" y="130564"/>
                  </a:lnTo>
                  <a:lnTo>
                    <a:pt x="329030" y="125426"/>
                  </a:lnTo>
                  <a:lnTo>
                    <a:pt x="327630" y="120328"/>
                  </a:lnTo>
                  <a:lnTo>
                    <a:pt x="326068" y="115278"/>
                  </a:lnTo>
                  <a:lnTo>
                    <a:pt x="324348" y="110280"/>
                  </a:lnTo>
                  <a:lnTo>
                    <a:pt x="322471" y="105338"/>
                  </a:lnTo>
                  <a:lnTo>
                    <a:pt x="320439" y="100459"/>
                  </a:lnTo>
                  <a:lnTo>
                    <a:pt x="318253" y="95646"/>
                  </a:lnTo>
                  <a:lnTo>
                    <a:pt x="315916" y="90904"/>
                  </a:lnTo>
                  <a:lnTo>
                    <a:pt x="313430" y="86239"/>
                  </a:lnTo>
                  <a:lnTo>
                    <a:pt x="310799" y="81655"/>
                  </a:lnTo>
                  <a:lnTo>
                    <a:pt x="308023" y="77156"/>
                  </a:lnTo>
                  <a:lnTo>
                    <a:pt x="305107" y="72747"/>
                  </a:lnTo>
                  <a:lnTo>
                    <a:pt x="302052" y="68433"/>
                  </a:lnTo>
                  <a:lnTo>
                    <a:pt x="298863" y="64217"/>
                  </a:lnTo>
                  <a:lnTo>
                    <a:pt x="295542" y="60104"/>
                  </a:lnTo>
                  <a:lnTo>
                    <a:pt x="292093" y="56099"/>
                  </a:lnTo>
                  <a:lnTo>
                    <a:pt x="288519" y="52204"/>
                  </a:lnTo>
                  <a:lnTo>
                    <a:pt x="284824" y="48424"/>
                  </a:lnTo>
                  <a:lnTo>
                    <a:pt x="281010" y="44764"/>
                  </a:lnTo>
                  <a:lnTo>
                    <a:pt x="277083" y="41225"/>
                  </a:lnTo>
                  <a:lnTo>
                    <a:pt x="273046" y="37812"/>
                  </a:lnTo>
                  <a:lnTo>
                    <a:pt x="268904" y="3452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04845"/>
              <a:ext cx="101745" cy="133350"/>
            </a:xfrm>
            <a:custGeom>
              <a:avLst/>
              <a:pathLst>
                <a:path w="101745" h="133350">
                  <a:moveTo>
                    <a:pt x="101745" y="712"/>
                  </a:moveTo>
                  <a:lnTo>
                    <a:pt x="100809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071028"/>
              <a:ext cx="100809" cy="167167"/>
            </a:xfrm>
            <a:custGeom>
              <a:avLst/>
              <a:pathLst>
                <a:path w="100809" h="167167">
                  <a:moveTo>
                    <a:pt x="100809" y="33817"/>
                  </a:moveTo>
                  <a:lnTo>
                    <a:pt x="96209" y="30460"/>
                  </a:lnTo>
                  <a:lnTo>
                    <a:pt x="91496" y="27262"/>
                  </a:lnTo>
                  <a:lnTo>
                    <a:pt x="86678" y="24227"/>
                  </a:lnTo>
                  <a:lnTo>
                    <a:pt x="81758" y="21357"/>
                  </a:lnTo>
                  <a:lnTo>
                    <a:pt x="76744" y="18657"/>
                  </a:lnTo>
                  <a:lnTo>
                    <a:pt x="71641" y="16129"/>
                  </a:lnTo>
                  <a:lnTo>
                    <a:pt x="66455" y="13776"/>
                  </a:lnTo>
                  <a:lnTo>
                    <a:pt x="61191" y="11602"/>
                  </a:lnTo>
                  <a:lnTo>
                    <a:pt x="55857" y="9608"/>
                  </a:lnTo>
                  <a:lnTo>
                    <a:pt x="50458" y="7796"/>
                  </a:lnTo>
                  <a:lnTo>
                    <a:pt x="45000" y="6170"/>
                  </a:lnTo>
                  <a:lnTo>
                    <a:pt x="39490" y="4731"/>
                  </a:lnTo>
                  <a:lnTo>
                    <a:pt x="33934" y="3480"/>
                  </a:lnTo>
                  <a:lnTo>
                    <a:pt x="28338" y="2419"/>
                  </a:lnTo>
                  <a:lnTo>
                    <a:pt x="22710" y="1549"/>
                  </a:lnTo>
                  <a:lnTo>
                    <a:pt x="17056" y="872"/>
                  </a:lnTo>
                  <a:lnTo>
                    <a:pt x="11381" y="387"/>
                  </a:lnTo>
                  <a:lnTo>
                    <a:pt x="569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33346" y="941493"/>
              <a:ext cx="90197" cy="167167"/>
            </a:xfrm>
            <a:custGeom>
              <a:avLst/>
              <a:pathLst>
                <a:path w="90197" h="167167">
                  <a:moveTo>
                    <a:pt x="90197" y="0"/>
                  </a:moveTo>
                  <a:lnTo>
                    <a:pt x="84594" y="93"/>
                  </a:lnTo>
                  <a:lnTo>
                    <a:pt x="78997" y="375"/>
                  </a:lnTo>
                  <a:lnTo>
                    <a:pt x="73413" y="844"/>
                  </a:lnTo>
                  <a:lnTo>
                    <a:pt x="67847" y="1500"/>
                  </a:lnTo>
                  <a:lnTo>
                    <a:pt x="62307" y="2343"/>
                  </a:lnTo>
                  <a:lnTo>
                    <a:pt x="56798" y="3370"/>
                  </a:lnTo>
                  <a:lnTo>
                    <a:pt x="51327" y="4581"/>
                  </a:lnTo>
                  <a:lnTo>
                    <a:pt x="45899" y="5976"/>
                  </a:lnTo>
                  <a:lnTo>
                    <a:pt x="40521" y="7551"/>
                  </a:lnTo>
                  <a:lnTo>
                    <a:pt x="35199" y="9306"/>
                  </a:lnTo>
                  <a:lnTo>
                    <a:pt x="29938" y="11238"/>
                  </a:lnTo>
                  <a:lnTo>
                    <a:pt x="24746" y="13345"/>
                  </a:lnTo>
                  <a:lnTo>
                    <a:pt x="19627" y="15626"/>
                  </a:lnTo>
                  <a:lnTo>
                    <a:pt x="14587" y="18076"/>
                  </a:lnTo>
                  <a:lnTo>
                    <a:pt x="9632" y="20694"/>
                  </a:lnTo>
                  <a:lnTo>
                    <a:pt x="4768" y="23477"/>
                  </a:lnTo>
                  <a:lnTo>
                    <a:pt x="0" y="26421"/>
                  </a:lnTo>
                  <a:lnTo>
                    <a:pt x="901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33346" y="967915"/>
              <a:ext cx="90197" cy="140745"/>
            </a:xfrm>
            <a:custGeom>
              <a:avLst/>
              <a:pathLst>
                <a:path w="90197" h="140745">
                  <a:moveTo>
                    <a:pt x="0" y="0"/>
                  </a:moveTo>
                  <a:lnTo>
                    <a:pt x="90197" y="1407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56395" y="967915"/>
              <a:ext cx="334309" cy="307911"/>
            </a:xfrm>
            <a:custGeom>
              <a:avLst/>
              <a:pathLst>
                <a:path w="334309" h="307911">
                  <a:moveTo>
                    <a:pt x="76950" y="0"/>
                  </a:moveTo>
                  <a:lnTo>
                    <a:pt x="72521" y="2938"/>
                  </a:lnTo>
                  <a:lnTo>
                    <a:pt x="68187" y="6017"/>
                  </a:lnTo>
                  <a:lnTo>
                    <a:pt x="63954" y="9231"/>
                  </a:lnTo>
                  <a:lnTo>
                    <a:pt x="59824" y="12579"/>
                  </a:lnTo>
                  <a:lnTo>
                    <a:pt x="55804" y="16056"/>
                  </a:lnTo>
                  <a:lnTo>
                    <a:pt x="51895" y="19659"/>
                  </a:lnTo>
                  <a:lnTo>
                    <a:pt x="48104" y="23385"/>
                  </a:lnTo>
                  <a:lnTo>
                    <a:pt x="44433" y="27229"/>
                  </a:lnTo>
                  <a:lnTo>
                    <a:pt x="40885" y="31188"/>
                  </a:lnTo>
                  <a:lnTo>
                    <a:pt x="37466" y="35258"/>
                  </a:lnTo>
                  <a:lnTo>
                    <a:pt x="34178" y="39435"/>
                  </a:lnTo>
                  <a:lnTo>
                    <a:pt x="31024" y="43714"/>
                  </a:lnTo>
                  <a:lnTo>
                    <a:pt x="28007" y="48091"/>
                  </a:lnTo>
                  <a:lnTo>
                    <a:pt x="25132" y="52562"/>
                  </a:lnTo>
                  <a:lnTo>
                    <a:pt x="22400" y="57122"/>
                  </a:lnTo>
                  <a:lnTo>
                    <a:pt x="19814" y="61766"/>
                  </a:lnTo>
                  <a:lnTo>
                    <a:pt x="17378" y="66490"/>
                  </a:lnTo>
                  <a:lnTo>
                    <a:pt x="15092" y="71290"/>
                  </a:lnTo>
                  <a:lnTo>
                    <a:pt x="12961" y="76160"/>
                  </a:lnTo>
                  <a:lnTo>
                    <a:pt x="10985" y="81095"/>
                  </a:lnTo>
                  <a:lnTo>
                    <a:pt x="9168" y="86090"/>
                  </a:lnTo>
                  <a:lnTo>
                    <a:pt x="7510" y="91140"/>
                  </a:lnTo>
                  <a:lnTo>
                    <a:pt x="6013" y="96241"/>
                  </a:lnTo>
                  <a:lnTo>
                    <a:pt x="4680" y="101387"/>
                  </a:lnTo>
                  <a:lnTo>
                    <a:pt x="3511" y="106573"/>
                  </a:lnTo>
                  <a:lnTo>
                    <a:pt x="2507" y="111793"/>
                  </a:lnTo>
                  <a:lnTo>
                    <a:pt x="1670" y="117042"/>
                  </a:lnTo>
                  <a:lnTo>
                    <a:pt x="1000" y="122315"/>
                  </a:lnTo>
                  <a:lnTo>
                    <a:pt x="498" y="127607"/>
                  </a:lnTo>
                  <a:lnTo>
                    <a:pt x="164" y="132913"/>
                  </a:lnTo>
                  <a:lnTo>
                    <a:pt x="0" y="138226"/>
                  </a:lnTo>
                  <a:lnTo>
                    <a:pt x="4" y="143541"/>
                  </a:lnTo>
                  <a:lnTo>
                    <a:pt x="177" y="148854"/>
                  </a:lnTo>
                  <a:lnTo>
                    <a:pt x="520" y="154159"/>
                  </a:lnTo>
                  <a:lnTo>
                    <a:pt x="1030" y="159450"/>
                  </a:lnTo>
                  <a:lnTo>
                    <a:pt x="1709" y="164722"/>
                  </a:lnTo>
                  <a:lnTo>
                    <a:pt x="2555" y="169970"/>
                  </a:lnTo>
                  <a:lnTo>
                    <a:pt x="3567" y="175189"/>
                  </a:lnTo>
                  <a:lnTo>
                    <a:pt x="4745" y="180372"/>
                  </a:lnTo>
                  <a:lnTo>
                    <a:pt x="6087" y="185516"/>
                  </a:lnTo>
                  <a:lnTo>
                    <a:pt x="7592" y="190614"/>
                  </a:lnTo>
                  <a:lnTo>
                    <a:pt x="9258" y="195662"/>
                  </a:lnTo>
                  <a:lnTo>
                    <a:pt x="11084" y="200654"/>
                  </a:lnTo>
                  <a:lnTo>
                    <a:pt x="13068" y="205586"/>
                  </a:lnTo>
                  <a:lnTo>
                    <a:pt x="15208" y="210452"/>
                  </a:lnTo>
                  <a:lnTo>
                    <a:pt x="17501" y="215248"/>
                  </a:lnTo>
                  <a:lnTo>
                    <a:pt x="19945" y="219968"/>
                  </a:lnTo>
                  <a:lnTo>
                    <a:pt x="22538" y="224608"/>
                  </a:lnTo>
                  <a:lnTo>
                    <a:pt x="25278" y="229164"/>
                  </a:lnTo>
                  <a:lnTo>
                    <a:pt x="28161" y="233630"/>
                  </a:lnTo>
                  <a:lnTo>
                    <a:pt x="31184" y="238002"/>
                  </a:lnTo>
                  <a:lnTo>
                    <a:pt x="34345" y="242276"/>
                  </a:lnTo>
                  <a:lnTo>
                    <a:pt x="37641" y="246447"/>
                  </a:lnTo>
                  <a:lnTo>
                    <a:pt x="41067" y="250511"/>
                  </a:lnTo>
                  <a:lnTo>
                    <a:pt x="44621" y="254464"/>
                  </a:lnTo>
                  <a:lnTo>
                    <a:pt x="48298" y="258302"/>
                  </a:lnTo>
                  <a:lnTo>
                    <a:pt x="52096" y="262022"/>
                  </a:lnTo>
                  <a:lnTo>
                    <a:pt x="56010" y="265619"/>
                  </a:lnTo>
                  <a:lnTo>
                    <a:pt x="60037" y="269089"/>
                  </a:lnTo>
                  <a:lnTo>
                    <a:pt x="64172" y="272430"/>
                  </a:lnTo>
                  <a:lnTo>
                    <a:pt x="68411" y="275637"/>
                  </a:lnTo>
                  <a:lnTo>
                    <a:pt x="72749" y="278708"/>
                  </a:lnTo>
                  <a:lnTo>
                    <a:pt x="77184" y="281640"/>
                  </a:lnTo>
                  <a:lnTo>
                    <a:pt x="81709" y="284429"/>
                  </a:lnTo>
                  <a:lnTo>
                    <a:pt x="86320" y="287073"/>
                  </a:lnTo>
                  <a:lnTo>
                    <a:pt x="91014" y="289569"/>
                  </a:lnTo>
                  <a:lnTo>
                    <a:pt x="95784" y="291914"/>
                  </a:lnTo>
                  <a:lnTo>
                    <a:pt x="100626" y="294107"/>
                  </a:lnTo>
                  <a:lnTo>
                    <a:pt x="105536" y="296145"/>
                  </a:lnTo>
                  <a:lnTo>
                    <a:pt x="110508" y="298025"/>
                  </a:lnTo>
                  <a:lnTo>
                    <a:pt x="115538" y="299746"/>
                  </a:lnTo>
                  <a:lnTo>
                    <a:pt x="120619" y="301307"/>
                  </a:lnTo>
                  <a:lnTo>
                    <a:pt x="125748" y="302705"/>
                  </a:lnTo>
                  <a:lnTo>
                    <a:pt x="130918" y="303939"/>
                  </a:lnTo>
                  <a:lnTo>
                    <a:pt x="136125" y="305009"/>
                  </a:lnTo>
                  <a:lnTo>
                    <a:pt x="141363" y="305912"/>
                  </a:lnTo>
                  <a:lnTo>
                    <a:pt x="146628" y="306648"/>
                  </a:lnTo>
                  <a:lnTo>
                    <a:pt x="151913" y="307217"/>
                  </a:lnTo>
                  <a:lnTo>
                    <a:pt x="157214" y="307617"/>
                  </a:lnTo>
                  <a:lnTo>
                    <a:pt x="162524" y="307849"/>
                  </a:lnTo>
                  <a:lnTo>
                    <a:pt x="167840" y="307911"/>
                  </a:lnTo>
                  <a:lnTo>
                    <a:pt x="173154" y="307805"/>
                  </a:lnTo>
                  <a:lnTo>
                    <a:pt x="178463" y="307529"/>
                  </a:lnTo>
                  <a:lnTo>
                    <a:pt x="183760" y="307085"/>
                  </a:lnTo>
                  <a:lnTo>
                    <a:pt x="189041" y="306473"/>
                  </a:lnTo>
                  <a:lnTo>
                    <a:pt x="194299" y="305693"/>
                  </a:lnTo>
                  <a:lnTo>
                    <a:pt x="199530" y="304746"/>
                  </a:lnTo>
                  <a:lnTo>
                    <a:pt x="204728" y="303634"/>
                  </a:lnTo>
                  <a:lnTo>
                    <a:pt x="209888" y="302357"/>
                  </a:lnTo>
                  <a:lnTo>
                    <a:pt x="215004" y="300916"/>
                  </a:lnTo>
                  <a:lnTo>
                    <a:pt x="220073" y="299314"/>
                  </a:lnTo>
                  <a:lnTo>
                    <a:pt x="225088" y="297551"/>
                  </a:lnTo>
                  <a:lnTo>
                    <a:pt x="230044" y="295629"/>
                  </a:lnTo>
                  <a:lnTo>
                    <a:pt x="234937" y="293551"/>
                  </a:lnTo>
                  <a:lnTo>
                    <a:pt x="239761" y="291319"/>
                  </a:lnTo>
                  <a:lnTo>
                    <a:pt x="244512" y="288934"/>
                  </a:lnTo>
                  <a:lnTo>
                    <a:pt x="249184" y="286399"/>
                  </a:lnTo>
                  <a:lnTo>
                    <a:pt x="253774" y="283717"/>
                  </a:lnTo>
                  <a:lnTo>
                    <a:pt x="258276" y="280891"/>
                  </a:lnTo>
                  <a:lnTo>
                    <a:pt x="262685" y="277922"/>
                  </a:lnTo>
                  <a:lnTo>
                    <a:pt x="266999" y="274815"/>
                  </a:lnTo>
                  <a:lnTo>
                    <a:pt x="271211" y="271573"/>
                  </a:lnTo>
                  <a:lnTo>
                    <a:pt x="275318" y="268198"/>
                  </a:lnTo>
                  <a:lnTo>
                    <a:pt x="279316" y="264694"/>
                  </a:lnTo>
                  <a:lnTo>
                    <a:pt x="283200" y="261065"/>
                  </a:lnTo>
                  <a:lnTo>
                    <a:pt x="286967" y="257315"/>
                  </a:lnTo>
                  <a:lnTo>
                    <a:pt x="290612" y="253446"/>
                  </a:lnTo>
                  <a:lnTo>
                    <a:pt x="294133" y="249464"/>
                  </a:lnTo>
                  <a:lnTo>
                    <a:pt x="297526" y="245371"/>
                  </a:lnTo>
                  <a:lnTo>
                    <a:pt x="300786" y="241173"/>
                  </a:lnTo>
                  <a:lnTo>
                    <a:pt x="303912" y="236873"/>
                  </a:lnTo>
                  <a:lnTo>
                    <a:pt x="306899" y="232476"/>
                  </a:lnTo>
                  <a:lnTo>
                    <a:pt x="309745" y="227986"/>
                  </a:lnTo>
                  <a:lnTo>
                    <a:pt x="312447" y="223408"/>
                  </a:lnTo>
                  <a:lnTo>
                    <a:pt x="315002" y="218747"/>
                  </a:lnTo>
                  <a:lnTo>
                    <a:pt x="317407" y="214007"/>
                  </a:lnTo>
                  <a:lnTo>
                    <a:pt x="319660" y="209192"/>
                  </a:lnTo>
                  <a:lnTo>
                    <a:pt x="321759" y="204308"/>
                  </a:lnTo>
                  <a:lnTo>
                    <a:pt x="323702" y="199360"/>
                  </a:lnTo>
                  <a:lnTo>
                    <a:pt x="325487" y="194353"/>
                  </a:lnTo>
                  <a:lnTo>
                    <a:pt x="327111" y="189292"/>
                  </a:lnTo>
                  <a:lnTo>
                    <a:pt x="328574" y="184181"/>
                  </a:lnTo>
                  <a:lnTo>
                    <a:pt x="329873" y="179027"/>
                  </a:lnTo>
                  <a:lnTo>
                    <a:pt x="331008" y="173834"/>
                  </a:lnTo>
                  <a:lnTo>
                    <a:pt x="331977" y="168607"/>
                  </a:lnTo>
                  <a:lnTo>
                    <a:pt x="332780" y="163352"/>
                  </a:lnTo>
                  <a:lnTo>
                    <a:pt x="333415" y="158074"/>
                  </a:lnTo>
                  <a:lnTo>
                    <a:pt x="333882" y="152779"/>
                  </a:lnTo>
                  <a:lnTo>
                    <a:pt x="334180" y="147472"/>
                  </a:lnTo>
                  <a:lnTo>
                    <a:pt x="334309" y="142158"/>
                  </a:lnTo>
                  <a:lnTo>
                    <a:pt x="334270" y="136842"/>
                  </a:lnTo>
                  <a:lnTo>
                    <a:pt x="334061" y="131531"/>
                  </a:lnTo>
                  <a:lnTo>
                    <a:pt x="333684" y="126228"/>
                  </a:lnTo>
                  <a:lnTo>
                    <a:pt x="333138" y="120941"/>
                  </a:lnTo>
                  <a:lnTo>
                    <a:pt x="332425" y="115673"/>
                  </a:lnTo>
                  <a:lnTo>
                    <a:pt x="331544" y="110431"/>
                  </a:lnTo>
                  <a:lnTo>
                    <a:pt x="330497" y="105219"/>
                  </a:lnTo>
                  <a:lnTo>
                    <a:pt x="329285" y="100043"/>
                  </a:lnTo>
                  <a:lnTo>
                    <a:pt x="327909" y="94909"/>
                  </a:lnTo>
                  <a:lnTo>
                    <a:pt x="326370" y="89821"/>
                  </a:lnTo>
                  <a:lnTo>
                    <a:pt x="324670" y="84784"/>
                  </a:lnTo>
                  <a:lnTo>
                    <a:pt x="322811" y="79804"/>
                  </a:lnTo>
                  <a:lnTo>
                    <a:pt x="320795" y="74886"/>
                  </a:lnTo>
                  <a:lnTo>
                    <a:pt x="318623" y="70034"/>
                  </a:lnTo>
                  <a:lnTo>
                    <a:pt x="316299" y="65253"/>
                  </a:lnTo>
                  <a:lnTo>
                    <a:pt x="313823" y="60549"/>
                  </a:lnTo>
                  <a:lnTo>
                    <a:pt x="311199" y="55926"/>
                  </a:lnTo>
                  <a:lnTo>
                    <a:pt x="308429" y="51389"/>
                  </a:lnTo>
                  <a:lnTo>
                    <a:pt x="305517" y="46942"/>
                  </a:lnTo>
                  <a:lnTo>
                    <a:pt x="302464" y="42590"/>
                  </a:lnTo>
                  <a:lnTo>
                    <a:pt x="299275" y="38337"/>
                  </a:lnTo>
                  <a:lnTo>
                    <a:pt x="295952" y="34188"/>
                  </a:lnTo>
                  <a:lnTo>
                    <a:pt x="292499" y="30147"/>
                  </a:lnTo>
                  <a:lnTo>
                    <a:pt x="167148" y="1407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5023544" y="941493"/>
              <a:ext cx="125351" cy="167167"/>
            </a:xfrm>
            <a:custGeom>
              <a:avLst/>
              <a:pathLst>
                <a:path w="125351" h="167167">
                  <a:moveTo>
                    <a:pt x="125351" y="56569"/>
                  </a:moveTo>
                  <a:lnTo>
                    <a:pt x="121529" y="52382"/>
                  </a:lnTo>
                  <a:lnTo>
                    <a:pt x="117567" y="48327"/>
                  </a:lnTo>
                  <a:lnTo>
                    <a:pt x="113470" y="44409"/>
                  </a:lnTo>
                  <a:lnTo>
                    <a:pt x="109242" y="40632"/>
                  </a:lnTo>
                  <a:lnTo>
                    <a:pt x="104889" y="37001"/>
                  </a:lnTo>
                  <a:lnTo>
                    <a:pt x="100415" y="33519"/>
                  </a:lnTo>
                  <a:lnTo>
                    <a:pt x="95826" y="30191"/>
                  </a:lnTo>
                  <a:lnTo>
                    <a:pt x="91126" y="27021"/>
                  </a:lnTo>
                  <a:lnTo>
                    <a:pt x="86322" y="24012"/>
                  </a:lnTo>
                  <a:lnTo>
                    <a:pt x="81418" y="21167"/>
                  </a:lnTo>
                  <a:lnTo>
                    <a:pt x="76421" y="18490"/>
                  </a:lnTo>
                  <a:lnTo>
                    <a:pt x="71336" y="15985"/>
                  </a:lnTo>
                  <a:lnTo>
                    <a:pt x="66168" y="13653"/>
                  </a:lnTo>
                  <a:lnTo>
                    <a:pt x="60925" y="11497"/>
                  </a:lnTo>
                  <a:lnTo>
                    <a:pt x="55612" y="9521"/>
                  </a:lnTo>
                  <a:lnTo>
                    <a:pt x="50234" y="7726"/>
                  </a:lnTo>
                  <a:lnTo>
                    <a:pt x="44799" y="6114"/>
                  </a:lnTo>
                  <a:lnTo>
                    <a:pt x="39313" y="4688"/>
                  </a:lnTo>
                  <a:lnTo>
                    <a:pt x="33781" y="3448"/>
                  </a:lnTo>
                  <a:lnTo>
                    <a:pt x="28210" y="2397"/>
                  </a:lnTo>
                  <a:lnTo>
                    <a:pt x="22607" y="1535"/>
                  </a:lnTo>
                  <a:lnTo>
                    <a:pt x="16978" y="864"/>
                  </a:lnTo>
                  <a:lnTo>
                    <a:pt x="11329" y="384"/>
                  </a:lnTo>
                  <a:lnTo>
                    <a:pt x="566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19048" y="941493"/>
              <a:ext cx="167167" cy="167461"/>
            </a:xfrm>
            <a:custGeom>
              <a:avLst/>
              <a:pathLst>
                <a:path w="167167" h="167461">
                  <a:moveTo>
                    <a:pt x="167167" y="0"/>
                  </a:moveTo>
                  <a:lnTo>
                    <a:pt x="161803" y="86"/>
                  </a:lnTo>
                  <a:lnTo>
                    <a:pt x="156444" y="344"/>
                  </a:lnTo>
                  <a:lnTo>
                    <a:pt x="151097" y="774"/>
                  </a:lnTo>
                  <a:lnTo>
                    <a:pt x="145766" y="1375"/>
                  </a:lnTo>
                  <a:lnTo>
                    <a:pt x="140457" y="2147"/>
                  </a:lnTo>
                  <a:lnTo>
                    <a:pt x="135176" y="3089"/>
                  </a:lnTo>
                  <a:lnTo>
                    <a:pt x="129927" y="4200"/>
                  </a:lnTo>
                  <a:lnTo>
                    <a:pt x="124717" y="5479"/>
                  </a:lnTo>
                  <a:lnTo>
                    <a:pt x="119551" y="6924"/>
                  </a:lnTo>
                  <a:lnTo>
                    <a:pt x="114434" y="8535"/>
                  </a:lnTo>
                  <a:lnTo>
                    <a:pt x="109371" y="10308"/>
                  </a:lnTo>
                  <a:lnTo>
                    <a:pt x="104368" y="12244"/>
                  </a:lnTo>
                  <a:lnTo>
                    <a:pt x="99429" y="14339"/>
                  </a:lnTo>
                  <a:lnTo>
                    <a:pt x="94560" y="16591"/>
                  </a:lnTo>
                  <a:lnTo>
                    <a:pt x="89766" y="18998"/>
                  </a:lnTo>
                  <a:lnTo>
                    <a:pt x="85051" y="21558"/>
                  </a:lnTo>
                  <a:lnTo>
                    <a:pt x="80421" y="24268"/>
                  </a:lnTo>
                  <a:lnTo>
                    <a:pt x="75880" y="27125"/>
                  </a:lnTo>
                  <a:lnTo>
                    <a:pt x="71434" y="30126"/>
                  </a:lnTo>
                  <a:lnTo>
                    <a:pt x="67086" y="33268"/>
                  </a:lnTo>
                  <a:lnTo>
                    <a:pt x="62841" y="36549"/>
                  </a:lnTo>
                  <a:lnTo>
                    <a:pt x="58704" y="39964"/>
                  </a:lnTo>
                  <a:lnTo>
                    <a:pt x="54678" y="43509"/>
                  </a:lnTo>
                  <a:lnTo>
                    <a:pt x="50768" y="47183"/>
                  </a:lnTo>
                  <a:lnTo>
                    <a:pt x="46978" y="50979"/>
                  </a:lnTo>
                  <a:lnTo>
                    <a:pt x="43311" y="54896"/>
                  </a:lnTo>
                  <a:lnTo>
                    <a:pt x="39773" y="58928"/>
                  </a:lnTo>
                  <a:lnTo>
                    <a:pt x="36365" y="63071"/>
                  </a:lnTo>
                  <a:lnTo>
                    <a:pt x="33092" y="67322"/>
                  </a:lnTo>
                  <a:lnTo>
                    <a:pt x="29958" y="71675"/>
                  </a:lnTo>
                  <a:lnTo>
                    <a:pt x="26964" y="76127"/>
                  </a:lnTo>
                  <a:lnTo>
                    <a:pt x="24115" y="80673"/>
                  </a:lnTo>
                  <a:lnTo>
                    <a:pt x="21413" y="85308"/>
                  </a:lnTo>
                  <a:lnTo>
                    <a:pt x="18862" y="90027"/>
                  </a:lnTo>
                  <a:lnTo>
                    <a:pt x="16463" y="94825"/>
                  </a:lnTo>
                  <a:lnTo>
                    <a:pt x="14219" y="99698"/>
                  </a:lnTo>
                  <a:lnTo>
                    <a:pt x="12133" y="104640"/>
                  </a:lnTo>
                  <a:lnTo>
                    <a:pt x="10207" y="109647"/>
                  </a:lnTo>
                  <a:lnTo>
                    <a:pt x="8442" y="114713"/>
                  </a:lnTo>
                  <a:lnTo>
                    <a:pt x="6840" y="119833"/>
                  </a:lnTo>
                  <a:lnTo>
                    <a:pt x="5404" y="125002"/>
                  </a:lnTo>
                  <a:lnTo>
                    <a:pt x="4135" y="130214"/>
                  </a:lnTo>
                  <a:lnTo>
                    <a:pt x="3033" y="135465"/>
                  </a:lnTo>
                  <a:lnTo>
                    <a:pt x="2100" y="140748"/>
                  </a:lnTo>
                  <a:lnTo>
                    <a:pt x="1337" y="146058"/>
                  </a:lnTo>
                  <a:lnTo>
                    <a:pt x="745" y="151390"/>
                  </a:lnTo>
                  <a:lnTo>
                    <a:pt x="325" y="156738"/>
                  </a:lnTo>
                  <a:lnTo>
                    <a:pt x="76" y="162097"/>
                  </a:lnTo>
                  <a:lnTo>
                    <a:pt x="0" y="16746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19048" y="1108660"/>
              <a:ext cx="167167" cy="294"/>
            </a:xfrm>
            <a:custGeom>
              <a:avLst/>
              <a:pathLst>
                <a:path w="167167" h="294">
                  <a:moveTo>
                    <a:pt x="0" y="294"/>
                  </a:moveTo>
                  <a:lnTo>
                    <a:pt x="1671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19048" y="1108660"/>
              <a:ext cx="167167" cy="162815"/>
            </a:xfrm>
            <a:custGeom>
              <a:avLst/>
              <a:pathLst>
                <a:path w="167167" h="162815">
                  <a:moveTo>
                    <a:pt x="0" y="294"/>
                  </a:moveTo>
                  <a:lnTo>
                    <a:pt x="98" y="5757"/>
                  </a:lnTo>
                  <a:lnTo>
                    <a:pt x="376" y="11215"/>
                  </a:lnTo>
                  <a:lnTo>
                    <a:pt x="832" y="16661"/>
                  </a:lnTo>
                  <a:lnTo>
                    <a:pt x="1465" y="22089"/>
                  </a:lnTo>
                  <a:lnTo>
                    <a:pt x="2276" y="27493"/>
                  </a:lnTo>
                  <a:lnTo>
                    <a:pt x="3262" y="32868"/>
                  </a:lnTo>
                  <a:lnTo>
                    <a:pt x="4424" y="38208"/>
                  </a:lnTo>
                  <a:lnTo>
                    <a:pt x="5760" y="43507"/>
                  </a:lnTo>
                  <a:lnTo>
                    <a:pt x="7269" y="48759"/>
                  </a:lnTo>
                  <a:lnTo>
                    <a:pt x="8948" y="53960"/>
                  </a:lnTo>
                  <a:lnTo>
                    <a:pt x="10796" y="59102"/>
                  </a:lnTo>
                  <a:lnTo>
                    <a:pt x="12811" y="64182"/>
                  </a:lnTo>
                  <a:lnTo>
                    <a:pt x="14992" y="69193"/>
                  </a:lnTo>
                  <a:lnTo>
                    <a:pt x="17335" y="74130"/>
                  </a:lnTo>
                  <a:lnTo>
                    <a:pt x="19838" y="78988"/>
                  </a:lnTo>
                  <a:lnTo>
                    <a:pt x="22498" y="83761"/>
                  </a:lnTo>
                  <a:lnTo>
                    <a:pt x="25313" y="88445"/>
                  </a:lnTo>
                  <a:lnTo>
                    <a:pt x="28280" y="93034"/>
                  </a:lnTo>
                  <a:lnTo>
                    <a:pt x="31395" y="97524"/>
                  </a:lnTo>
                  <a:lnTo>
                    <a:pt x="34656" y="101910"/>
                  </a:lnTo>
                  <a:lnTo>
                    <a:pt x="38057" y="106187"/>
                  </a:lnTo>
                  <a:lnTo>
                    <a:pt x="41597" y="110350"/>
                  </a:lnTo>
                  <a:lnTo>
                    <a:pt x="45271" y="114396"/>
                  </a:lnTo>
                  <a:lnTo>
                    <a:pt x="49076" y="118319"/>
                  </a:lnTo>
                  <a:lnTo>
                    <a:pt x="53006" y="122115"/>
                  </a:lnTo>
                  <a:lnTo>
                    <a:pt x="57059" y="125782"/>
                  </a:lnTo>
                  <a:lnTo>
                    <a:pt x="61229" y="129313"/>
                  </a:lnTo>
                  <a:lnTo>
                    <a:pt x="65512" y="132707"/>
                  </a:lnTo>
                  <a:lnTo>
                    <a:pt x="69904" y="135959"/>
                  </a:lnTo>
                  <a:lnTo>
                    <a:pt x="74400" y="139065"/>
                  </a:lnTo>
                  <a:lnTo>
                    <a:pt x="78995" y="142023"/>
                  </a:lnTo>
                  <a:lnTo>
                    <a:pt x="83684" y="144829"/>
                  </a:lnTo>
                  <a:lnTo>
                    <a:pt x="88463" y="147481"/>
                  </a:lnTo>
                  <a:lnTo>
                    <a:pt x="93326" y="149974"/>
                  </a:lnTo>
                  <a:lnTo>
                    <a:pt x="98267" y="152308"/>
                  </a:lnTo>
                  <a:lnTo>
                    <a:pt x="103282" y="154478"/>
                  </a:lnTo>
                  <a:lnTo>
                    <a:pt x="108366" y="156484"/>
                  </a:lnTo>
                  <a:lnTo>
                    <a:pt x="113512" y="158322"/>
                  </a:lnTo>
                  <a:lnTo>
                    <a:pt x="118716" y="159992"/>
                  </a:lnTo>
                  <a:lnTo>
                    <a:pt x="123971" y="161490"/>
                  </a:lnTo>
                  <a:lnTo>
                    <a:pt x="129273" y="162815"/>
                  </a:lnTo>
                  <a:lnTo>
                    <a:pt x="16716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448321" y="941493"/>
              <a:ext cx="205047" cy="334331"/>
            </a:xfrm>
            <a:custGeom>
              <a:avLst/>
              <a:pathLst>
                <a:path w="205047" h="334331">
                  <a:moveTo>
                    <a:pt x="0" y="329983"/>
                  </a:moveTo>
                  <a:lnTo>
                    <a:pt x="5194" y="331105"/>
                  </a:lnTo>
                  <a:lnTo>
                    <a:pt x="10423" y="332062"/>
                  </a:lnTo>
                  <a:lnTo>
                    <a:pt x="15678" y="332852"/>
                  </a:lnTo>
                  <a:lnTo>
                    <a:pt x="20957" y="333474"/>
                  </a:lnTo>
                  <a:lnTo>
                    <a:pt x="26252" y="333929"/>
                  </a:lnTo>
                  <a:lnTo>
                    <a:pt x="31559" y="334214"/>
                  </a:lnTo>
                  <a:lnTo>
                    <a:pt x="36873" y="334331"/>
                  </a:lnTo>
                  <a:lnTo>
                    <a:pt x="42187" y="334279"/>
                  </a:lnTo>
                  <a:lnTo>
                    <a:pt x="47498" y="334058"/>
                  </a:lnTo>
                  <a:lnTo>
                    <a:pt x="52798" y="333669"/>
                  </a:lnTo>
                  <a:lnTo>
                    <a:pt x="58084" y="333111"/>
                  </a:lnTo>
                  <a:lnTo>
                    <a:pt x="63349" y="332385"/>
                  </a:lnTo>
                  <a:lnTo>
                    <a:pt x="68588" y="331492"/>
                  </a:lnTo>
                  <a:lnTo>
                    <a:pt x="73796" y="330433"/>
                  </a:lnTo>
                  <a:lnTo>
                    <a:pt x="78968" y="329210"/>
                  </a:lnTo>
                  <a:lnTo>
                    <a:pt x="84099" y="327822"/>
                  </a:lnTo>
                  <a:lnTo>
                    <a:pt x="89183" y="326272"/>
                  </a:lnTo>
                  <a:lnTo>
                    <a:pt x="94215" y="324561"/>
                  </a:lnTo>
                  <a:lnTo>
                    <a:pt x="99190" y="322691"/>
                  </a:lnTo>
                  <a:lnTo>
                    <a:pt x="104103" y="320664"/>
                  </a:lnTo>
                  <a:lnTo>
                    <a:pt x="108949" y="318481"/>
                  </a:lnTo>
                  <a:lnTo>
                    <a:pt x="113723" y="316146"/>
                  </a:lnTo>
                  <a:lnTo>
                    <a:pt x="118421" y="313660"/>
                  </a:lnTo>
                  <a:lnTo>
                    <a:pt x="123037" y="311026"/>
                  </a:lnTo>
                  <a:lnTo>
                    <a:pt x="127567" y="308247"/>
                  </a:lnTo>
                  <a:lnTo>
                    <a:pt x="132007" y="305325"/>
                  </a:lnTo>
                  <a:lnTo>
                    <a:pt x="136351" y="302263"/>
                  </a:lnTo>
                  <a:lnTo>
                    <a:pt x="140596" y="299065"/>
                  </a:lnTo>
                  <a:lnTo>
                    <a:pt x="144737" y="295734"/>
                  </a:lnTo>
                  <a:lnTo>
                    <a:pt x="148770" y="292272"/>
                  </a:lnTo>
                  <a:lnTo>
                    <a:pt x="152691" y="288684"/>
                  </a:lnTo>
                  <a:lnTo>
                    <a:pt x="156496" y="284973"/>
                  </a:lnTo>
                  <a:lnTo>
                    <a:pt x="160181" y="281143"/>
                  </a:lnTo>
                  <a:lnTo>
                    <a:pt x="163743" y="277198"/>
                  </a:lnTo>
                  <a:lnTo>
                    <a:pt x="167177" y="273142"/>
                  </a:lnTo>
                  <a:lnTo>
                    <a:pt x="170481" y="268979"/>
                  </a:lnTo>
                  <a:lnTo>
                    <a:pt x="173650" y="264712"/>
                  </a:lnTo>
                  <a:lnTo>
                    <a:pt x="176683" y="260347"/>
                  </a:lnTo>
                  <a:lnTo>
                    <a:pt x="179575" y="255888"/>
                  </a:lnTo>
                  <a:lnTo>
                    <a:pt x="182323" y="251339"/>
                  </a:lnTo>
                  <a:lnTo>
                    <a:pt x="184926" y="246705"/>
                  </a:lnTo>
                  <a:lnTo>
                    <a:pt x="187380" y="241991"/>
                  </a:lnTo>
                  <a:lnTo>
                    <a:pt x="189683" y="237201"/>
                  </a:lnTo>
                  <a:lnTo>
                    <a:pt x="191833" y="232340"/>
                  </a:lnTo>
                  <a:lnTo>
                    <a:pt x="193827" y="227414"/>
                  </a:lnTo>
                  <a:lnTo>
                    <a:pt x="195664" y="222426"/>
                  </a:lnTo>
                  <a:lnTo>
                    <a:pt x="197340" y="217383"/>
                  </a:lnTo>
                  <a:lnTo>
                    <a:pt x="198856" y="212289"/>
                  </a:lnTo>
                  <a:lnTo>
                    <a:pt x="200209" y="207149"/>
                  </a:lnTo>
                  <a:lnTo>
                    <a:pt x="201398" y="201969"/>
                  </a:lnTo>
                  <a:lnTo>
                    <a:pt x="202422" y="196754"/>
                  </a:lnTo>
                  <a:lnTo>
                    <a:pt x="203279" y="191508"/>
                  </a:lnTo>
                  <a:lnTo>
                    <a:pt x="203970" y="186239"/>
                  </a:lnTo>
                  <a:lnTo>
                    <a:pt x="204492" y="180949"/>
                  </a:lnTo>
                  <a:lnTo>
                    <a:pt x="204846" y="175646"/>
                  </a:lnTo>
                  <a:lnTo>
                    <a:pt x="205031" y="170335"/>
                  </a:lnTo>
                  <a:lnTo>
                    <a:pt x="205047" y="165020"/>
                  </a:lnTo>
                  <a:lnTo>
                    <a:pt x="204895" y="159707"/>
                  </a:lnTo>
                  <a:lnTo>
                    <a:pt x="204573" y="154402"/>
                  </a:lnTo>
                  <a:lnTo>
                    <a:pt x="204083" y="149110"/>
                  </a:lnTo>
                  <a:lnTo>
                    <a:pt x="203425" y="143836"/>
                  </a:lnTo>
                  <a:lnTo>
                    <a:pt x="202600" y="138586"/>
                  </a:lnTo>
                  <a:lnTo>
                    <a:pt x="201608" y="133364"/>
                  </a:lnTo>
                  <a:lnTo>
                    <a:pt x="200450" y="128177"/>
                  </a:lnTo>
                  <a:lnTo>
                    <a:pt x="199129" y="123029"/>
                  </a:lnTo>
                  <a:lnTo>
                    <a:pt x="197644" y="117926"/>
                  </a:lnTo>
                  <a:lnTo>
                    <a:pt x="195998" y="112872"/>
                  </a:lnTo>
                  <a:lnTo>
                    <a:pt x="194192" y="107873"/>
                  </a:lnTo>
                  <a:lnTo>
                    <a:pt x="192228" y="102935"/>
                  </a:lnTo>
                  <a:lnTo>
                    <a:pt x="190108" y="98061"/>
                  </a:lnTo>
                  <a:lnTo>
                    <a:pt x="187835" y="93257"/>
                  </a:lnTo>
                  <a:lnTo>
                    <a:pt x="185409" y="88528"/>
                  </a:lnTo>
                  <a:lnTo>
                    <a:pt x="182835" y="83878"/>
                  </a:lnTo>
                  <a:lnTo>
                    <a:pt x="180114" y="79313"/>
                  </a:lnTo>
                  <a:lnTo>
                    <a:pt x="177249" y="74836"/>
                  </a:lnTo>
                  <a:lnTo>
                    <a:pt x="174243" y="70452"/>
                  </a:lnTo>
                  <a:lnTo>
                    <a:pt x="171100" y="66167"/>
                  </a:lnTo>
                  <a:lnTo>
                    <a:pt x="167822" y="61983"/>
                  </a:lnTo>
                  <a:lnTo>
                    <a:pt x="164412" y="57906"/>
                  </a:lnTo>
                  <a:lnTo>
                    <a:pt x="160875" y="53939"/>
                  </a:lnTo>
                  <a:lnTo>
                    <a:pt x="157214" y="50087"/>
                  </a:lnTo>
                  <a:lnTo>
                    <a:pt x="153431" y="46353"/>
                  </a:lnTo>
                  <a:lnTo>
                    <a:pt x="149532" y="42741"/>
                  </a:lnTo>
                  <a:lnTo>
                    <a:pt x="145520" y="39255"/>
                  </a:lnTo>
                  <a:lnTo>
                    <a:pt x="141400" y="35898"/>
                  </a:lnTo>
                  <a:lnTo>
                    <a:pt x="137175" y="32674"/>
                  </a:lnTo>
                  <a:lnTo>
                    <a:pt x="132849" y="29586"/>
                  </a:lnTo>
                  <a:lnTo>
                    <a:pt x="128427" y="26637"/>
                  </a:lnTo>
                  <a:lnTo>
                    <a:pt x="123914" y="23830"/>
                  </a:lnTo>
                  <a:lnTo>
                    <a:pt x="119314" y="21168"/>
                  </a:lnTo>
                  <a:lnTo>
                    <a:pt x="114632" y="18654"/>
                  </a:lnTo>
                  <a:lnTo>
                    <a:pt x="109872" y="16289"/>
                  </a:lnTo>
                  <a:lnTo>
                    <a:pt x="105039" y="14077"/>
                  </a:lnTo>
                  <a:lnTo>
                    <a:pt x="100138" y="12020"/>
                  </a:lnTo>
                  <a:lnTo>
                    <a:pt x="95175" y="10120"/>
                  </a:lnTo>
                  <a:lnTo>
                    <a:pt x="90153" y="8378"/>
                  </a:lnTo>
                  <a:lnTo>
                    <a:pt x="85079" y="6797"/>
                  </a:lnTo>
                  <a:lnTo>
                    <a:pt x="79957" y="5378"/>
                  </a:lnTo>
                  <a:lnTo>
                    <a:pt x="74793" y="4123"/>
                  </a:lnTo>
                  <a:lnTo>
                    <a:pt x="69591" y="3032"/>
                  </a:lnTo>
                  <a:lnTo>
                    <a:pt x="64357" y="2107"/>
                  </a:lnTo>
                  <a:lnTo>
                    <a:pt x="59097" y="1350"/>
                  </a:lnTo>
                  <a:lnTo>
                    <a:pt x="53815" y="759"/>
                  </a:lnTo>
                  <a:lnTo>
                    <a:pt x="48517" y="337"/>
                  </a:lnTo>
                  <a:lnTo>
                    <a:pt x="43208" y="84"/>
                  </a:lnTo>
                  <a:lnTo>
                    <a:pt x="37894" y="0"/>
                  </a:lnTo>
                  <a:lnTo>
                    <a:pt x="378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797334" y="1071028"/>
              <a:ext cx="167167" cy="334333"/>
            </a:xfrm>
            <a:custGeom>
              <a:avLst/>
              <a:pathLst>
                <a:path w="167167" h="334333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3" y="770"/>
                  </a:lnTo>
                  <a:lnTo>
                    <a:pt x="145814" y="1369"/>
                  </a:lnTo>
                  <a:lnTo>
                    <a:pt x="140516" y="2138"/>
                  </a:lnTo>
                  <a:lnTo>
                    <a:pt x="135247" y="3075"/>
                  </a:lnTo>
                  <a:lnTo>
                    <a:pt x="130009" y="4181"/>
                  </a:lnTo>
                  <a:lnTo>
                    <a:pt x="124810" y="5455"/>
                  </a:lnTo>
                  <a:lnTo>
                    <a:pt x="119655" y="6894"/>
                  </a:lnTo>
                  <a:lnTo>
                    <a:pt x="114548" y="8497"/>
                  </a:lnTo>
                  <a:lnTo>
                    <a:pt x="109495" y="10263"/>
                  </a:lnTo>
                  <a:lnTo>
                    <a:pt x="104501" y="12190"/>
                  </a:lnTo>
                  <a:lnTo>
                    <a:pt x="99571" y="14275"/>
                  </a:lnTo>
                  <a:lnTo>
                    <a:pt x="94711" y="16518"/>
                  </a:lnTo>
                  <a:lnTo>
                    <a:pt x="89925" y="18915"/>
                  </a:lnTo>
                  <a:lnTo>
                    <a:pt x="85218" y="21464"/>
                  </a:lnTo>
                  <a:lnTo>
                    <a:pt x="80596" y="24162"/>
                  </a:lnTo>
                  <a:lnTo>
                    <a:pt x="76062" y="27007"/>
                  </a:lnTo>
                  <a:lnTo>
                    <a:pt x="71621" y="29996"/>
                  </a:lnTo>
                  <a:lnTo>
                    <a:pt x="67278" y="33125"/>
                  </a:lnTo>
                  <a:lnTo>
                    <a:pt x="63038" y="36392"/>
                  </a:lnTo>
                  <a:lnTo>
                    <a:pt x="58905" y="39792"/>
                  </a:lnTo>
                  <a:lnTo>
                    <a:pt x="54882" y="43324"/>
                  </a:lnTo>
                  <a:lnTo>
                    <a:pt x="50975" y="46982"/>
                  </a:lnTo>
                  <a:lnTo>
                    <a:pt x="47186" y="50764"/>
                  </a:lnTo>
                  <a:lnTo>
                    <a:pt x="43521" y="54665"/>
                  </a:lnTo>
                  <a:lnTo>
                    <a:pt x="39983" y="58681"/>
                  </a:lnTo>
                  <a:lnTo>
                    <a:pt x="36575" y="62808"/>
                  </a:lnTo>
                  <a:lnTo>
                    <a:pt x="33301" y="67043"/>
                  </a:lnTo>
                  <a:lnTo>
                    <a:pt x="30164" y="71380"/>
                  </a:lnTo>
                  <a:lnTo>
                    <a:pt x="27167" y="75815"/>
                  </a:lnTo>
                  <a:lnTo>
                    <a:pt x="24314" y="80344"/>
                  </a:lnTo>
                  <a:lnTo>
                    <a:pt x="21608" y="84962"/>
                  </a:lnTo>
                  <a:lnTo>
                    <a:pt x="19051" y="89665"/>
                  </a:lnTo>
                  <a:lnTo>
                    <a:pt x="16645" y="94447"/>
                  </a:lnTo>
                  <a:lnTo>
                    <a:pt x="14394" y="99303"/>
                  </a:lnTo>
                  <a:lnTo>
                    <a:pt x="12300" y="104229"/>
                  </a:lnTo>
                  <a:lnTo>
                    <a:pt x="10364" y="109219"/>
                  </a:lnTo>
                  <a:lnTo>
                    <a:pt x="8589" y="114269"/>
                  </a:lnTo>
                  <a:lnTo>
                    <a:pt x="6977" y="119373"/>
                  </a:lnTo>
                  <a:lnTo>
                    <a:pt x="5529" y="124526"/>
                  </a:lnTo>
                  <a:lnTo>
                    <a:pt x="4247" y="129723"/>
                  </a:lnTo>
                  <a:lnTo>
                    <a:pt x="3131" y="134958"/>
                  </a:lnTo>
                  <a:lnTo>
                    <a:pt x="2184" y="140226"/>
                  </a:lnTo>
                  <a:lnTo>
                    <a:pt x="1406" y="145522"/>
                  </a:lnTo>
                  <a:lnTo>
                    <a:pt x="798" y="150840"/>
                  </a:lnTo>
                  <a:lnTo>
                    <a:pt x="361" y="156175"/>
                  </a:lnTo>
                  <a:lnTo>
                    <a:pt x="95" y="161521"/>
                  </a:lnTo>
                  <a:lnTo>
                    <a:pt x="0" y="166873"/>
                  </a:lnTo>
                  <a:lnTo>
                    <a:pt x="76" y="172225"/>
                  </a:lnTo>
                  <a:lnTo>
                    <a:pt x="323" y="177572"/>
                  </a:lnTo>
                  <a:lnTo>
                    <a:pt x="742" y="182908"/>
                  </a:lnTo>
                  <a:lnTo>
                    <a:pt x="1331" y="188228"/>
                  </a:lnTo>
                  <a:lnTo>
                    <a:pt x="2091" y="193527"/>
                  </a:lnTo>
                  <a:lnTo>
                    <a:pt x="3019" y="198798"/>
                  </a:lnTo>
                  <a:lnTo>
                    <a:pt x="4116" y="204037"/>
                  </a:lnTo>
                  <a:lnTo>
                    <a:pt x="5380" y="209239"/>
                  </a:lnTo>
                  <a:lnTo>
                    <a:pt x="6810" y="214397"/>
                  </a:lnTo>
                  <a:lnTo>
                    <a:pt x="8404" y="219507"/>
                  </a:lnTo>
                  <a:lnTo>
                    <a:pt x="10161" y="224563"/>
                  </a:lnTo>
                  <a:lnTo>
                    <a:pt x="12079" y="229560"/>
                  </a:lnTo>
                  <a:lnTo>
                    <a:pt x="14156" y="234493"/>
                  </a:lnTo>
                  <a:lnTo>
                    <a:pt x="16390" y="239357"/>
                  </a:lnTo>
                  <a:lnTo>
                    <a:pt x="18779" y="244148"/>
                  </a:lnTo>
                  <a:lnTo>
                    <a:pt x="21320" y="248859"/>
                  </a:lnTo>
                  <a:lnTo>
                    <a:pt x="24010" y="253486"/>
                  </a:lnTo>
                  <a:lnTo>
                    <a:pt x="26847" y="258025"/>
                  </a:lnTo>
                  <a:lnTo>
                    <a:pt x="29828" y="262471"/>
                  </a:lnTo>
                  <a:lnTo>
                    <a:pt x="32949" y="266819"/>
                  </a:lnTo>
                  <a:lnTo>
                    <a:pt x="36208" y="271065"/>
                  </a:lnTo>
                  <a:lnTo>
                    <a:pt x="39602" y="275205"/>
                  </a:lnTo>
                  <a:lnTo>
                    <a:pt x="43126" y="279234"/>
                  </a:lnTo>
                  <a:lnTo>
                    <a:pt x="46778" y="283147"/>
                  </a:lnTo>
                  <a:lnTo>
                    <a:pt x="50553" y="286942"/>
                  </a:lnTo>
                  <a:lnTo>
                    <a:pt x="54447" y="290614"/>
                  </a:lnTo>
                  <a:lnTo>
                    <a:pt x="58457" y="294160"/>
                  </a:lnTo>
                  <a:lnTo>
                    <a:pt x="62579" y="297575"/>
                  </a:lnTo>
                  <a:lnTo>
                    <a:pt x="66807" y="300857"/>
                  </a:lnTo>
                  <a:lnTo>
                    <a:pt x="71139" y="304001"/>
                  </a:lnTo>
                  <a:lnTo>
                    <a:pt x="75569" y="307006"/>
                  </a:lnTo>
                  <a:lnTo>
                    <a:pt x="80093" y="309866"/>
                  </a:lnTo>
                  <a:lnTo>
                    <a:pt x="84706" y="312581"/>
                  </a:lnTo>
                  <a:lnTo>
                    <a:pt x="89404" y="315146"/>
                  </a:lnTo>
                  <a:lnTo>
                    <a:pt x="94182" y="317560"/>
                  </a:lnTo>
                  <a:lnTo>
                    <a:pt x="99034" y="319820"/>
                  </a:lnTo>
                  <a:lnTo>
                    <a:pt x="103956" y="321923"/>
                  </a:lnTo>
                  <a:lnTo>
                    <a:pt x="108943" y="323867"/>
                  </a:lnTo>
                  <a:lnTo>
                    <a:pt x="113990" y="325651"/>
                  </a:lnTo>
                  <a:lnTo>
                    <a:pt x="119091" y="327272"/>
                  </a:lnTo>
                  <a:lnTo>
                    <a:pt x="124242" y="328729"/>
                  </a:lnTo>
                  <a:lnTo>
                    <a:pt x="129436" y="330021"/>
                  </a:lnTo>
                  <a:lnTo>
                    <a:pt x="134669" y="331145"/>
                  </a:lnTo>
                  <a:lnTo>
                    <a:pt x="139936" y="332102"/>
                  </a:lnTo>
                  <a:lnTo>
                    <a:pt x="145230" y="332889"/>
                  </a:lnTo>
                  <a:lnTo>
                    <a:pt x="150547" y="333506"/>
                  </a:lnTo>
                  <a:lnTo>
                    <a:pt x="155881" y="333953"/>
                  </a:lnTo>
                  <a:lnTo>
                    <a:pt x="161227" y="334229"/>
                  </a:lnTo>
                  <a:lnTo>
                    <a:pt x="166579" y="33433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3913" y="1238196"/>
              <a:ext cx="588" cy="167166"/>
            </a:xfrm>
            <a:custGeom>
              <a:avLst/>
              <a:pathLst>
                <a:path w="588" h="167166">
                  <a:moveTo>
                    <a:pt x="0" y="167166"/>
                  </a:moveTo>
                  <a:lnTo>
                    <a:pt x="5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3913" y="1071839"/>
              <a:ext cx="167754" cy="333523"/>
            </a:xfrm>
            <a:custGeom>
              <a:avLst/>
              <a:pathLst>
                <a:path w="167754" h="333523">
                  <a:moveTo>
                    <a:pt x="0" y="333523"/>
                  </a:moveTo>
                  <a:lnTo>
                    <a:pt x="5360" y="333456"/>
                  </a:lnTo>
                  <a:lnTo>
                    <a:pt x="10715" y="333217"/>
                  </a:lnTo>
                  <a:lnTo>
                    <a:pt x="16060" y="332806"/>
                  </a:lnTo>
                  <a:lnTo>
                    <a:pt x="21389" y="332225"/>
                  </a:lnTo>
                  <a:lnTo>
                    <a:pt x="26697" y="331472"/>
                  </a:lnTo>
                  <a:lnTo>
                    <a:pt x="31978" y="330550"/>
                  </a:lnTo>
                  <a:lnTo>
                    <a:pt x="37227" y="329459"/>
                  </a:lnTo>
                  <a:lnTo>
                    <a:pt x="42437" y="328201"/>
                  </a:lnTo>
                  <a:lnTo>
                    <a:pt x="47605" y="326776"/>
                  </a:lnTo>
                  <a:lnTo>
                    <a:pt x="52725" y="325186"/>
                  </a:lnTo>
                  <a:lnTo>
                    <a:pt x="57791" y="323432"/>
                  </a:lnTo>
                  <a:lnTo>
                    <a:pt x="62798" y="321517"/>
                  </a:lnTo>
                  <a:lnTo>
                    <a:pt x="67741" y="319443"/>
                  </a:lnTo>
                  <a:lnTo>
                    <a:pt x="72615" y="317211"/>
                  </a:lnTo>
                  <a:lnTo>
                    <a:pt x="77415" y="314824"/>
                  </a:lnTo>
                  <a:lnTo>
                    <a:pt x="82136" y="312284"/>
                  </a:lnTo>
                  <a:lnTo>
                    <a:pt x="86773" y="309594"/>
                  </a:lnTo>
                  <a:lnTo>
                    <a:pt x="91321" y="306757"/>
                  </a:lnTo>
                  <a:lnTo>
                    <a:pt x="95777" y="303776"/>
                  </a:lnTo>
                  <a:lnTo>
                    <a:pt x="100134" y="300653"/>
                  </a:lnTo>
                  <a:lnTo>
                    <a:pt x="104389" y="297392"/>
                  </a:lnTo>
                  <a:lnTo>
                    <a:pt x="108537" y="293996"/>
                  </a:lnTo>
                  <a:lnTo>
                    <a:pt x="112574" y="290469"/>
                  </a:lnTo>
                  <a:lnTo>
                    <a:pt x="116496" y="286815"/>
                  </a:lnTo>
                  <a:lnTo>
                    <a:pt x="120299" y="283036"/>
                  </a:lnTo>
                  <a:lnTo>
                    <a:pt x="123978" y="279138"/>
                  </a:lnTo>
                  <a:lnTo>
                    <a:pt x="127531" y="275124"/>
                  </a:lnTo>
                  <a:lnTo>
                    <a:pt x="130953" y="270997"/>
                  </a:lnTo>
                  <a:lnTo>
                    <a:pt x="134242" y="266764"/>
                  </a:lnTo>
                  <a:lnTo>
                    <a:pt x="137392" y="262426"/>
                  </a:lnTo>
                  <a:lnTo>
                    <a:pt x="140402" y="257991"/>
                  </a:lnTo>
                  <a:lnTo>
                    <a:pt x="143269" y="253460"/>
                  </a:lnTo>
                  <a:lnTo>
                    <a:pt x="145988" y="248841"/>
                  </a:lnTo>
                  <a:lnTo>
                    <a:pt x="148558" y="244136"/>
                  </a:lnTo>
                  <a:lnTo>
                    <a:pt x="150976" y="239352"/>
                  </a:lnTo>
                  <a:lnTo>
                    <a:pt x="153239" y="234492"/>
                  </a:lnTo>
                  <a:lnTo>
                    <a:pt x="155345" y="229562"/>
                  </a:lnTo>
                  <a:lnTo>
                    <a:pt x="157292" y="224568"/>
                  </a:lnTo>
                  <a:lnTo>
                    <a:pt x="159078" y="219513"/>
                  </a:lnTo>
                  <a:lnTo>
                    <a:pt x="160701" y="214404"/>
                  </a:lnTo>
                  <a:lnTo>
                    <a:pt x="162160" y="209245"/>
                  </a:lnTo>
                  <a:lnTo>
                    <a:pt x="163452" y="204043"/>
                  </a:lnTo>
                  <a:lnTo>
                    <a:pt x="164576" y="198801"/>
                  </a:lnTo>
                  <a:lnTo>
                    <a:pt x="165532" y="193526"/>
                  </a:lnTo>
                  <a:lnTo>
                    <a:pt x="166319" y="188224"/>
                  </a:lnTo>
                  <a:lnTo>
                    <a:pt x="166935" y="182898"/>
                  </a:lnTo>
                  <a:lnTo>
                    <a:pt x="167379" y="177556"/>
                  </a:lnTo>
                  <a:lnTo>
                    <a:pt x="167653" y="172202"/>
                  </a:lnTo>
                  <a:lnTo>
                    <a:pt x="167754" y="166843"/>
                  </a:lnTo>
                  <a:lnTo>
                    <a:pt x="167684" y="161482"/>
                  </a:lnTo>
                  <a:lnTo>
                    <a:pt x="167442" y="156127"/>
                  </a:lnTo>
                  <a:lnTo>
                    <a:pt x="167028" y="150782"/>
                  </a:lnTo>
                  <a:lnTo>
                    <a:pt x="166443" y="145453"/>
                  </a:lnTo>
                  <a:lnTo>
                    <a:pt x="165687" y="140146"/>
                  </a:lnTo>
                  <a:lnTo>
                    <a:pt x="164762" y="134866"/>
                  </a:lnTo>
                  <a:lnTo>
                    <a:pt x="163668" y="129618"/>
                  </a:lnTo>
                  <a:lnTo>
                    <a:pt x="162406" y="124408"/>
                  </a:lnTo>
                  <a:lnTo>
                    <a:pt x="160978" y="119241"/>
                  </a:lnTo>
                  <a:lnTo>
                    <a:pt x="159385" y="114122"/>
                  </a:lnTo>
                  <a:lnTo>
                    <a:pt x="157628" y="109058"/>
                  </a:lnTo>
                  <a:lnTo>
                    <a:pt x="155710" y="104052"/>
                  </a:lnTo>
                  <a:lnTo>
                    <a:pt x="153633" y="99110"/>
                  </a:lnTo>
                  <a:lnTo>
                    <a:pt x="151398" y="94237"/>
                  </a:lnTo>
                  <a:lnTo>
                    <a:pt x="149008" y="89439"/>
                  </a:lnTo>
                  <a:lnTo>
                    <a:pt x="146465" y="84719"/>
                  </a:lnTo>
                  <a:lnTo>
                    <a:pt x="143773" y="80084"/>
                  </a:lnTo>
                  <a:lnTo>
                    <a:pt x="140933" y="75537"/>
                  </a:lnTo>
                  <a:lnTo>
                    <a:pt x="137949" y="71084"/>
                  </a:lnTo>
                  <a:lnTo>
                    <a:pt x="134823" y="66728"/>
                  </a:lnTo>
                  <a:lnTo>
                    <a:pt x="131560" y="62475"/>
                  </a:lnTo>
                  <a:lnTo>
                    <a:pt x="128161" y="58329"/>
                  </a:lnTo>
                  <a:lnTo>
                    <a:pt x="124632" y="54294"/>
                  </a:lnTo>
                  <a:lnTo>
                    <a:pt x="120975" y="50375"/>
                  </a:lnTo>
                  <a:lnTo>
                    <a:pt x="117194" y="46574"/>
                  </a:lnTo>
                  <a:lnTo>
                    <a:pt x="113294" y="42897"/>
                  </a:lnTo>
                  <a:lnTo>
                    <a:pt x="109277" y="39347"/>
                  </a:lnTo>
                  <a:lnTo>
                    <a:pt x="105149" y="35927"/>
                  </a:lnTo>
                  <a:lnTo>
                    <a:pt x="100913" y="32641"/>
                  </a:lnTo>
                  <a:lnTo>
                    <a:pt x="96574" y="29493"/>
                  </a:lnTo>
                  <a:lnTo>
                    <a:pt x="92136" y="26486"/>
                  </a:lnTo>
                  <a:lnTo>
                    <a:pt x="87604" y="23622"/>
                  </a:lnTo>
                  <a:lnTo>
                    <a:pt x="82983" y="20906"/>
                  </a:lnTo>
                  <a:lnTo>
                    <a:pt x="78277" y="18338"/>
                  </a:lnTo>
                  <a:lnTo>
                    <a:pt x="73491" y="15924"/>
                  </a:lnTo>
                  <a:lnTo>
                    <a:pt x="68630" y="13663"/>
                  </a:lnTo>
                  <a:lnTo>
                    <a:pt x="63699" y="11560"/>
                  </a:lnTo>
                  <a:lnTo>
                    <a:pt x="58703" y="9616"/>
                  </a:lnTo>
                  <a:lnTo>
                    <a:pt x="53647" y="7833"/>
                  </a:lnTo>
                  <a:lnTo>
                    <a:pt x="48537" y="6214"/>
                  </a:lnTo>
                  <a:lnTo>
                    <a:pt x="43378" y="4758"/>
                  </a:lnTo>
                  <a:lnTo>
                    <a:pt x="38174" y="3469"/>
                  </a:lnTo>
                  <a:lnTo>
                    <a:pt x="32932" y="2348"/>
                  </a:lnTo>
                  <a:lnTo>
                    <a:pt x="27657" y="1395"/>
                  </a:lnTo>
                  <a:lnTo>
                    <a:pt x="22353" y="612"/>
                  </a:lnTo>
                  <a:lnTo>
                    <a:pt x="17028" y="0"/>
                  </a:lnTo>
                  <a:lnTo>
                    <a:pt x="588" y="166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071028"/>
              <a:ext cx="16440" cy="167167"/>
            </a:xfrm>
            <a:custGeom>
              <a:avLst/>
              <a:pathLst>
                <a:path w="16440" h="167167">
                  <a:moveTo>
                    <a:pt x="16440" y="810"/>
                  </a:moveTo>
                  <a:lnTo>
                    <a:pt x="8230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77902" y="1322571"/>
              <a:ext cx="110818" cy="167167"/>
            </a:xfrm>
            <a:custGeom>
              <a:avLst/>
              <a:pathLst>
                <a:path w="110818" h="167167">
                  <a:moveTo>
                    <a:pt x="110818" y="0"/>
                  </a:moveTo>
                  <a:lnTo>
                    <a:pt x="105312" y="90"/>
                  </a:lnTo>
                  <a:lnTo>
                    <a:pt x="99813" y="362"/>
                  </a:lnTo>
                  <a:lnTo>
                    <a:pt x="94325" y="815"/>
                  </a:lnTo>
                  <a:lnTo>
                    <a:pt x="88855" y="1449"/>
                  </a:lnTo>
                  <a:lnTo>
                    <a:pt x="83409" y="2262"/>
                  </a:lnTo>
                  <a:lnTo>
                    <a:pt x="77992" y="3254"/>
                  </a:lnTo>
                  <a:lnTo>
                    <a:pt x="72612" y="4424"/>
                  </a:lnTo>
                  <a:lnTo>
                    <a:pt x="67272" y="5771"/>
                  </a:lnTo>
                  <a:lnTo>
                    <a:pt x="61980" y="7293"/>
                  </a:lnTo>
                  <a:lnTo>
                    <a:pt x="56741" y="8988"/>
                  </a:lnTo>
                  <a:lnTo>
                    <a:pt x="51561" y="10855"/>
                  </a:lnTo>
                  <a:lnTo>
                    <a:pt x="46445" y="12891"/>
                  </a:lnTo>
                  <a:lnTo>
                    <a:pt x="41399" y="15095"/>
                  </a:lnTo>
                  <a:lnTo>
                    <a:pt x="36428" y="17464"/>
                  </a:lnTo>
                  <a:lnTo>
                    <a:pt x="31538" y="19995"/>
                  </a:lnTo>
                  <a:lnTo>
                    <a:pt x="26733" y="22686"/>
                  </a:lnTo>
                  <a:lnTo>
                    <a:pt x="22020" y="25534"/>
                  </a:lnTo>
                  <a:lnTo>
                    <a:pt x="17404" y="28535"/>
                  </a:lnTo>
                  <a:lnTo>
                    <a:pt x="12889" y="31687"/>
                  </a:lnTo>
                  <a:lnTo>
                    <a:pt x="8480" y="34986"/>
                  </a:lnTo>
                  <a:lnTo>
                    <a:pt x="4182" y="38428"/>
                  </a:lnTo>
                  <a:lnTo>
                    <a:pt x="0" y="42010"/>
                  </a:lnTo>
                  <a:lnTo>
                    <a:pt x="11081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7902" y="1364582"/>
              <a:ext cx="110818" cy="125156"/>
            </a:xfrm>
            <a:custGeom>
              <a:avLst/>
              <a:pathLst>
                <a:path w="110818" h="125156">
                  <a:moveTo>
                    <a:pt x="0" y="0"/>
                  </a:moveTo>
                  <a:lnTo>
                    <a:pt x="110818" y="125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21561" y="1356035"/>
              <a:ext cx="334321" cy="300867"/>
            </a:xfrm>
            <a:custGeom>
              <a:avLst/>
              <a:pathLst>
                <a:path w="334321" h="300867">
                  <a:moveTo>
                    <a:pt x="56340" y="8547"/>
                  </a:moveTo>
                  <a:lnTo>
                    <a:pt x="52428" y="12123"/>
                  </a:lnTo>
                  <a:lnTo>
                    <a:pt x="48631" y="15822"/>
                  </a:lnTo>
                  <a:lnTo>
                    <a:pt x="44954" y="19638"/>
                  </a:lnTo>
                  <a:lnTo>
                    <a:pt x="41399" y="23570"/>
                  </a:lnTo>
                  <a:lnTo>
                    <a:pt x="37971" y="27612"/>
                  </a:lnTo>
                  <a:lnTo>
                    <a:pt x="34672" y="31761"/>
                  </a:lnTo>
                  <a:lnTo>
                    <a:pt x="31507" y="36012"/>
                  </a:lnTo>
                  <a:lnTo>
                    <a:pt x="28478" y="40362"/>
                  </a:lnTo>
                  <a:lnTo>
                    <a:pt x="25589" y="44805"/>
                  </a:lnTo>
                  <a:lnTo>
                    <a:pt x="22842" y="49338"/>
                  </a:lnTo>
                  <a:lnTo>
                    <a:pt x="20240" y="53956"/>
                  </a:lnTo>
                  <a:lnTo>
                    <a:pt x="17785" y="58653"/>
                  </a:lnTo>
                  <a:lnTo>
                    <a:pt x="15481" y="63427"/>
                  </a:lnTo>
                  <a:lnTo>
                    <a:pt x="13329" y="68270"/>
                  </a:lnTo>
                  <a:lnTo>
                    <a:pt x="11332" y="73180"/>
                  </a:lnTo>
                  <a:lnTo>
                    <a:pt x="9492" y="78151"/>
                  </a:lnTo>
                  <a:lnTo>
                    <a:pt x="7810" y="83177"/>
                  </a:lnTo>
                  <a:lnTo>
                    <a:pt x="6288" y="88254"/>
                  </a:lnTo>
                  <a:lnTo>
                    <a:pt x="4928" y="93377"/>
                  </a:lnTo>
                  <a:lnTo>
                    <a:pt x="3731" y="98540"/>
                  </a:lnTo>
                  <a:lnTo>
                    <a:pt x="2699" y="103739"/>
                  </a:lnTo>
                  <a:lnTo>
                    <a:pt x="1831" y="108968"/>
                  </a:lnTo>
                  <a:lnTo>
                    <a:pt x="1130" y="114221"/>
                  </a:lnTo>
                  <a:lnTo>
                    <a:pt x="596" y="119495"/>
                  </a:lnTo>
                  <a:lnTo>
                    <a:pt x="229" y="124782"/>
                  </a:lnTo>
                  <a:lnTo>
                    <a:pt x="30" y="130079"/>
                  </a:lnTo>
                  <a:lnTo>
                    <a:pt x="0" y="135379"/>
                  </a:lnTo>
                  <a:lnTo>
                    <a:pt x="137" y="140677"/>
                  </a:lnTo>
                  <a:lnTo>
                    <a:pt x="442" y="145969"/>
                  </a:lnTo>
                  <a:lnTo>
                    <a:pt x="914" y="151248"/>
                  </a:lnTo>
                  <a:lnTo>
                    <a:pt x="1554" y="156509"/>
                  </a:lnTo>
                  <a:lnTo>
                    <a:pt x="2360" y="161748"/>
                  </a:lnTo>
                  <a:lnTo>
                    <a:pt x="3332" y="166958"/>
                  </a:lnTo>
                  <a:lnTo>
                    <a:pt x="4469" y="172135"/>
                  </a:lnTo>
                  <a:lnTo>
                    <a:pt x="5769" y="177274"/>
                  </a:lnTo>
                  <a:lnTo>
                    <a:pt x="7231" y="182368"/>
                  </a:lnTo>
                  <a:lnTo>
                    <a:pt x="8854" y="187414"/>
                  </a:lnTo>
                  <a:lnTo>
                    <a:pt x="10637" y="192405"/>
                  </a:lnTo>
                  <a:lnTo>
                    <a:pt x="12576" y="197338"/>
                  </a:lnTo>
                  <a:lnTo>
                    <a:pt x="14671" y="202207"/>
                  </a:lnTo>
                  <a:lnTo>
                    <a:pt x="16920" y="207006"/>
                  </a:lnTo>
                  <a:lnTo>
                    <a:pt x="19319" y="211732"/>
                  </a:lnTo>
                  <a:lnTo>
                    <a:pt x="21867" y="216380"/>
                  </a:lnTo>
                  <a:lnTo>
                    <a:pt x="24561" y="220944"/>
                  </a:lnTo>
                  <a:lnTo>
                    <a:pt x="27399" y="225421"/>
                  </a:lnTo>
                  <a:lnTo>
                    <a:pt x="30377" y="229806"/>
                  </a:lnTo>
                  <a:lnTo>
                    <a:pt x="33492" y="234094"/>
                  </a:lnTo>
                  <a:lnTo>
                    <a:pt x="36742" y="238281"/>
                  </a:lnTo>
                  <a:lnTo>
                    <a:pt x="40123" y="242363"/>
                  </a:lnTo>
                  <a:lnTo>
                    <a:pt x="43631" y="246336"/>
                  </a:lnTo>
                  <a:lnTo>
                    <a:pt x="47264" y="250195"/>
                  </a:lnTo>
                  <a:lnTo>
                    <a:pt x="51017" y="253937"/>
                  </a:lnTo>
                  <a:lnTo>
                    <a:pt x="54887" y="257559"/>
                  </a:lnTo>
                  <a:lnTo>
                    <a:pt x="58870" y="261056"/>
                  </a:lnTo>
                  <a:lnTo>
                    <a:pt x="62962" y="264425"/>
                  </a:lnTo>
                  <a:lnTo>
                    <a:pt x="67159" y="267663"/>
                  </a:lnTo>
                  <a:lnTo>
                    <a:pt x="71456" y="270765"/>
                  </a:lnTo>
                  <a:lnTo>
                    <a:pt x="75849" y="273731"/>
                  </a:lnTo>
                  <a:lnTo>
                    <a:pt x="80334" y="276555"/>
                  </a:lnTo>
                  <a:lnTo>
                    <a:pt x="84906" y="279236"/>
                  </a:lnTo>
                  <a:lnTo>
                    <a:pt x="89561" y="281770"/>
                  </a:lnTo>
                  <a:lnTo>
                    <a:pt x="94294" y="284156"/>
                  </a:lnTo>
                  <a:lnTo>
                    <a:pt x="99101" y="286390"/>
                  </a:lnTo>
                  <a:lnTo>
                    <a:pt x="103975" y="288471"/>
                  </a:lnTo>
                  <a:lnTo>
                    <a:pt x="108914" y="290396"/>
                  </a:lnTo>
                  <a:lnTo>
                    <a:pt x="113910" y="292164"/>
                  </a:lnTo>
                  <a:lnTo>
                    <a:pt x="118961" y="293772"/>
                  </a:lnTo>
                  <a:lnTo>
                    <a:pt x="124060" y="295220"/>
                  </a:lnTo>
                  <a:lnTo>
                    <a:pt x="129202" y="296505"/>
                  </a:lnTo>
                  <a:lnTo>
                    <a:pt x="134382" y="297626"/>
                  </a:lnTo>
                  <a:lnTo>
                    <a:pt x="139595" y="298583"/>
                  </a:lnTo>
                  <a:lnTo>
                    <a:pt x="144836" y="299374"/>
                  </a:lnTo>
                  <a:lnTo>
                    <a:pt x="150099" y="299998"/>
                  </a:lnTo>
                  <a:lnTo>
                    <a:pt x="155380" y="300456"/>
                  </a:lnTo>
                  <a:lnTo>
                    <a:pt x="160672" y="300745"/>
                  </a:lnTo>
                  <a:lnTo>
                    <a:pt x="165971" y="300867"/>
                  </a:lnTo>
                  <a:lnTo>
                    <a:pt x="171271" y="300821"/>
                  </a:lnTo>
                  <a:lnTo>
                    <a:pt x="176567" y="300606"/>
                  </a:lnTo>
                  <a:lnTo>
                    <a:pt x="181853" y="300224"/>
                  </a:lnTo>
                  <a:lnTo>
                    <a:pt x="187125" y="299674"/>
                  </a:lnTo>
                  <a:lnTo>
                    <a:pt x="192377" y="298958"/>
                  </a:lnTo>
                  <a:lnTo>
                    <a:pt x="197603" y="298075"/>
                  </a:lnTo>
                  <a:lnTo>
                    <a:pt x="202799" y="297028"/>
                  </a:lnTo>
                  <a:lnTo>
                    <a:pt x="207958" y="295816"/>
                  </a:lnTo>
                  <a:lnTo>
                    <a:pt x="213077" y="294441"/>
                  </a:lnTo>
                  <a:lnTo>
                    <a:pt x="218150" y="292904"/>
                  </a:lnTo>
                  <a:lnTo>
                    <a:pt x="223171" y="291208"/>
                  </a:lnTo>
                  <a:lnTo>
                    <a:pt x="228136" y="289353"/>
                  </a:lnTo>
                  <a:lnTo>
                    <a:pt x="233040" y="287341"/>
                  </a:lnTo>
                  <a:lnTo>
                    <a:pt x="237878" y="285176"/>
                  </a:lnTo>
                  <a:lnTo>
                    <a:pt x="242644" y="282858"/>
                  </a:lnTo>
                  <a:lnTo>
                    <a:pt x="247335" y="280390"/>
                  </a:lnTo>
                  <a:lnTo>
                    <a:pt x="251945" y="277774"/>
                  </a:lnTo>
                  <a:lnTo>
                    <a:pt x="256469" y="275014"/>
                  </a:lnTo>
                  <a:lnTo>
                    <a:pt x="260904" y="272111"/>
                  </a:lnTo>
                  <a:lnTo>
                    <a:pt x="265245" y="269070"/>
                  </a:lnTo>
                  <a:lnTo>
                    <a:pt x="269487" y="265892"/>
                  </a:lnTo>
                  <a:lnTo>
                    <a:pt x="273626" y="262582"/>
                  </a:lnTo>
                  <a:lnTo>
                    <a:pt x="277659" y="259142"/>
                  </a:lnTo>
                  <a:lnTo>
                    <a:pt x="281580" y="255575"/>
                  </a:lnTo>
                  <a:lnTo>
                    <a:pt x="285386" y="251887"/>
                  </a:lnTo>
                  <a:lnTo>
                    <a:pt x="289073" y="248079"/>
                  </a:lnTo>
                  <a:lnTo>
                    <a:pt x="292638" y="244157"/>
                  </a:lnTo>
                  <a:lnTo>
                    <a:pt x="296076" y="240123"/>
                  </a:lnTo>
                  <a:lnTo>
                    <a:pt x="299385" y="235983"/>
                  </a:lnTo>
                  <a:lnTo>
                    <a:pt x="302561" y="231740"/>
                  </a:lnTo>
                  <a:lnTo>
                    <a:pt x="305601" y="227398"/>
                  </a:lnTo>
                  <a:lnTo>
                    <a:pt x="308502" y="222962"/>
                  </a:lnTo>
                  <a:lnTo>
                    <a:pt x="311261" y="218436"/>
                  </a:lnTo>
                  <a:lnTo>
                    <a:pt x="313874" y="213825"/>
                  </a:lnTo>
                  <a:lnTo>
                    <a:pt x="316341" y="209133"/>
                  </a:lnTo>
                  <a:lnTo>
                    <a:pt x="318657" y="204366"/>
                  </a:lnTo>
                  <a:lnTo>
                    <a:pt x="320821" y="199528"/>
                  </a:lnTo>
                  <a:lnTo>
                    <a:pt x="322831" y="194623"/>
                  </a:lnTo>
                  <a:lnTo>
                    <a:pt x="324684" y="189657"/>
                  </a:lnTo>
                  <a:lnTo>
                    <a:pt x="326378" y="184635"/>
                  </a:lnTo>
                  <a:lnTo>
                    <a:pt x="327913" y="179562"/>
                  </a:lnTo>
                  <a:lnTo>
                    <a:pt x="329286" y="174443"/>
                  </a:lnTo>
                  <a:lnTo>
                    <a:pt x="330496" y="169283"/>
                  </a:lnTo>
                  <a:lnTo>
                    <a:pt x="331542" y="164087"/>
                  </a:lnTo>
                  <a:lnTo>
                    <a:pt x="332422" y="158860"/>
                  </a:lnTo>
                  <a:lnTo>
                    <a:pt x="333137" y="153608"/>
                  </a:lnTo>
                  <a:lnTo>
                    <a:pt x="333684" y="148336"/>
                  </a:lnTo>
                  <a:lnTo>
                    <a:pt x="334065" y="143050"/>
                  </a:lnTo>
                  <a:lnTo>
                    <a:pt x="334277" y="137754"/>
                  </a:lnTo>
                  <a:lnTo>
                    <a:pt x="334321" y="132454"/>
                  </a:lnTo>
                  <a:lnTo>
                    <a:pt x="334198" y="127155"/>
                  </a:lnTo>
                  <a:lnTo>
                    <a:pt x="333906" y="121862"/>
                  </a:lnTo>
                  <a:lnTo>
                    <a:pt x="333447" y="116582"/>
                  </a:lnTo>
                  <a:lnTo>
                    <a:pt x="332820" y="111319"/>
                  </a:lnTo>
                  <a:lnTo>
                    <a:pt x="332028" y="106078"/>
                  </a:lnTo>
                  <a:lnTo>
                    <a:pt x="331069" y="100866"/>
                  </a:lnTo>
                  <a:lnTo>
                    <a:pt x="329946" y="95686"/>
                  </a:lnTo>
                  <a:lnTo>
                    <a:pt x="328658" y="90544"/>
                  </a:lnTo>
                  <a:lnTo>
                    <a:pt x="327209" y="85446"/>
                  </a:lnTo>
                  <a:lnTo>
                    <a:pt x="325599" y="80396"/>
                  </a:lnTo>
                  <a:lnTo>
                    <a:pt x="323829" y="75400"/>
                  </a:lnTo>
                  <a:lnTo>
                    <a:pt x="321902" y="70463"/>
                  </a:lnTo>
                  <a:lnTo>
                    <a:pt x="319819" y="65589"/>
                  </a:lnTo>
                  <a:lnTo>
                    <a:pt x="317583" y="60783"/>
                  </a:lnTo>
                  <a:lnTo>
                    <a:pt x="315196" y="56051"/>
                  </a:lnTo>
                  <a:lnTo>
                    <a:pt x="312660" y="51397"/>
                  </a:lnTo>
                  <a:lnTo>
                    <a:pt x="309977" y="46826"/>
                  </a:lnTo>
                  <a:lnTo>
                    <a:pt x="307151" y="42342"/>
                  </a:lnTo>
                  <a:lnTo>
                    <a:pt x="304184" y="37949"/>
                  </a:lnTo>
                  <a:lnTo>
                    <a:pt x="301080" y="33654"/>
                  </a:lnTo>
                  <a:lnTo>
                    <a:pt x="297841" y="29458"/>
                  </a:lnTo>
                  <a:lnTo>
                    <a:pt x="294470" y="25368"/>
                  </a:lnTo>
                  <a:lnTo>
                    <a:pt x="290972" y="21386"/>
                  </a:lnTo>
                  <a:lnTo>
                    <a:pt x="287349" y="17517"/>
                  </a:lnTo>
                  <a:lnTo>
                    <a:pt x="283605" y="13766"/>
                  </a:lnTo>
                  <a:lnTo>
                    <a:pt x="279744" y="10134"/>
                  </a:lnTo>
                  <a:lnTo>
                    <a:pt x="275770" y="6627"/>
                  </a:lnTo>
                  <a:lnTo>
                    <a:pt x="271687" y="3248"/>
                  </a:lnTo>
                  <a:lnTo>
                    <a:pt x="267499" y="0"/>
                  </a:lnTo>
                  <a:lnTo>
                    <a:pt x="167159" y="1337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488720" y="1322571"/>
              <a:ext cx="100340" cy="167167"/>
            </a:xfrm>
            <a:custGeom>
              <a:avLst/>
              <a:pathLst>
                <a:path w="100340" h="167167">
                  <a:moveTo>
                    <a:pt x="100340" y="33463"/>
                  </a:moveTo>
                  <a:lnTo>
                    <a:pt x="95752" y="30140"/>
                  </a:lnTo>
                  <a:lnTo>
                    <a:pt x="91055" y="26975"/>
                  </a:lnTo>
                  <a:lnTo>
                    <a:pt x="86254" y="23971"/>
                  </a:lnTo>
                  <a:lnTo>
                    <a:pt x="81353" y="21131"/>
                  </a:lnTo>
                  <a:lnTo>
                    <a:pt x="76359" y="18459"/>
                  </a:lnTo>
                  <a:lnTo>
                    <a:pt x="71277" y="15957"/>
                  </a:lnTo>
                  <a:lnTo>
                    <a:pt x="66114" y="13629"/>
                  </a:lnTo>
                  <a:lnTo>
                    <a:pt x="60874" y="11477"/>
                  </a:lnTo>
                  <a:lnTo>
                    <a:pt x="55565" y="9505"/>
                  </a:lnTo>
                  <a:lnTo>
                    <a:pt x="50192" y="7713"/>
                  </a:lnTo>
                  <a:lnTo>
                    <a:pt x="44761" y="6104"/>
                  </a:lnTo>
                  <a:lnTo>
                    <a:pt x="39279" y="4680"/>
                  </a:lnTo>
                  <a:lnTo>
                    <a:pt x="33752" y="3442"/>
                  </a:lnTo>
                  <a:lnTo>
                    <a:pt x="28186" y="2393"/>
                  </a:lnTo>
                  <a:lnTo>
                    <a:pt x="22587" y="1533"/>
                  </a:lnTo>
                  <a:lnTo>
                    <a:pt x="16963" y="862"/>
                  </a:lnTo>
                  <a:lnTo>
                    <a:pt x="11319" y="383"/>
                  </a:lnTo>
                  <a:lnTo>
                    <a:pt x="5663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03366" y="1681503"/>
              <a:ext cx="83158" cy="167167"/>
            </a:xfrm>
            <a:custGeom>
              <a:avLst/>
              <a:pathLst>
                <a:path w="83158" h="167167">
                  <a:moveTo>
                    <a:pt x="83158" y="0"/>
                  </a:moveTo>
                  <a:lnTo>
                    <a:pt x="77357" y="100"/>
                  </a:lnTo>
                  <a:lnTo>
                    <a:pt x="71563" y="402"/>
                  </a:lnTo>
                  <a:lnTo>
                    <a:pt x="65782" y="905"/>
                  </a:lnTo>
                  <a:lnTo>
                    <a:pt x="60023" y="1608"/>
                  </a:lnTo>
                  <a:lnTo>
                    <a:pt x="54291" y="2511"/>
                  </a:lnTo>
                  <a:lnTo>
                    <a:pt x="48594" y="3612"/>
                  </a:lnTo>
                  <a:lnTo>
                    <a:pt x="42939" y="4910"/>
                  </a:lnTo>
                  <a:lnTo>
                    <a:pt x="37332" y="6403"/>
                  </a:lnTo>
                  <a:lnTo>
                    <a:pt x="31781" y="8091"/>
                  </a:lnTo>
                  <a:lnTo>
                    <a:pt x="26291" y="9969"/>
                  </a:lnTo>
                  <a:lnTo>
                    <a:pt x="20870" y="12038"/>
                  </a:lnTo>
                  <a:lnTo>
                    <a:pt x="15524" y="14293"/>
                  </a:lnTo>
                  <a:lnTo>
                    <a:pt x="10259" y="16732"/>
                  </a:lnTo>
                  <a:lnTo>
                    <a:pt x="5082" y="19353"/>
                  </a:lnTo>
                  <a:lnTo>
                    <a:pt x="0" y="22151"/>
                  </a:lnTo>
                  <a:lnTo>
                    <a:pt x="831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3366" y="1703655"/>
              <a:ext cx="83158" cy="145015"/>
            </a:xfrm>
            <a:custGeom>
              <a:avLst/>
              <a:pathLst>
                <a:path w="83158" h="145015">
                  <a:moveTo>
                    <a:pt x="0" y="0"/>
                  </a:moveTo>
                  <a:lnTo>
                    <a:pt x="83158" y="145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19359" y="1681503"/>
              <a:ext cx="334319" cy="334330"/>
            </a:xfrm>
            <a:custGeom>
              <a:avLst/>
              <a:pathLst>
                <a:path w="334319" h="334330">
                  <a:moveTo>
                    <a:pt x="84006" y="22151"/>
                  </a:moveTo>
                  <a:lnTo>
                    <a:pt x="79457" y="24857"/>
                  </a:lnTo>
                  <a:lnTo>
                    <a:pt x="74995" y="27704"/>
                  </a:lnTo>
                  <a:lnTo>
                    <a:pt x="70627" y="30692"/>
                  </a:lnTo>
                  <a:lnTo>
                    <a:pt x="66355" y="33817"/>
                  </a:lnTo>
                  <a:lnTo>
                    <a:pt x="62184" y="37075"/>
                  </a:lnTo>
                  <a:lnTo>
                    <a:pt x="58118" y="40463"/>
                  </a:lnTo>
                  <a:lnTo>
                    <a:pt x="54162" y="43979"/>
                  </a:lnTo>
                  <a:lnTo>
                    <a:pt x="50319" y="47618"/>
                  </a:lnTo>
                  <a:lnTo>
                    <a:pt x="46593" y="51377"/>
                  </a:lnTo>
                  <a:lnTo>
                    <a:pt x="42987" y="55252"/>
                  </a:lnTo>
                  <a:lnTo>
                    <a:pt x="39507" y="59239"/>
                  </a:lnTo>
                  <a:lnTo>
                    <a:pt x="36154" y="63334"/>
                  </a:lnTo>
                  <a:lnTo>
                    <a:pt x="32933" y="67534"/>
                  </a:lnTo>
                  <a:lnTo>
                    <a:pt x="29846" y="71833"/>
                  </a:lnTo>
                  <a:lnTo>
                    <a:pt x="26897" y="76228"/>
                  </a:lnTo>
                  <a:lnTo>
                    <a:pt x="24088" y="80714"/>
                  </a:lnTo>
                  <a:lnTo>
                    <a:pt x="21423" y="85287"/>
                  </a:lnTo>
                  <a:lnTo>
                    <a:pt x="18904" y="89941"/>
                  </a:lnTo>
                  <a:lnTo>
                    <a:pt x="16534" y="94674"/>
                  </a:lnTo>
                  <a:lnTo>
                    <a:pt x="14314" y="99478"/>
                  </a:lnTo>
                  <a:lnTo>
                    <a:pt x="12248" y="104351"/>
                  </a:lnTo>
                  <a:lnTo>
                    <a:pt x="10337" y="109287"/>
                  </a:lnTo>
                  <a:lnTo>
                    <a:pt x="8583" y="114280"/>
                  </a:lnTo>
                  <a:lnTo>
                    <a:pt x="6989" y="119327"/>
                  </a:lnTo>
                  <a:lnTo>
                    <a:pt x="5555" y="124422"/>
                  </a:lnTo>
                  <a:lnTo>
                    <a:pt x="4282" y="129559"/>
                  </a:lnTo>
                  <a:lnTo>
                    <a:pt x="3173" y="134734"/>
                  </a:lnTo>
                  <a:lnTo>
                    <a:pt x="2229" y="139942"/>
                  </a:lnTo>
                  <a:lnTo>
                    <a:pt x="1450" y="145177"/>
                  </a:lnTo>
                  <a:lnTo>
                    <a:pt x="837" y="150434"/>
                  </a:lnTo>
                  <a:lnTo>
                    <a:pt x="390" y="155708"/>
                  </a:lnTo>
                  <a:lnTo>
                    <a:pt x="111" y="160993"/>
                  </a:lnTo>
                  <a:lnTo>
                    <a:pt x="0" y="166285"/>
                  </a:lnTo>
                  <a:lnTo>
                    <a:pt x="55" y="171577"/>
                  </a:lnTo>
                  <a:lnTo>
                    <a:pt x="279" y="176865"/>
                  </a:lnTo>
                  <a:lnTo>
                    <a:pt x="669" y="182143"/>
                  </a:lnTo>
                  <a:lnTo>
                    <a:pt x="1227" y="187407"/>
                  </a:lnTo>
                  <a:lnTo>
                    <a:pt x="1951" y="192649"/>
                  </a:lnTo>
                  <a:lnTo>
                    <a:pt x="2840" y="197867"/>
                  </a:lnTo>
                  <a:lnTo>
                    <a:pt x="3895" y="203053"/>
                  </a:lnTo>
                  <a:lnTo>
                    <a:pt x="5112" y="208204"/>
                  </a:lnTo>
                  <a:lnTo>
                    <a:pt x="6493" y="213314"/>
                  </a:lnTo>
                  <a:lnTo>
                    <a:pt x="8034" y="218377"/>
                  </a:lnTo>
                  <a:lnTo>
                    <a:pt x="9735" y="223389"/>
                  </a:lnTo>
                  <a:lnTo>
                    <a:pt x="11594" y="228344"/>
                  </a:lnTo>
                  <a:lnTo>
                    <a:pt x="13608" y="233239"/>
                  </a:lnTo>
                  <a:lnTo>
                    <a:pt x="15777" y="238067"/>
                  </a:lnTo>
                  <a:lnTo>
                    <a:pt x="18097" y="242823"/>
                  </a:lnTo>
                  <a:lnTo>
                    <a:pt x="20567" y="247505"/>
                  </a:lnTo>
                  <a:lnTo>
                    <a:pt x="23184" y="252105"/>
                  </a:lnTo>
                  <a:lnTo>
                    <a:pt x="25945" y="256621"/>
                  </a:lnTo>
                  <a:lnTo>
                    <a:pt x="28847" y="261046"/>
                  </a:lnTo>
                  <a:lnTo>
                    <a:pt x="31889" y="265378"/>
                  </a:lnTo>
                  <a:lnTo>
                    <a:pt x="35066" y="269611"/>
                  </a:lnTo>
                  <a:lnTo>
                    <a:pt x="38375" y="273742"/>
                  </a:lnTo>
                  <a:lnTo>
                    <a:pt x="41813" y="277765"/>
                  </a:lnTo>
                  <a:lnTo>
                    <a:pt x="45377" y="281678"/>
                  </a:lnTo>
                  <a:lnTo>
                    <a:pt x="49063" y="285476"/>
                  </a:lnTo>
                  <a:lnTo>
                    <a:pt x="52868" y="289156"/>
                  </a:lnTo>
                  <a:lnTo>
                    <a:pt x="56787" y="292713"/>
                  </a:lnTo>
                  <a:lnTo>
                    <a:pt x="60817" y="296144"/>
                  </a:lnTo>
                  <a:lnTo>
                    <a:pt x="64953" y="299446"/>
                  </a:lnTo>
                  <a:lnTo>
                    <a:pt x="69192" y="302615"/>
                  </a:lnTo>
                  <a:lnTo>
                    <a:pt x="73529" y="305649"/>
                  </a:lnTo>
                  <a:lnTo>
                    <a:pt x="77960" y="308544"/>
                  </a:lnTo>
                  <a:lnTo>
                    <a:pt x="82480" y="311297"/>
                  </a:lnTo>
                  <a:lnTo>
                    <a:pt x="87085" y="313906"/>
                  </a:lnTo>
                  <a:lnTo>
                    <a:pt x="91770" y="316367"/>
                  </a:lnTo>
                  <a:lnTo>
                    <a:pt x="96531" y="318679"/>
                  </a:lnTo>
                  <a:lnTo>
                    <a:pt x="101363" y="320839"/>
                  </a:lnTo>
                  <a:lnTo>
                    <a:pt x="106261" y="322845"/>
                  </a:lnTo>
                  <a:lnTo>
                    <a:pt x="111220" y="324695"/>
                  </a:lnTo>
                  <a:lnTo>
                    <a:pt x="116235" y="326387"/>
                  </a:lnTo>
                  <a:lnTo>
                    <a:pt x="121301" y="327920"/>
                  </a:lnTo>
                  <a:lnTo>
                    <a:pt x="126413" y="329291"/>
                  </a:lnTo>
                  <a:lnTo>
                    <a:pt x="131565" y="330500"/>
                  </a:lnTo>
                  <a:lnTo>
                    <a:pt x="136754" y="331545"/>
                  </a:lnTo>
                  <a:lnTo>
                    <a:pt x="141973" y="332425"/>
                  </a:lnTo>
                  <a:lnTo>
                    <a:pt x="147217" y="333140"/>
                  </a:lnTo>
                  <a:lnTo>
                    <a:pt x="152481" y="333688"/>
                  </a:lnTo>
                  <a:lnTo>
                    <a:pt x="157760" y="334070"/>
                  </a:lnTo>
                  <a:lnTo>
                    <a:pt x="163048" y="334284"/>
                  </a:lnTo>
                  <a:lnTo>
                    <a:pt x="168341" y="334330"/>
                  </a:lnTo>
                  <a:lnTo>
                    <a:pt x="173632" y="334209"/>
                  </a:lnTo>
                  <a:lnTo>
                    <a:pt x="178917" y="333921"/>
                  </a:lnTo>
                  <a:lnTo>
                    <a:pt x="184190" y="333465"/>
                  </a:lnTo>
                  <a:lnTo>
                    <a:pt x="189446" y="332843"/>
                  </a:lnTo>
                  <a:lnTo>
                    <a:pt x="194679" y="332054"/>
                  </a:lnTo>
                  <a:lnTo>
                    <a:pt x="199886" y="331101"/>
                  </a:lnTo>
                  <a:lnTo>
                    <a:pt x="205059" y="329983"/>
                  </a:lnTo>
                  <a:lnTo>
                    <a:pt x="210194" y="328702"/>
                  </a:lnTo>
                  <a:lnTo>
                    <a:pt x="215286" y="327258"/>
                  </a:lnTo>
                  <a:lnTo>
                    <a:pt x="220330" y="325655"/>
                  </a:lnTo>
                  <a:lnTo>
                    <a:pt x="225321" y="323892"/>
                  </a:lnTo>
                  <a:lnTo>
                    <a:pt x="230253" y="321973"/>
                  </a:lnTo>
                  <a:lnTo>
                    <a:pt x="235122" y="319898"/>
                  </a:lnTo>
                  <a:lnTo>
                    <a:pt x="239923" y="317670"/>
                  </a:lnTo>
                  <a:lnTo>
                    <a:pt x="244651" y="315291"/>
                  </a:lnTo>
                  <a:lnTo>
                    <a:pt x="249301" y="312764"/>
                  </a:lnTo>
                  <a:lnTo>
                    <a:pt x="253869" y="310091"/>
                  </a:lnTo>
                  <a:lnTo>
                    <a:pt x="258350" y="307275"/>
                  </a:lnTo>
                  <a:lnTo>
                    <a:pt x="262740" y="304318"/>
                  </a:lnTo>
                  <a:lnTo>
                    <a:pt x="267034" y="301223"/>
                  </a:lnTo>
                  <a:lnTo>
                    <a:pt x="271228" y="297995"/>
                  </a:lnTo>
                  <a:lnTo>
                    <a:pt x="275317" y="294635"/>
                  </a:lnTo>
                  <a:lnTo>
                    <a:pt x="279298" y="291147"/>
                  </a:lnTo>
                  <a:lnTo>
                    <a:pt x="283167" y="287535"/>
                  </a:lnTo>
                  <a:lnTo>
                    <a:pt x="286919" y="283803"/>
                  </a:lnTo>
                  <a:lnTo>
                    <a:pt x="290551" y="279953"/>
                  </a:lnTo>
                  <a:lnTo>
                    <a:pt x="294060" y="275990"/>
                  </a:lnTo>
                  <a:lnTo>
                    <a:pt x="297441" y="271919"/>
                  </a:lnTo>
                  <a:lnTo>
                    <a:pt x="300692" y="267742"/>
                  </a:lnTo>
                  <a:lnTo>
                    <a:pt x="303809" y="263465"/>
                  </a:lnTo>
                  <a:lnTo>
                    <a:pt x="306789" y="259091"/>
                  </a:lnTo>
                  <a:lnTo>
                    <a:pt x="309629" y="254624"/>
                  </a:lnTo>
                  <a:lnTo>
                    <a:pt x="312326" y="250071"/>
                  </a:lnTo>
                  <a:lnTo>
                    <a:pt x="314878" y="245434"/>
                  </a:lnTo>
                  <a:lnTo>
                    <a:pt x="317282" y="240718"/>
                  </a:lnTo>
                  <a:lnTo>
                    <a:pt x="319535" y="235929"/>
                  </a:lnTo>
                  <a:lnTo>
                    <a:pt x="321635" y="231071"/>
                  </a:lnTo>
                  <a:lnTo>
                    <a:pt x="323581" y="226149"/>
                  </a:lnTo>
                  <a:lnTo>
                    <a:pt x="325370" y="221168"/>
                  </a:lnTo>
                  <a:lnTo>
                    <a:pt x="327000" y="216133"/>
                  </a:lnTo>
                  <a:lnTo>
                    <a:pt x="328470" y="211048"/>
                  </a:lnTo>
                  <a:lnTo>
                    <a:pt x="329778" y="205920"/>
                  </a:lnTo>
                  <a:lnTo>
                    <a:pt x="330923" y="200752"/>
                  </a:lnTo>
                  <a:lnTo>
                    <a:pt x="331905" y="195552"/>
                  </a:lnTo>
                  <a:lnTo>
                    <a:pt x="332721" y="190322"/>
                  </a:lnTo>
                  <a:lnTo>
                    <a:pt x="333371" y="185070"/>
                  </a:lnTo>
                  <a:lnTo>
                    <a:pt x="333854" y="179799"/>
                  </a:lnTo>
                  <a:lnTo>
                    <a:pt x="334170" y="174516"/>
                  </a:lnTo>
                  <a:lnTo>
                    <a:pt x="334319" y="169225"/>
                  </a:lnTo>
                  <a:lnTo>
                    <a:pt x="334301" y="163933"/>
                  </a:lnTo>
                  <a:lnTo>
                    <a:pt x="334115" y="158643"/>
                  </a:lnTo>
                  <a:lnTo>
                    <a:pt x="333761" y="153362"/>
                  </a:lnTo>
                  <a:lnTo>
                    <a:pt x="333241" y="148095"/>
                  </a:lnTo>
                  <a:lnTo>
                    <a:pt x="332554" y="142847"/>
                  </a:lnTo>
                  <a:lnTo>
                    <a:pt x="331701" y="137624"/>
                  </a:lnTo>
                  <a:lnTo>
                    <a:pt x="330683" y="132430"/>
                  </a:lnTo>
                  <a:lnTo>
                    <a:pt x="329502" y="127271"/>
                  </a:lnTo>
                  <a:lnTo>
                    <a:pt x="328157" y="122152"/>
                  </a:lnTo>
                  <a:lnTo>
                    <a:pt x="326651" y="117078"/>
                  </a:lnTo>
                  <a:lnTo>
                    <a:pt x="324986" y="112054"/>
                  </a:lnTo>
                  <a:lnTo>
                    <a:pt x="323162" y="107086"/>
                  </a:lnTo>
                  <a:lnTo>
                    <a:pt x="321182" y="102177"/>
                  </a:lnTo>
                  <a:lnTo>
                    <a:pt x="319047" y="97334"/>
                  </a:lnTo>
                  <a:lnTo>
                    <a:pt x="316760" y="92561"/>
                  </a:lnTo>
                  <a:lnTo>
                    <a:pt x="314324" y="87863"/>
                  </a:lnTo>
                  <a:lnTo>
                    <a:pt x="311739" y="83244"/>
                  </a:lnTo>
                  <a:lnTo>
                    <a:pt x="309010" y="78709"/>
                  </a:lnTo>
                  <a:lnTo>
                    <a:pt x="306139" y="74263"/>
                  </a:lnTo>
                  <a:lnTo>
                    <a:pt x="303128" y="69910"/>
                  </a:lnTo>
                  <a:lnTo>
                    <a:pt x="299981" y="65655"/>
                  </a:lnTo>
                  <a:lnTo>
                    <a:pt x="296701" y="61501"/>
                  </a:lnTo>
                  <a:lnTo>
                    <a:pt x="293291" y="57453"/>
                  </a:lnTo>
                  <a:lnTo>
                    <a:pt x="289755" y="53516"/>
                  </a:lnTo>
                  <a:lnTo>
                    <a:pt x="286095" y="49692"/>
                  </a:lnTo>
                  <a:lnTo>
                    <a:pt x="282317" y="45986"/>
                  </a:lnTo>
                  <a:lnTo>
                    <a:pt x="278423" y="42401"/>
                  </a:lnTo>
                  <a:lnTo>
                    <a:pt x="274417" y="38941"/>
                  </a:lnTo>
                  <a:lnTo>
                    <a:pt x="270304" y="35610"/>
                  </a:lnTo>
                  <a:lnTo>
                    <a:pt x="266088" y="32411"/>
                  </a:lnTo>
                  <a:lnTo>
                    <a:pt x="261773" y="29347"/>
                  </a:lnTo>
                  <a:lnTo>
                    <a:pt x="257362" y="26421"/>
                  </a:lnTo>
                  <a:lnTo>
                    <a:pt x="252861" y="23636"/>
                  </a:lnTo>
                  <a:lnTo>
                    <a:pt x="248275" y="20995"/>
                  </a:lnTo>
                  <a:lnTo>
                    <a:pt x="243607" y="18501"/>
                  </a:lnTo>
                  <a:lnTo>
                    <a:pt x="238862" y="16156"/>
                  </a:lnTo>
                  <a:lnTo>
                    <a:pt x="234046" y="13962"/>
                  </a:lnTo>
                  <a:lnTo>
                    <a:pt x="229162" y="11921"/>
                  </a:lnTo>
                  <a:lnTo>
                    <a:pt x="224216" y="10036"/>
                  </a:lnTo>
                  <a:lnTo>
                    <a:pt x="219214" y="8309"/>
                  </a:lnTo>
                  <a:lnTo>
                    <a:pt x="214159" y="6741"/>
                  </a:lnTo>
                  <a:lnTo>
                    <a:pt x="209056" y="5334"/>
                  </a:lnTo>
                  <a:lnTo>
                    <a:pt x="203912" y="4089"/>
                  </a:lnTo>
                  <a:lnTo>
                    <a:pt x="198731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1890" y="2126963"/>
              <a:ext cx="99396" cy="167167"/>
            </a:xfrm>
            <a:custGeom>
              <a:avLst/>
              <a:pathLst>
                <a:path w="99396" h="167167">
                  <a:moveTo>
                    <a:pt x="99396" y="0"/>
                  </a:moveTo>
                  <a:lnTo>
                    <a:pt x="93795" y="93"/>
                  </a:lnTo>
                  <a:lnTo>
                    <a:pt x="88200" y="375"/>
                  </a:lnTo>
                  <a:lnTo>
                    <a:pt x="82617" y="844"/>
                  </a:lnTo>
                  <a:lnTo>
                    <a:pt x="77054" y="1499"/>
                  </a:lnTo>
                  <a:lnTo>
                    <a:pt x="71515" y="2341"/>
                  </a:lnTo>
                  <a:lnTo>
                    <a:pt x="66008" y="3368"/>
                  </a:lnTo>
                  <a:lnTo>
                    <a:pt x="60538" y="4579"/>
                  </a:lnTo>
                  <a:lnTo>
                    <a:pt x="55112" y="5972"/>
                  </a:lnTo>
                  <a:lnTo>
                    <a:pt x="49736" y="7546"/>
                  </a:lnTo>
                  <a:lnTo>
                    <a:pt x="44415" y="9300"/>
                  </a:lnTo>
                  <a:lnTo>
                    <a:pt x="39156" y="11231"/>
                  </a:lnTo>
                  <a:lnTo>
                    <a:pt x="33965" y="13337"/>
                  </a:lnTo>
                  <a:lnTo>
                    <a:pt x="28847" y="15616"/>
                  </a:lnTo>
                  <a:lnTo>
                    <a:pt x="23809" y="18065"/>
                  </a:lnTo>
                  <a:lnTo>
                    <a:pt x="18855" y="20681"/>
                  </a:lnTo>
                  <a:lnTo>
                    <a:pt x="13992" y="23462"/>
                  </a:lnTo>
                  <a:lnTo>
                    <a:pt x="9225" y="26405"/>
                  </a:lnTo>
                  <a:lnTo>
                    <a:pt x="4559" y="29505"/>
                  </a:lnTo>
                  <a:lnTo>
                    <a:pt x="0" y="32760"/>
                  </a:lnTo>
                  <a:lnTo>
                    <a:pt x="993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1890" y="2159724"/>
              <a:ext cx="99396" cy="134406"/>
            </a:xfrm>
            <a:custGeom>
              <a:avLst/>
              <a:pathLst>
                <a:path w="99396" h="134406">
                  <a:moveTo>
                    <a:pt x="0" y="0"/>
                  </a:moveTo>
                  <a:lnTo>
                    <a:pt x="99396" y="1344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14136" y="2127298"/>
              <a:ext cx="334298" cy="333999"/>
            </a:xfrm>
            <a:custGeom>
              <a:avLst/>
              <a:pathLst>
                <a:path w="334298" h="333999">
                  <a:moveTo>
                    <a:pt x="67753" y="32425"/>
                  </a:moveTo>
                  <a:lnTo>
                    <a:pt x="63540" y="35645"/>
                  </a:lnTo>
                  <a:lnTo>
                    <a:pt x="59432" y="38997"/>
                  </a:lnTo>
                  <a:lnTo>
                    <a:pt x="55431" y="42478"/>
                  </a:lnTo>
                  <a:lnTo>
                    <a:pt x="51544" y="46084"/>
                  </a:lnTo>
                  <a:lnTo>
                    <a:pt x="47772" y="49812"/>
                  </a:lnTo>
                  <a:lnTo>
                    <a:pt x="44121" y="53657"/>
                  </a:lnTo>
                  <a:lnTo>
                    <a:pt x="40593" y="57616"/>
                  </a:lnTo>
                  <a:lnTo>
                    <a:pt x="37193" y="61685"/>
                  </a:lnTo>
                  <a:lnTo>
                    <a:pt x="33923" y="65859"/>
                  </a:lnTo>
                  <a:lnTo>
                    <a:pt x="30788" y="70136"/>
                  </a:lnTo>
                  <a:lnTo>
                    <a:pt x="27789" y="74509"/>
                  </a:lnTo>
                  <a:lnTo>
                    <a:pt x="24931" y="78976"/>
                  </a:lnTo>
                  <a:lnTo>
                    <a:pt x="22216" y="83531"/>
                  </a:lnTo>
                  <a:lnTo>
                    <a:pt x="19647" y="88170"/>
                  </a:lnTo>
                  <a:lnTo>
                    <a:pt x="17226" y="92888"/>
                  </a:lnTo>
                  <a:lnTo>
                    <a:pt x="14957" y="97680"/>
                  </a:lnTo>
                  <a:lnTo>
                    <a:pt x="12840" y="102542"/>
                  </a:lnTo>
                  <a:lnTo>
                    <a:pt x="10878" y="107468"/>
                  </a:lnTo>
                  <a:lnTo>
                    <a:pt x="9074" y="112455"/>
                  </a:lnTo>
                  <a:lnTo>
                    <a:pt x="7429" y="117496"/>
                  </a:lnTo>
                  <a:lnTo>
                    <a:pt x="5945" y="122586"/>
                  </a:lnTo>
                  <a:lnTo>
                    <a:pt x="4622" y="127722"/>
                  </a:lnTo>
                  <a:lnTo>
                    <a:pt x="3464" y="132896"/>
                  </a:lnTo>
                  <a:lnTo>
                    <a:pt x="2470" y="138105"/>
                  </a:lnTo>
                  <a:lnTo>
                    <a:pt x="1641" y="143342"/>
                  </a:lnTo>
                  <a:lnTo>
                    <a:pt x="980" y="148604"/>
                  </a:lnTo>
                  <a:lnTo>
                    <a:pt x="485" y="153883"/>
                  </a:lnTo>
                  <a:lnTo>
                    <a:pt x="158" y="159176"/>
                  </a:lnTo>
                  <a:lnTo>
                    <a:pt x="0" y="164476"/>
                  </a:lnTo>
                  <a:lnTo>
                    <a:pt x="9" y="169779"/>
                  </a:lnTo>
                  <a:lnTo>
                    <a:pt x="186" y="175079"/>
                  </a:lnTo>
                  <a:lnTo>
                    <a:pt x="532" y="180370"/>
                  </a:lnTo>
                  <a:lnTo>
                    <a:pt x="1045" y="185648"/>
                  </a:lnTo>
                  <a:lnTo>
                    <a:pt x="1726" y="190907"/>
                  </a:lnTo>
                  <a:lnTo>
                    <a:pt x="2572" y="196141"/>
                  </a:lnTo>
                  <a:lnTo>
                    <a:pt x="3585" y="201346"/>
                  </a:lnTo>
                  <a:lnTo>
                    <a:pt x="4762" y="206517"/>
                  </a:lnTo>
                  <a:lnTo>
                    <a:pt x="6102" y="211647"/>
                  </a:lnTo>
                  <a:lnTo>
                    <a:pt x="7605" y="216733"/>
                  </a:lnTo>
                  <a:lnTo>
                    <a:pt x="9268" y="221768"/>
                  </a:lnTo>
                  <a:lnTo>
                    <a:pt x="11089" y="226748"/>
                  </a:lnTo>
                  <a:lnTo>
                    <a:pt x="13068" y="231667"/>
                  </a:lnTo>
                  <a:lnTo>
                    <a:pt x="15202" y="236522"/>
                  </a:lnTo>
                  <a:lnTo>
                    <a:pt x="17489" y="241306"/>
                  </a:lnTo>
                  <a:lnTo>
                    <a:pt x="19926" y="246015"/>
                  </a:lnTo>
                  <a:lnTo>
                    <a:pt x="22512" y="250645"/>
                  </a:lnTo>
                  <a:lnTo>
                    <a:pt x="25243" y="255190"/>
                  </a:lnTo>
                  <a:lnTo>
                    <a:pt x="28117" y="259647"/>
                  </a:lnTo>
                  <a:lnTo>
                    <a:pt x="31130" y="264010"/>
                  </a:lnTo>
                  <a:lnTo>
                    <a:pt x="34281" y="268275"/>
                  </a:lnTo>
                  <a:lnTo>
                    <a:pt x="37565" y="272438"/>
                  </a:lnTo>
                  <a:lnTo>
                    <a:pt x="40980" y="276495"/>
                  </a:lnTo>
                  <a:lnTo>
                    <a:pt x="44522" y="280442"/>
                  </a:lnTo>
                  <a:lnTo>
                    <a:pt x="48187" y="284274"/>
                  </a:lnTo>
                  <a:lnTo>
                    <a:pt x="51971" y="287988"/>
                  </a:lnTo>
                  <a:lnTo>
                    <a:pt x="55872" y="291580"/>
                  </a:lnTo>
                  <a:lnTo>
                    <a:pt x="59885" y="295047"/>
                  </a:lnTo>
                  <a:lnTo>
                    <a:pt x="64005" y="298384"/>
                  </a:lnTo>
                  <a:lnTo>
                    <a:pt x="68230" y="301590"/>
                  </a:lnTo>
                  <a:lnTo>
                    <a:pt x="72553" y="304659"/>
                  </a:lnTo>
                  <a:lnTo>
                    <a:pt x="76972" y="307590"/>
                  </a:lnTo>
                  <a:lnTo>
                    <a:pt x="81482" y="310380"/>
                  </a:lnTo>
                  <a:lnTo>
                    <a:pt x="86078" y="313024"/>
                  </a:lnTo>
                  <a:lnTo>
                    <a:pt x="90756" y="315522"/>
                  </a:lnTo>
                  <a:lnTo>
                    <a:pt x="95510" y="317870"/>
                  </a:lnTo>
                  <a:lnTo>
                    <a:pt x="100337" y="320067"/>
                  </a:lnTo>
                  <a:lnTo>
                    <a:pt x="105230" y="322109"/>
                  </a:lnTo>
                  <a:lnTo>
                    <a:pt x="110186" y="323994"/>
                  </a:lnTo>
                  <a:lnTo>
                    <a:pt x="115200" y="325722"/>
                  </a:lnTo>
                  <a:lnTo>
                    <a:pt x="120265" y="327290"/>
                  </a:lnTo>
                  <a:lnTo>
                    <a:pt x="125378" y="328696"/>
                  </a:lnTo>
                  <a:lnTo>
                    <a:pt x="130533" y="329940"/>
                  </a:lnTo>
                  <a:lnTo>
                    <a:pt x="135725" y="331019"/>
                  </a:lnTo>
                  <a:lnTo>
                    <a:pt x="140948" y="331933"/>
                  </a:lnTo>
                  <a:lnTo>
                    <a:pt x="146198" y="332681"/>
                  </a:lnTo>
                  <a:lnTo>
                    <a:pt x="151469" y="333262"/>
                  </a:lnTo>
                  <a:lnTo>
                    <a:pt x="156755" y="333676"/>
                  </a:lnTo>
                  <a:lnTo>
                    <a:pt x="162052" y="333922"/>
                  </a:lnTo>
                  <a:lnTo>
                    <a:pt x="167354" y="333999"/>
                  </a:lnTo>
                  <a:lnTo>
                    <a:pt x="172656" y="333909"/>
                  </a:lnTo>
                  <a:lnTo>
                    <a:pt x="177952" y="333650"/>
                  </a:lnTo>
                  <a:lnTo>
                    <a:pt x="183238" y="333223"/>
                  </a:lnTo>
                  <a:lnTo>
                    <a:pt x="188507" y="332629"/>
                  </a:lnTo>
                  <a:lnTo>
                    <a:pt x="193755" y="331869"/>
                  </a:lnTo>
                  <a:lnTo>
                    <a:pt x="198976" y="330942"/>
                  </a:lnTo>
                  <a:lnTo>
                    <a:pt x="204165" y="329850"/>
                  </a:lnTo>
                  <a:lnTo>
                    <a:pt x="209317" y="328594"/>
                  </a:lnTo>
                  <a:lnTo>
                    <a:pt x="214426" y="327175"/>
                  </a:lnTo>
                  <a:lnTo>
                    <a:pt x="219488" y="325595"/>
                  </a:lnTo>
                  <a:lnTo>
                    <a:pt x="224497" y="323855"/>
                  </a:lnTo>
                  <a:lnTo>
                    <a:pt x="229449" y="321957"/>
                  </a:lnTo>
                  <a:lnTo>
                    <a:pt x="234337" y="319903"/>
                  </a:lnTo>
                  <a:lnTo>
                    <a:pt x="239159" y="317695"/>
                  </a:lnTo>
                  <a:lnTo>
                    <a:pt x="243907" y="315336"/>
                  </a:lnTo>
                  <a:lnTo>
                    <a:pt x="248579" y="312826"/>
                  </a:lnTo>
                  <a:lnTo>
                    <a:pt x="253168" y="310170"/>
                  </a:lnTo>
                  <a:lnTo>
                    <a:pt x="257671" y="307370"/>
                  </a:lnTo>
                  <a:lnTo>
                    <a:pt x="262083" y="304428"/>
                  </a:lnTo>
                  <a:lnTo>
                    <a:pt x="266399" y="301348"/>
                  </a:lnTo>
                  <a:lnTo>
                    <a:pt x="270616" y="298132"/>
                  </a:lnTo>
                  <a:lnTo>
                    <a:pt x="274728" y="294785"/>
                  </a:lnTo>
                  <a:lnTo>
                    <a:pt x="278732" y="291308"/>
                  </a:lnTo>
                  <a:lnTo>
                    <a:pt x="282624" y="287707"/>
                  </a:lnTo>
                  <a:lnTo>
                    <a:pt x="286400" y="283983"/>
                  </a:lnTo>
                  <a:lnTo>
                    <a:pt x="290056" y="280142"/>
                  </a:lnTo>
                  <a:lnTo>
                    <a:pt x="293588" y="276187"/>
                  </a:lnTo>
                  <a:lnTo>
                    <a:pt x="296992" y="272122"/>
                  </a:lnTo>
                  <a:lnTo>
                    <a:pt x="300267" y="267951"/>
                  </a:lnTo>
                  <a:lnTo>
                    <a:pt x="303407" y="263678"/>
                  </a:lnTo>
                  <a:lnTo>
                    <a:pt x="306410" y="259307"/>
                  </a:lnTo>
                  <a:lnTo>
                    <a:pt x="309273" y="254844"/>
                  </a:lnTo>
                  <a:lnTo>
                    <a:pt x="311993" y="250292"/>
                  </a:lnTo>
                  <a:lnTo>
                    <a:pt x="314567" y="245656"/>
                  </a:lnTo>
                  <a:lnTo>
                    <a:pt x="316993" y="240941"/>
                  </a:lnTo>
                  <a:lnTo>
                    <a:pt x="319268" y="236151"/>
                  </a:lnTo>
                  <a:lnTo>
                    <a:pt x="321390" y="231292"/>
                  </a:lnTo>
                  <a:lnTo>
                    <a:pt x="323357" y="226367"/>
                  </a:lnTo>
                  <a:lnTo>
                    <a:pt x="325167" y="221383"/>
                  </a:lnTo>
                  <a:lnTo>
                    <a:pt x="326817" y="216344"/>
                  </a:lnTo>
                  <a:lnTo>
                    <a:pt x="328307" y="211255"/>
                  </a:lnTo>
                  <a:lnTo>
                    <a:pt x="329635" y="206121"/>
                  </a:lnTo>
                  <a:lnTo>
                    <a:pt x="330800" y="200948"/>
                  </a:lnTo>
                  <a:lnTo>
                    <a:pt x="331799" y="195740"/>
                  </a:lnTo>
                  <a:lnTo>
                    <a:pt x="332633" y="190503"/>
                  </a:lnTo>
                  <a:lnTo>
                    <a:pt x="333301" y="185243"/>
                  </a:lnTo>
                  <a:lnTo>
                    <a:pt x="333801" y="179964"/>
                  </a:lnTo>
                  <a:lnTo>
                    <a:pt x="334134" y="174671"/>
                  </a:lnTo>
                  <a:lnTo>
                    <a:pt x="334298" y="169371"/>
                  </a:lnTo>
                  <a:lnTo>
                    <a:pt x="334295" y="164069"/>
                  </a:lnTo>
                  <a:lnTo>
                    <a:pt x="334123" y="158769"/>
                  </a:lnTo>
                  <a:lnTo>
                    <a:pt x="333783" y="153477"/>
                  </a:lnTo>
                  <a:lnTo>
                    <a:pt x="333276" y="148199"/>
                  </a:lnTo>
                  <a:lnTo>
                    <a:pt x="332601" y="142939"/>
                  </a:lnTo>
                  <a:lnTo>
                    <a:pt x="331760" y="137703"/>
                  </a:lnTo>
                  <a:lnTo>
                    <a:pt x="330754" y="132497"/>
                  </a:lnTo>
                  <a:lnTo>
                    <a:pt x="329582" y="127325"/>
                  </a:lnTo>
                  <a:lnTo>
                    <a:pt x="328248" y="122193"/>
                  </a:lnTo>
                  <a:lnTo>
                    <a:pt x="326751" y="117106"/>
                  </a:lnTo>
                  <a:lnTo>
                    <a:pt x="325093" y="112069"/>
                  </a:lnTo>
                  <a:lnTo>
                    <a:pt x="323277" y="107088"/>
                  </a:lnTo>
                  <a:lnTo>
                    <a:pt x="321304" y="102166"/>
                  </a:lnTo>
                  <a:lnTo>
                    <a:pt x="319175" y="97309"/>
                  </a:lnTo>
                  <a:lnTo>
                    <a:pt x="316894" y="92522"/>
                  </a:lnTo>
                  <a:lnTo>
                    <a:pt x="314461" y="87810"/>
                  </a:lnTo>
                  <a:lnTo>
                    <a:pt x="311881" y="83178"/>
                  </a:lnTo>
                  <a:lnTo>
                    <a:pt x="309155" y="78629"/>
                  </a:lnTo>
                  <a:lnTo>
                    <a:pt x="306286" y="74170"/>
                  </a:lnTo>
                  <a:lnTo>
                    <a:pt x="303277" y="69804"/>
                  </a:lnTo>
                  <a:lnTo>
                    <a:pt x="300131" y="65535"/>
                  </a:lnTo>
                  <a:lnTo>
                    <a:pt x="296851" y="61368"/>
                  </a:lnTo>
                  <a:lnTo>
                    <a:pt x="293441" y="57307"/>
                  </a:lnTo>
                  <a:lnTo>
                    <a:pt x="289904" y="53357"/>
                  </a:lnTo>
                  <a:lnTo>
                    <a:pt x="286243" y="49521"/>
                  </a:lnTo>
                  <a:lnTo>
                    <a:pt x="282462" y="45803"/>
                  </a:lnTo>
                  <a:lnTo>
                    <a:pt x="278566" y="42206"/>
                  </a:lnTo>
                  <a:lnTo>
                    <a:pt x="274557" y="38735"/>
                  </a:lnTo>
                  <a:lnTo>
                    <a:pt x="270440" y="35393"/>
                  </a:lnTo>
                  <a:lnTo>
                    <a:pt x="266219" y="32183"/>
                  </a:lnTo>
                  <a:lnTo>
                    <a:pt x="261899" y="29109"/>
                  </a:lnTo>
                  <a:lnTo>
                    <a:pt x="257483" y="26173"/>
                  </a:lnTo>
                  <a:lnTo>
                    <a:pt x="252976" y="23378"/>
                  </a:lnTo>
                  <a:lnTo>
                    <a:pt x="248383" y="20729"/>
                  </a:lnTo>
                  <a:lnTo>
                    <a:pt x="243708" y="18226"/>
                  </a:lnTo>
                  <a:lnTo>
                    <a:pt x="238956" y="15872"/>
                  </a:lnTo>
                  <a:lnTo>
                    <a:pt x="234132" y="13671"/>
                  </a:lnTo>
                  <a:lnTo>
                    <a:pt x="229241" y="11623"/>
                  </a:lnTo>
                  <a:lnTo>
                    <a:pt x="224287" y="9732"/>
                  </a:lnTo>
                  <a:lnTo>
                    <a:pt x="219275" y="7999"/>
                  </a:lnTo>
                  <a:lnTo>
                    <a:pt x="214212" y="6426"/>
                  </a:lnTo>
                  <a:lnTo>
                    <a:pt x="209100" y="5014"/>
                  </a:lnTo>
                  <a:lnTo>
                    <a:pt x="203947" y="3765"/>
                  </a:lnTo>
                  <a:lnTo>
                    <a:pt x="198756" y="2679"/>
                  </a:lnTo>
                  <a:lnTo>
                    <a:pt x="193534" y="1760"/>
                  </a:lnTo>
                  <a:lnTo>
                    <a:pt x="188285" y="1006"/>
                  </a:lnTo>
                  <a:lnTo>
                    <a:pt x="183015" y="419"/>
                  </a:lnTo>
                  <a:lnTo>
                    <a:pt x="177729" y="0"/>
                  </a:lnTo>
                  <a:lnTo>
                    <a:pt x="167150" y="1668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81287" y="2126963"/>
              <a:ext cx="10578" cy="167167"/>
            </a:xfrm>
            <a:custGeom>
              <a:avLst/>
              <a:pathLst>
                <a:path w="10578" h="167167">
                  <a:moveTo>
                    <a:pt x="10578" y="3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23594" y="263306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90" y="2107"/>
                  </a:lnTo>
                  <a:lnTo>
                    <a:pt x="135456" y="3032"/>
                  </a:lnTo>
                  <a:lnTo>
                    <a:pt x="130254" y="4123"/>
                  </a:lnTo>
                  <a:lnTo>
                    <a:pt x="125090" y="5378"/>
                  </a:lnTo>
                  <a:lnTo>
                    <a:pt x="119968" y="6797"/>
                  </a:lnTo>
                  <a:lnTo>
                    <a:pt x="114893" y="8378"/>
                  </a:lnTo>
                  <a:lnTo>
                    <a:pt x="109872" y="10120"/>
                  </a:lnTo>
                  <a:lnTo>
                    <a:pt x="104908" y="12020"/>
                  </a:lnTo>
                  <a:lnTo>
                    <a:pt x="100008" y="14077"/>
                  </a:lnTo>
                  <a:lnTo>
                    <a:pt x="95175" y="16289"/>
                  </a:lnTo>
                  <a:lnTo>
                    <a:pt x="90415" y="18654"/>
                  </a:lnTo>
                  <a:lnTo>
                    <a:pt x="85733" y="21168"/>
                  </a:lnTo>
                  <a:lnTo>
                    <a:pt x="81133" y="23830"/>
                  </a:lnTo>
                  <a:lnTo>
                    <a:pt x="76620" y="26637"/>
                  </a:lnTo>
                  <a:lnTo>
                    <a:pt x="72198" y="29586"/>
                  </a:lnTo>
                  <a:lnTo>
                    <a:pt x="67872" y="32674"/>
                  </a:lnTo>
                  <a:lnTo>
                    <a:pt x="63647" y="35898"/>
                  </a:lnTo>
                  <a:lnTo>
                    <a:pt x="59526" y="39255"/>
                  </a:lnTo>
                  <a:lnTo>
                    <a:pt x="55514" y="42741"/>
                  </a:lnTo>
                  <a:lnTo>
                    <a:pt x="51615" y="46353"/>
                  </a:lnTo>
                  <a:lnTo>
                    <a:pt x="47833" y="50087"/>
                  </a:lnTo>
                  <a:lnTo>
                    <a:pt x="44172" y="53939"/>
                  </a:lnTo>
                  <a:lnTo>
                    <a:pt x="40634" y="57906"/>
                  </a:lnTo>
                  <a:lnTo>
                    <a:pt x="37225" y="61983"/>
                  </a:lnTo>
                  <a:lnTo>
                    <a:pt x="33947" y="66167"/>
                  </a:lnTo>
                  <a:lnTo>
                    <a:pt x="30803" y="70452"/>
                  </a:lnTo>
                  <a:lnTo>
                    <a:pt x="27798" y="74836"/>
                  </a:lnTo>
                  <a:lnTo>
                    <a:pt x="24933" y="79313"/>
                  </a:lnTo>
                  <a:lnTo>
                    <a:pt x="22212" y="83878"/>
                  </a:lnTo>
                  <a:lnTo>
                    <a:pt x="19638" y="88528"/>
                  </a:lnTo>
                  <a:lnTo>
                    <a:pt x="17212" y="93257"/>
                  </a:lnTo>
                  <a:lnTo>
                    <a:pt x="14938" y="98061"/>
                  </a:lnTo>
                  <a:lnTo>
                    <a:pt x="12819" y="102935"/>
                  </a:lnTo>
                  <a:lnTo>
                    <a:pt x="10855" y="107873"/>
                  </a:lnTo>
                  <a:lnTo>
                    <a:pt x="9049" y="112872"/>
                  </a:lnTo>
                  <a:lnTo>
                    <a:pt x="7403" y="117926"/>
                  </a:lnTo>
                  <a:lnTo>
                    <a:pt x="5918" y="123029"/>
                  </a:lnTo>
                  <a:lnTo>
                    <a:pt x="4596" y="128177"/>
                  </a:lnTo>
                  <a:lnTo>
                    <a:pt x="3439" y="133364"/>
                  </a:lnTo>
                  <a:lnTo>
                    <a:pt x="2447" y="138586"/>
                  </a:lnTo>
                  <a:lnTo>
                    <a:pt x="1622" y="143836"/>
                  </a:lnTo>
                  <a:lnTo>
                    <a:pt x="964" y="149110"/>
                  </a:lnTo>
                  <a:lnTo>
                    <a:pt x="474" y="154402"/>
                  </a:lnTo>
                  <a:lnTo>
                    <a:pt x="152" y="159707"/>
                  </a:lnTo>
                  <a:lnTo>
                    <a:pt x="0" y="165020"/>
                  </a:lnTo>
                  <a:lnTo>
                    <a:pt x="16" y="170335"/>
                  </a:lnTo>
                  <a:lnTo>
                    <a:pt x="201" y="175646"/>
                  </a:lnTo>
                  <a:lnTo>
                    <a:pt x="555" y="180949"/>
                  </a:lnTo>
                  <a:lnTo>
                    <a:pt x="1077" y="186239"/>
                  </a:lnTo>
                  <a:lnTo>
                    <a:pt x="1767" y="191508"/>
                  </a:lnTo>
                  <a:lnTo>
                    <a:pt x="2625" y="196754"/>
                  </a:lnTo>
                  <a:lnTo>
                    <a:pt x="3648" y="201969"/>
                  </a:lnTo>
                  <a:lnTo>
                    <a:pt x="4837" y="207149"/>
                  </a:lnTo>
                  <a:lnTo>
                    <a:pt x="6191" y="212289"/>
                  </a:lnTo>
                  <a:lnTo>
                    <a:pt x="7706" y="217383"/>
                  </a:lnTo>
                  <a:lnTo>
                    <a:pt x="9383" y="222426"/>
                  </a:lnTo>
                  <a:lnTo>
                    <a:pt x="11220" y="227414"/>
                  </a:lnTo>
                  <a:lnTo>
                    <a:pt x="13214" y="232340"/>
                  </a:lnTo>
                  <a:lnTo>
                    <a:pt x="15363" y="237201"/>
                  </a:lnTo>
                  <a:lnTo>
                    <a:pt x="17666" y="241991"/>
                  </a:lnTo>
                  <a:lnTo>
                    <a:pt x="20121" y="246705"/>
                  </a:lnTo>
                  <a:lnTo>
                    <a:pt x="22723" y="251339"/>
                  </a:lnTo>
                  <a:lnTo>
                    <a:pt x="25472" y="255888"/>
                  </a:lnTo>
                  <a:lnTo>
                    <a:pt x="28364" y="260347"/>
                  </a:lnTo>
                  <a:lnTo>
                    <a:pt x="31397" y="264712"/>
                  </a:lnTo>
                  <a:lnTo>
                    <a:pt x="34566" y="268979"/>
                  </a:lnTo>
                  <a:lnTo>
                    <a:pt x="37870" y="273142"/>
                  </a:lnTo>
                  <a:lnTo>
                    <a:pt x="41304" y="277198"/>
                  </a:lnTo>
                  <a:lnTo>
                    <a:pt x="44865" y="281143"/>
                  </a:lnTo>
                  <a:lnTo>
                    <a:pt x="48550" y="284973"/>
                  </a:lnTo>
                  <a:lnTo>
                    <a:pt x="52355" y="288684"/>
                  </a:lnTo>
                  <a:lnTo>
                    <a:pt x="56276" y="292272"/>
                  </a:lnTo>
                  <a:lnTo>
                    <a:pt x="60309" y="295734"/>
                  </a:lnTo>
                  <a:lnTo>
                    <a:pt x="64451" y="299065"/>
                  </a:lnTo>
                  <a:lnTo>
                    <a:pt x="68695" y="302263"/>
                  </a:lnTo>
                  <a:lnTo>
                    <a:pt x="73040" y="305325"/>
                  </a:lnTo>
                  <a:lnTo>
                    <a:pt x="77479" y="308247"/>
                  </a:lnTo>
                  <a:lnTo>
                    <a:pt x="82010" y="311026"/>
                  </a:lnTo>
                  <a:lnTo>
                    <a:pt x="86626" y="313660"/>
                  </a:lnTo>
                  <a:lnTo>
                    <a:pt x="91324" y="316146"/>
                  </a:lnTo>
                  <a:lnTo>
                    <a:pt x="96098" y="318481"/>
                  </a:lnTo>
                  <a:lnTo>
                    <a:pt x="100944" y="320664"/>
                  </a:lnTo>
                  <a:lnTo>
                    <a:pt x="105857" y="322691"/>
                  </a:lnTo>
                  <a:lnTo>
                    <a:pt x="110832" y="324561"/>
                  </a:lnTo>
                  <a:lnTo>
                    <a:pt x="115864" y="326272"/>
                  </a:lnTo>
                  <a:lnTo>
                    <a:pt x="120948" y="327822"/>
                  </a:lnTo>
                  <a:lnTo>
                    <a:pt x="126078" y="329210"/>
                  </a:lnTo>
                  <a:lnTo>
                    <a:pt x="131250" y="330433"/>
                  </a:lnTo>
                  <a:lnTo>
                    <a:pt x="136459" y="331492"/>
                  </a:lnTo>
                  <a:lnTo>
                    <a:pt x="141698" y="332385"/>
                  </a:lnTo>
                  <a:lnTo>
                    <a:pt x="146963" y="333111"/>
                  </a:lnTo>
                  <a:lnTo>
                    <a:pt x="152249" y="333669"/>
                  </a:lnTo>
                  <a:lnTo>
                    <a:pt x="157549" y="334058"/>
                  </a:lnTo>
                  <a:lnTo>
                    <a:pt x="162859" y="334279"/>
                  </a:lnTo>
                  <a:lnTo>
                    <a:pt x="168174" y="334331"/>
                  </a:lnTo>
                  <a:lnTo>
                    <a:pt x="173488" y="334214"/>
                  </a:lnTo>
                  <a:lnTo>
                    <a:pt x="178795" y="333929"/>
                  </a:lnTo>
                  <a:lnTo>
                    <a:pt x="184090" y="333474"/>
                  </a:lnTo>
                  <a:lnTo>
                    <a:pt x="189368" y="332852"/>
                  </a:lnTo>
                  <a:lnTo>
                    <a:pt x="194624" y="332062"/>
                  </a:lnTo>
                  <a:lnTo>
                    <a:pt x="199852" y="331105"/>
                  </a:lnTo>
                  <a:lnTo>
                    <a:pt x="205047" y="329983"/>
                  </a:lnTo>
                  <a:lnTo>
                    <a:pt x="210204" y="328696"/>
                  </a:lnTo>
                  <a:lnTo>
                    <a:pt x="215317" y="327246"/>
                  </a:lnTo>
                  <a:lnTo>
                    <a:pt x="220382" y="325634"/>
                  </a:lnTo>
                  <a:lnTo>
                    <a:pt x="225392" y="323861"/>
                  </a:lnTo>
                  <a:lnTo>
                    <a:pt x="230344" y="321931"/>
                  </a:lnTo>
                  <a:lnTo>
                    <a:pt x="235232" y="319844"/>
                  </a:lnTo>
                  <a:lnTo>
                    <a:pt x="240051" y="317602"/>
                  </a:lnTo>
                  <a:lnTo>
                    <a:pt x="244797" y="315209"/>
                  </a:lnTo>
                  <a:lnTo>
                    <a:pt x="249464" y="312666"/>
                  </a:lnTo>
                  <a:lnTo>
                    <a:pt x="254047" y="309976"/>
                  </a:lnTo>
                  <a:lnTo>
                    <a:pt x="258543" y="307141"/>
                  </a:lnTo>
                  <a:lnTo>
                    <a:pt x="262947" y="304165"/>
                  </a:lnTo>
                  <a:lnTo>
                    <a:pt x="267254" y="301051"/>
                  </a:lnTo>
                  <a:lnTo>
                    <a:pt x="271459" y="297801"/>
                  </a:lnTo>
                  <a:lnTo>
                    <a:pt x="275559" y="294419"/>
                  </a:lnTo>
                  <a:lnTo>
                    <a:pt x="279550" y="290909"/>
                  </a:lnTo>
                  <a:lnTo>
                    <a:pt x="283427" y="287273"/>
                  </a:lnTo>
                  <a:lnTo>
                    <a:pt x="287186" y="283516"/>
                  </a:lnTo>
                  <a:lnTo>
                    <a:pt x="290824" y="279641"/>
                  </a:lnTo>
                  <a:lnTo>
                    <a:pt x="294337" y="275653"/>
                  </a:lnTo>
                  <a:lnTo>
                    <a:pt x="297721" y="271555"/>
                  </a:lnTo>
                  <a:lnTo>
                    <a:pt x="300974" y="267352"/>
                  </a:lnTo>
                  <a:lnTo>
                    <a:pt x="304091" y="263047"/>
                  </a:lnTo>
                  <a:lnTo>
                    <a:pt x="307070" y="258645"/>
                  </a:lnTo>
                  <a:lnTo>
                    <a:pt x="309907" y="254151"/>
                  </a:lnTo>
                  <a:lnTo>
                    <a:pt x="312600" y="249569"/>
                  </a:lnTo>
                  <a:lnTo>
                    <a:pt x="315146" y="244904"/>
                  </a:lnTo>
                  <a:lnTo>
                    <a:pt x="317543" y="240160"/>
                  </a:lnTo>
                  <a:lnTo>
                    <a:pt x="319787" y="235342"/>
                  </a:lnTo>
                  <a:lnTo>
                    <a:pt x="321877" y="230456"/>
                  </a:lnTo>
                  <a:lnTo>
                    <a:pt x="323811" y="225505"/>
                  </a:lnTo>
                  <a:lnTo>
                    <a:pt x="325586" y="220495"/>
                  </a:lnTo>
                  <a:lnTo>
                    <a:pt x="327201" y="215432"/>
                  </a:lnTo>
                  <a:lnTo>
                    <a:pt x="328655" y="210320"/>
                  </a:lnTo>
                  <a:lnTo>
                    <a:pt x="329945" y="205164"/>
                  </a:lnTo>
                  <a:lnTo>
                    <a:pt x="331071" y="199969"/>
                  </a:lnTo>
                  <a:lnTo>
                    <a:pt x="332031" y="194742"/>
                  </a:lnTo>
                  <a:lnTo>
                    <a:pt x="332824" y="189487"/>
                  </a:lnTo>
                  <a:lnTo>
                    <a:pt x="333450" y="184209"/>
                  </a:lnTo>
                  <a:lnTo>
                    <a:pt x="333907" y="178914"/>
                  </a:lnTo>
                  <a:lnTo>
                    <a:pt x="334197" y="173607"/>
                  </a:lnTo>
                  <a:lnTo>
                    <a:pt x="334317" y="168293"/>
                  </a:lnTo>
                  <a:lnTo>
                    <a:pt x="334268" y="162979"/>
                  </a:lnTo>
                  <a:lnTo>
                    <a:pt x="334051" y="157668"/>
                  </a:lnTo>
                  <a:lnTo>
                    <a:pt x="333664" y="152367"/>
                  </a:lnTo>
                  <a:lnTo>
                    <a:pt x="333110" y="147082"/>
                  </a:lnTo>
                  <a:lnTo>
                    <a:pt x="332387" y="141816"/>
                  </a:lnTo>
                  <a:lnTo>
                    <a:pt x="331498" y="136576"/>
                  </a:lnTo>
                  <a:lnTo>
                    <a:pt x="330442" y="131367"/>
                  </a:lnTo>
                  <a:lnTo>
                    <a:pt x="329222" y="126194"/>
                  </a:lnTo>
                  <a:lnTo>
                    <a:pt x="327837" y="121063"/>
                  </a:lnTo>
                  <a:lnTo>
                    <a:pt x="326290" y="115978"/>
                  </a:lnTo>
                  <a:lnTo>
                    <a:pt x="324583" y="11094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4009"/>
              <a:ext cx="157429" cy="56221"/>
            </a:xfrm>
            <a:custGeom>
              <a:avLst/>
              <a:pathLst>
                <a:path w="157429" h="56221">
                  <a:moveTo>
                    <a:pt x="157429" y="0"/>
                  </a:moveTo>
                  <a:lnTo>
                    <a:pt x="0" y="562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9972"/>
              <a:ext cx="157429" cy="160259"/>
            </a:xfrm>
            <a:custGeom>
              <a:avLst/>
              <a:pathLst>
                <a:path w="157429" h="160259">
                  <a:moveTo>
                    <a:pt x="157429" y="104037"/>
                  </a:moveTo>
                  <a:lnTo>
                    <a:pt x="155455" y="98789"/>
                  </a:lnTo>
                  <a:lnTo>
                    <a:pt x="153306" y="93609"/>
                  </a:lnTo>
                  <a:lnTo>
                    <a:pt x="150984" y="88505"/>
                  </a:lnTo>
                  <a:lnTo>
                    <a:pt x="148492" y="83481"/>
                  </a:lnTo>
                  <a:lnTo>
                    <a:pt x="145833" y="78544"/>
                  </a:lnTo>
                  <a:lnTo>
                    <a:pt x="143011" y="73698"/>
                  </a:lnTo>
                  <a:lnTo>
                    <a:pt x="140027" y="68950"/>
                  </a:lnTo>
                  <a:lnTo>
                    <a:pt x="136886" y="64305"/>
                  </a:lnTo>
                  <a:lnTo>
                    <a:pt x="133590" y="59768"/>
                  </a:lnTo>
                  <a:lnTo>
                    <a:pt x="130144" y="55344"/>
                  </a:lnTo>
                  <a:lnTo>
                    <a:pt x="126552" y="51038"/>
                  </a:lnTo>
                  <a:lnTo>
                    <a:pt x="122818" y="46855"/>
                  </a:lnTo>
                  <a:lnTo>
                    <a:pt x="118945" y="42799"/>
                  </a:lnTo>
                  <a:lnTo>
                    <a:pt x="114938" y="38876"/>
                  </a:lnTo>
                  <a:lnTo>
                    <a:pt x="110802" y="35089"/>
                  </a:lnTo>
                  <a:lnTo>
                    <a:pt x="106542" y="31443"/>
                  </a:lnTo>
                  <a:lnTo>
                    <a:pt x="102161" y="27942"/>
                  </a:lnTo>
                  <a:lnTo>
                    <a:pt x="97666" y="24590"/>
                  </a:lnTo>
                  <a:lnTo>
                    <a:pt x="93060" y="21390"/>
                  </a:lnTo>
                  <a:lnTo>
                    <a:pt x="88350" y="18347"/>
                  </a:lnTo>
                  <a:lnTo>
                    <a:pt x="83541" y="15464"/>
                  </a:lnTo>
                  <a:lnTo>
                    <a:pt x="78637" y="12743"/>
                  </a:lnTo>
                  <a:lnTo>
                    <a:pt x="73645" y="10188"/>
                  </a:lnTo>
                  <a:lnTo>
                    <a:pt x="68570" y="7803"/>
                  </a:lnTo>
                  <a:lnTo>
                    <a:pt x="63418" y="5589"/>
                  </a:lnTo>
                  <a:lnTo>
                    <a:pt x="58195" y="3549"/>
                  </a:lnTo>
                  <a:lnTo>
                    <a:pt x="52906" y="1685"/>
                  </a:lnTo>
                  <a:lnTo>
                    <a:pt x="47557" y="0"/>
                  </a:lnTo>
                  <a:lnTo>
                    <a:pt x="0" y="1602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47557" cy="167167"/>
            </a:xfrm>
            <a:custGeom>
              <a:avLst/>
              <a:pathLst>
                <a:path w="47557" h="167167">
                  <a:moveTo>
                    <a:pt x="47557" y="6907"/>
                  </a:moveTo>
                  <a:lnTo>
                    <a:pt x="41749" y="5297"/>
                  </a:lnTo>
                  <a:lnTo>
                    <a:pt x="35886" y="3897"/>
                  </a:lnTo>
                  <a:lnTo>
                    <a:pt x="29977" y="2709"/>
                  </a:lnTo>
                  <a:lnTo>
                    <a:pt x="24028" y="1735"/>
                  </a:lnTo>
                  <a:lnTo>
                    <a:pt x="18048" y="977"/>
                  </a:lnTo>
                  <a:lnTo>
                    <a:pt x="12045" y="434"/>
                  </a:lnTo>
                  <a:lnTo>
                    <a:pt x="6026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358831" y="3170392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6" y="758"/>
                  </a:lnTo>
                  <a:lnTo>
                    <a:pt x="145970" y="1347"/>
                  </a:lnTo>
                  <a:lnTo>
                    <a:pt x="140716" y="2103"/>
                  </a:lnTo>
                  <a:lnTo>
                    <a:pt x="135488" y="3025"/>
                  </a:lnTo>
                  <a:lnTo>
                    <a:pt x="130292" y="4113"/>
                  </a:lnTo>
                  <a:lnTo>
                    <a:pt x="125133" y="5366"/>
                  </a:lnTo>
                  <a:lnTo>
                    <a:pt x="120016" y="6782"/>
                  </a:lnTo>
                  <a:lnTo>
                    <a:pt x="114947" y="8359"/>
                  </a:lnTo>
                  <a:lnTo>
                    <a:pt x="109931" y="10097"/>
                  </a:lnTo>
                  <a:lnTo>
                    <a:pt x="104973" y="11993"/>
                  </a:lnTo>
                  <a:lnTo>
                    <a:pt x="100077" y="14045"/>
                  </a:lnTo>
                  <a:lnTo>
                    <a:pt x="95248" y="16252"/>
                  </a:lnTo>
                  <a:lnTo>
                    <a:pt x="90493" y="18611"/>
                  </a:lnTo>
                  <a:lnTo>
                    <a:pt x="85814" y="21120"/>
                  </a:lnTo>
                  <a:lnTo>
                    <a:pt x="81218" y="23777"/>
                  </a:lnTo>
                  <a:lnTo>
                    <a:pt x="76708" y="26578"/>
                  </a:lnTo>
                  <a:lnTo>
                    <a:pt x="72290" y="29520"/>
                  </a:lnTo>
                  <a:lnTo>
                    <a:pt x="67967" y="32602"/>
                  </a:lnTo>
                  <a:lnTo>
                    <a:pt x="63744" y="35819"/>
                  </a:lnTo>
                  <a:lnTo>
                    <a:pt x="59625" y="39168"/>
                  </a:lnTo>
                  <a:lnTo>
                    <a:pt x="55615" y="42647"/>
                  </a:lnTo>
                  <a:lnTo>
                    <a:pt x="51718" y="46252"/>
                  </a:lnTo>
                  <a:lnTo>
                    <a:pt x="47936" y="49978"/>
                  </a:lnTo>
                  <a:lnTo>
                    <a:pt x="44275" y="53822"/>
                  </a:lnTo>
                  <a:lnTo>
                    <a:pt x="40738" y="57781"/>
                  </a:lnTo>
                  <a:lnTo>
                    <a:pt x="37329" y="61850"/>
                  </a:lnTo>
                  <a:lnTo>
                    <a:pt x="34050" y="66025"/>
                  </a:lnTo>
                  <a:lnTo>
                    <a:pt x="30906" y="70303"/>
                  </a:lnTo>
                  <a:lnTo>
                    <a:pt x="27899" y="74678"/>
                  </a:lnTo>
                  <a:lnTo>
                    <a:pt x="25032" y="79146"/>
                  </a:lnTo>
                  <a:lnTo>
                    <a:pt x="22309" y="83703"/>
                  </a:lnTo>
                  <a:lnTo>
                    <a:pt x="19732" y="88344"/>
                  </a:lnTo>
                  <a:lnTo>
                    <a:pt x="17303" y="93065"/>
                  </a:lnTo>
                  <a:lnTo>
                    <a:pt x="15026" y="97860"/>
                  </a:lnTo>
                  <a:lnTo>
                    <a:pt x="12902" y="102726"/>
                  </a:lnTo>
                  <a:lnTo>
                    <a:pt x="10933" y="107656"/>
                  </a:lnTo>
                  <a:lnTo>
                    <a:pt x="9122" y="112646"/>
                  </a:lnTo>
                  <a:lnTo>
                    <a:pt x="7471" y="117691"/>
                  </a:lnTo>
                  <a:lnTo>
                    <a:pt x="5980" y="122787"/>
                  </a:lnTo>
                  <a:lnTo>
                    <a:pt x="4652" y="127927"/>
                  </a:lnTo>
                  <a:lnTo>
                    <a:pt x="3488" y="133106"/>
                  </a:lnTo>
                  <a:lnTo>
                    <a:pt x="2489" y="138320"/>
                  </a:lnTo>
                  <a:lnTo>
                    <a:pt x="1656" y="143563"/>
                  </a:lnTo>
                  <a:lnTo>
                    <a:pt x="990" y="148830"/>
                  </a:lnTo>
                  <a:lnTo>
                    <a:pt x="492" y="154115"/>
                  </a:lnTo>
                  <a:lnTo>
                    <a:pt x="161" y="159414"/>
                  </a:lnTo>
                  <a:lnTo>
                    <a:pt x="0" y="164720"/>
                  </a:lnTo>
                  <a:lnTo>
                    <a:pt x="6" y="170029"/>
                  </a:lnTo>
                  <a:lnTo>
                    <a:pt x="181" y="175334"/>
                  </a:lnTo>
                  <a:lnTo>
                    <a:pt x="525" y="180632"/>
                  </a:lnTo>
                  <a:lnTo>
                    <a:pt x="1036" y="185916"/>
                  </a:lnTo>
                  <a:lnTo>
                    <a:pt x="1715" y="191181"/>
                  </a:lnTo>
                  <a:lnTo>
                    <a:pt x="2561" y="196422"/>
                  </a:lnTo>
                  <a:lnTo>
                    <a:pt x="3573" y="201633"/>
                  </a:lnTo>
                  <a:lnTo>
                    <a:pt x="4750" y="206810"/>
                  </a:lnTo>
                  <a:lnTo>
                    <a:pt x="6091" y="211947"/>
                  </a:lnTo>
                  <a:lnTo>
                    <a:pt x="7594" y="217038"/>
                  </a:lnTo>
                  <a:lnTo>
                    <a:pt x="9258" y="222079"/>
                  </a:lnTo>
                  <a:lnTo>
                    <a:pt x="11081" y="227065"/>
                  </a:lnTo>
                  <a:lnTo>
                    <a:pt x="13062" y="231991"/>
                  </a:lnTo>
                  <a:lnTo>
                    <a:pt x="15198" y="236851"/>
                  </a:lnTo>
                  <a:lnTo>
                    <a:pt x="17487" y="241640"/>
                  </a:lnTo>
                  <a:lnTo>
                    <a:pt x="19927" y="246355"/>
                  </a:lnTo>
                  <a:lnTo>
                    <a:pt x="22516" y="250990"/>
                  </a:lnTo>
                  <a:lnTo>
                    <a:pt x="25251" y="255540"/>
                  </a:lnTo>
                  <a:lnTo>
                    <a:pt x="28128" y="260001"/>
                  </a:lnTo>
                  <a:lnTo>
                    <a:pt x="31146" y="264369"/>
                  </a:lnTo>
                  <a:lnTo>
                    <a:pt x="34301" y="268638"/>
                  </a:lnTo>
                  <a:lnTo>
                    <a:pt x="37590" y="272805"/>
                  </a:lnTo>
                  <a:lnTo>
                    <a:pt x="41010" y="276866"/>
                  </a:lnTo>
                  <a:lnTo>
                    <a:pt x="44557" y="280816"/>
                  </a:lnTo>
                  <a:lnTo>
                    <a:pt x="48227" y="284651"/>
                  </a:lnTo>
                  <a:lnTo>
                    <a:pt x="52018" y="288368"/>
                  </a:lnTo>
                  <a:lnTo>
                    <a:pt x="55924" y="291963"/>
                  </a:lnTo>
                  <a:lnTo>
                    <a:pt x="59943" y="295432"/>
                  </a:lnTo>
                  <a:lnTo>
                    <a:pt x="64070" y="298771"/>
                  </a:lnTo>
                  <a:lnTo>
                    <a:pt x="68301" y="301978"/>
                  </a:lnTo>
                  <a:lnTo>
                    <a:pt x="72631" y="305049"/>
                  </a:lnTo>
                  <a:lnTo>
                    <a:pt x="77057" y="307980"/>
                  </a:lnTo>
                  <a:lnTo>
                    <a:pt x="81574" y="310770"/>
                  </a:lnTo>
                  <a:lnTo>
                    <a:pt x="86177" y="313415"/>
                  </a:lnTo>
                  <a:lnTo>
                    <a:pt x="90861" y="315912"/>
                  </a:lnTo>
                  <a:lnTo>
                    <a:pt x="95623" y="318259"/>
                  </a:lnTo>
                  <a:lnTo>
                    <a:pt x="100457" y="320454"/>
                  </a:lnTo>
                  <a:lnTo>
                    <a:pt x="105358" y="322495"/>
                  </a:lnTo>
                  <a:lnTo>
                    <a:pt x="110321" y="324379"/>
                  </a:lnTo>
                  <a:lnTo>
                    <a:pt x="115341" y="326104"/>
                  </a:lnTo>
                  <a:lnTo>
                    <a:pt x="120414" y="327669"/>
                  </a:lnTo>
                  <a:lnTo>
                    <a:pt x="125534" y="329072"/>
                  </a:lnTo>
                  <a:lnTo>
                    <a:pt x="130696" y="330311"/>
                  </a:lnTo>
                  <a:lnTo>
                    <a:pt x="135895" y="331387"/>
                  </a:lnTo>
                  <a:lnTo>
                    <a:pt x="141125" y="332296"/>
                  </a:lnTo>
                  <a:lnTo>
                    <a:pt x="146382" y="333039"/>
                  </a:lnTo>
                  <a:lnTo>
                    <a:pt x="151659" y="333615"/>
                  </a:lnTo>
                  <a:lnTo>
                    <a:pt x="156952" y="334023"/>
                  </a:lnTo>
                  <a:lnTo>
                    <a:pt x="162255" y="334263"/>
                  </a:lnTo>
                  <a:lnTo>
                    <a:pt x="167564" y="334334"/>
                  </a:lnTo>
                  <a:lnTo>
                    <a:pt x="172871" y="334236"/>
                  </a:lnTo>
                  <a:lnTo>
                    <a:pt x="178173" y="333970"/>
                  </a:lnTo>
                  <a:lnTo>
                    <a:pt x="183464" y="333536"/>
                  </a:lnTo>
                  <a:lnTo>
                    <a:pt x="188739" y="332934"/>
                  </a:lnTo>
                  <a:lnTo>
                    <a:pt x="193992" y="332165"/>
                  </a:lnTo>
                  <a:lnTo>
                    <a:pt x="199217" y="331230"/>
                  </a:lnTo>
                  <a:lnTo>
                    <a:pt x="204411" y="330129"/>
                  </a:lnTo>
                  <a:lnTo>
                    <a:pt x="209566" y="328863"/>
                  </a:lnTo>
                  <a:lnTo>
                    <a:pt x="214679" y="327435"/>
                  </a:lnTo>
                  <a:lnTo>
                    <a:pt x="219744" y="325845"/>
                  </a:lnTo>
                  <a:lnTo>
                    <a:pt x="224756" y="324095"/>
                  </a:lnTo>
                  <a:lnTo>
                    <a:pt x="229710" y="322186"/>
                  </a:lnTo>
                  <a:lnTo>
                    <a:pt x="234601" y="320122"/>
                  </a:lnTo>
                  <a:lnTo>
                    <a:pt x="239424" y="317903"/>
                  </a:lnTo>
                  <a:lnTo>
                    <a:pt x="244174" y="315532"/>
                  </a:lnTo>
                  <a:lnTo>
                    <a:pt x="248846" y="313011"/>
                  </a:lnTo>
                  <a:lnTo>
                    <a:pt x="253436" y="310344"/>
                  </a:lnTo>
                  <a:lnTo>
                    <a:pt x="257938" y="307532"/>
                  </a:lnTo>
                  <a:lnTo>
                    <a:pt x="262350" y="304578"/>
                  </a:lnTo>
                  <a:lnTo>
                    <a:pt x="266665" y="301486"/>
                  </a:lnTo>
                  <a:lnTo>
                    <a:pt x="270880" y="298258"/>
                  </a:lnTo>
                  <a:lnTo>
                    <a:pt x="274990" y="294898"/>
                  </a:lnTo>
                  <a:lnTo>
                    <a:pt x="278991" y="291410"/>
                  </a:lnTo>
                  <a:lnTo>
                    <a:pt x="282880" y="287796"/>
                  </a:lnTo>
                  <a:lnTo>
                    <a:pt x="286652" y="284060"/>
                  </a:lnTo>
                  <a:lnTo>
                    <a:pt x="290303" y="280207"/>
                  </a:lnTo>
                  <a:lnTo>
                    <a:pt x="293831" y="276239"/>
                  </a:lnTo>
                  <a:lnTo>
                    <a:pt x="297230" y="272162"/>
                  </a:lnTo>
                  <a:lnTo>
                    <a:pt x="300498" y="267978"/>
                  </a:lnTo>
                  <a:lnTo>
                    <a:pt x="303632" y="263693"/>
                  </a:lnTo>
                  <a:lnTo>
                    <a:pt x="306628" y="259311"/>
                  </a:lnTo>
                  <a:lnTo>
                    <a:pt x="309484" y="254835"/>
                  </a:lnTo>
                  <a:lnTo>
                    <a:pt x="312196" y="250272"/>
                  </a:lnTo>
                  <a:lnTo>
                    <a:pt x="314762" y="245624"/>
                  </a:lnTo>
                  <a:lnTo>
                    <a:pt x="317178" y="240897"/>
                  </a:lnTo>
                  <a:lnTo>
                    <a:pt x="319444" y="236096"/>
                  </a:lnTo>
                  <a:lnTo>
                    <a:pt x="321556" y="231226"/>
                  </a:lnTo>
                  <a:lnTo>
                    <a:pt x="323512" y="226290"/>
                  </a:lnTo>
                  <a:lnTo>
                    <a:pt x="325310" y="221296"/>
                  </a:lnTo>
                  <a:lnTo>
                    <a:pt x="326949" y="216246"/>
                  </a:lnTo>
                  <a:lnTo>
                    <a:pt x="328427" y="211147"/>
                  </a:lnTo>
                  <a:lnTo>
                    <a:pt x="329742" y="206004"/>
                  </a:lnTo>
                  <a:lnTo>
                    <a:pt x="330894" y="200822"/>
                  </a:lnTo>
                  <a:lnTo>
                    <a:pt x="331880" y="195605"/>
                  </a:lnTo>
                  <a:lnTo>
                    <a:pt x="332700" y="190360"/>
                  </a:lnTo>
                  <a:lnTo>
                    <a:pt x="333353" y="185092"/>
                  </a:lnTo>
                  <a:lnTo>
                    <a:pt x="333838" y="179805"/>
                  </a:lnTo>
                  <a:lnTo>
                    <a:pt x="334155" y="174506"/>
                  </a:lnTo>
                  <a:lnTo>
                    <a:pt x="334304" y="169200"/>
                  </a:lnTo>
                  <a:lnTo>
                    <a:pt x="334284" y="163891"/>
                  </a:lnTo>
                  <a:lnTo>
                    <a:pt x="334096" y="158585"/>
                  </a:lnTo>
                  <a:lnTo>
                    <a:pt x="333739" y="153289"/>
                  </a:lnTo>
                  <a:lnTo>
                    <a:pt x="333215" y="148006"/>
                  </a:lnTo>
                  <a:lnTo>
                    <a:pt x="332523" y="142743"/>
                  </a:lnTo>
                  <a:lnTo>
                    <a:pt x="331664" y="137504"/>
                  </a:lnTo>
                  <a:lnTo>
                    <a:pt x="330639" y="132295"/>
                  </a:lnTo>
                  <a:lnTo>
                    <a:pt x="329449" y="127121"/>
                  </a:lnTo>
                  <a:lnTo>
                    <a:pt x="328096" y="121988"/>
                  </a:lnTo>
                  <a:lnTo>
                    <a:pt x="326580" y="116900"/>
                  </a:lnTo>
                  <a:lnTo>
                    <a:pt x="324903" y="111863"/>
                  </a:lnTo>
                  <a:lnTo>
                    <a:pt x="323068" y="106882"/>
                  </a:lnTo>
                  <a:lnTo>
                    <a:pt x="321075" y="101961"/>
                  </a:lnTo>
                  <a:lnTo>
                    <a:pt x="318927" y="97107"/>
                  </a:lnTo>
                  <a:lnTo>
                    <a:pt x="316626" y="92323"/>
                  </a:lnTo>
                  <a:lnTo>
                    <a:pt x="314174" y="87614"/>
                  </a:lnTo>
                  <a:lnTo>
                    <a:pt x="311574" y="82986"/>
                  </a:lnTo>
                  <a:lnTo>
                    <a:pt x="308828" y="78442"/>
                  </a:lnTo>
                  <a:lnTo>
                    <a:pt x="305939" y="73988"/>
                  </a:lnTo>
                  <a:lnTo>
                    <a:pt x="302910" y="69628"/>
                  </a:lnTo>
                  <a:lnTo>
                    <a:pt x="299745" y="65366"/>
                  </a:lnTo>
                  <a:lnTo>
                    <a:pt x="296445" y="61208"/>
                  </a:lnTo>
                  <a:lnTo>
                    <a:pt x="293016" y="57155"/>
                  </a:lnTo>
                  <a:lnTo>
                    <a:pt x="289459" y="53214"/>
                  </a:lnTo>
                  <a:lnTo>
                    <a:pt x="285779" y="49388"/>
                  </a:lnTo>
                  <a:lnTo>
                    <a:pt x="281979" y="45681"/>
                  </a:lnTo>
                  <a:lnTo>
                    <a:pt x="278064" y="42096"/>
                  </a:lnTo>
                  <a:lnTo>
                    <a:pt x="274037" y="38637"/>
                  </a:lnTo>
                  <a:lnTo>
                    <a:pt x="269901" y="35308"/>
                  </a:lnTo>
                  <a:lnTo>
                    <a:pt x="265663" y="32111"/>
                  </a:lnTo>
                  <a:lnTo>
                    <a:pt x="261325" y="29051"/>
                  </a:lnTo>
                  <a:lnTo>
                    <a:pt x="256892" y="26131"/>
                  </a:lnTo>
                  <a:lnTo>
                    <a:pt x="252368" y="23352"/>
                  </a:lnTo>
                  <a:lnTo>
                    <a:pt x="247758" y="20719"/>
                  </a:lnTo>
                  <a:lnTo>
                    <a:pt x="243068" y="1823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4829"/>
              <a:ext cx="75918" cy="152730"/>
            </a:xfrm>
            <a:custGeom>
              <a:avLst/>
              <a:pathLst>
                <a:path w="75918" h="152730">
                  <a:moveTo>
                    <a:pt x="75918" y="3797"/>
                  </a:moveTo>
                  <a:lnTo>
                    <a:pt x="67957" y="0"/>
                  </a:lnTo>
                  <a:lnTo>
                    <a:pt x="0" y="1527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67957" cy="167167"/>
            </a:xfrm>
            <a:custGeom>
              <a:avLst/>
              <a:pathLst>
                <a:path w="67957" h="167167">
                  <a:moveTo>
                    <a:pt x="67957" y="14436"/>
                  </a:moveTo>
                  <a:lnTo>
                    <a:pt x="62588" y="12159"/>
                  </a:lnTo>
                  <a:lnTo>
                    <a:pt x="57143" y="10070"/>
                  </a:lnTo>
                  <a:lnTo>
                    <a:pt x="51629" y="8172"/>
                  </a:lnTo>
                  <a:lnTo>
                    <a:pt x="46052" y="6468"/>
                  </a:lnTo>
                  <a:lnTo>
                    <a:pt x="40419" y="4960"/>
                  </a:lnTo>
                  <a:lnTo>
                    <a:pt x="34736" y="3648"/>
                  </a:lnTo>
                  <a:lnTo>
                    <a:pt x="29012" y="2536"/>
                  </a:lnTo>
                  <a:lnTo>
                    <a:pt x="23252" y="1625"/>
                  </a:lnTo>
                  <a:lnTo>
                    <a:pt x="17464" y="914"/>
                  </a:lnTo>
                  <a:lnTo>
                    <a:pt x="11654" y="406"/>
                  </a:lnTo>
                  <a:lnTo>
                    <a:pt x="583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546" y="4659281"/>
              <a:ext cx="166978" cy="167167"/>
            </a:xfrm>
            <a:custGeom>
              <a:avLst/>
              <a:pathLst>
                <a:path w="166978" h="167167">
                  <a:moveTo>
                    <a:pt x="166978" y="0"/>
                  </a:moveTo>
                  <a:lnTo>
                    <a:pt x="161561" y="87"/>
                  </a:lnTo>
                  <a:lnTo>
                    <a:pt x="156150" y="351"/>
                  </a:lnTo>
                  <a:lnTo>
                    <a:pt x="150750" y="789"/>
                  </a:lnTo>
                  <a:lnTo>
                    <a:pt x="145367" y="1402"/>
                  </a:lnTo>
                  <a:lnTo>
                    <a:pt x="140007" y="2190"/>
                  </a:lnTo>
                  <a:lnTo>
                    <a:pt x="134675" y="3150"/>
                  </a:lnTo>
                  <a:lnTo>
                    <a:pt x="129377" y="4283"/>
                  </a:lnTo>
                  <a:lnTo>
                    <a:pt x="124118" y="5587"/>
                  </a:lnTo>
                  <a:lnTo>
                    <a:pt x="118905" y="7061"/>
                  </a:lnTo>
                  <a:lnTo>
                    <a:pt x="113742" y="8703"/>
                  </a:lnTo>
                  <a:lnTo>
                    <a:pt x="108635" y="10511"/>
                  </a:lnTo>
                  <a:lnTo>
                    <a:pt x="103589" y="12484"/>
                  </a:lnTo>
                  <a:lnTo>
                    <a:pt x="98610" y="14620"/>
                  </a:lnTo>
                  <a:lnTo>
                    <a:pt x="93702" y="16915"/>
                  </a:lnTo>
                  <a:lnTo>
                    <a:pt x="88872" y="19369"/>
                  </a:lnTo>
                  <a:lnTo>
                    <a:pt x="84124" y="21977"/>
                  </a:lnTo>
                  <a:lnTo>
                    <a:pt x="79462" y="24738"/>
                  </a:lnTo>
                  <a:lnTo>
                    <a:pt x="74893" y="27649"/>
                  </a:lnTo>
                  <a:lnTo>
                    <a:pt x="70420" y="30707"/>
                  </a:lnTo>
                  <a:lnTo>
                    <a:pt x="66049" y="33907"/>
                  </a:lnTo>
                  <a:lnTo>
                    <a:pt x="61784" y="37248"/>
                  </a:lnTo>
                  <a:lnTo>
                    <a:pt x="57629" y="40725"/>
                  </a:lnTo>
                  <a:lnTo>
                    <a:pt x="53589" y="44335"/>
                  </a:lnTo>
                  <a:lnTo>
                    <a:pt x="49668" y="48074"/>
                  </a:lnTo>
                  <a:lnTo>
                    <a:pt x="45870" y="51938"/>
                  </a:lnTo>
                  <a:lnTo>
                    <a:pt x="42200" y="55923"/>
                  </a:lnTo>
                  <a:lnTo>
                    <a:pt x="38661" y="60025"/>
                  </a:lnTo>
                  <a:lnTo>
                    <a:pt x="35256" y="64239"/>
                  </a:lnTo>
                  <a:lnTo>
                    <a:pt x="31990" y="68561"/>
                  </a:lnTo>
                  <a:lnTo>
                    <a:pt x="28865" y="72988"/>
                  </a:lnTo>
                  <a:lnTo>
                    <a:pt x="25886" y="77513"/>
                  </a:lnTo>
                  <a:lnTo>
                    <a:pt x="23055" y="82132"/>
                  </a:lnTo>
                  <a:lnTo>
                    <a:pt x="20375" y="86840"/>
                  </a:lnTo>
                  <a:lnTo>
                    <a:pt x="17849" y="91633"/>
                  </a:lnTo>
                  <a:lnTo>
                    <a:pt x="15480" y="96505"/>
                  </a:lnTo>
                  <a:lnTo>
                    <a:pt x="13269" y="101452"/>
                  </a:lnTo>
                  <a:lnTo>
                    <a:pt x="11221" y="106467"/>
                  </a:lnTo>
                  <a:lnTo>
                    <a:pt x="9335" y="111546"/>
                  </a:lnTo>
                  <a:lnTo>
                    <a:pt x="7616" y="116684"/>
                  </a:lnTo>
                  <a:lnTo>
                    <a:pt x="6064" y="121875"/>
                  </a:lnTo>
                  <a:lnTo>
                    <a:pt x="4680" y="127113"/>
                  </a:lnTo>
                  <a:lnTo>
                    <a:pt x="3468" y="132393"/>
                  </a:lnTo>
                  <a:lnTo>
                    <a:pt x="2427" y="137710"/>
                  </a:lnTo>
                  <a:lnTo>
                    <a:pt x="1559" y="143058"/>
                  </a:lnTo>
                  <a:lnTo>
                    <a:pt x="864" y="148431"/>
                  </a:lnTo>
                  <a:lnTo>
                    <a:pt x="344" y="153824"/>
                  </a:lnTo>
                  <a:lnTo>
                    <a:pt x="0" y="159231"/>
                  </a:lnTo>
                  <a:lnTo>
                    <a:pt x="16697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546" y="4818512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357" y="4818512"/>
              <a:ext cx="167167" cy="22912"/>
            </a:xfrm>
            <a:custGeom>
              <a:avLst/>
              <a:pathLst>
                <a:path w="167167" h="22912">
                  <a:moveTo>
                    <a:pt x="188" y="0"/>
                  </a:moveTo>
                  <a:lnTo>
                    <a:pt x="0" y="7642"/>
                  </a:lnTo>
                  <a:lnTo>
                    <a:pt x="161" y="15285"/>
                  </a:lnTo>
                  <a:lnTo>
                    <a:pt x="671" y="22912"/>
                  </a:lnTo>
                  <a:lnTo>
                    <a:pt x="167167" y="79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0029" y="4659281"/>
              <a:ext cx="333649" cy="334330"/>
            </a:xfrm>
            <a:custGeom>
              <a:avLst/>
              <a:pathLst>
                <a:path w="333649" h="334330">
                  <a:moveTo>
                    <a:pt x="0" y="182143"/>
                  </a:moveTo>
                  <a:lnTo>
                    <a:pt x="557" y="187407"/>
                  </a:lnTo>
                  <a:lnTo>
                    <a:pt x="1281" y="192649"/>
                  </a:lnTo>
                  <a:lnTo>
                    <a:pt x="2170" y="197867"/>
                  </a:lnTo>
                  <a:lnTo>
                    <a:pt x="3225" y="203053"/>
                  </a:lnTo>
                  <a:lnTo>
                    <a:pt x="4443" y="208204"/>
                  </a:lnTo>
                  <a:lnTo>
                    <a:pt x="5823" y="213314"/>
                  </a:lnTo>
                  <a:lnTo>
                    <a:pt x="7364" y="218377"/>
                  </a:lnTo>
                  <a:lnTo>
                    <a:pt x="9065" y="223389"/>
                  </a:lnTo>
                  <a:lnTo>
                    <a:pt x="10924" y="228344"/>
                  </a:lnTo>
                  <a:lnTo>
                    <a:pt x="12939" y="233239"/>
                  </a:lnTo>
                  <a:lnTo>
                    <a:pt x="15107" y="238067"/>
                  </a:lnTo>
                  <a:lnTo>
                    <a:pt x="17427" y="242823"/>
                  </a:lnTo>
                  <a:lnTo>
                    <a:pt x="19897" y="247505"/>
                  </a:lnTo>
                  <a:lnTo>
                    <a:pt x="22514" y="252105"/>
                  </a:lnTo>
                  <a:lnTo>
                    <a:pt x="25275" y="256621"/>
                  </a:lnTo>
                  <a:lnTo>
                    <a:pt x="28178" y="261046"/>
                  </a:lnTo>
                  <a:lnTo>
                    <a:pt x="31219" y="265378"/>
                  </a:lnTo>
                  <a:lnTo>
                    <a:pt x="34396" y="269611"/>
                  </a:lnTo>
                  <a:lnTo>
                    <a:pt x="37705" y="273742"/>
                  </a:lnTo>
                  <a:lnTo>
                    <a:pt x="41143" y="277765"/>
                  </a:lnTo>
                  <a:lnTo>
                    <a:pt x="44707" y="281678"/>
                  </a:lnTo>
                  <a:lnTo>
                    <a:pt x="48394" y="285476"/>
                  </a:lnTo>
                  <a:lnTo>
                    <a:pt x="52198" y="289156"/>
                  </a:lnTo>
                  <a:lnTo>
                    <a:pt x="56117" y="292713"/>
                  </a:lnTo>
                  <a:lnTo>
                    <a:pt x="60147" y="296144"/>
                  </a:lnTo>
                  <a:lnTo>
                    <a:pt x="64283" y="299446"/>
                  </a:lnTo>
                  <a:lnTo>
                    <a:pt x="68522" y="302615"/>
                  </a:lnTo>
                  <a:lnTo>
                    <a:pt x="72859" y="305649"/>
                  </a:lnTo>
                  <a:lnTo>
                    <a:pt x="77290" y="308544"/>
                  </a:lnTo>
                  <a:lnTo>
                    <a:pt x="81810" y="311297"/>
                  </a:lnTo>
                  <a:lnTo>
                    <a:pt x="86415" y="313906"/>
                  </a:lnTo>
                  <a:lnTo>
                    <a:pt x="91101" y="316367"/>
                  </a:lnTo>
                  <a:lnTo>
                    <a:pt x="95862" y="318679"/>
                  </a:lnTo>
                  <a:lnTo>
                    <a:pt x="100693" y="320839"/>
                  </a:lnTo>
                  <a:lnTo>
                    <a:pt x="105591" y="322845"/>
                  </a:lnTo>
                  <a:lnTo>
                    <a:pt x="110550" y="324695"/>
                  </a:lnTo>
                  <a:lnTo>
                    <a:pt x="115565" y="326387"/>
                  </a:lnTo>
                  <a:lnTo>
                    <a:pt x="120631" y="327920"/>
                  </a:lnTo>
                  <a:lnTo>
                    <a:pt x="125743" y="329291"/>
                  </a:lnTo>
                  <a:lnTo>
                    <a:pt x="130895" y="330500"/>
                  </a:lnTo>
                  <a:lnTo>
                    <a:pt x="136084" y="331545"/>
                  </a:lnTo>
                  <a:lnTo>
                    <a:pt x="141303" y="332425"/>
                  </a:lnTo>
                  <a:lnTo>
                    <a:pt x="146547" y="333140"/>
                  </a:lnTo>
                  <a:lnTo>
                    <a:pt x="151811" y="333688"/>
                  </a:lnTo>
                  <a:lnTo>
                    <a:pt x="157090" y="334070"/>
                  </a:lnTo>
                  <a:lnTo>
                    <a:pt x="162378" y="334284"/>
                  </a:lnTo>
                  <a:lnTo>
                    <a:pt x="167671" y="334330"/>
                  </a:lnTo>
                  <a:lnTo>
                    <a:pt x="172962" y="334209"/>
                  </a:lnTo>
                  <a:lnTo>
                    <a:pt x="178247" y="333921"/>
                  </a:lnTo>
                  <a:lnTo>
                    <a:pt x="183520" y="333465"/>
                  </a:lnTo>
                  <a:lnTo>
                    <a:pt x="188776" y="332843"/>
                  </a:lnTo>
                  <a:lnTo>
                    <a:pt x="194010" y="332054"/>
                  </a:lnTo>
                  <a:lnTo>
                    <a:pt x="199216" y="331101"/>
                  </a:lnTo>
                  <a:lnTo>
                    <a:pt x="204389" y="329983"/>
                  </a:lnTo>
                  <a:lnTo>
                    <a:pt x="209524" y="328702"/>
                  </a:lnTo>
                  <a:lnTo>
                    <a:pt x="214616" y="327258"/>
                  </a:lnTo>
                  <a:lnTo>
                    <a:pt x="219660" y="325655"/>
                  </a:lnTo>
                  <a:lnTo>
                    <a:pt x="224651" y="323892"/>
                  </a:lnTo>
                  <a:lnTo>
                    <a:pt x="229583" y="321973"/>
                  </a:lnTo>
                  <a:lnTo>
                    <a:pt x="234452" y="319898"/>
                  </a:lnTo>
                  <a:lnTo>
                    <a:pt x="239253" y="317670"/>
                  </a:lnTo>
                  <a:lnTo>
                    <a:pt x="243981" y="315291"/>
                  </a:lnTo>
                  <a:lnTo>
                    <a:pt x="248631" y="312764"/>
                  </a:lnTo>
                  <a:lnTo>
                    <a:pt x="253199" y="310091"/>
                  </a:lnTo>
                  <a:lnTo>
                    <a:pt x="257680" y="307275"/>
                  </a:lnTo>
                  <a:lnTo>
                    <a:pt x="262070" y="304318"/>
                  </a:lnTo>
                  <a:lnTo>
                    <a:pt x="266364" y="301223"/>
                  </a:lnTo>
                  <a:lnTo>
                    <a:pt x="270558" y="297995"/>
                  </a:lnTo>
                  <a:lnTo>
                    <a:pt x="274647" y="294635"/>
                  </a:lnTo>
                  <a:lnTo>
                    <a:pt x="278628" y="291147"/>
                  </a:lnTo>
                  <a:lnTo>
                    <a:pt x="282497" y="287535"/>
                  </a:lnTo>
                  <a:lnTo>
                    <a:pt x="286249" y="283803"/>
                  </a:lnTo>
                  <a:lnTo>
                    <a:pt x="289881" y="279953"/>
                  </a:lnTo>
                  <a:lnTo>
                    <a:pt x="293390" y="275990"/>
                  </a:lnTo>
                  <a:lnTo>
                    <a:pt x="296771" y="271919"/>
                  </a:lnTo>
                  <a:lnTo>
                    <a:pt x="300022" y="267742"/>
                  </a:lnTo>
                  <a:lnTo>
                    <a:pt x="303139" y="263465"/>
                  </a:lnTo>
                  <a:lnTo>
                    <a:pt x="306119" y="259091"/>
                  </a:lnTo>
                  <a:lnTo>
                    <a:pt x="308959" y="254624"/>
                  </a:lnTo>
                  <a:lnTo>
                    <a:pt x="311656" y="250071"/>
                  </a:lnTo>
                  <a:lnTo>
                    <a:pt x="314208" y="245434"/>
                  </a:lnTo>
                  <a:lnTo>
                    <a:pt x="316612" y="240718"/>
                  </a:lnTo>
                  <a:lnTo>
                    <a:pt x="318865" y="235929"/>
                  </a:lnTo>
                  <a:lnTo>
                    <a:pt x="320965" y="231071"/>
                  </a:lnTo>
                  <a:lnTo>
                    <a:pt x="322911" y="226149"/>
                  </a:lnTo>
                  <a:lnTo>
                    <a:pt x="324700" y="221168"/>
                  </a:lnTo>
                  <a:lnTo>
                    <a:pt x="326330" y="216133"/>
                  </a:lnTo>
                  <a:lnTo>
                    <a:pt x="327800" y="211048"/>
                  </a:lnTo>
                  <a:lnTo>
                    <a:pt x="329108" y="205920"/>
                  </a:lnTo>
                  <a:lnTo>
                    <a:pt x="330254" y="200752"/>
                  </a:lnTo>
                  <a:lnTo>
                    <a:pt x="331235" y="195552"/>
                  </a:lnTo>
                  <a:lnTo>
                    <a:pt x="332051" y="190322"/>
                  </a:lnTo>
                  <a:lnTo>
                    <a:pt x="332701" y="185070"/>
                  </a:lnTo>
                  <a:lnTo>
                    <a:pt x="333184" y="179799"/>
                  </a:lnTo>
                  <a:lnTo>
                    <a:pt x="333501" y="174516"/>
                  </a:lnTo>
                  <a:lnTo>
                    <a:pt x="333649" y="169225"/>
                  </a:lnTo>
                  <a:lnTo>
                    <a:pt x="333631" y="163933"/>
                  </a:lnTo>
                  <a:lnTo>
                    <a:pt x="333445" y="158643"/>
                  </a:lnTo>
                  <a:lnTo>
                    <a:pt x="333091" y="153362"/>
                  </a:lnTo>
                  <a:lnTo>
                    <a:pt x="332571" y="148095"/>
                  </a:lnTo>
                  <a:lnTo>
                    <a:pt x="331884" y="142847"/>
                  </a:lnTo>
                  <a:lnTo>
                    <a:pt x="331031" y="137624"/>
                  </a:lnTo>
                  <a:lnTo>
                    <a:pt x="330013" y="132430"/>
                  </a:lnTo>
                  <a:lnTo>
                    <a:pt x="328832" y="127271"/>
                  </a:lnTo>
                  <a:lnTo>
                    <a:pt x="327487" y="122152"/>
                  </a:lnTo>
                  <a:lnTo>
                    <a:pt x="325982" y="117078"/>
                  </a:lnTo>
                  <a:lnTo>
                    <a:pt x="324316" y="112054"/>
                  </a:lnTo>
                  <a:lnTo>
                    <a:pt x="322492" y="107086"/>
                  </a:lnTo>
                  <a:lnTo>
                    <a:pt x="320512" y="102177"/>
                  </a:lnTo>
                  <a:lnTo>
                    <a:pt x="318377" y="97334"/>
                  </a:lnTo>
                  <a:lnTo>
                    <a:pt x="316091" y="92561"/>
                  </a:lnTo>
                  <a:lnTo>
                    <a:pt x="313654" y="87863"/>
                  </a:lnTo>
                  <a:lnTo>
                    <a:pt x="311070" y="83244"/>
                  </a:lnTo>
                  <a:lnTo>
                    <a:pt x="308340" y="78709"/>
                  </a:lnTo>
                  <a:lnTo>
                    <a:pt x="305469" y="74263"/>
                  </a:lnTo>
                  <a:lnTo>
                    <a:pt x="302458" y="69910"/>
                  </a:lnTo>
                  <a:lnTo>
                    <a:pt x="299311" y="65655"/>
                  </a:lnTo>
                  <a:lnTo>
                    <a:pt x="296031" y="61501"/>
                  </a:lnTo>
                  <a:lnTo>
                    <a:pt x="292621" y="57453"/>
                  </a:lnTo>
                  <a:lnTo>
                    <a:pt x="289085" y="53516"/>
                  </a:lnTo>
                  <a:lnTo>
                    <a:pt x="285425" y="49692"/>
                  </a:lnTo>
                  <a:lnTo>
                    <a:pt x="281647" y="45986"/>
                  </a:lnTo>
                  <a:lnTo>
                    <a:pt x="277753" y="42401"/>
                  </a:lnTo>
                  <a:lnTo>
                    <a:pt x="273748" y="38941"/>
                  </a:lnTo>
                  <a:lnTo>
                    <a:pt x="269635" y="35610"/>
                  </a:lnTo>
                  <a:lnTo>
                    <a:pt x="265418" y="32411"/>
                  </a:lnTo>
                  <a:lnTo>
                    <a:pt x="261103" y="29347"/>
                  </a:lnTo>
                  <a:lnTo>
                    <a:pt x="256692" y="26421"/>
                  </a:lnTo>
                  <a:lnTo>
                    <a:pt x="252192" y="23636"/>
                  </a:lnTo>
                  <a:lnTo>
                    <a:pt x="247605" y="20995"/>
                  </a:lnTo>
                  <a:lnTo>
                    <a:pt x="242937" y="18501"/>
                  </a:lnTo>
                  <a:lnTo>
                    <a:pt x="238192" y="16156"/>
                  </a:lnTo>
                  <a:lnTo>
                    <a:pt x="233376" y="13962"/>
                  </a:lnTo>
                  <a:lnTo>
                    <a:pt x="228492" y="11921"/>
                  </a:lnTo>
                  <a:lnTo>
                    <a:pt x="223547" y="10036"/>
                  </a:lnTo>
                  <a:lnTo>
                    <a:pt x="218544" y="8309"/>
                  </a:lnTo>
                  <a:lnTo>
                    <a:pt x="213489" y="6741"/>
                  </a:lnTo>
                  <a:lnTo>
                    <a:pt x="208386" y="5334"/>
                  </a:lnTo>
                  <a:lnTo>
                    <a:pt x="203242" y="4089"/>
                  </a:lnTo>
                  <a:lnTo>
                    <a:pt x="198061" y="3007"/>
                  </a:lnTo>
                  <a:lnTo>
                    <a:pt x="192849" y="2090"/>
                  </a:lnTo>
                  <a:lnTo>
                    <a:pt x="187610" y="1338"/>
                  </a:lnTo>
                  <a:lnTo>
                    <a:pt x="182350" y="753"/>
                  </a:lnTo>
                  <a:lnTo>
                    <a:pt x="177073" y="335"/>
                  </a:lnTo>
                  <a:lnTo>
                    <a:pt x="171787" y="83"/>
                  </a:lnTo>
                  <a:lnTo>
                    <a:pt x="166495" y="0"/>
                  </a:lnTo>
                  <a:lnTo>
                    <a:pt x="16649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79903" y="5018213"/>
              <a:ext cx="8817" cy="167167"/>
            </a:xfrm>
            <a:custGeom>
              <a:avLst/>
              <a:pathLst>
                <a:path w="8817" h="167167">
                  <a:moveTo>
                    <a:pt x="8817" y="0"/>
                  </a:moveTo>
                  <a:lnTo>
                    <a:pt x="0" y="232"/>
                  </a:lnTo>
                  <a:lnTo>
                    <a:pt x="881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321555" y="5018362"/>
              <a:ext cx="334330" cy="334176"/>
            </a:xfrm>
            <a:custGeom>
              <a:avLst/>
              <a:pathLst>
                <a:path w="334330" h="334176">
                  <a:moveTo>
                    <a:pt x="158347" y="83"/>
                  </a:moveTo>
                  <a:lnTo>
                    <a:pt x="153055" y="447"/>
                  </a:lnTo>
                  <a:lnTo>
                    <a:pt x="147777" y="979"/>
                  </a:lnTo>
                  <a:lnTo>
                    <a:pt x="142519" y="1677"/>
                  </a:lnTo>
                  <a:lnTo>
                    <a:pt x="137285" y="2543"/>
                  </a:lnTo>
                  <a:lnTo>
                    <a:pt x="132081" y="3573"/>
                  </a:lnTo>
                  <a:lnTo>
                    <a:pt x="126913" y="4769"/>
                  </a:lnTo>
                  <a:lnTo>
                    <a:pt x="121785" y="6128"/>
                  </a:lnTo>
                  <a:lnTo>
                    <a:pt x="116703" y="7649"/>
                  </a:lnTo>
                  <a:lnTo>
                    <a:pt x="111672" y="9330"/>
                  </a:lnTo>
                  <a:lnTo>
                    <a:pt x="106697" y="11170"/>
                  </a:lnTo>
                  <a:lnTo>
                    <a:pt x="101782" y="13167"/>
                  </a:lnTo>
                  <a:lnTo>
                    <a:pt x="96934" y="15319"/>
                  </a:lnTo>
                  <a:lnTo>
                    <a:pt x="92156" y="17624"/>
                  </a:lnTo>
                  <a:lnTo>
                    <a:pt x="87453" y="20079"/>
                  </a:lnTo>
                  <a:lnTo>
                    <a:pt x="82831" y="22682"/>
                  </a:lnTo>
                  <a:lnTo>
                    <a:pt x="78294" y="25431"/>
                  </a:lnTo>
                  <a:lnTo>
                    <a:pt x="73846" y="28322"/>
                  </a:lnTo>
                  <a:lnTo>
                    <a:pt x="69493" y="31353"/>
                  </a:lnTo>
                  <a:lnTo>
                    <a:pt x="65237" y="34520"/>
                  </a:lnTo>
                  <a:lnTo>
                    <a:pt x="61085" y="37821"/>
                  </a:lnTo>
                  <a:lnTo>
                    <a:pt x="57039" y="41252"/>
                  </a:lnTo>
                  <a:lnTo>
                    <a:pt x="53104" y="44809"/>
                  </a:lnTo>
                  <a:lnTo>
                    <a:pt x="49283" y="48490"/>
                  </a:lnTo>
                  <a:lnTo>
                    <a:pt x="45582" y="52290"/>
                  </a:lnTo>
                  <a:lnTo>
                    <a:pt x="42003" y="56205"/>
                  </a:lnTo>
                  <a:lnTo>
                    <a:pt x="38550" y="60232"/>
                  </a:lnTo>
                  <a:lnTo>
                    <a:pt x="35227" y="64367"/>
                  </a:lnTo>
                  <a:lnTo>
                    <a:pt x="32036" y="68605"/>
                  </a:lnTo>
                  <a:lnTo>
                    <a:pt x="28981" y="72942"/>
                  </a:lnTo>
                  <a:lnTo>
                    <a:pt x="26066" y="77373"/>
                  </a:lnTo>
                  <a:lnTo>
                    <a:pt x="23293" y="81895"/>
                  </a:lnTo>
                  <a:lnTo>
                    <a:pt x="20664" y="86503"/>
                  </a:lnTo>
                  <a:lnTo>
                    <a:pt x="18184" y="91192"/>
                  </a:lnTo>
                  <a:lnTo>
                    <a:pt x="15853" y="95957"/>
                  </a:lnTo>
                  <a:lnTo>
                    <a:pt x="13674" y="100794"/>
                  </a:lnTo>
                  <a:lnTo>
                    <a:pt x="11650" y="105697"/>
                  </a:lnTo>
                  <a:lnTo>
                    <a:pt x="9783" y="110663"/>
                  </a:lnTo>
                  <a:lnTo>
                    <a:pt x="8074" y="115685"/>
                  </a:lnTo>
                  <a:lnTo>
                    <a:pt x="6525" y="120758"/>
                  </a:lnTo>
                  <a:lnTo>
                    <a:pt x="5138" y="125879"/>
                  </a:lnTo>
                  <a:lnTo>
                    <a:pt x="3915" y="131040"/>
                  </a:lnTo>
                  <a:lnTo>
                    <a:pt x="2855" y="136238"/>
                  </a:lnTo>
                  <a:lnTo>
                    <a:pt x="1961" y="141467"/>
                  </a:lnTo>
                  <a:lnTo>
                    <a:pt x="1234" y="146721"/>
                  </a:lnTo>
                  <a:lnTo>
                    <a:pt x="673" y="151997"/>
                  </a:lnTo>
                  <a:lnTo>
                    <a:pt x="281" y="157287"/>
                  </a:lnTo>
                  <a:lnTo>
                    <a:pt x="56" y="162587"/>
                  </a:lnTo>
                  <a:lnTo>
                    <a:pt x="0" y="167891"/>
                  </a:lnTo>
                  <a:lnTo>
                    <a:pt x="111" y="173195"/>
                  </a:lnTo>
                  <a:lnTo>
                    <a:pt x="391" y="178492"/>
                  </a:lnTo>
                  <a:lnTo>
                    <a:pt x="839" y="183778"/>
                  </a:lnTo>
                  <a:lnTo>
                    <a:pt x="1455" y="189047"/>
                  </a:lnTo>
                  <a:lnTo>
                    <a:pt x="2237" y="194293"/>
                  </a:lnTo>
                  <a:lnTo>
                    <a:pt x="3186" y="199513"/>
                  </a:lnTo>
                  <a:lnTo>
                    <a:pt x="4299" y="204699"/>
                  </a:lnTo>
                  <a:lnTo>
                    <a:pt x="5577" y="209848"/>
                  </a:lnTo>
                  <a:lnTo>
                    <a:pt x="7017" y="214953"/>
                  </a:lnTo>
                  <a:lnTo>
                    <a:pt x="8619" y="220010"/>
                  </a:lnTo>
                  <a:lnTo>
                    <a:pt x="10380" y="225014"/>
                  </a:lnTo>
                  <a:lnTo>
                    <a:pt x="12299" y="229960"/>
                  </a:lnTo>
                  <a:lnTo>
                    <a:pt x="14374" y="234842"/>
                  </a:lnTo>
                  <a:lnTo>
                    <a:pt x="16603" y="239655"/>
                  </a:lnTo>
                  <a:lnTo>
                    <a:pt x="18984" y="244396"/>
                  </a:lnTo>
                  <a:lnTo>
                    <a:pt x="21513" y="249059"/>
                  </a:lnTo>
                  <a:lnTo>
                    <a:pt x="24190" y="253639"/>
                  </a:lnTo>
                  <a:lnTo>
                    <a:pt x="27010" y="258132"/>
                  </a:lnTo>
                  <a:lnTo>
                    <a:pt x="29972" y="262533"/>
                  </a:lnTo>
                  <a:lnTo>
                    <a:pt x="33071" y="266838"/>
                  </a:lnTo>
                  <a:lnTo>
                    <a:pt x="36306" y="271042"/>
                  </a:lnTo>
                  <a:lnTo>
                    <a:pt x="39673" y="275142"/>
                  </a:lnTo>
                  <a:lnTo>
                    <a:pt x="43167" y="279132"/>
                  </a:lnTo>
                  <a:lnTo>
                    <a:pt x="46787" y="283010"/>
                  </a:lnTo>
                  <a:lnTo>
                    <a:pt x="50528" y="286771"/>
                  </a:lnTo>
                  <a:lnTo>
                    <a:pt x="54386" y="290412"/>
                  </a:lnTo>
                  <a:lnTo>
                    <a:pt x="58358" y="293928"/>
                  </a:lnTo>
                  <a:lnTo>
                    <a:pt x="62440" y="297316"/>
                  </a:lnTo>
                  <a:lnTo>
                    <a:pt x="66627" y="300574"/>
                  </a:lnTo>
                  <a:lnTo>
                    <a:pt x="70915" y="303696"/>
                  </a:lnTo>
                  <a:lnTo>
                    <a:pt x="75300" y="306681"/>
                  </a:lnTo>
                  <a:lnTo>
                    <a:pt x="79778" y="309526"/>
                  </a:lnTo>
                  <a:lnTo>
                    <a:pt x="84343" y="312227"/>
                  </a:lnTo>
                  <a:lnTo>
                    <a:pt x="88992" y="314782"/>
                  </a:lnTo>
                  <a:lnTo>
                    <a:pt x="93720" y="317187"/>
                  </a:lnTo>
                  <a:lnTo>
                    <a:pt x="98522" y="319442"/>
                  </a:lnTo>
                  <a:lnTo>
                    <a:pt x="103393" y="321543"/>
                  </a:lnTo>
                  <a:lnTo>
                    <a:pt x="108328" y="323489"/>
                  </a:lnTo>
                  <a:lnTo>
                    <a:pt x="113322" y="325277"/>
                  </a:lnTo>
                  <a:lnTo>
                    <a:pt x="118371" y="326906"/>
                  </a:lnTo>
                  <a:lnTo>
                    <a:pt x="123468" y="328373"/>
                  </a:lnTo>
                  <a:lnTo>
                    <a:pt x="128610" y="329679"/>
                  </a:lnTo>
                  <a:lnTo>
                    <a:pt x="133790" y="330820"/>
                  </a:lnTo>
                  <a:lnTo>
                    <a:pt x="139004" y="331797"/>
                  </a:lnTo>
                  <a:lnTo>
                    <a:pt x="144247" y="332607"/>
                  </a:lnTo>
                  <a:lnTo>
                    <a:pt x="149512" y="333251"/>
                  </a:lnTo>
                  <a:lnTo>
                    <a:pt x="154796" y="333727"/>
                  </a:lnTo>
                  <a:lnTo>
                    <a:pt x="160091" y="334036"/>
                  </a:lnTo>
                  <a:lnTo>
                    <a:pt x="165394" y="334176"/>
                  </a:lnTo>
                  <a:lnTo>
                    <a:pt x="170699" y="334148"/>
                  </a:lnTo>
                  <a:lnTo>
                    <a:pt x="176000" y="333952"/>
                  </a:lnTo>
                  <a:lnTo>
                    <a:pt x="181292" y="333587"/>
                  </a:lnTo>
                  <a:lnTo>
                    <a:pt x="186570" y="333055"/>
                  </a:lnTo>
                  <a:lnTo>
                    <a:pt x="191829" y="332356"/>
                  </a:lnTo>
                  <a:lnTo>
                    <a:pt x="197062" y="331490"/>
                  </a:lnTo>
                  <a:lnTo>
                    <a:pt x="202266" y="330459"/>
                  </a:lnTo>
                  <a:lnTo>
                    <a:pt x="207434" y="329263"/>
                  </a:lnTo>
                  <a:lnTo>
                    <a:pt x="212562" y="327903"/>
                  </a:lnTo>
                  <a:lnTo>
                    <a:pt x="217643" y="326382"/>
                  </a:lnTo>
                  <a:lnTo>
                    <a:pt x="222674" y="324700"/>
                  </a:lnTo>
                  <a:lnTo>
                    <a:pt x="227650" y="322859"/>
                  </a:lnTo>
                  <a:lnTo>
                    <a:pt x="232564" y="320862"/>
                  </a:lnTo>
                  <a:lnTo>
                    <a:pt x="237412" y="318709"/>
                  </a:lnTo>
                  <a:lnTo>
                    <a:pt x="242190" y="316404"/>
                  </a:lnTo>
                  <a:lnTo>
                    <a:pt x="246892" y="313948"/>
                  </a:lnTo>
                  <a:lnTo>
                    <a:pt x="251514" y="311345"/>
                  </a:lnTo>
                  <a:lnTo>
                    <a:pt x="256051" y="308596"/>
                  </a:lnTo>
                  <a:lnTo>
                    <a:pt x="260498" y="305704"/>
                  </a:lnTo>
                  <a:lnTo>
                    <a:pt x="264851" y="302673"/>
                  </a:lnTo>
                  <a:lnTo>
                    <a:pt x="269106" y="299505"/>
                  </a:lnTo>
                  <a:lnTo>
                    <a:pt x="273259" y="296204"/>
                  </a:lnTo>
                  <a:lnTo>
                    <a:pt x="277304" y="292773"/>
                  </a:lnTo>
                  <a:lnTo>
                    <a:pt x="281239" y="289215"/>
                  </a:lnTo>
                  <a:lnTo>
                    <a:pt x="285059" y="285534"/>
                  </a:lnTo>
                  <a:lnTo>
                    <a:pt x="288760" y="281733"/>
                  </a:lnTo>
                  <a:lnTo>
                    <a:pt x="292338" y="277817"/>
                  </a:lnTo>
                  <a:lnTo>
                    <a:pt x="295791" y="273790"/>
                  </a:lnTo>
                  <a:lnTo>
                    <a:pt x="299114" y="269655"/>
                  </a:lnTo>
                  <a:lnTo>
                    <a:pt x="302304" y="265417"/>
                  </a:lnTo>
                  <a:lnTo>
                    <a:pt x="305358" y="261079"/>
                  </a:lnTo>
                  <a:lnTo>
                    <a:pt x="308273" y="256647"/>
                  </a:lnTo>
                  <a:lnTo>
                    <a:pt x="311046" y="252125"/>
                  </a:lnTo>
                  <a:lnTo>
                    <a:pt x="313674" y="247517"/>
                  </a:lnTo>
                  <a:lnTo>
                    <a:pt x="316154" y="242828"/>
                  </a:lnTo>
                  <a:lnTo>
                    <a:pt x="318484" y="238062"/>
                  </a:lnTo>
                  <a:lnTo>
                    <a:pt x="320662" y="233225"/>
                  </a:lnTo>
                  <a:lnTo>
                    <a:pt x="322686" y="228322"/>
                  </a:lnTo>
                  <a:lnTo>
                    <a:pt x="324553" y="223356"/>
                  </a:lnTo>
                  <a:lnTo>
                    <a:pt x="326261" y="218334"/>
                  </a:lnTo>
                  <a:lnTo>
                    <a:pt x="327809" y="213260"/>
                  </a:lnTo>
                  <a:lnTo>
                    <a:pt x="329195" y="208140"/>
                  </a:lnTo>
                  <a:lnTo>
                    <a:pt x="330419" y="202978"/>
                  </a:lnTo>
                  <a:lnTo>
                    <a:pt x="331477" y="197780"/>
                  </a:lnTo>
                  <a:lnTo>
                    <a:pt x="332371" y="192551"/>
                  </a:lnTo>
                  <a:lnTo>
                    <a:pt x="333098" y="187297"/>
                  </a:lnTo>
                  <a:lnTo>
                    <a:pt x="333657" y="182021"/>
                  </a:lnTo>
                  <a:lnTo>
                    <a:pt x="334050" y="176731"/>
                  </a:lnTo>
                  <a:lnTo>
                    <a:pt x="334274" y="171431"/>
                  </a:lnTo>
                  <a:lnTo>
                    <a:pt x="334330" y="166127"/>
                  </a:lnTo>
                  <a:lnTo>
                    <a:pt x="334217" y="160823"/>
                  </a:lnTo>
                  <a:lnTo>
                    <a:pt x="333937" y="155526"/>
                  </a:lnTo>
                  <a:lnTo>
                    <a:pt x="333488" y="150240"/>
                  </a:lnTo>
                  <a:lnTo>
                    <a:pt x="332872" y="144971"/>
                  </a:lnTo>
                  <a:lnTo>
                    <a:pt x="332089" y="139725"/>
                  </a:lnTo>
                  <a:lnTo>
                    <a:pt x="331140" y="134506"/>
                  </a:lnTo>
                  <a:lnTo>
                    <a:pt x="330026" y="129319"/>
                  </a:lnTo>
                  <a:lnTo>
                    <a:pt x="328748" y="124171"/>
                  </a:lnTo>
                  <a:lnTo>
                    <a:pt x="327307" y="119065"/>
                  </a:lnTo>
                  <a:lnTo>
                    <a:pt x="325705" y="114008"/>
                  </a:lnTo>
                  <a:lnTo>
                    <a:pt x="323943" y="109005"/>
                  </a:lnTo>
                  <a:lnTo>
                    <a:pt x="322023" y="104060"/>
                  </a:lnTo>
                  <a:lnTo>
                    <a:pt x="319948" y="99178"/>
                  </a:lnTo>
                  <a:lnTo>
                    <a:pt x="317718" y="94364"/>
                  </a:lnTo>
                  <a:lnTo>
                    <a:pt x="315337" y="89624"/>
                  </a:lnTo>
                  <a:lnTo>
                    <a:pt x="312807" y="84962"/>
                  </a:lnTo>
                  <a:lnTo>
                    <a:pt x="310130" y="80382"/>
                  </a:lnTo>
                  <a:lnTo>
                    <a:pt x="307309" y="75889"/>
                  </a:lnTo>
                  <a:lnTo>
                    <a:pt x="304347" y="71488"/>
                  </a:lnTo>
                  <a:lnTo>
                    <a:pt x="301247" y="67184"/>
                  </a:lnTo>
                  <a:lnTo>
                    <a:pt x="298012" y="62980"/>
                  </a:lnTo>
                  <a:lnTo>
                    <a:pt x="294645" y="58881"/>
                  </a:lnTo>
                  <a:lnTo>
                    <a:pt x="291150" y="54890"/>
                  </a:lnTo>
                  <a:lnTo>
                    <a:pt x="287530" y="51013"/>
                  </a:lnTo>
                  <a:lnTo>
                    <a:pt x="283788" y="47252"/>
                  </a:lnTo>
                  <a:lnTo>
                    <a:pt x="279930" y="43612"/>
                  </a:lnTo>
                  <a:lnTo>
                    <a:pt x="275957" y="40096"/>
                  </a:lnTo>
                  <a:lnTo>
                    <a:pt x="271875" y="36708"/>
                  </a:lnTo>
                  <a:lnTo>
                    <a:pt x="267688" y="33452"/>
                  </a:lnTo>
                  <a:lnTo>
                    <a:pt x="263399" y="30329"/>
                  </a:lnTo>
                  <a:lnTo>
                    <a:pt x="259014" y="27345"/>
                  </a:lnTo>
                  <a:lnTo>
                    <a:pt x="254536" y="24501"/>
                  </a:lnTo>
                  <a:lnTo>
                    <a:pt x="249970" y="21800"/>
                  </a:lnTo>
                  <a:lnTo>
                    <a:pt x="245321" y="19246"/>
                  </a:lnTo>
                  <a:lnTo>
                    <a:pt x="240593" y="16841"/>
                  </a:lnTo>
                  <a:lnTo>
                    <a:pt x="235791" y="14586"/>
                  </a:lnTo>
                  <a:lnTo>
                    <a:pt x="230920" y="12486"/>
                  </a:lnTo>
                  <a:lnTo>
                    <a:pt x="225985" y="10541"/>
                  </a:lnTo>
                  <a:lnTo>
                    <a:pt x="220990" y="8753"/>
                  </a:lnTo>
                  <a:lnTo>
                    <a:pt x="215941" y="7125"/>
                  </a:lnTo>
                  <a:lnTo>
                    <a:pt x="210844" y="5658"/>
                  </a:lnTo>
                  <a:lnTo>
                    <a:pt x="205702" y="4353"/>
                  </a:lnTo>
                  <a:lnTo>
                    <a:pt x="200521" y="3212"/>
                  </a:lnTo>
                  <a:lnTo>
                    <a:pt x="195307" y="2236"/>
                  </a:lnTo>
                  <a:lnTo>
                    <a:pt x="190064" y="1426"/>
                  </a:lnTo>
                  <a:lnTo>
                    <a:pt x="184799" y="783"/>
                  </a:lnTo>
                  <a:lnTo>
                    <a:pt x="179516" y="307"/>
                  </a:lnTo>
                  <a:lnTo>
                    <a:pt x="174220" y="0"/>
                  </a:lnTo>
                  <a:lnTo>
                    <a:pt x="167165" y="167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7055" cy="167167"/>
            </a:xfrm>
            <a:custGeom>
              <a:avLst/>
              <a:pathLst>
                <a:path w="7055" h="167167">
                  <a:moveTo>
                    <a:pt x="7055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797346" y="5269756"/>
              <a:ext cx="167155" cy="201328"/>
            </a:xfrm>
            <a:custGeom>
              <a:avLst/>
              <a:pathLst>
                <a:path w="167155" h="201328">
                  <a:moveTo>
                    <a:pt x="167155" y="0"/>
                  </a:moveTo>
                  <a:lnTo>
                    <a:pt x="161756" y="87"/>
                  </a:lnTo>
                  <a:lnTo>
                    <a:pt x="156363" y="348"/>
                  </a:lnTo>
                  <a:lnTo>
                    <a:pt x="150981" y="784"/>
                  </a:lnTo>
                  <a:lnTo>
                    <a:pt x="145616" y="1393"/>
                  </a:lnTo>
                  <a:lnTo>
                    <a:pt x="140273" y="2175"/>
                  </a:lnTo>
                  <a:lnTo>
                    <a:pt x="134958" y="3129"/>
                  </a:lnTo>
                  <a:lnTo>
                    <a:pt x="129677" y="4255"/>
                  </a:lnTo>
                  <a:lnTo>
                    <a:pt x="124436" y="5550"/>
                  </a:lnTo>
                  <a:lnTo>
                    <a:pt x="119238" y="7014"/>
                  </a:lnTo>
                  <a:lnTo>
                    <a:pt x="114091" y="8645"/>
                  </a:lnTo>
                  <a:lnTo>
                    <a:pt x="108999" y="10442"/>
                  </a:lnTo>
                  <a:lnTo>
                    <a:pt x="103968" y="12402"/>
                  </a:lnTo>
                  <a:lnTo>
                    <a:pt x="99002" y="14523"/>
                  </a:lnTo>
                  <a:lnTo>
                    <a:pt x="94108" y="16804"/>
                  </a:lnTo>
                  <a:lnTo>
                    <a:pt x="89290" y="19241"/>
                  </a:lnTo>
                  <a:lnTo>
                    <a:pt x="84553" y="21833"/>
                  </a:lnTo>
                  <a:lnTo>
                    <a:pt x="79902" y="24577"/>
                  </a:lnTo>
                  <a:lnTo>
                    <a:pt x="75343" y="27469"/>
                  </a:lnTo>
                  <a:lnTo>
                    <a:pt x="70879" y="30507"/>
                  </a:lnTo>
                  <a:lnTo>
                    <a:pt x="66516" y="33688"/>
                  </a:lnTo>
                  <a:lnTo>
                    <a:pt x="62257" y="37008"/>
                  </a:lnTo>
                  <a:lnTo>
                    <a:pt x="58108" y="40463"/>
                  </a:lnTo>
                  <a:lnTo>
                    <a:pt x="54073" y="44051"/>
                  </a:lnTo>
                  <a:lnTo>
                    <a:pt x="50156" y="47768"/>
                  </a:lnTo>
                  <a:lnTo>
                    <a:pt x="46361" y="51608"/>
                  </a:lnTo>
                  <a:lnTo>
                    <a:pt x="42692" y="55570"/>
                  </a:lnTo>
                  <a:lnTo>
                    <a:pt x="39153" y="59648"/>
                  </a:lnTo>
                  <a:lnTo>
                    <a:pt x="35747" y="63838"/>
                  </a:lnTo>
                  <a:lnTo>
                    <a:pt x="32478" y="68136"/>
                  </a:lnTo>
                  <a:lnTo>
                    <a:pt x="29350" y="72537"/>
                  </a:lnTo>
                  <a:lnTo>
                    <a:pt x="26366" y="77037"/>
                  </a:lnTo>
                  <a:lnTo>
                    <a:pt x="23529" y="81631"/>
                  </a:lnTo>
                  <a:lnTo>
                    <a:pt x="20841" y="86314"/>
                  </a:lnTo>
                  <a:lnTo>
                    <a:pt x="18306" y="91082"/>
                  </a:lnTo>
                  <a:lnTo>
                    <a:pt x="15926" y="95929"/>
                  </a:lnTo>
                  <a:lnTo>
                    <a:pt x="13705" y="100850"/>
                  </a:lnTo>
                  <a:lnTo>
                    <a:pt x="11643" y="105840"/>
                  </a:lnTo>
                  <a:lnTo>
                    <a:pt x="9743" y="110895"/>
                  </a:lnTo>
                  <a:lnTo>
                    <a:pt x="8008" y="116008"/>
                  </a:lnTo>
                  <a:lnTo>
                    <a:pt x="6439" y="121174"/>
                  </a:lnTo>
                  <a:lnTo>
                    <a:pt x="5037" y="126389"/>
                  </a:lnTo>
                  <a:lnTo>
                    <a:pt x="3805" y="131646"/>
                  </a:lnTo>
                  <a:lnTo>
                    <a:pt x="2743" y="136940"/>
                  </a:lnTo>
                  <a:lnTo>
                    <a:pt x="1853" y="142266"/>
                  </a:lnTo>
                  <a:lnTo>
                    <a:pt x="1135" y="147617"/>
                  </a:lnTo>
                  <a:lnTo>
                    <a:pt x="590" y="152989"/>
                  </a:lnTo>
                  <a:lnTo>
                    <a:pt x="219" y="158376"/>
                  </a:lnTo>
                  <a:lnTo>
                    <a:pt x="22" y="163772"/>
                  </a:lnTo>
                  <a:lnTo>
                    <a:pt x="0" y="169172"/>
                  </a:lnTo>
                  <a:lnTo>
                    <a:pt x="151" y="174569"/>
                  </a:lnTo>
                  <a:lnTo>
                    <a:pt x="478" y="179959"/>
                  </a:lnTo>
                  <a:lnTo>
                    <a:pt x="978" y="185335"/>
                  </a:lnTo>
                  <a:lnTo>
                    <a:pt x="1651" y="190693"/>
                  </a:lnTo>
                  <a:lnTo>
                    <a:pt x="2497" y="196026"/>
                  </a:lnTo>
                  <a:lnTo>
                    <a:pt x="3515" y="20132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800861" y="5269756"/>
              <a:ext cx="330786" cy="334334"/>
            </a:xfrm>
            <a:custGeom>
              <a:avLst/>
              <a:pathLst>
                <a:path w="330786" h="334334">
                  <a:moveTo>
                    <a:pt x="0" y="201328"/>
                  </a:moveTo>
                  <a:lnTo>
                    <a:pt x="1166" y="206504"/>
                  </a:lnTo>
                  <a:lnTo>
                    <a:pt x="2496" y="211639"/>
                  </a:lnTo>
                  <a:lnTo>
                    <a:pt x="3988" y="216730"/>
                  </a:lnTo>
                  <a:lnTo>
                    <a:pt x="5641" y="221771"/>
                  </a:lnTo>
                  <a:lnTo>
                    <a:pt x="7454" y="226757"/>
                  </a:lnTo>
                  <a:lnTo>
                    <a:pt x="9423" y="231683"/>
                  </a:lnTo>
                  <a:lnTo>
                    <a:pt x="11548" y="236544"/>
                  </a:lnTo>
                  <a:lnTo>
                    <a:pt x="13826" y="241335"/>
                  </a:lnTo>
                  <a:lnTo>
                    <a:pt x="16255" y="246052"/>
                  </a:lnTo>
                  <a:lnTo>
                    <a:pt x="18832" y="250688"/>
                  </a:lnTo>
                  <a:lnTo>
                    <a:pt x="21555" y="255241"/>
                  </a:lnTo>
                  <a:lnTo>
                    <a:pt x="24421" y="259705"/>
                  </a:lnTo>
                  <a:lnTo>
                    <a:pt x="27428" y="264076"/>
                  </a:lnTo>
                  <a:lnTo>
                    <a:pt x="30572" y="268350"/>
                  </a:lnTo>
                  <a:lnTo>
                    <a:pt x="33849" y="272521"/>
                  </a:lnTo>
                  <a:lnTo>
                    <a:pt x="37258" y="276587"/>
                  </a:lnTo>
                  <a:lnTo>
                    <a:pt x="40793" y="280542"/>
                  </a:lnTo>
                  <a:lnTo>
                    <a:pt x="44453" y="284383"/>
                  </a:lnTo>
                  <a:lnTo>
                    <a:pt x="48232" y="288106"/>
                  </a:lnTo>
                  <a:lnTo>
                    <a:pt x="52128" y="291707"/>
                  </a:lnTo>
                  <a:lnTo>
                    <a:pt x="56136" y="295182"/>
                  </a:lnTo>
                  <a:lnTo>
                    <a:pt x="60252" y="298529"/>
                  </a:lnTo>
                  <a:lnTo>
                    <a:pt x="64472" y="301744"/>
                  </a:lnTo>
                  <a:lnTo>
                    <a:pt x="68792" y="304822"/>
                  </a:lnTo>
                  <a:lnTo>
                    <a:pt x="73208" y="307763"/>
                  </a:lnTo>
                  <a:lnTo>
                    <a:pt x="77715" y="310561"/>
                  </a:lnTo>
                  <a:lnTo>
                    <a:pt x="82308" y="313216"/>
                  </a:lnTo>
                  <a:lnTo>
                    <a:pt x="86984" y="315723"/>
                  </a:lnTo>
                  <a:lnTo>
                    <a:pt x="91736" y="318080"/>
                  </a:lnTo>
                  <a:lnTo>
                    <a:pt x="96561" y="320286"/>
                  </a:lnTo>
                  <a:lnTo>
                    <a:pt x="101453" y="322337"/>
                  </a:lnTo>
                  <a:lnTo>
                    <a:pt x="106408" y="324232"/>
                  </a:lnTo>
                  <a:lnTo>
                    <a:pt x="111421" y="325969"/>
                  </a:lnTo>
                  <a:lnTo>
                    <a:pt x="116486" y="327546"/>
                  </a:lnTo>
                  <a:lnTo>
                    <a:pt x="121599" y="328962"/>
                  </a:lnTo>
                  <a:lnTo>
                    <a:pt x="126754" y="330214"/>
                  </a:lnTo>
                  <a:lnTo>
                    <a:pt x="131946" y="331303"/>
                  </a:lnTo>
                  <a:lnTo>
                    <a:pt x="137171" y="332226"/>
                  </a:lnTo>
                  <a:lnTo>
                    <a:pt x="142421" y="332982"/>
                  </a:lnTo>
                  <a:lnTo>
                    <a:pt x="147694" y="333572"/>
                  </a:lnTo>
                  <a:lnTo>
                    <a:pt x="152982" y="333994"/>
                  </a:lnTo>
                  <a:lnTo>
                    <a:pt x="158281" y="334248"/>
                  </a:lnTo>
                  <a:lnTo>
                    <a:pt x="163585" y="334334"/>
                  </a:lnTo>
                  <a:lnTo>
                    <a:pt x="168890" y="334252"/>
                  </a:lnTo>
                  <a:lnTo>
                    <a:pt x="174189" y="334001"/>
                  </a:lnTo>
                  <a:lnTo>
                    <a:pt x="179478" y="333582"/>
                  </a:lnTo>
                  <a:lnTo>
                    <a:pt x="184750" y="332996"/>
                  </a:lnTo>
                  <a:lnTo>
                    <a:pt x="190001" y="332243"/>
                  </a:lnTo>
                  <a:lnTo>
                    <a:pt x="195226" y="331323"/>
                  </a:lnTo>
                  <a:lnTo>
                    <a:pt x="200419" y="330238"/>
                  </a:lnTo>
                  <a:lnTo>
                    <a:pt x="205575" y="328989"/>
                  </a:lnTo>
                  <a:lnTo>
                    <a:pt x="210689" y="327577"/>
                  </a:lnTo>
                  <a:lnTo>
                    <a:pt x="215755" y="326003"/>
                  </a:lnTo>
                  <a:lnTo>
                    <a:pt x="220769" y="324269"/>
                  </a:lnTo>
                  <a:lnTo>
                    <a:pt x="225725" y="322377"/>
                  </a:lnTo>
                  <a:lnTo>
                    <a:pt x="230619" y="320329"/>
                  </a:lnTo>
                  <a:lnTo>
                    <a:pt x="235445" y="318127"/>
                  </a:lnTo>
                  <a:lnTo>
                    <a:pt x="240199" y="315772"/>
                  </a:lnTo>
                  <a:lnTo>
                    <a:pt x="244876" y="313268"/>
                  </a:lnTo>
                  <a:lnTo>
                    <a:pt x="249471" y="310617"/>
                  </a:lnTo>
                  <a:lnTo>
                    <a:pt x="253980" y="307821"/>
                  </a:lnTo>
                  <a:lnTo>
                    <a:pt x="258397" y="304884"/>
                  </a:lnTo>
                  <a:lnTo>
                    <a:pt x="262720" y="301807"/>
                  </a:lnTo>
                  <a:lnTo>
                    <a:pt x="266942" y="298596"/>
                  </a:lnTo>
                  <a:lnTo>
                    <a:pt x="271060" y="295252"/>
                  </a:lnTo>
                  <a:lnTo>
                    <a:pt x="275070" y="291778"/>
                  </a:lnTo>
                  <a:lnTo>
                    <a:pt x="278968" y="288180"/>
                  </a:lnTo>
                  <a:lnTo>
                    <a:pt x="282750" y="284459"/>
                  </a:lnTo>
                  <a:lnTo>
                    <a:pt x="286412" y="280621"/>
                  </a:lnTo>
                  <a:lnTo>
                    <a:pt x="289950" y="276668"/>
                  </a:lnTo>
                  <a:lnTo>
                    <a:pt x="293361" y="272605"/>
                  </a:lnTo>
                  <a:lnTo>
                    <a:pt x="296642" y="268435"/>
                  </a:lnTo>
                  <a:lnTo>
                    <a:pt x="299788" y="264164"/>
                  </a:lnTo>
                  <a:lnTo>
                    <a:pt x="302797" y="259795"/>
                  </a:lnTo>
                  <a:lnTo>
                    <a:pt x="305666" y="255333"/>
                  </a:lnTo>
                  <a:lnTo>
                    <a:pt x="308393" y="250782"/>
                  </a:lnTo>
                  <a:lnTo>
                    <a:pt x="310973" y="246146"/>
                  </a:lnTo>
                  <a:lnTo>
                    <a:pt x="313405" y="241432"/>
                  </a:lnTo>
                  <a:lnTo>
                    <a:pt x="315686" y="236642"/>
                  </a:lnTo>
                  <a:lnTo>
                    <a:pt x="317814" y="231782"/>
                  </a:lnTo>
                  <a:lnTo>
                    <a:pt x="319786" y="226858"/>
                  </a:lnTo>
                  <a:lnTo>
                    <a:pt x="321602" y="221873"/>
                  </a:lnTo>
                  <a:lnTo>
                    <a:pt x="323258" y="216833"/>
                  </a:lnTo>
                  <a:lnTo>
                    <a:pt x="324754" y="211743"/>
                  </a:lnTo>
                  <a:lnTo>
                    <a:pt x="326087" y="206608"/>
                  </a:lnTo>
                  <a:lnTo>
                    <a:pt x="327257" y="201434"/>
                  </a:lnTo>
                  <a:lnTo>
                    <a:pt x="328262" y="196225"/>
                  </a:lnTo>
                  <a:lnTo>
                    <a:pt x="329101" y="190986"/>
                  </a:lnTo>
                  <a:lnTo>
                    <a:pt x="329773" y="185724"/>
                  </a:lnTo>
                  <a:lnTo>
                    <a:pt x="330279" y="180443"/>
                  </a:lnTo>
                  <a:lnTo>
                    <a:pt x="330616" y="175149"/>
                  </a:lnTo>
                  <a:lnTo>
                    <a:pt x="330785" y="169846"/>
                  </a:lnTo>
                  <a:lnTo>
                    <a:pt x="330786" y="164541"/>
                  </a:lnTo>
                  <a:lnTo>
                    <a:pt x="330619" y="159239"/>
                  </a:lnTo>
                  <a:lnTo>
                    <a:pt x="330283" y="153944"/>
                  </a:lnTo>
                  <a:lnTo>
                    <a:pt x="329779" y="148663"/>
                  </a:lnTo>
                  <a:lnTo>
                    <a:pt x="329109" y="143401"/>
                  </a:lnTo>
                  <a:lnTo>
                    <a:pt x="328271" y="138162"/>
                  </a:lnTo>
                  <a:lnTo>
                    <a:pt x="327268" y="132953"/>
                  </a:lnTo>
                  <a:lnTo>
                    <a:pt x="326100" y="127778"/>
                  </a:lnTo>
                  <a:lnTo>
                    <a:pt x="324768" y="122643"/>
                  </a:lnTo>
                  <a:lnTo>
                    <a:pt x="323274" y="117552"/>
                  </a:lnTo>
                  <a:lnTo>
                    <a:pt x="321620" y="112512"/>
                  </a:lnTo>
                  <a:lnTo>
                    <a:pt x="319806" y="107526"/>
                  </a:lnTo>
                  <a:lnTo>
                    <a:pt x="317835" y="102601"/>
                  </a:lnTo>
                  <a:lnTo>
                    <a:pt x="315708" y="97741"/>
                  </a:lnTo>
                  <a:lnTo>
                    <a:pt x="313429" y="92951"/>
                  </a:lnTo>
                  <a:lnTo>
                    <a:pt x="310998" y="88235"/>
                  </a:lnTo>
                  <a:lnTo>
                    <a:pt x="308419" y="83599"/>
                  </a:lnTo>
                  <a:lnTo>
                    <a:pt x="305695" y="79047"/>
                  </a:lnTo>
                  <a:lnTo>
                    <a:pt x="302827" y="74584"/>
                  </a:lnTo>
                  <a:lnTo>
                    <a:pt x="299819" y="70214"/>
                  </a:lnTo>
                  <a:lnTo>
                    <a:pt x="296674" y="65941"/>
                  </a:lnTo>
                  <a:lnTo>
                    <a:pt x="293395" y="61771"/>
                  </a:lnTo>
                  <a:lnTo>
                    <a:pt x="289986" y="57707"/>
                  </a:lnTo>
                  <a:lnTo>
                    <a:pt x="286449" y="53753"/>
                  </a:lnTo>
                  <a:lnTo>
                    <a:pt x="282788" y="49913"/>
                  </a:lnTo>
                  <a:lnTo>
                    <a:pt x="279007" y="46191"/>
                  </a:lnTo>
                  <a:lnTo>
                    <a:pt x="275111" y="42591"/>
                  </a:lnTo>
                  <a:lnTo>
                    <a:pt x="271102" y="39117"/>
                  </a:lnTo>
                  <a:lnTo>
                    <a:pt x="266984" y="35772"/>
                  </a:lnTo>
                  <a:lnTo>
                    <a:pt x="262763" y="32558"/>
                  </a:lnTo>
                  <a:lnTo>
                    <a:pt x="258442" y="29481"/>
                  </a:lnTo>
                  <a:lnTo>
                    <a:pt x="254025" y="26542"/>
                  </a:lnTo>
                  <a:lnTo>
                    <a:pt x="249517" y="23745"/>
                  </a:lnTo>
                  <a:lnTo>
                    <a:pt x="244923" y="21092"/>
                  </a:lnTo>
                  <a:lnTo>
                    <a:pt x="240247" y="18586"/>
                  </a:lnTo>
                  <a:lnTo>
                    <a:pt x="235494" y="16230"/>
                  </a:lnTo>
                  <a:lnTo>
                    <a:pt x="230668" y="14026"/>
                  </a:lnTo>
                  <a:lnTo>
                    <a:pt x="225775" y="11976"/>
                  </a:lnTo>
                  <a:lnTo>
                    <a:pt x="220819" y="10083"/>
                  </a:lnTo>
                  <a:lnTo>
                    <a:pt x="215806" y="8348"/>
                  </a:lnTo>
                  <a:lnTo>
                    <a:pt x="210740" y="6772"/>
                  </a:lnTo>
                  <a:lnTo>
                    <a:pt x="205627" y="5359"/>
                  </a:lnTo>
                  <a:lnTo>
                    <a:pt x="200472" y="4108"/>
                  </a:lnTo>
                  <a:lnTo>
                    <a:pt x="195279" y="3021"/>
                  </a:lnTo>
                  <a:lnTo>
                    <a:pt x="190055" y="2100"/>
                  </a:lnTo>
                  <a:lnTo>
                    <a:pt x="184803" y="1345"/>
                  </a:lnTo>
                  <a:lnTo>
                    <a:pt x="179531" y="757"/>
                  </a:lnTo>
                  <a:lnTo>
                    <a:pt x="174243" y="336"/>
                  </a:lnTo>
                  <a:lnTo>
                    <a:pt x="168944" y="84"/>
                  </a:lnTo>
                  <a:lnTo>
                    <a:pt x="163639" y="0"/>
                  </a:lnTo>
                  <a:lnTo>
                    <a:pt x="1636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9775" y="5399291"/>
              <a:ext cx="16440" cy="167167"/>
            </a:xfrm>
            <a:custGeom>
              <a:avLst/>
              <a:pathLst>
                <a:path w="16440" h="167167">
                  <a:moveTo>
                    <a:pt x="16440" y="0"/>
                  </a:moveTo>
                  <a:lnTo>
                    <a:pt x="8210" y="202"/>
                  </a:lnTo>
                  <a:lnTo>
                    <a:pt x="0" y="810"/>
                  </a:lnTo>
                  <a:lnTo>
                    <a:pt x="164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9775" y="5400102"/>
              <a:ext cx="16440" cy="166357"/>
            </a:xfrm>
            <a:custGeom>
              <a:avLst/>
              <a:pathLst>
                <a:path w="16440" h="166357">
                  <a:moveTo>
                    <a:pt x="0" y="0"/>
                  </a:moveTo>
                  <a:lnTo>
                    <a:pt x="16440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9775" y="5400102"/>
              <a:ext cx="16440" cy="166357"/>
            </a:xfrm>
            <a:custGeom>
              <a:avLst/>
              <a:pathLst>
                <a:path w="16440" h="166357">
                  <a:moveTo>
                    <a:pt x="0" y="0"/>
                  </a:moveTo>
                  <a:lnTo>
                    <a:pt x="16440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9775" y="5400102"/>
              <a:ext cx="16440" cy="166357"/>
            </a:xfrm>
            <a:custGeom>
              <a:avLst/>
              <a:pathLst>
                <a:path w="16440" h="166357">
                  <a:moveTo>
                    <a:pt x="0" y="0"/>
                  </a:moveTo>
                  <a:lnTo>
                    <a:pt x="16440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9775" y="5400102"/>
              <a:ext cx="16440" cy="166357"/>
            </a:xfrm>
            <a:custGeom>
              <a:avLst/>
              <a:pathLst>
                <a:path w="16440" h="166357">
                  <a:moveTo>
                    <a:pt x="0" y="0"/>
                  </a:moveTo>
                  <a:lnTo>
                    <a:pt x="16440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9775" y="5400102"/>
              <a:ext cx="16440" cy="166357"/>
            </a:xfrm>
            <a:custGeom>
              <a:avLst/>
              <a:pathLst>
                <a:path w="16440" h="166357">
                  <a:moveTo>
                    <a:pt x="0" y="0"/>
                  </a:moveTo>
                  <a:lnTo>
                    <a:pt x="16440" y="1663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9775" y="5400102"/>
              <a:ext cx="16440" cy="166357"/>
            </a:xfrm>
            <a:custGeom>
              <a:avLst/>
              <a:pathLst>
                <a:path w="16440" h="166357">
                  <a:moveTo>
                    <a:pt x="0" y="0"/>
                  </a:moveTo>
                  <a:lnTo>
                    <a:pt x="16440" y="1663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319065" y="5400102"/>
              <a:ext cx="334317" cy="333520"/>
            </a:xfrm>
            <a:custGeom>
              <a:avLst/>
              <a:pathLst>
                <a:path w="334317" h="333520">
                  <a:moveTo>
                    <a:pt x="150710" y="0"/>
                  </a:moveTo>
                  <a:lnTo>
                    <a:pt x="145458" y="603"/>
                  </a:lnTo>
                  <a:lnTo>
                    <a:pt x="140228" y="1371"/>
                  </a:lnTo>
                  <a:lnTo>
                    <a:pt x="135024" y="2305"/>
                  </a:lnTo>
                  <a:lnTo>
                    <a:pt x="129853" y="3403"/>
                  </a:lnTo>
                  <a:lnTo>
                    <a:pt x="124719" y="4664"/>
                  </a:lnTo>
                  <a:lnTo>
                    <a:pt x="119628" y="6086"/>
                  </a:lnTo>
                  <a:lnTo>
                    <a:pt x="114584" y="7669"/>
                  </a:lnTo>
                  <a:lnTo>
                    <a:pt x="109592" y="9411"/>
                  </a:lnTo>
                  <a:lnTo>
                    <a:pt x="104658" y="11309"/>
                  </a:lnTo>
                  <a:lnTo>
                    <a:pt x="99787" y="13363"/>
                  </a:lnTo>
                  <a:lnTo>
                    <a:pt x="94983" y="15569"/>
                  </a:lnTo>
                  <a:lnTo>
                    <a:pt x="90251" y="17926"/>
                  </a:lnTo>
                  <a:lnTo>
                    <a:pt x="85596" y="20432"/>
                  </a:lnTo>
                  <a:lnTo>
                    <a:pt x="81023" y="23084"/>
                  </a:lnTo>
                  <a:lnTo>
                    <a:pt x="76536" y="25879"/>
                  </a:lnTo>
                  <a:lnTo>
                    <a:pt x="72139" y="28814"/>
                  </a:lnTo>
                  <a:lnTo>
                    <a:pt x="67838" y="31887"/>
                  </a:lnTo>
                  <a:lnTo>
                    <a:pt x="63635" y="35095"/>
                  </a:lnTo>
                  <a:lnTo>
                    <a:pt x="59537" y="38434"/>
                  </a:lnTo>
                  <a:lnTo>
                    <a:pt x="55545" y="41901"/>
                  </a:lnTo>
                  <a:lnTo>
                    <a:pt x="51666" y="45492"/>
                  </a:lnTo>
                  <a:lnTo>
                    <a:pt x="47902" y="49204"/>
                  </a:lnTo>
                  <a:lnTo>
                    <a:pt x="44257" y="53033"/>
                  </a:lnTo>
                  <a:lnTo>
                    <a:pt x="40735" y="56976"/>
                  </a:lnTo>
                  <a:lnTo>
                    <a:pt x="37340" y="61027"/>
                  </a:lnTo>
                  <a:lnTo>
                    <a:pt x="34074" y="65185"/>
                  </a:lnTo>
                  <a:lnTo>
                    <a:pt x="30942" y="69443"/>
                  </a:lnTo>
                  <a:lnTo>
                    <a:pt x="27946" y="73799"/>
                  </a:lnTo>
                  <a:lnTo>
                    <a:pt x="25088" y="78247"/>
                  </a:lnTo>
                  <a:lnTo>
                    <a:pt x="22373" y="82783"/>
                  </a:lnTo>
                  <a:lnTo>
                    <a:pt x="19803" y="87402"/>
                  </a:lnTo>
                  <a:lnTo>
                    <a:pt x="17380" y="92101"/>
                  </a:lnTo>
                  <a:lnTo>
                    <a:pt x="15107" y="96874"/>
                  </a:lnTo>
                  <a:lnTo>
                    <a:pt x="12986" y="101716"/>
                  </a:lnTo>
                  <a:lnTo>
                    <a:pt x="11019" y="106623"/>
                  </a:lnTo>
                  <a:lnTo>
                    <a:pt x="9209" y="111590"/>
                  </a:lnTo>
                  <a:lnTo>
                    <a:pt x="7556" y="116611"/>
                  </a:lnTo>
                  <a:lnTo>
                    <a:pt x="6063" y="121683"/>
                  </a:lnTo>
                  <a:lnTo>
                    <a:pt x="4731" y="126799"/>
                  </a:lnTo>
                  <a:lnTo>
                    <a:pt x="3561" y="131954"/>
                  </a:lnTo>
                  <a:lnTo>
                    <a:pt x="2555" y="137144"/>
                  </a:lnTo>
                  <a:lnTo>
                    <a:pt x="1714" y="142363"/>
                  </a:lnTo>
                  <a:lnTo>
                    <a:pt x="1038" y="147606"/>
                  </a:lnTo>
                  <a:lnTo>
                    <a:pt x="528" y="152868"/>
                  </a:lnTo>
                  <a:lnTo>
                    <a:pt x="185" y="158143"/>
                  </a:lnTo>
                  <a:lnTo>
                    <a:pt x="9" y="163427"/>
                  </a:lnTo>
                  <a:lnTo>
                    <a:pt x="0" y="168714"/>
                  </a:lnTo>
                  <a:lnTo>
                    <a:pt x="158" y="173998"/>
                  </a:lnTo>
                  <a:lnTo>
                    <a:pt x="483" y="179274"/>
                  </a:lnTo>
                  <a:lnTo>
                    <a:pt x="975" y="184538"/>
                  </a:lnTo>
                  <a:lnTo>
                    <a:pt x="1633" y="189783"/>
                  </a:lnTo>
                  <a:lnTo>
                    <a:pt x="2456" y="195005"/>
                  </a:lnTo>
                  <a:lnTo>
                    <a:pt x="3444" y="200198"/>
                  </a:lnTo>
                  <a:lnTo>
                    <a:pt x="4596" y="205358"/>
                  </a:lnTo>
                  <a:lnTo>
                    <a:pt x="5911" y="210478"/>
                  </a:lnTo>
                  <a:lnTo>
                    <a:pt x="7386" y="215555"/>
                  </a:lnTo>
                  <a:lnTo>
                    <a:pt x="9022" y="220582"/>
                  </a:lnTo>
                  <a:lnTo>
                    <a:pt x="10816" y="225555"/>
                  </a:lnTo>
                  <a:lnTo>
                    <a:pt x="12766" y="230469"/>
                  </a:lnTo>
                  <a:lnTo>
                    <a:pt x="14870" y="235318"/>
                  </a:lnTo>
                  <a:lnTo>
                    <a:pt x="17127" y="240099"/>
                  </a:lnTo>
                  <a:lnTo>
                    <a:pt x="19534" y="244806"/>
                  </a:lnTo>
                  <a:lnTo>
                    <a:pt x="22088" y="249434"/>
                  </a:lnTo>
                  <a:lnTo>
                    <a:pt x="24787" y="253979"/>
                  </a:lnTo>
                  <a:lnTo>
                    <a:pt x="27629" y="258437"/>
                  </a:lnTo>
                  <a:lnTo>
                    <a:pt x="30611" y="262803"/>
                  </a:lnTo>
                  <a:lnTo>
                    <a:pt x="33729" y="267072"/>
                  </a:lnTo>
                  <a:lnTo>
                    <a:pt x="36980" y="271240"/>
                  </a:lnTo>
                  <a:lnTo>
                    <a:pt x="40361" y="275304"/>
                  </a:lnTo>
                  <a:lnTo>
                    <a:pt x="43870" y="279258"/>
                  </a:lnTo>
                  <a:lnTo>
                    <a:pt x="47501" y="283100"/>
                  </a:lnTo>
                  <a:lnTo>
                    <a:pt x="51253" y="286825"/>
                  </a:lnTo>
                  <a:lnTo>
                    <a:pt x="55120" y="290430"/>
                  </a:lnTo>
                  <a:lnTo>
                    <a:pt x="59099" y="293910"/>
                  </a:lnTo>
                  <a:lnTo>
                    <a:pt x="63186" y="297263"/>
                  </a:lnTo>
                  <a:lnTo>
                    <a:pt x="67378" y="300485"/>
                  </a:lnTo>
                  <a:lnTo>
                    <a:pt x="71669" y="303572"/>
                  </a:lnTo>
                  <a:lnTo>
                    <a:pt x="76055" y="306523"/>
                  </a:lnTo>
                  <a:lnTo>
                    <a:pt x="80533" y="309333"/>
                  </a:lnTo>
                  <a:lnTo>
                    <a:pt x="85097" y="312001"/>
                  </a:lnTo>
                  <a:lnTo>
                    <a:pt x="89743" y="314522"/>
                  </a:lnTo>
                  <a:lnTo>
                    <a:pt x="94467" y="316896"/>
                  </a:lnTo>
                  <a:lnTo>
                    <a:pt x="99263" y="319119"/>
                  </a:lnTo>
                  <a:lnTo>
                    <a:pt x="104128" y="321189"/>
                  </a:lnTo>
                  <a:lnTo>
                    <a:pt x="109055" y="323104"/>
                  </a:lnTo>
                  <a:lnTo>
                    <a:pt x="114040" y="324863"/>
                  </a:lnTo>
                  <a:lnTo>
                    <a:pt x="119079" y="326463"/>
                  </a:lnTo>
                  <a:lnTo>
                    <a:pt x="124166" y="327903"/>
                  </a:lnTo>
                  <a:lnTo>
                    <a:pt x="129295" y="329181"/>
                  </a:lnTo>
                  <a:lnTo>
                    <a:pt x="134463" y="330297"/>
                  </a:lnTo>
                  <a:lnTo>
                    <a:pt x="139663" y="331249"/>
                  </a:lnTo>
                  <a:lnTo>
                    <a:pt x="144890" y="332035"/>
                  </a:lnTo>
                  <a:lnTo>
                    <a:pt x="150140" y="332656"/>
                  </a:lnTo>
                  <a:lnTo>
                    <a:pt x="155407" y="333111"/>
                  </a:lnTo>
                  <a:lnTo>
                    <a:pt x="160686" y="333399"/>
                  </a:lnTo>
                  <a:lnTo>
                    <a:pt x="165971" y="333520"/>
                  </a:lnTo>
                  <a:lnTo>
                    <a:pt x="171257" y="333474"/>
                  </a:lnTo>
                  <a:lnTo>
                    <a:pt x="176540" y="333260"/>
                  </a:lnTo>
                  <a:lnTo>
                    <a:pt x="181812" y="332880"/>
                  </a:lnTo>
                  <a:lnTo>
                    <a:pt x="187071" y="332333"/>
                  </a:lnTo>
                  <a:lnTo>
                    <a:pt x="192309" y="331620"/>
                  </a:lnTo>
                  <a:lnTo>
                    <a:pt x="197522" y="330742"/>
                  </a:lnTo>
                  <a:lnTo>
                    <a:pt x="202704" y="329699"/>
                  </a:lnTo>
                  <a:lnTo>
                    <a:pt x="207852" y="328493"/>
                  </a:lnTo>
                  <a:lnTo>
                    <a:pt x="212958" y="327125"/>
                  </a:lnTo>
                  <a:lnTo>
                    <a:pt x="218019" y="325597"/>
                  </a:lnTo>
                  <a:lnTo>
                    <a:pt x="223028" y="323908"/>
                  </a:lnTo>
                  <a:lnTo>
                    <a:pt x="227982" y="322063"/>
                  </a:lnTo>
                  <a:lnTo>
                    <a:pt x="232875" y="320061"/>
                  </a:lnTo>
                  <a:lnTo>
                    <a:pt x="237703" y="317906"/>
                  </a:lnTo>
                  <a:lnTo>
                    <a:pt x="242459" y="315600"/>
                  </a:lnTo>
                  <a:lnTo>
                    <a:pt x="247141" y="313144"/>
                  </a:lnTo>
                  <a:lnTo>
                    <a:pt x="251742" y="310541"/>
                  </a:lnTo>
                  <a:lnTo>
                    <a:pt x="256259" y="307794"/>
                  </a:lnTo>
                  <a:lnTo>
                    <a:pt x="260687" y="304906"/>
                  </a:lnTo>
                  <a:lnTo>
                    <a:pt x="265021" y="301879"/>
                  </a:lnTo>
                  <a:lnTo>
                    <a:pt x="269257" y="298716"/>
                  </a:lnTo>
                  <a:lnTo>
                    <a:pt x="273391" y="295422"/>
                  </a:lnTo>
                  <a:lnTo>
                    <a:pt x="277419" y="291998"/>
                  </a:lnTo>
                  <a:lnTo>
                    <a:pt x="281337" y="288448"/>
                  </a:lnTo>
                  <a:lnTo>
                    <a:pt x="285140" y="284777"/>
                  </a:lnTo>
                  <a:lnTo>
                    <a:pt x="288826" y="280987"/>
                  </a:lnTo>
                  <a:lnTo>
                    <a:pt x="292390" y="277082"/>
                  </a:lnTo>
                  <a:lnTo>
                    <a:pt x="295828" y="273066"/>
                  </a:lnTo>
                  <a:lnTo>
                    <a:pt x="299138" y="268944"/>
                  </a:lnTo>
                  <a:lnTo>
                    <a:pt x="302316" y="264719"/>
                  </a:lnTo>
                  <a:lnTo>
                    <a:pt x="305358" y="260396"/>
                  </a:lnTo>
                  <a:lnTo>
                    <a:pt x="308263" y="255979"/>
                  </a:lnTo>
                  <a:lnTo>
                    <a:pt x="311026" y="251472"/>
                  </a:lnTo>
                  <a:lnTo>
                    <a:pt x="313646" y="246880"/>
                  </a:lnTo>
                  <a:lnTo>
                    <a:pt x="316118" y="242208"/>
                  </a:lnTo>
                  <a:lnTo>
                    <a:pt x="318442" y="237460"/>
                  </a:lnTo>
                  <a:lnTo>
                    <a:pt x="320615" y="232640"/>
                  </a:lnTo>
                  <a:lnTo>
                    <a:pt x="322634" y="227755"/>
                  </a:lnTo>
                  <a:lnTo>
                    <a:pt x="324498" y="222807"/>
                  </a:lnTo>
                  <a:lnTo>
                    <a:pt x="326204" y="217804"/>
                  </a:lnTo>
                  <a:lnTo>
                    <a:pt x="327751" y="212749"/>
                  </a:lnTo>
                  <a:lnTo>
                    <a:pt x="329138" y="207647"/>
                  </a:lnTo>
                  <a:lnTo>
                    <a:pt x="330363" y="202505"/>
                  </a:lnTo>
                  <a:lnTo>
                    <a:pt x="331424" y="197326"/>
                  </a:lnTo>
                  <a:lnTo>
                    <a:pt x="332321" y="192116"/>
                  </a:lnTo>
                  <a:lnTo>
                    <a:pt x="333053" y="186880"/>
                  </a:lnTo>
                  <a:lnTo>
                    <a:pt x="333619" y="181624"/>
                  </a:lnTo>
                  <a:lnTo>
                    <a:pt x="334019" y="176353"/>
                  </a:lnTo>
                  <a:lnTo>
                    <a:pt x="334251" y="171072"/>
                  </a:lnTo>
                  <a:lnTo>
                    <a:pt x="334317" y="165785"/>
                  </a:lnTo>
                  <a:lnTo>
                    <a:pt x="334215" y="160500"/>
                  </a:lnTo>
                  <a:lnTo>
                    <a:pt x="333946" y="155220"/>
                  </a:lnTo>
                  <a:lnTo>
                    <a:pt x="333511" y="149952"/>
                  </a:lnTo>
                  <a:lnTo>
                    <a:pt x="332909" y="144700"/>
                  </a:lnTo>
                  <a:lnTo>
                    <a:pt x="332141" y="139469"/>
                  </a:lnTo>
                  <a:lnTo>
                    <a:pt x="331209" y="134265"/>
                  </a:lnTo>
                  <a:lnTo>
                    <a:pt x="330112" y="129094"/>
                  </a:lnTo>
                  <a:lnTo>
                    <a:pt x="328852" y="123960"/>
                  </a:lnTo>
                  <a:lnTo>
                    <a:pt x="327431" y="118868"/>
                  </a:lnTo>
                  <a:lnTo>
                    <a:pt x="325849" y="113824"/>
                  </a:lnTo>
                  <a:lnTo>
                    <a:pt x="324108" y="108832"/>
                  </a:lnTo>
                  <a:lnTo>
                    <a:pt x="322211" y="103898"/>
                  </a:lnTo>
                  <a:lnTo>
                    <a:pt x="320159" y="99026"/>
                  </a:lnTo>
                  <a:lnTo>
                    <a:pt x="317953" y="94221"/>
                  </a:lnTo>
                  <a:lnTo>
                    <a:pt x="315597" y="89489"/>
                  </a:lnTo>
                  <a:lnTo>
                    <a:pt x="313092" y="84834"/>
                  </a:lnTo>
                  <a:lnTo>
                    <a:pt x="310441" y="80260"/>
                  </a:lnTo>
                  <a:lnTo>
                    <a:pt x="307647" y="75772"/>
                  </a:lnTo>
                  <a:lnTo>
                    <a:pt x="304713" y="71375"/>
                  </a:lnTo>
                  <a:lnTo>
                    <a:pt x="301640" y="67072"/>
                  </a:lnTo>
                  <a:lnTo>
                    <a:pt x="298434" y="62869"/>
                  </a:lnTo>
                  <a:lnTo>
                    <a:pt x="295096" y="58770"/>
                  </a:lnTo>
                  <a:lnTo>
                    <a:pt x="291630" y="54778"/>
                  </a:lnTo>
                  <a:lnTo>
                    <a:pt x="288040" y="50898"/>
                  </a:lnTo>
                  <a:lnTo>
                    <a:pt x="284328" y="47133"/>
                  </a:lnTo>
                  <a:lnTo>
                    <a:pt x="280500" y="43487"/>
                  </a:lnTo>
                  <a:lnTo>
                    <a:pt x="276558" y="39965"/>
                  </a:lnTo>
                  <a:lnTo>
                    <a:pt x="272507" y="36568"/>
                  </a:lnTo>
                  <a:lnTo>
                    <a:pt x="268350" y="33302"/>
                  </a:lnTo>
                  <a:lnTo>
                    <a:pt x="264093" y="30169"/>
                  </a:lnTo>
                  <a:lnTo>
                    <a:pt x="259738" y="27171"/>
                  </a:lnTo>
                  <a:lnTo>
                    <a:pt x="255290" y="24313"/>
                  </a:lnTo>
                  <a:lnTo>
                    <a:pt x="250755" y="21597"/>
                  </a:lnTo>
                  <a:lnTo>
                    <a:pt x="246136" y="19026"/>
                  </a:lnTo>
                  <a:lnTo>
                    <a:pt x="241438" y="16602"/>
                  </a:lnTo>
                  <a:lnTo>
                    <a:pt x="236665" y="14328"/>
                  </a:lnTo>
                  <a:lnTo>
                    <a:pt x="231823" y="12206"/>
                  </a:lnTo>
                  <a:lnTo>
                    <a:pt x="226917" y="10238"/>
                  </a:lnTo>
                  <a:lnTo>
                    <a:pt x="221950" y="8427"/>
                  </a:lnTo>
                  <a:lnTo>
                    <a:pt x="216929" y="6773"/>
                  </a:lnTo>
                  <a:lnTo>
                    <a:pt x="211858" y="5279"/>
                  </a:lnTo>
                  <a:lnTo>
                    <a:pt x="206743" y="3945"/>
                  </a:lnTo>
                  <a:lnTo>
                    <a:pt x="201587" y="2775"/>
                  </a:lnTo>
                  <a:lnTo>
                    <a:pt x="196398" y="1768"/>
                  </a:lnTo>
                  <a:lnTo>
                    <a:pt x="191179" y="925"/>
                  </a:lnTo>
                  <a:lnTo>
                    <a:pt x="167150" y="166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24028" cy="167167"/>
            </a:xfrm>
            <a:custGeom>
              <a:avLst/>
              <a:pathLst>
                <a:path w="24028" h="167167">
                  <a:moveTo>
                    <a:pt x="24028" y="1735"/>
                  </a:moveTo>
                  <a:lnTo>
                    <a:pt x="16049" y="772"/>
                  </a:lnTo>
                  <a:lnTo>
                    <a:pt x="8034" y="1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56379" y="5399291"/>
              <a:ext cx="167164" cy="233778"/>
            </a:xfrm>
            <a:custGeom>
              <a:avLst/>
              <a:pathLst>
                <a:path w="167164" h="233778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8" y="767"/>
                  </a:lnTo>
                  <a:lnTo>
                    <a:pt x="145861" y="1362"/>
                  </a:lnTo>
                  <a:lnTo>
                    <a:pt x="140576" y="2127"/>
                  </a:lnTo>
                  <a:lnTo>
                    <a:pt x="135318" y="3061"/>
                  </a:lnTo>
                  <a:lnTo>
                    <a:pt x="130093" y="4162"/>
                  </a:lnTo>
                  <a:lnTo>
                    <a:pt x="124905" y="5429"/>
                  </a:lnTo>
                  <a:lnTo>
                    <a:pt x="119761" y="6861"/>
                  </a:lnTo>
                  <a:lnTo>
                    <a:pt x="114665" y="8457"/>
                  </a:lnTo>
                  <a:lnTo>
                    <a:pt x="109623" y="10215"/>
                  </a:lnTo>
                  <a:lnTo>
                    <a:pt x="104639" y="12133"/>
                  </a:lnTo>
                  <a:lnTo>
                    <a:pt x="99719" y="14209"/>
                  </a:lnTo>
                  <a:lnTo>
                    <a:pt x="94868" y="16442"/>
                  </a:lnTo>
                  <a:lnTo>
                    <a:pt x="90090" y="18828"/>
                  </a:lnTo>
                  <a:lnTo>
                    <a:pt x="85392" y="21365"/>
                  </a:lnTo>
                  <a:lnTo>
                    <a:pt x="80776" y="24051"/>
                  </a:lnTo>
                  <a:lnTo>
                    <a:pt x="76249" y="26884"/>
                  </a:lnTo>
                  <a:lnTo>
                    <a:pt x="71815" y="29859"/>
                  </a:lnTo>
                  <a:lnTo>
                    <a:pt x="67478" y="32975"/>
                  </a:lnTo>
                  <a:lnTo>
                    <a:pt x="63243" y="36227"/>
                  </a:lnTo>
                  <a:lnTo>
                    <a:pt x="59113" y="39613"/>
                  </a:lnTo>
                  <a:lnTo>
                    <a:pt x="55094" y="43130"/>
                  </a:lnTo>
                  <a:lnTo>
                    <a:pt x="51190" y="46772"/>
                  </a:lnTo>
                  <a:lnTo>
                    <a:pt x="47404" y="50538"/>
                  </a:lnTo>
                  <a:lnTo>
                    <a:pt x="43739" y="54423"/>
                  </a:lnTo>
                  <a:lnTo>
                    <a:pt x="40201" y="58423"/>
                  </a:lnTo>
                  <a:lnTo>
                    <a:pt x="36793" y="62533"/>
                  </a:lnTo>
                  <a:lnTo>
                    <a:pt x="33517" y="66751"/>
                  </a:lnTo>
                  <a:lnTo>
                    <a:pt x="30378" y="71071"/>
                  </a:lnTo>
                  <a:lnTo>
                    <a:pt x="27379" y="75489"/>
                  </a:lnTo>
                  <a:lnTo>
                    <a:pt x="24522" y="80001"/>
                  </a:lnTo>
                  <a:lnTo>
                    <a:pt x="21810" y="84601"/>
                  </a:lnTo>
                  <a:lnTo>
                    <a:pt x="19247" y="89286"/>
                  </a:lnTo>
                  <a:lnTo>
                    <a:pt x="16835" y="94050"/>
                  </a:lnTo>
                  <a:lnTo>
                    <a:pt x="14576" y="98889"/>
                  </a:lnTo>
                  <a:lnTo>
                    <a:pt x="12474" y="103798"/>
                  </a:lnTo>
                  <a:lnTo>
                    <a:pt x="10528" y="108771"/>
                  </a:lnTo>
                  <a:lnTo>
                    <a:pt x="8743" y="113804"/>
                  </a:lnTo>
                  <a:lnTo>
                    <a:pt x="7119" y="118891"/>
                  </a:lnTo>
                  <a:lnTo>
                    <a:pt x="5659" y="124028"/>
                  </a:lnTo>
                  <a:lnTo>
                    <a:pt x="4364" y="129208"/>
                  </a:lnTo>
                  <a:lnTo>
                    <a:pt x="3234" y="134427"/>
                  </a:lnTo>
                  <a:lnTo>
                    <a:pt x="2272" y="139680"/>
                  </a:lnTo>
                  <a:lnTo>
                    <a:pt x="1478" y="144961"/>
                  </a:lnTo>
                  <a:lnTo>
                    <a:pt x="854" y="150264"/>
                  </a:lnTo>
                  <a:lnTo>
                    <a:pt x="399" y="155585"/>
                  </a:lnTo>
                  <a:lnTo>
                    <a:pt x="114" y="160917"/>
                  </a:lnTo>
                  <a:lnTo>
                    <a:pt x="0" y="166256"/>
                  </a:lnTo>
                  <a:lnTo>
                    <a:pt x="56" y="171596"/>
                  </a:lnTo>
                  <a:lnTo>
                    <a:pt x="282" y="176931"/>
                  </a:lnTo>
                  <a:lnTo>
                    <a:pt x="679" y="182257"/>
                  </a:lnTo>
                  <a:lnTo>
                    <a:pt x="1246" y="187567"/>
                  </a:lnTo>
                  <a:lnTo>
                    <a:pt x="1983" y="192856"/>
                  </a:lnTo>
                  <a:lnTo>
                    <a:pt x="2887" y="198119"/>
                  </a:lnTo>
                  <a:lnTo>
                    <a:pt x="3960" y="203350"/>
                  </a:lnTo>
                  <a:lnTo>
                    <a:pt x="5199" y="208544"/>
                  </a:lnTo>
                  <a:lnTo>
                    <a:pt x="6603" y="213696"/>
                  </a:lnTo>
                  <a:lnTo>
                    <a:pt x="8171" y="218801"/>
                  </a:lnTo>
                  <a:lnTo>
                    <a:pt x="9901" y="223853"/>
                  </a:lnTo>
                  <a:lnTo>
                    <a:pt x="11792" y="228847"/>
                  </a:lnTo>
                  <a:lnTo>
                    <a:pt x="13842" y="233778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70221" y="5566459"/>
              <a:ext cx="153322" cy="66611"/>
            </a:xfrm>
            <a:custGeom>
              <a:avLst/>
              <a:pathLst>
                <a:path w="153322" h="66611">
                  <a:moveTo>
                    <a:pt x="0" y="66611"/>
                  </a:moveTo>
                  <a:lnTo>
                    <a:pt x="1533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70221" y="5566459"/>
              <a:ext cx="153322" cy="66611"/>
            </a:xfrm>
            <a:custGeom>
              <a:avLst/>
              <a:pathLst>
                <a:path w="153322" h="66611">
                  <a:moveTo>
                    <a:pt x="0" y="66611"/>
                  </a:moveTo>
                  <a:lnTo>
                    <a:pt x="1533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0221" y="5566459"/>
              <a:ext cx="153322" cy="66611"/>
            </a:xfrm>
            <a:custGeom>
              <a:avLst/>
              <a:pathLst>
                <a:path w="153322" h="66611">
                  <a:moveTo>
                    <a:pt x="0" y="66611"/>
                  </a:moveTo>
                  <a:lnTo>
                    <a:pt x="1533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70221" y="5566459"/>
              <a:ext cx="153322" cy="66611"/>
            </a:xfrm>
            <a:custGeom>
              <a:avLst/>
              <a:pathLst>
                <a:path w="153322" h="66611">
                  <a:moveTo>
                    <a:pt x="0" y="66611"/>
                  </a:moveTo>
                  <a:lnTo>
                    <a:pt x="15332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0221" y="5566459"/>
              <a:ext cx="153322" cy="66611"/>
            </a:xfrm>
            <a:custGeom>
              <a:avLst/>
              <a:pathLst>
                <a:path w="153322" h="66611">
                  <a:moveTo>
                    <a:pt x="0" y="66611"/>
                  </a:moveTo>
                  <a:lnTo>
                    <a:pt x="15332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0221" y="5566459"/>
              <a:ext cx="153322" cy="137486"/>
            </a:xfrm>
            <a:custGeom>
              <a:avLst/>
              <a:pathLst>
                <a:path w="153322" h="137486">
                  <a:moveTo>
                    <a:pt x="0" y="66611"/>
                  </a:moveTo>
                  <a:lnTo>
                    <a:pt x="2406" y="71896"/>
                  </a:lnTo>
                  <a:lnTo>
                    <a:pt x="4994" y="77095"/>
                  </a:lnTo>
                  <a:lnTo>
                    <a:pt x="7761" y="82200"/>
                  </a:lnTo>
                  <a:lnTo>
                    <a:pt x="10704" y="87206"/>
                  </a:lnTo>
                  <a:lnTo>
                    <a:pt x="13819" y="92107"/>
                  </a:lnTo>
                  <a:lnTo>
                    <a:pt x="17103" y="96897"/>
                  </a:lnTo>
                  <a:lnTo>
                    <a:pt x="20550" y="101570"/>
                  </a:lnTo>
                  <a:lnTo>
                    <a:pt x="24158" y="106120"/>
                  </a:lnTo>
                  <a:lnTo>
                    <a:pt x="27922" y="110543"/>
                  </a:lnTo>
                  <a:lnTo>
                    <a:pt x="31838" y="114832"/>
                  </a:lnTo>
                  <a:lnTo>
                    <a:pt x="35899" y="118982"/>
                  </a:lnTo>
                  <a:lnTo>
                    <a:pt x="40103" y="122989"/>
                  </a:lnTo>
                  <a:lnTo>
                    <a:pt x="44443" y="126847"/>
                  </a:lnTo>
                  <a:lnTo>
                    <a:pt x="48915" y="130552"/>
                  </a:lnTo>
                  <a:lnTo>
                    <a:pt x="53512" y="134100"/>
                  </a:lnTo>
                  <a:lnTo>
                    <a:pt x="58230" y="137486"/>
                  </a:lnTo>
                  <a:lnTo>
                    <a:pt x="15332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28451" y="5399291"/>
              <a:ext cx="262240" cy="334334"/>
            </a:xfrm>
            <a:custGeom>
              <a:avLst/>
              <a:pathLst>
                <a:path w="262240" h="334334">
                  <a:moveTo>
                    <a:pt x="0" y="304653"/>
                  </a:moveTo>
                  <a:lnTo>
                    <a:pt x="4412" y="307603"/>
                  </a:lnTo>
                  <a:lnTo>
                    <a:pt x="8916" y="310411"/>
                  </a:lnTo>
                  <a:lnTo>
                    <a:pt x="13507" y="313074"/>
                  </a:lnTo>
                  <a:lnTo>
                    <a:pt x="18180" y="315591"/>
                  </a:lnTo>
                  <a:lnTo>
                    <a:pt x="22931" y="317957"/>
                  </a:lnTo>
                  <a:lnTo>
                    <a:pt x="27754" y="320172"/>
                  </a:lnTo>
                  <a:lnTo>
                    <a:pt x="32646" y="322233"/>
                  </a:lnTo>
                  <a:lnTo>
                    <a:pt x="37600" y="324137"/>
                  </a:lnTo>
                  <a:lnTo>
                    <a:pt x="42612" y="325883"/>
                  </a:lnTo>
                  <a:lnTo>
                    <a:pt x="47677" y="327469"/>
                  </a:lnTo>
                  <a:lnTo>
                    <a:pt x="52790" y="328894"/>
                  </a:lnTo>
                  <a:lnTo>
                    <a:pt x="57946" y="330155"/>
                  </a:lnTo>
                  <a:lnTo>
                    <a:pt x="63138" y="331252"/>
                  </a:lnTo>
                  <a:lnTo>
                    <a:pt x="68364" y="332184"/>
                  </a:lnTo>
                  <a:lnTo>
                    <a:pt x="73616" y="332949"/>
                  </a:lnTo>
                  <a:lnTo>
                    <a:pt x="78890" y="333547"/>
                  </a:lnTo>
                  <a:lnTo>
                    <a:pt x="84180" y="333978"/>
                  </a:lnTo>
                  <a:lnTo>
                    <a:pt x="89481" y="334240"/>
                  </a:lnTo>
                  <a:lnTo>
                    <a:pt x="94788" y="334334"/>
                  </a:lnTo>
                  <a:lnTo>
                    <a:pt x="100095" y="334259"/>
                  </a:lnTo>
                  <a:lnTo>
                    <a:pt x="105397" y="334016"/>
                  </a:lnTo>
                  <a:lnTo>
                    <a:pt x="110688" y="333605"/>
                  </a:lnTo>
                  <a:lnTo>
                    <a:pt x="115964" y="333026"/>
                  </a:lnTo>
                  <a:lnTo>
                    <a:pt x="121219" y="332280"/>
                  </a:lnTo>
                  <a:lnTo>
                    <a:pt x="126448" y="331367"/>
                  </a:lnTo>
                  <a:lnTo>
                    <a:pt x="131645" y="330289"/>
                  </a:lnTo>
                  <a:lnTo>
                    <a:pt x="136805" y="329046"/>
                  </a:lnTo>
                  <a:lnTo>
                    <a:pt x="141923" y="327641"/>
                  </a:lnTo>
                  <a:lnTo>
                    <a:pt x="146994" y="326073"/>
                  </a:lnTo>
                  <a:lnTo>
                    <a:pt x="152012" y="324345"/>
                  </a:lnTo>
                  <a:lnTo>
                    <a:pt x="156973" y="322459"/>
                  </a:lnTo>
                  <a:lnTo>
                    <a:pt x="161872" y="320416"/>
                  </a:lnTo>
                  <a:lnTo>
                    <a:pt x="166704" y="318219"/>
                  </a:lnTo>
                  <a:lnTo>
                    <a:pt x="171463" y="315869"/>
                  </a:lnTo>
                  <a:lnTo>
                    <a:pt x="176145" y="313370"/>
                  </a:lnTo>
                  <a:lnTo>
                    <a:pt x="180746" y="310723"/>
                  </a:lnTo>
                  <a:lnTo>
                    <a:pt x="185260" y="307931"/>
                  </a:lnTo>
                  <a:lnTo>
                    <a:pt x="189683" y="304998"/>
                  </a:lnTo>
                  <a:lnTo>
                    <a:pt x="194011" y="301926"/>
                  </a:lnTo>
                  <a:lnTo>
                    <a:pt x="198239" y="298717"/>
                  </a:lnTo>
                  <a:lnTo>
                    <a:pt x="202364" y="295376"/>
                  </a:lnTo>
                  <a:lnTo>
                    <a:pt x="206380" y="291906"/>
                  </a:lnTo>
                  <a:lnTo>
                    <a:pt x="210284" y="288311"/>
                  </a:lnTo>
                  <a:lnTo>
                    <a:pt x="214071" y="284593"/>
                  </a:lnTo>
                  <a:lnTo>
                    <a:pt x="217739" y="280756"/>
                  </a:lnTo>
                  <a:lnTo>
                    <a:pt x="221284" y="276805"/>
                  </a:lnTo>
                  <a:lnTo>
                    <a:pt x="224701" y="272744"/>
                  </a:lnTo>
                  <a:lnTo>
                    <a:pt x="227987" y="268576"/>
                  </a:lnTo>
                  <a:lnTo>
                    <a:pt x="231139" y="264306"/>
                  </a:lnTo>
                  <a:lnTo>
                    <a:pt x="234154" y="259938"/>
                  </a:lnTo>
                  <a:lnTo>
                    <a:pt x="237030" y="255477"/>
                  </a:lnTo>
                  <a:lnTo>
                    <a:pt x="239762" y="250926"/>
                  </a:lnTo>
                  <a:lnTo>
                    <a:pt x="242348" y="246291"/>
                  </a:lnTo>
                  <a:lnTo>
                    <a:pt x="244785" y="241576"/>
                  </a:lnTo>
                  <a:lnTo>
                    <a:pt x="247072" y="236787"/>
                  </a:lnTo>
                  <a:lnTo>
                    <a:pt x="249206" y="231927"/>
                  </a:lnTo>
                  <a:lnTo>
                    <a:pt x="251184" y="227002"/>
                  </a:lnTo>
                  <a:lnTo>
                    <a:pt x="253005" y="222016"/>
                  </a:lnTo>
                  <a:lnTo>
                    <a:pt x="254666" y="216975"/>
                  </a:lnTo>
                  <a:lnTo>
                    <a:pt x="256167" y="211884"/>
                  </a:lnTo>
                  <a:lnTo>
                    <a:pt x="257506" y="206748"/>
                  </a:lnTo>
                  <a:lnTo>
                    <a:pt x="258680" y="201572"/>
                  </a:lnTo>
                  <a:lnTo>
                    <a:pt x="259690" y="196362"/>
                  </a:lnTo>
                  <a:lnTo>
                    <a:pt x="260534" y="191121"/>
                  </a:lnTo>
                  <a:lnTo>
                    <a:pt x="261211" y="185857"/>
                  </a:lnTo>
                  <a:lnTo>
                    <a:pt x="261721" y="180574"/>
                  </a:lnTo>
                  <a:lnTo>
                    <a:pt x="262062" y="175278"/>
                  </a:lnTo>
                  <a:lnTo>
                    <a:pt x="262236" y="169973"/>
                  </a:lnTo>
                  <a:lnTo>
                    <a:pt x="262240" y="164665"/>
                  </a:lnTo>
                  <a:lnTo>
                    <a:pt x="262077" y="159360"/>
                  </a:lnTo>
                  <a:lnTo>
                    <a:pt x="261745" y="154063"/>
                  </a:lnTo>
                  <a:lnTo>
                    <a:pt x="261245" y="148779"/>
                  </a:lnTo>
                  <a:lnTo>
                    <a:pt x="260577" y="143513"/>
                  </a:lnTo>
                  <a:lnTo>
                    <a:pt x="259743" y="138272"/>
                  </a:lnTo>
                  <a:lnTo>
                    <a:pt x="258743" y="133059"/>
                  </a:lnTo>
                  <a:lnTo>
                    <a:pt x="257577" y="127881"/>
                  </a:lnTo>
                  <a:lnTo>
                    <a:pt x="256248" y="122743"/>
                  </a:lnTo>
                  <a:lnTo>
                    <a:pt x="254757" y="117649"/>
                  </a:lnTo>
                  <a:lnTo>
                    <a:pt x="253104" y="112605"/>
                  </a:lnTo>
                  <a:lnTo>
                    <a:pt x="251292" y="107616"/>
                  </a:lnTo>
                  <a:lnTo>
                    <a:pt x="249323" y="102687"/>
                  </a:lnTo>
                  <a:lnTo>
                    <a:pt x="247198" y="97824"/>
                  </a:lnTo>
                  <a:lnTo>
                    <a:pt x="244920" y="93030"/>
                  </a:lnTo>
                  <a:lnTo>
                    <a:pt x="242491" y="88311"/>
                  </a:lnTo>
                  <a:lnTo>
                    <a:pt x="239914" y="83671"/>
                  </a:lnTo>
                  <a:lnTo>
                    <a:pt x="237190" y="79116"/>
                  </a:lnTo>
                  <a:lnTo>
                    <a:pt x="234323" y="74649"/>
                  </a:lnTo>
                  <a:lnTo>
                    <a:pt x="231316" y="70275"/>
                  </a:lnTo>
                  <a:lnTo>
                    <a:pt x="228171" y="66000"/>
                  </a:lnTo>
                  <a:lnTo>
                    <a:pt x="224892" y="61826"/>
                  </a:lnTo>
                  <a:lnTo>
                    <a:pt x="221483" y="57758"/>
                  </a:lnTo>
                  <a:lnTo>
                    <a:pt x="217946" y="53801"/>
                  </a:lnTo>
                  <a:lnTo>
                    <a:pt x="214285" y="49958"/>
                  </a:lnTo>
                  <a:lnTo>
                    <a:pt x="210504" y="46233"/>
                  </a:lnTo>
                  <a:lnTo>
                    <a:pt x="206606" y="42630"/>
                  </a:lnTo>
                  <a:lnTo>
                    <a:pt x="202597" y="39153"/>
                  </a:lnTo>
                  <a:lnTo>
                    <a:pt x="198478" y="35804"/>
                  </a:lnTo>
                  <a:lnTo>
                    <a:pt x="194256" y="32588"/>
                  </a:lnTo>
                  <a:lnTo>
                    <a:pt x="189934" y="29508"/>
                  </a:lnTo>
                  <a:lnTo>
                    <a:pt x="185516" y="26567"/>
                  </a:lnTo>
                  <a:lnTo>
                    <a:pt x="181007" y="23767"/>
                  </a:lnTo>
                  <a:lnTo>
                    <a:pt x="176411" y="21112"/>
                  </a:lnTo>
                  <a:lnTo>
                    <a:pt x="171733" y="18604"/>
                  </a:lnTo>
                  <a:lnTo>
                    <a:pt x="166978" y="16246"/>
                  </a:lnTo>
                  <a:lnTo>
                    <a:pt x="162151" y="14039"/>
                  </a:lnTo>
                  <a:lnTo>
                    <a:pt x="157256" y="11988"/>
                  </a:lnTo>
                  <a:lnTo>
                    <a:pt x="152298" y="10092"/>
                  </a:lnTo>
                  <a:lnTo>
                    <a:pt x="147283" y="8356"/>
                  </a:lnTo>
                  <a:lnTo>
                    <a:pt x="142215" y="6779"/>
                  </a:lnTo>
                  <a:lnTo>
                    <a:pt x="137099" y="5364"/>
                  </a:lnTo>
                  <a:lnTo>
                    <a:pt x="131941" y="4112"/>
                  </a:lnTo>
                  <a:lnTo>
                    <a:pt x="126746" y="3024"/>
                  </a:lnTo>
                  <a:lnTo>
                    <a:pt x="121520" y="2102"/>
                  </a:lnTo>
                  <a:lnTo>
                    <a:pt x="116266" y="1346"/>
                  </a:lnTo>
                  <a:lnTo>
                    <a:pt x="110991" y="757"/>
                  </a:lnTo>
                  <a:lnTo>
                    <a:pt x="105700" y="336"/>
                  </a:lnTo>
                  <a:lnTo>
                    <a:pt x="100399" y="84"/>
                  </a:lnTo>
                  <a:lnTo>
                    <a:pt x="95092" y="0"/>
                  </a:lnTo>
                  <a:lnTo>
                    <a:pt x="950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93622" y="5269756"/>
              <a:ext cx="151636" cy="167167"/>
            </a:xfrm>
            <a:custGeom>
              <a:avLst/>
              <a:pathLst>
                <a:path w="151636" h="167167">
                  <a:moveTo>
                    <a:pt x="151636" y="0"/>
                  </a:moveTo>
                  <a:lnTo>
                    <a:pt x="146209" y="88"/>
                  </a:lnTo>
                  <a:lnTo>
                    <a:pt x="140789" y="352"/>
                  </a:lnTo>
                  <a:lnTo>
                    <a:pt x="135379" y="792"/>
                  </a:lnTo>
                  <a:lnTo>
                    <a:pt x="129987" y="1407"/>
                  </a:lnTo>
                  <a:lnTo>
                    <a:pt x="124618" y="2197"/>
                  </a:lnTo>
                  <a:lnTo>
                    <a:pt x="119277" y="3161"/>
                  </a:lnTo>
                  <a:lnTo>
                    <a:pt x="113971" y="4298"/>
                  </a:lnTo>
                  <a:lnTo>
                    <a:pt x="108704" y="5606"/>
                  </a:lnTo>
                  <a:lnTo>
                    <a:pt x="103482" y="7085"/>
                  </a:lnTo>
                  <a:lnTo>
                    <a:pt x="98311" y="8733"/>
                  </a:lnTo>
                  <a:lnTo>
                    <a:pt x="93196" y="10547"/>
                  </a:lnTo>
                  <a:lnTo>
                    <a:pt x="88143" y="12527"/>
                  </a:lnTo>
                  <a:lnTo>
                    <a:pt x="83157" y="14669"/>
                  </a:lnTo>
                  <a:lnTo>
                    <a:pt x="78243" y="16972"/>
                  </a:lnTo>
                  <a:lnTo>
                    <a:pt x="73406" y="19434"/>
                  </a:lnTo>
                  <a:lnTo>
                    <a:pt x="68652" y="22051"/>
                  </a:lnTo>
                  <a:lnTo>
                    <a:pt x="63985" y="24821"/>
                  </a:lnTo>
                  <a:lnTo>
                    <a:pt x="59410" y="27741"/>
                  </a:lnTo>
                  <a:lnTo>
                    <a:pt x="54933" y="30809"/>
                  </a:lnTo>
                  <a:lnTo>
                    <a:pt x="50558" y="34020"/>
                  </a:lnTo>
                  <a:lnTo>
                    <a:pt x="46289" y="37371"/>
                  </a:lnTo>
                  <a:lnTo>
                    <a:pt x="42131" y="40859"/>
                  </a:lnTo>
                  <a:lnTo>
                    <a:pt x="38089" y="44480"/>
                  </a:lnTo>
                  <a:lnTo>
                    <a:pt x="34166" y="48230"/>
                  </a:lnTo>
                  <a:lnTo>
                    <a:pt x="30367" y="52106"/>
                  </a:lnTo>
                  <a:lnTo>
                    <a:pt x="26696" y="56103"/>
                  </a:lnTo>
                  <a:lnTo>
                    <a:pt x="23157" y="60217"/>
                  </a:lnTo>
                  <a:lnTo>
                    <a:pt x="19753" y="64444"/>
                  </a:lnTo>
                  <a:lnTo>
                    <a:pt x="16488" y="68779"/>
                  </a:lnTo>
                  <a:lnTo>
                    <a:pt x="13366" y="73218"/>
                  </a:lnTo>
                  <a:lnTo>
                    <a:pt x="10389" y="77756"/>
                  </a:lnTo>
                  <a:lnTo>
                    <a:pt x="7561" y="82388"/>
                  </a:lnTo>
                  <a:lnTo>
                    <a:pt x="4885" y="87109"/>
                  </a:lnTo>
                  <a:lnTo>
                    <a:pt x="2364" y="91915"/>
                  </a:lnTo>
                  <a:lnTo>
                    <a:pt x="0" y="96800"/>
                  </a:lnTo>
                  <a:lnTo>
                    <a:pt x="1516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93622" y="5366557"/>
              <a:ext cx="151636" cy="70366"/>
            </a:xfrm>
            <a:custGeom>
              <a:avLst/>
              <a:pathLst>
                <a:path w="151636" h="70366">
                  <a:moveTo>
                    <a:pt x="0" y="0"/>
                  </a:moveTo>
                  <a:lnTo>
                    <a:pt x="151636" y="703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93622" y="5366557"/>
              <a:ext cx="151636" cy="70366"/>
            </a:xfrm>
            <a:custGeom>
              <a:avLst/>
              <a:pathLst>
                <a:path w="151636" h="70366">
                  <a:moveTo>
                    <a:pt x="0" y="0"/>
                  </a:moveTo>
                  <a:lnTo>
                    <a:pt x="151636" y="703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93622" y="5366557"/>
              <a:ext cx="151636" cy="70366"/>
            </a:xfrm>
            <a:custGeom>
              <a:avLst/>
              <a:pathLst>
                <a:path w="151636" h="70366">
                  <a:moveTo>
                    <a:pt x="0" y="0"/>
                  </a:moveTo>
                  <a:lnTo>
                    <a:pt x="151636" y="703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93622" y="5366557"/>
              <a:ext cx="151636" cy="70366"/>
            </a:xfrm>
            <a:custGeom>
              <a:avLst/>
              <a:pathLst>
                <a:path w="151636" h="70366">
                  <a:moveTo>
                    <a:pt x="0" y="0"/>
                  </a:moveTo>
                  <a:lnTo>
                    <a:pt x="151636" y="703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78252" y="5366557"/>
              <a:ext cx="167005" cy="70366"/>
            </a:xfrm>
            <a:custGeom>
              <a:avLst/>
              <a:pathLst>
                <a:path w="167005" h="70366">
                  <a:moveTo>
                    <a:pt x="15369" y="0"/>
                  </a:moveTo>
                  <a:lnTo>
                    <a:pt x="12967" y="5426"/>
                  </a:lnTo>
                  <a:lnTo>
                    <a:pt x="10759" y="10934"/>
                  </a:lnTo>
                  <a:lnTo>
                    <a:pt x="8749" y="16517"/>
                  </a:lnTo>
                  <a:lnTo>
                    <a:pt x="6937" y="22168"/>
                  </a:lnTo>
                  <a:lnTo>
                    <a:pt x="5327" y="27879"/>
                  </a:lnTo>
                  <a:lnTo>
                    <a:pt x="3921" y="33645"/>
                  </a:lnTo>
                  <a:lnTo>
                    <a:pt x="2720" y="39456"/>
                  </a:lnTo>
                  <a:lnTo>
                    <a:pt x="1727" y="45306"/>
                  </a:lnTo>
                  <a:lnTo>
                    <a:pt x="942" y="51188"/>
                  </a:lnTo>
                  <a:lnTo>
                    <a:pt x="366" y="57094"/>
                  </a:lnTo>
                  <a:lnTo>
                    <a:pt x="0" y="63017"/>
                  </a:lnTo>
                  <a:lnTo>
                    <a:pt x="167005" y="703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78103" y="5269756"/>
              <a:ext cx="334304" cy="334334"/>
            </a:xfrm>
            <a:custGeom>
              <a:avLst/>
              <a:pathLst>
                <a:path w="334304" h="334334">
                  <a:moveTo>
                    <a:pt x="149" y="159818"/>
                  </a:moveTo>
                  <a:lnTo>
                    <a:pt x="0" y="165116"/>
                  </a:lnTo>
                  <a:lnTo>
                    <a:pt x="19" y="170417"/>
                  </a:lnTo>
                  <a:lnTo>
                    <a:pt x="206" y="175714"/>
                  </a:lnTo>
                  <a:lnTo>
                    <a:pt x="560" y="181003"/>
                  </a:lnTo>
                  <a:lnTo>
                    <a:pt x="1083" y="186277"/>
                  </a:lnTo>
                  <a:lnTo>
                    <a:pt x="1772" y="191533"/>
                  </a:lnTo>
                  <a:lnTo>
                    <a:pt x="2628" y="196764"/>
                  </a:lnTo>
                  <a:lnTo>
                    <a:pt x="3649" y="201965"/>
                  </a:lnTo>
                  <a:lnTo>
                    <a:pt x="4834" y="207131"/>
                  </a:lnTo>
                  <a:lnTo>
                    <a:pt x="6183" y="212258"/>
                  </a:lnTo>
                  <a:lnTo>
                    <a:pt x="7693" y="217338"/>
                  </a:lnTo>
                  <a:lnTo>
                    <a:pt x="9364" y="222369"/>
                  </a:lnTo>
                  <a:lnTo>
                    <a:pt x="11194" y="227343"/>
                  </a:lnTo>
                  <a:lnTo>
                    <a:pt x="13180" y="232258"/>
                  </a:lnTo>
                  <a:lnTo>
                    <a:pt x="15321" y="237106"/>
                  </a:lnTo>
                  <a:lnTo>
                    <a:pt x="17615" y="241885"/>
                  </a:lnTo>
                  <a:lnTo>
                    <a:pt x="20059" y="246588"/>
                  </a:lnTo>
                  <a:lnTo>
                    <a:pt x="22650" y="251212"/>
                  </a:lnTo>
                  <a:lnTo>
                    <a:pt x="25388" y="255751"/>
                  </a:lnTo>
                  <a:lnTo>
                    <a:pt x="28267" y="260201"/>
                  </a:lnTo>
                  <a:lnTo>
                    <a:pt x="31287" y="264558"/>
                  </a:lnTo>
                  <a:lnTo>
                    <a:pt x="34443" y="268816"/>
                  </a:lnTo>
                  <a:lnTo>
                    <a:pt x="37732" y="272972"/>
                  </a:lnTo>
                  <a:lnTo>
                    <a:pt x="41152" y="277022"/>
                  </a:lnTo>
                  <a:lnTo>
                    <a:pt x="44698" y="280962"/>
                  </a:lnTo>
                  <a:lnTo>
                    <a:pt x="48367" y="284787"/>
                  </a:lnTo>
                  <a:lnTo>
                    <a:pt x="52156" y="288494"/>
                  </a:lnTo>
                  <a:lnTo>
                    <a:pt x="56060" y="292079"/>
                  </a:lnTo>
                  <a:lnTo>
                    <a:pt x="60076" y="295538"/>
                  </a:lnTo>
                  <a:lnTo>
                    <a:pt x="64200" y="298869"/>
                  </a:lnTo>
                  <a:lnTo>
                    <a:pt x="68427" y="302066"/>
                  </a:lnTo>
                  <a:lnTo>
                    <a:pt x="72753" y="305129"/>
                  </a:lnTo>
                  <a:lnTo>
                    <a:pt x="77175" y="308052"/>
                  </a:lnTo>
                  <a:lnTo>
                    <a:pt x="81687" y="310834"/>
                  </a:lnTo>
                  <a:lnTo>
                    <a:pt x="86284" y="313471"/>
                  </a:lnTo>
                  <a:lnTo>
                    <a:pt x="90963" y="315962"/>
                  </a:lnTo>
                  <a:lnTo>
                    <a:pt x="95719" y="318302"/>
                  </a:lnTo>
                  <a:lnTo>
                    <a:pt x="100547" y="320491"/>
                  </a:lnTo>
                  <a:lnTo>
                    <a:pt x="105441" y="322526"/>
                  </a:lnTo>
                  <a:lnTo>
                    <a:pt x="110397" y="324404"/>
                  </a:lnTo>
                  <a:lnTo>
                    <a:pt x="115411" y="326125"/>
                  </a:lnTo>
                  <a:lnTo>
                    <a:pt x="120477" y="327685"/>
                  </a:lnTo>
                  <a:lnTo>
                    <a:pt x="125589" y="329084"/>
                  </a:lnTo>
                  <a:lnTo>
                    <a:pt x="130743" y="330321"/>
                  </a:lnTo>
                  <a:lnTo>
                    <a:pt x="135934" y="331393"/>
                  </a:lnTo>
                  <a:lnTo>
                    <a:pt x="141157" y="332300"/>
                  </a:lnTo>
                  <a:lnTo>
                    <a:pt x="146405" y="333042"/>
                  </a:lnTo>
                  <a:lnTo>
                    <a:pt x="151674" y="333616"/>
                  </a:lnTo>
                  <a:lnTo>
                    <a:pt x="156959" y="334023"/>
                  </a:lnTo>
                  <a:lnTo>
                    <a:pt x="162254" y="334263"/>
                  </a:lnTo>
                  <a:lnTo>
                    <a:pt x="167554" y="334334"/>
                  </a:lnTo>
                  <a:lnTo>
                    <a:pt x="172854" y="334237"/>
                  </a:lnTo>
                  <a:lnTo>
                    <a:pt x="178148" y="333973"/>
                  </a:lnTo>
                  <a:lnTo>
                    <a:pt x="183431" y="333540"/>
                  </a:lnTo>
                  <a:lnTo>
                    <a:pt x="188697" y="332940"/>
                  </a:lnTo>
                  <a:lnTo>
                    <a:pt x="193942" y="332174"/>
                  </a:lnTo>
                  <a:lnTo>
                    <a:pt x="199160" y="331242"/>
                  </a:lnTo>
                  <a:lnTo>
                    <a:pt x="204346" y="330145"/>
                  </a:lnTo>
                  <a:lnTo>
                    <a:pt x="209494" y="328884"/>
                  </a:lnTo>
                  <a:lnTo>
                    <a:pt x="214600" y="327460"/>
                  </a:lnTo>
                  <a:lnTo>
                    <a:pt x="219658" y="325875"/>
                  </a:lnTo>
                  <a:lnTo>
                    <a:pt x="224663" y="324131"/>
                  </a:lnTo>
                  <a:lnTo>
                    <a:pt x="229610" y="322229"/>
                  </a:lnTo>
                  <a:lnTo>
                    <a:pt x="234495" y="320171"/>
                  </a:lnTo>
                  <a:lnTo>
                    <a:pt x="239312" y="317959"/>
                  </a:lnTo>
                  <a:lnTo>
                    <a:pt x="244056" y="315596"/>
                  </a:lnTo>
                  <a:lnTo>
                    <a:pt x="248723" y="313083"/>
                  </a:lnTo>
                  <a:lnTo>
                    <a:pt x="253309" y="310423"/>
                  </a:lnTo>
                  <a:lnTo>
                    <a:pt x="257807" y="307620"/>
                  </a:lnTo>
                  <a:lnTo>
                    <a:pt x="262214" y="304675"/>
                  </a:lnTo>
                  <a:lnTo>
                    <a:pt x="266526" y="301592"/>
                  </a:lnTo>
                  <a:lnTo>
                    <a:pt x="270738" y="298374"/>
                  </a:lnTo>
                  <a:lnTo>
                    <a:pt x="274846" y="295024"/>
                  </a:lnTo>
                  <a:lnTo>
                    <a:pt x="278845" y="291546"/>
                  </a:lnTo>
                  <a:lnTo>
                    <a:pt x="282732" y="287942"/>
                  </a:lnTo>
                  <a:lnTo>
                    <a:pt x="286503" y="284217"/>
                  </a:lnTo>
                  <a:lnTo>
                    <a:pt x="290154" y="280375"/>
                  </a:lnTo>
                  <a:lnTo>
                    <a:pt x="293681" y="276418"/>
                  </a:lnTo>
                  <a:lnTo>
                    <a:pt x="297081" y="272352"/>
                  </a:lnTo>
                  <a:lnTo>
                    <a:pt x="300351" y="268180"/>
                  </a:lnTo>
                  <a:lnTo>
                    <a:pt x="303486" y="263906"/>
                  </a:lnTo>
                  <a:lnTo>
                    <a:pt x="306485" y="259536"/>
                  </a:lnTo>
                  <a:lnTo>
                    <a:pt x="309343" y="255072"/>
                  </a:lnTo>
                  <a:lnTo>
                    <a:pt x="312059" y="250520"/>
                  </a:lnTo>
                  <a:lnTo>
                    <a:pt x="314628" y="245884"/>
                  </a:lnTo>
                  <a:lnTo>
                    <a:pt x="317050" y="241169"/>
                  </a:lnTo>
                  <a:lnTo>
                    <a:pt x="319321" y="236379"/>
                  </a:lnTo>
                  <a:lnTo>
                    <a:pt x="321439" y="231520"/>
                  </a:lnTo>
                  <a:lnTo>
                    <a:pt x="323401" y="226596"/>
                  </a:lnTo>
                  <a:lnTo>
                    <a:pt x="325207" y="221613"/>
                  </a:lnTo>
                  <a:lnTo>
                    <a:pt x="326854" y="216575"/>
                  </a:lnTo>
                  <a:lnTo>
                    <a:pt x="328340" y="211487"/>
                  </a:lnTo>
                  <a:lnTo>
                    <a:pt x="329664" y="206354"/>
                  </a:lnTo>
                  <a:lnTo>
                    <a:pt x="330824" y="201183"/>
                  </a:lnTo>
                  <a:lnTo>
                    <a:pt x="331821" y="195976"/>
                  </a:lnTo>
                  <a:lnTo>
                    <a:pt x="332651" y="190741"/>
                  </a:lnTo>
                  <a:lnTo>
                    <a:pt x="333315" y="185483"/>
                  </a:lnTo>
                  <a:lnTo>
                    <a:pt x="333813" y="180206"/>
                  </a:lnTo>
                  <a:lnTo>
                    <a:pt x="334142" y="174915"/>
                  </a:lnTo>
                  <a:lnTo>
                    <a:pt x="334304" y="169617"/>
                  </a:lnTo>
                  <a:lnTo>
                    <a:pt x="334298" y="164317"/>
                  </a:lnTo>
                  <a:lnTo>
                    <a:pt x="334123" y="159019"/>
                  </a:lnTo>
                  <a:lnTo>
                    <a:pt x="333781" y="153730"/>
                  </a:lnTo>
                  <a:lnTo>
                    <a:pt x="333271" y="148454"/>
                  </a:lnTo>
                  <a:lnTo>
                    <a:pt x="332594" y="143197"/>
                  </a:lnTo>
                  <a:lnTo>
                    <a:pt x="331751" y="137964"/>
                  </a:lnTo>
                  <a:lnTo>
                    <a:pt x="330743" y="132760"/>
                  </a:lnTo>
                  <a:lnTo>
                    <a:pt x="329570" y="127591"/>
                  </a:lnTo>
                  <a:lnTo>
                    <a:pt x="328233" y="122462"/>
                  </a:lnTo>
                  <a:lnTo>
                    <a:pt x="326735" y="117377"/>
                  </a:lnTo>
                  <a:lnTo>
                    <a:pt x="325076" y="112343"/>
                  </a:lnTo>
                  <a:lnTo>
                    <a:pt x="323259" y="107364"/>
                  </a:lnTo>
                  <a:lnTo>
                    <a:pt x="321284" y="102445"/>
                  </a:lnTo>
                  <a:lnTo>
                    <a:pt x="319155" y="97591"/>
                  </a:lnTo>
                  <a:lnTo>
                    <a:pt x="316873" y="92807"/>
                  </a:lnTo>
                  <a:lnTo>
                    <a:pt x="314440" y="88098"/>
                  </a:lnTo>
                  <a:lnTo>
                    <a:pt x="311859" y="83468"/>
                  </a:lnTo>
                  <a:lnTo>
                    <a:pt x="309133" y="78922"/>
                  </a:lnTo>
                  <a:lnTo>
                    <a:pt x="306264" y="74465"/>
                  </a:lnTo>
                  <a:lnTo>
                    <a:pt x="303255" y="70102"/>
                  </a:lnTo>
                  <a:lnTo>
                    <a:pt x="300109" y="65836"/>
                  </a:lnTo>
                  <a:lnTo>
                    <a:pt x="296829" y="61671"/>
                  </a:lnTo>
                  <a:lnTo>
                    <a:pt x="293420" y="57613"/>
                  </a:lnTo>
                  <a:lnTo>
                    <a:pt x="289883" y="53665"/>
                  </a:lnTo>
                  <a:lnTo>
                    <a:pt x="286223" y="49831"/>
                  </a:lnTo>
                  <a:lnTo>
                    <a:pt x="282443" y="46115"/>
                  </a:lnTo>
                  <a:lnTo>
                    <a:pt x="278547" y="42521"/>
                  </a:lnTo>
                  <a:lnTo>
                    <a:pt x="274539" y="39052"/>
                  </a:lnTo>
                  <a:lnTo>
                    <a:pt x="270424" y="35712"/>
                  </a:lnTo>
                  <a:lnTo>
                    <a:pt x="266204" y="32504"/>
                  </a:lnTo>
                  <a:lnTo>
                    <a:pt x="261885" y="29432"/>
                  </a:lnTo>
                  <a:lnTo>
                    <a:pt x="257471" y="26497"/>
                  </a:lnTo>
                  <a:lnTo>
                    <a:pt x="252966" y="23705"/>
                  </a:lnTo>
                  <a:lnTo>
                    <a:pt x="248374" y="21056"/>
                  </a:lnTo>
                  <a:lnTo>
                    <a:pt x="243701" y="18555"/>
                  </a:lnTo>
                  <a:lnTo>
                    <a:pt x="238951" y="16203"/>
                  </a:lnTo>
                  <a:lnTo>
                    <a:pt x="234129" y="14002"/>
                  </a:lnTo>
                  <a:lnTo>
                    <a:pt x="229239" y="11956"/>
                  </a:lnTo>
                  <a:lnTo>
                    <a:pt x="224287" y="10066"/>
                  </a:lnTo>
                  <a:lnTo>
                    <a:pt x="219278" y="8333"/>
                  </a:lnTo>
                  <a:lnTo>
                    <a:pt x="214216" y="6761"/>
                  </a:lnTo>
                  <a:lnTo>
                    <a:pt x="209107" y="5349"/>
                  </a:lnTo>
                  <a:lnTo>
                    <a:pt x="203956" y="4101"/>
                  </a:lnTo>
                  <a:lnTo>
                    <a:pt x="198767" y="3016"/>
                  </a:lnTo>
                  <a:lnTo>
                    <a:pt x="193547" y="2096"/>
                  </a:lnTo>
                  <a:lnTo>
                    <a:pt x="188300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89301" y="5018213"/>
              <a:ext cx="131737" cy="167167"/>
            </a:xfrm>
            <a:custGeom>
              <a:avLst/>
              <a:pathLst>
                <a:path w="131737" h="167167">
                  <a:moveTo>
                    <a:pt x="131737" y="0"/>
                  </a:moveTo>
                  <a:lnTo>
                    <a:pt x="126119" y="94"/>
                  </a:lnTo>
                  <a:lnTo>
                    <a:pt x="120507" y="377"/>
                  </a:lnTo>
                  <a:lnTo>
                    <a:pt x="114907" y="849"/>
                  </a:lnTo>
                  <a:lnTo>
                    <a:pt x="109327" y="1509"/>
                  </a:lnTo>
                  <a:lnTo>
                    <a:pt x="103771" y="2355"/>
                  </a:lnTo>
                  <a:lnTo>
                    <a:pt x="98248" y="3388"/>
                  </a:lnTo>
                  <a:lnTo>
                    <a:pt x="92762" y="4607"/>
                  </a:lnTo>
                  <a:lnTo>
                    <a:pt x="87320" y="6008"/>
                  </a:lnTo>
                  <a:lnTo>
                    <a:pt x="81929" y="7592"/>
                  </a:lnTo>
                  <a:lnTo>
                    <a:pt x="76594" y="9357"/>
                  </a:lnTo>
                  <a:lnTo>
                    <a:pt x="71321" y="11299"/>
                  </a:lnTo>
                  <a:lnTo>
                    <a:pt x="66116" y="13418"/>
                  </a:lnTo>
                  <a:lnTo>
                    <a:pt x="60986" y="15710"/>
                  </a:lnTo>
                  <a:lnTo>
                    <a:pt x="55935" y="18174"/>
                  </a:lnTo>
                  <a:lnTo>
                    <a:pt x="50970" y="20806"/>
                  </a:lnTo>
                  <a:lnTo>
                    <a:pt x="46097" y="23603"/>
                  </a:lnTo>
                  <a:lnTo>
                    <a:pt x="41320" y="26562"/>
                  </a:lnTo>
                  <a:lnTo>
                    <a:pt x="36645" y="29681"/>
                  </a:lnTo>
                  <a:lnTo>
                    <a:pt x="32078" y="32955"/>
                  </a:lnTo>
                  <a:lnTo>
                    <a:pt x="27623" y="36380"/>
                  </a:lnTo>
                  <a:lnTo>
                    <a:pt x="23286" y="39953"/>
                  </a:lnTo>
                  <a:lnTo>
                    <a:pt x="19072" y="43670"/>
                  </a:lnTo>
                  <a:lnTo>
                    <a:pt x="14985" y="47527"/>
                  </a:lnTo>
                  <a:lnTo>
                    <a:pt x="11030" y="51518"/>
                  </a:lnTo>
                  <a:lnTo>
                    <a:pt x="7211" y="55641"/>
                  </a:lnTo>
                  <a:lnTo>
                    <a:pt x="3533" y="59889"/>
                  </a:lnTo>
                  <a:lnTo>
                    <a:pt x="0" y="64259"/>
                  </a:lnTo>
                  <a:lnTo>
                    <a:pt x="1317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89301" y="508247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89301" y="508247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89301" y="508247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76760" y="5082472"/>
              <a:ext cx="144278" cy="102908"/>
            </a:xfrm>
            <a:custGeom>
              <a:avLst/>
              <a:pathLst>
                <a:path w="144278" h="102908">
                  <a:moveTo>
                    <a:pt x="12540" y="0"/>
                  </a:moveTo>
                  <a:lnTo>
                    <a:pt x="8087" y="5970"/>
                  </a:lnTo>
                  <a:lnTo>
                    <a:pt x="3904" y="12133"/>
                  </a:lnTo>
                  <a:lnTo>
                    <a:pt x="0" y="18477"/>
                  </a:lnTo>
                  <a:lnTo>
                    <a:pt x="144278" y="1029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81" y="5018213"/>
              <a:ext cx="334308" cy="334333"/>
            </a:xfrm>
            <a:custGeom>
              <a:avLst/>
              <a:pathLst>
                <a:path w="334308" h="334333">
                  <a:moveTo>
                    <a:pt x="22879" y="82736"/>
                  </a:moveTo>
                  <a:lnTo>
                    <a:pt x="20270" y="87361"/>
                  </a:lnTo>
                  <a:lnTo>
                    <a:pt x="17809" y="92067"/>
                  </a:lnTo>
                  <a:lnTo>
                    <a:pt x="15499" y="96849"/>
                  </a:lnTo>
                  <a:lnTo>
                    <a:pt x="13342" y="101702"/>
                  </a:lnTo>
                  <a:lnTo>
                    <a:pt x="11340" y="106620"/>
                  </a:lnTo>
                  <a:lnTo>
                    <a:pt x="9496" y="111600"/>
                  </a:lnTo>
                  <a:lnTo>
                    <a:pt x="7810" y="116636"/>
                  </a:lnTo>
                  <a:lnTo>
                    <a:pt x="6286" y="121723"/>
                  </a:lnTo>
                  <a:lnTo>
                    <a:pt x="4923" y="126856"/>
                  </a:lnTo>
                  <a:lnTo>
                    <a:pt x="3725" y="132029"/>
                  </a:lnTo>
                  <a:lnTo>
                    <a:pt x="2691" y="137238"/>
                  </a:lnTo>
                  <a:lnTo>
                    <a:pt x="1823" y="142477"/>
                  </a:lnTo>
                  <a:lnTo>
                    <a:pt x="1123" y="147741"/>
                  </a:lnTo>
                  <a:lnTo>
                    <a:pt x="589" y="153025"/>
                  </a:lnTo>
                  <a:lnTo>
                    <a:pt x="224" y="158323"/>
                  </a:lnTo>
                  <a:lnTo>
                    <a:pt x="28" y="163630"/>
                  </a:lnTo>
                  <a:lnTo>
                    <a:pt x="0" y="168940"/>
                  </a:lnTo>
                  <a:lnTo>
                    <a:pt x="140" y="174249"/>
                  </a:lnTo>
                  <a:lnTo>
                    <a:pt x="449" y="179550"/>
                  </a:lnTo>
                  <a:lnTo>
                    <a:pt x="927" y="184839"/>
                  </a:lnTo>
                  <a:lnTo>
                    <a:pt x="1572" y="190110"/>
                  </a:lnTo>
                  <a:lnTo>
                    <a:pt x="2384" y="195358"/>
                  </a:lnTo>
                  <a:lnTo>
                    <a:pt x="3363" y="200578"/>
                  </a:lnTo>
                  <a:lnTo>
                    <a:pt x="4507" y="205764"/>
                  </a:lnTo>
                  <a:lnTo>
                    <a:pt x="5815" y="210911"/>
                  </a:lnTo>
                  <a:lnTo>
                    <a:pt x="7286" y="216013"/>
                  </a:lnTo>
                  <a:lnTo>
                    <a:pt x="8918" y="221067"/>
                  </a:lnTo>
                  <a:lnTo>
                    <a:pt x="10710" y="226066"/>
                  </a:lnTo>
                  <a:lnTo>
                    <a:pt x="12660" y="231005"/>
                  </a:lnTo>
                  <a:lnTo>
                    <a:pt x="14765" y="235881"/>
                  </a:lnTo>
                  <a:lnTo>
                    <a:pt x="17025" y="240686"/>
                  </a:lnTo>
                  <a:lnTo>
                    <a:pt x="19436" y="245418"/>
                  </a:lnTo>
                  <a:lnTo>
                    <a:pt x="21996" y="250071"/>
                  </a:lnTo>
                  <a:lnTo>
                    <a:pt x="24702" y="254640"/>
                  </a:lnTo>
                  <a:lnTo>
                    <a:pt x="27553" y="259120"/>
                  </a:lnTo>
                  <a:lnTo>
                    <a:pt x="30544" y="263508"/>
                  </a:lnTo>
                  <a:lnTo>
                    <a:pt x="33673" y="267799"/>
                  </a:lnTo>
                  <a:lnTo>
                    <a:pt x="36937" y="271988"/>
                  </a:lnTo>
                  <a:lnTo>
                    <a:pt x="40332" y="276072"/>
                  </a:lnTo>
                  <a:lnTo>
                    <a:pt x="43855" y="280045"/>
                  </a:lnTo>
                  <a:lnTo>
                    <a:pt x="47503" y="283905"/>
                  </a:lnTo>
                  <a:lnTo>
                    <a:pt x="51271" y="287646"/>
                  </a:lnTo>
                  <a:lnTo>
                    <a:pt x="55156" y="291266"/>
                  </a:lnTo>
                  <a:lnTo>
                    <a:pt x="59155" y="294761"/>
                  </a:lnTo>
                  <a:lnTo>
                    <a:pt x="63262" y="298128"/>
                  </a:lnTo>
                  <a:lnTo>
                    <a:pt x="67474" y="301362"/>
                  </a:lnTo>
                  <a:lnTo>
                    <a:pt x="71787" y="304460"/>
                  </a:lnTo>
                  <a:lnTo>
                    <a:pt x="76196" y="307420"/>
                  </a:lnTo>
                  <a:lnTo>
                    <a:pt x="80697" y="310239"/>
                  </a:lnTo>
                  <a:lnTo>
                    <a:pt x="85285" y="312913"/>
                  </a:lnTo>
                  <a:lnTo>
                    <a:pt x="89956" y="315440"/>
                  </a:lnTo>
                  <a:lnTo>
                    <a:pt x="94704" y="317817"/>
                  </a:lnTo>
                  <a:lnTo>
                    <a:pt x="99526" y="320042"/>
                  </a:lnTo>
                  <a:lnTo>
                    <a:pt x="104416" y="322114"/>
                  </a:lnTo>
                  <a:lnTo>
                    <a:pt x="109369" y="324028"/>
                  </a:lnTo>
                  <a:lnTo>
                    <a:pt x="114381" y="325785"/>
                  </a:lnTo>
                  <a:lnTo>
                    <a:pt x="119446" y="327381"/>
                  </a:lnTo>
                  <a:lnTo>
                    <a:pt x="124559" y="328816"/>
                  </a:lnTo>
                  <a:lnTo>
                    <a:pt x="129715" y="330087"/>
                  </a:lnTo>
                  <a:lnTo>
                    <a:pt x="134909" y="331194"/>
                  </a:lnTo>
                  <a:lnTo>
                    <a:pt x="140135" y="332136"/>
                  </a:lnTo>
                  <a:lnTo>
                    <a:pt x="145389" y="332911"/>
                  </a:lnTo>
                  <a:lnTo>
                    <a:pt x="150664" y="333519"/>
                  </a:lnTo>
                  <a:lnTo>
                    <a:pt x="155956" y="333959"/>
                  </a:lnTo>
                  <a:lnTo>
                    <a:pt x="161260" y="334230"/>
                  </a:lnTo>
                  <a:lnTo>
                    <a:pt x="166569" y="334333"/>
                  </a:lnTo>
                  <a:lnTo>
                    <a:pt x="171880" y="334268"/>
                  </a:lnTo>
                  <a:lnTo>
                    <a:pt x="177185" y="334033"/>
                  </a:lnTo>
                  <a:lnTo>
                    <a:pt x="182480" y="333631"/>
                  </a:lnTo>
                  <a:lnTo>
                    <a:pt x="187760" y="333060"/>
                  </a:lnTo>
                  <a:lnTo>
                    <a:pt x="193019" y="332322"/>
                  </a:lnTo>
                  <a:lnTo>
                    <a:pt x="198252" y="331417"/>
                  </a:lnTo>
                  <a:lnTo>
                    <a:pt x="203453" y="330347"/>
                  </a:lnTo>
                  <a:lnTo>
                    <a:pt x="208618" y="329111"/>
                  </a:lnTo>
                  <a:lnTo>
                    <a:pt x="213741" y="327713"/>
                  </a:lnTo>
                  <a:lnTo>
                    <a:pt x="218817" y="326152"/>
                  </a:lnTo>
                  <a:lnTo>
                    <a:pt x="223841" y="324431"/>
                  </a:lnTo>
                  <a:lnTo>
                    <a:pt x="228807" y="322551"/>
                  </a:lnTo>
                  <a:lnTo>
                    <a:pt x="233712" y="320515"/>
                  </a:lnTo>
                  <a:lnTo>
                    <a:pt x="238549" y="318323"/>
                  </a:lnTo>
                  <a:lnTo>
                    <a:pt x="243314" y="315979"/>
                  </a:lnTo>
                  <a:lnTo>
                    <a:pt x="248003" y="313485"/>
                  </a:lnTo>
                  <a:lnTo>
                    <a:pt x="252609" y="310843"/>
                  </a:lnTo>
                  <a:lnTo>
                    <a:pt x="257130" y="308057"/>
                  </a:lnTo>
                  <a:lnTo>
                    <a:pt x="261560" y="305128"/>
                  </a:lnTo>
                  <a:lnTo>
                    <a:pt x="265894" y="302060"/>
                  </a:lnTo>
                  <a:lnTo>
                    <a:pt x="270129" y="298855"/>
                  </a:lnTo>
                  <a:lnTo>
                    <a:pt x="274260" y="295518"/>
                  </a:lnTo>
                  <a:lnTo>
                    <a:pt x="278283" y="292051"/>
                  </a:lnTo>
                  <a:lnTo>
                    <a:pt x="282193" y="288459"/>
                  </a:lnTo>
                  <a:lnTo>
                    <a:pt x="285988" y="284744"/>
                  </a:lnTo>
                  <a:lnTo>
                    <a:pt x="289663" y="280910"/>
                  </a:lnTo>
                  <a:lnTo>
                    <a:pt x="293214" y="276961"/>
                  </a:lnTo>
                  <a:lnTo>
                    <a:pt x="296638" y="272902"/>
                  </a:lnTo>
                  <a:lnTo>
                    <a:pt x="299931" y="268736"/>
                  </a:lnTo>
                  <a:lnTo>
                    <a:pt x="303090" y="264467"/>
                  </a:lnTo>
                  <a:lnTo>
                    <a:pt x="306112" y="260100"/>
                  </a:lnTo>
                  <a:lnTo>
                    <a:pt x="308994" y="255640"/>
                  </a:lnTo>
                  <a:lnTo>
                    <a:pt x="311732" y="251090"/>
                  </a:lnTo>
                  <a:lnTo>
                    <a:pt x="314325" y="246455"/>
                  </a:lnTo>
                  <a:lnTo>
                    <a:pt x="316769" y="241741"/>
                  </a:lnTo>
                  <a:lnTo>
                    <a:pt x="319063" y="236951"/>
                  </a:lnTo>
                  <a:lnTo>
                    <a:pt x="321202" y="232091"/>
                  </a:lnTo>
                  <a:lnTo>
                    <a:pt x="323187" y="227165"/>
                  </a:lnTo>
                  <a:lnTo>
                    <a:pt x="325014" y="222179"/>
                  </a:lnTo>
                  <a:lnTo>
                    <a:pt x="326682" y="217137"/>
                  </a:lnTo>
                  <a:lnTo>
                    <a:pt x="328188" y="212045"/>
                  </a:lnTo>
                  <a:lnTo>
                    <a:pt x="329533" y="206907"/>
                  </a:lnTo>
                  <a:lnTo>
                    <a:pt x="330713" y="201729"/>
                  </a:lnTo>
                  <a:lnTo>
                    <a:pt x="331728" y="196517"/>
                  </a:lnTo>
                  <a:lnTo>
                    <a:pt x="332577" y="191275"/>
                  </a:lnTo>
                  <a:lnTo>
                    <a:pt x="333260" y="186008"/>
                  </a:lnTo>
                  <a:lnTo>
                    <a:pt x="333774" y="180723"/>
                  </a:lnTo>
                  <a:lnTo>
                    <a:pt x="334121" y="175424"/>
                  </a:lnTo>
                  <a:lnTo>
                    <a:pt x="334299" y="170116"/>
                  </a:lnTo>
                  <a:lnTo>
                    <a:pt x="334308" y="164806"/>
                  </a:lnTo>
                  <a:lnTo>
                    <a:pt x="334149" y="159498"/>
                  </a:lnTo>
                  <a:lnTo>
                    <a:pt x="333821" y="154197"/>
                  </a:lnTo>
                  <a:lnTo>
                    <a:pt x="333325" y="148910"/>
                  </a:lnTo>
                  <a:lnTo>
                    <a:pt x="332661" y="143641"/>
                  </a:lnTo>
                  <a:lnTo>
                    <a:pt x="331831" y="138396"/>
                  </a:lnTo>
                  <a:lnTo>
                    <a:pt x="330834" y="133180"/>
                  </a:lnTo>
                  <a:lnTo>
                    <a:pt x="329671" y="127998"/>
                  </a:lnTo>
                  <a:lnTo>
                    <a:pt x="328345" y="122856"/>
                  </a:lnTo>
                  <a:lnTo>
                    <a:pt x="326856" y="117758"/>
                  </a:lnTo>
                  <a:lnTo>
                    <a:pt x="325207" y="112711"/>
                  </a:lnTo>
                  <a:lnTo>
                    <a:pt x="323397" y="107718"/>
                  </a:lnTo>
                  <a:lnTo>
                    <a:pt x="321430" y="102785"/>
                  </a:lnTo>
                  <a:lnTo>
                    <a:pt x="319307" y="97918"/>
                  </a:lnTo>
                  <a:lnTo>
                    <a:pt x="317031" y="93120"/>
                  </a:lnTo>
                  <a:lnTo>
                    <a:pt x="314603" y="88397"/>
                  </a:lnTo>
                  <a:lnTo>
                    <a:pt x="312027" y="83753"/>
                  </a:lnTo>
                  <a:lnTo>
                    <a:pt x="309304" y="79194"/>
                  </a:lnTo>
                  <a:lnTo>
                    <a:pt x="306438" y="74723"/>
                  </a:lnTo>
                  <a:lnTo>
                    <a:pt x="303431" y="70346"/>
                  </a:lnTo>
                  <a:lnTo>
                    <a:pt x="300287" y="66066"/>
                  </a:lnTo>
                  <a:lnTo>
                    <a:pt x="297009" y="61888"/>
                  </a:lnTo>
                  <a:lnTo>
                    <a:pt x="293599" y="57817"/>
                  </a:lnTo>
                  <a:lnTo>
                    <a:pt x="290062" y="53856"/>
                  </a:lnTo>
                  <a:lnTo>
                    <a:pt x="286401" y="50009"/>
                  </a:lnTo>
                  <a:lnTo>
                    <a:pt x="282619" y="46281"/>
                  </a:lnTo>
                  <a:lnTo>
                    <a:pt x="278721" y="42674"/>
                  </a:lnTo>
                  <a:lnTo>
                    <a:pt x="274711" y="39193"/>
                  </a:lnTo>
                  <a:lnTo>
                    <a:pt x="270592" y="35842"/>
                  </a:lnTo>
                  <a:lnTo>
                    <a:pt x="266368" y="32622"/>
                  </a:lnTo>
                  <a:lnTo>
                    <a:pt x="262044" y="29539"/>
                  </a:lnTo>
                  <a:lnTo>
                    <a:pt x="257625" y="26595"/>
                  </a:lnTo>
                  <a:lnTo>
                    <a:pt x="253114" y="23792"/>
                  </a:lnTo>
                  <a:lnTo>
                    <a:pt x="248517" y="21134"/>
                  </a:lnTo>
                  <a:lnTo>
                    <a:pt x="243837" y="18623"/>
                  </a:lnTo>
                  <a:lnTo>
                    <a:pt x="239080" y="16263"/>
                  </a:lnTo>
                  <a:lnTo>
                    <a:pt x="234251" y="14054"/>
                  </a:lnTo>
                  <a:lnTo>
                    <a:pt x="229354" y="12001"/>
                  </a:lnTo>
                  <a:lnTo>
                    <a:pt x="224394" y="10103"/>
                  </a:lnTo>
                  <a:lnTo>
                    <a:pt x="219376" y="8365"/>
                  </a:lnTo>
                  <a:lnTo>
                    <a:pt x="214305" y="6786"/>
                  </a:lnTo>
                  <a:lnTo>
                    <a:pt x="209187" y="5369"/>
                  </a:lnTo>
                  <a:lnTo>
                    <a:pt x="204027" y="4116"/>
                  </a:lnTo>
                  <a:lnTo>
                    <a:pt x="198829" y="3027"/>
                  </a:lnTo>
                  <a:lnTo>
                    <a:pt x="193600" y="2104"/>
                  </a:lnTo>
                  <a:lnTo>
                    <a:pt x="188343" y="1347"/>
                  </a:lnTo>
                  <a:lnTo>
                    <a:pt x="183066" y="758"/>
                  </a:lnTo>
                  <a:lnTo>
                    <a:pt x="177772" y="337"/>
                  </a:lnTo>
                  <a:lnTo>
                    <a:pt x="172467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256077" y="4659281"/>
              <a:ext cx="333022" cy="334327"/>
            </a:xfrm>
            <a:custGeom>
              <a:avLst/>
              <a:pathLst>
                <a:path w="333022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8" y="1336"/>
                  </a:lnTo>
                  <a:lnTo>
                    <a:pt x="140823" y="2087"/>
                  </a:lnTo>
                  <a:lnTo>
                    <a:pt x="135614" y="3002"/>
                  </a:lnTo>
                  <a:lnTo>
                    <a:pt x="130437" y="4082"/>
                  </a:lnTo>
                  <a:lnTo>
                    <a:pt x="125296" y="5325"/>
                  </a:lnTo>
                  <a:lnTo>
                    <a:pt x="120198" y="6731"/>
                  </a:lnTo>
                  <a:lnTo>
                    <a:pt x="115146" y="8296"/>
                  </a:lnTo>
                  <a:lnTo>
                    <a:pt x="110147" y="10021"/>
                  </a:lnTo>
                  <a:lnTo>
                    <a:pt x="105204" y="11903"/>
                  </a:lnTo>
                  <a:lnTo>
                    <a:pt x="100324" y="13940"/>
                  </a:lnTo>
                  <a:lnTo>
                    <a:pt x="95510" y="16131"/>
                  </a:lnTo>
                  <a:lnTo>
                    <a:pt x="90769" y="18473"/>
                  </a:lnTo>
                  <a:lnTo>
                    <a:pt x="86103" y="20964"/>
                  </a:lnTo>
                  <a:lnTo>
                    <a:pt x="81519" y="23601"/>
                  </a:lnTo>
                  <a:lnTo>
                    <a:pt x="77021" y="26382"/>
                  </a:lnTo>
                  <a:lnTo>
                    <a:pt x="72612" y="29304"/>
                  </a:lnTo>
                  <a:lnTo>
                    <a:pt x="68299" y="32363"/>
                  </a:lnTo>
                  <a:lnTo>
                    <a:pt x="64084" y="35558"/>
                  </a:lnTo>
                  <a:lnTo>
                    <a:pt x="59972" y="38884"/>
                  </a:lnTo>
                  <a:lnTo>
                    <a:pt x="55968" y="42339"/>
                  </a:lnTo>
                  <a:lnTo>
                    <a:pt x="52075" y="45919"/>
                  </a:lnTo>
                  <a:lnTo>
                    <a:pt x="48297" y="49620"/>
                  </a:lnTo>
                  <a:lnTo>
                    <a:pt x="44638" y="53438"/>
                  </a:lnTo>
                  <a:lnTo>
                    <a:pt x="41102" y="57371"/>
                  </a:lnTo>
                  <a:lnTo>
                    <a:pt x="37692" y="61413"/>
                  </a:lnTo>
                  <a:lnTo>
                    <a:pt x="34412" y="65561"/>
                  </a:lnTo>
                  <a:lnTo>
                    <a:pt x="31264" y="69811"/>
                  </a:lnTo>
                  <a:lnTo>
                    <a:pt x="28252" y="74159"/>
                  </a:lnTo>
                  <a:lnTo>
                    <a:pt x="25380" y="78599"/>
                  </a:lnTo>
                  <a:lnTo>
                    <a:pt x="22649" y="83128"/>
                  </a:lnTo>
                  <a:lnTo>
                    <a:pt x="20063" y="87741"/>
                  </a:lnTo>
                  <a:lnTo>
                    <a:pt x="17624" y="92434"/>
                  </a:lnTo>
                  <a:lnTo>
                    <a:pt x="15335" y="97202"/>
                  </a:lnTo>
                  <a:lnTo>
                    <a:pt x="13198" y="102039"/>
                  </a:lnTo>
                  <a:lnTo>
                    <a:pt x="11215" y="106942"/>
                  </a:lnTo>
                  <a:lnTo>
                    <a:pt x="9388" y="111905"/>
                  </a:lnTo>
                  <a:lnTo>
                    <a:pt x="7719" y="116923"/>
                  </a:lnTo>
                  <a:lnTo>
                    <a:pt x="6209" y="121992"/>
                  </a:lnTo>
                  <a:lnTo>
                    <a:pt x="4860" y="127106"/>
                  </a:lnTo>
                  <a:lnTo>
                    <a:pt x="3674" y="132259"/>
                  </a:lnTo>
                  <a:lnTo>
                    <a:pt x="2652" y="137448"/>
                  </a:lnTo>
                  <a:lnTo>
                    <a:pt x="1794" y="142667"/>
                  </a:lnTo>
                  <a:lnTo>
                    <a:pt x="1102" y="147910"/>
                  </a:lnTo>
                  <a:lnTo>
                    <a:pt x="576" y="153172"/>
                  </a:lnTo>
                  <a:lnTo>
                    <a:pt x="217" y="158449"/>
                  </a:lnTo>
                  <a:lnTo>
                    <a:pt x="24" y="163734"/>
                  </a:lnTo>
                  <a:lnTo>
                    <a:pt x="0" y="169022"/>
                  </a:lnTo>
                  <a:lnTo>
                    <a:pt x="142" y="174309"/>
                  </a:lnTo>
                  <a:lnTo>
                    <a:pt x="451" y="179589"/>
                  </a:lnTo>
                  <a:lnTo>
                    <a:pt x="928" y="184856"/>
                  </a:lnTo>
                  <a:lnTo>
                    <a:pt x="1570" y="190105"/>
                  </a:lnTo>
                  <a:lnTo>
                    <a:pt x="2379" y="195332"/>
                  </a:lnTo>
                  <a:lnTo>
                    <a:pt x="3352" y="200530"/>
                  </a:lnTo>
                  <a:lnTo>
                    <a:pt x="4490" y="205695"/>
                  </a:lnTo>
                  <a:lnTo>
                    <a:pt x="5790" y="210821"/>
                  </a:lnTo>
                  <a:lnTo>
                    <a:pt x="7251" y="215904"/>
                  </a:lnTo>
                  <a:lnTo>
                    <a:pt x="8873" y="220938"/>
                  </a:lnTo>
                  <a:lnTo>
                    <a:pt x="10653" y="225918"/>
                  </a:lnTo>
                  <a:lnTo>
                    <a:pt x="12590" y="230839"/>
                  </a:lnTo>
                  <a:lnTo>
                    <a:pt x="14681" y="235696"/>
                  </a:lnTo>
                  <a:lnTo>
                    <a:pt x="16926" y="240485"/>
                  </a:lnTo>
                  <a:lnTo>
                    <a:pt x="19320" y="245201"/>
                  </a:lnTo>
                  <a:lnTo>
                    <a:pt x="21862" y="249838"/>
                  </a:lnTo>
                  <a:lnTo>
                    <a:pt x="24550" y="254393"/>
                  </a:lnTo>
                  <a:lnTo>
                    <a:pt x="27381" y="258860"/>
                  </a:lnTo>
                  <a:lnTo>
                    <a:pt x="30351" y="263236"/>
                  </a:lnTo>
                  <a:lnTo>
                    <a:pt x="33459" y="267515"/>
                  </a:lnTo>
                  <a:lnTo>
                    <a:pt x="36700" y="271694"/>
                  </a:lnTo>
                  <a:lnTo>
                    <a:pt x="40071" y="275769"/>
                  </a:lnTo>
                  <a:lnTo>
                    <a:pt x="43570" y="279734"/>
                  </a:lnTo>
                  <a:lnTo>
                    <a:pt x="47193" y="283587"/>
                  </a:lnTo>
                  <a:lnTo>
                    <a:pt x="50936" y="287324"/>
                  </a:lnTo>
                  <a:lnTo>
                    <a:pt x="54795" y="290940"/>
                  </a:lnTo>
                  <a:lnTo>
                    <a:pt x="58766" y="294432"/>
                  </a:lnTo>
                  <a:lnTo>
                    <a:pt x="62846" y="297797"/>
                  </a:lnTo>
                  <a:lnTo>
                    <a:pt x="67031" y="301032"/>
                  </a:lnTo>
                  <a:lnTo>
                    <a:pt x="71315" y="304132"/>
                  </a:lnTo>
                  <a:lnTo>
                    <a:pt x="75696" y="307095"/>
                  </a:lnTo>
                  <a:lnTo>
                    <a:pt x="80168" y="309918"/>
                  </a:lnTo>
                  <a:lnTo>
                    <a:pt x="84727" y="312598"/>
                  </a:lnTo>
                  <a:lnTo>
                    <a:pt x="89369" y="315133"/>
                  </a:lnTo>
                  <a:lnTo>
                    <a:pt x="94088" y="317520"/>
                  </a:lnTo>
                  <a:lnTo>
                    <a:pt x="98881" y="319756"/>
                  </a:lnTo>
                  <a:lnTo>
                    <a:pt x="103742" y="321839"/>
                  </a:lnTo>
                  <a:lnTo>
                    <a:pt x="108666" y="323768"/>
                  </a:lnTo>
                  <a:lnTo>
                    <a:pt x="113649" y="325540"/>
                  </a:lnTo>
                  <a:lnTo>
                    <a:pt x="118686" y="327153"/>
                  </a:lnTo>
                  <a:lnTo>
                    <a:pt x="123771" y="328606"/>
                  </a:lnTo>
                  <a:lnTo>
                    <a:pt x="128899" y="329898"/>
                  </a:lnTo>
                  <a:lnTo>
                    <a:pt x="134066" y="331027"/>
                  </a:lnTo>
                  <a:lnTo>
                    <a:pt x="139266" y="331991"/>
                  </a:lnTo>
                  <a:lnTo>
                    <a:pt x="144494" y="332791"/>
                  </a:lnTo>
                  <a:lnTo>
                    <a:pt x="149744" y="333425"/>
                  </a:lnTo>
                  <a:lnTo>
                    <a:pt x="155012" y="333893"/>
                  </a:lnTo>
                  <a:lnTo>
                    <a:pt x="160292" y="334193"/>
                  </a:lnTo>
                  <a:lnTo>
                    <a:pt x="165579" y="334327"/>
                  </a:lnTo>
                  <a:lnTo>
                    <a:pt x="170867" y="334293"/>
                  </a:lnTo>
                  <a:lnTo>
                    <a:pt x="176152" y="334092"/>
                  </a:lnTo>
                  <a:lnTo>
                    <a:pt x="181428" y="333724"/>
                  </a:lnTo>
                  <a:lnTo>
                    <a:pt x="186690" y="333189"/>
                  </a:lnTo>
                  <a:lnTo>
                    <a:pt x="191931" y="332488"/>
                  </a:lnTo>
                  <a:lnTo>
                    <a:pt x="197149" y="331622"/>
                  </a:lnTo>
                  <a:lnTo>
                    <a:pt x="202336" y="330591"/>
                  </a:lnTo>
                  <a:lnTo>
                    <a:pt x="207488" y="329396"/>
                  </a:lnTo>
                  <a:lnTo>
                    <a:pt x="212599" y="328039"/>
                  </a:lnTo>
                  <a:lnTo>
                    <a:pt x="217665" y="326521"/>
                  </a:lnTo>
                  <a:lnTo>
                    <a:pt x="222681" y="324844"/>
                  </a:lnTo>
                  <a:lnTo>
                    <a:pt x="227641" y="323009"/>
                  </a:lnTo>
                  <a:lnTo>
                    <a:pt x="232540" y="321017"/>
                  </a:lnTo>
                  <a:lnTo>
                    <a:pt x="237374" y="318872"/>
                  </a:lnTo>
                  <a:lnTo>
                    <a:pt x="242138" y="316575"/>
                  </a:lnTo>
                  <a:lnTo>
                    <a:pt x="246827" y="314128"/>
                  </a:lnTo>
                  <a:lnTo>
                    <a:pt x="251435" y="311535"/>
                  </a:lnTo>
                  <a:lnTo>
                    <a:pt x="255960" y="308796"/>
                  </a:lnTo>
                  <a:lnTo>
                    <a:pt x="260396" y="305916"/>
                  </a:lnTo>
                  <a:lnTo>
                    <a:pt x="264738" y="302898"/>
                  </a:lnTo>
                  <a:lnTo>
                    <a:pt x="268983" y="299743"/>
                  </a:lnTo>
                  <a:lnTo>
                    <a:pt x="273125" y="296456"/>
                  </a:lnTo>
                  <a:lnTo>
                    <a:pt x="277162" y="293039"/>
                  </a:lnTo>
                  <a:lnTo>
                    <a:pt x="281089" y="289496"/>
                  </a:lnTo>
                  <a:lnTo>
                    <a:pt x="284901" y="285831"/>
                  </a:lnTo>
                  <a:lnTo>
                    <a:pt x="288596" y="282047"/>
                  </a:lnTo>
                  <a:lnTo>
                    <a:pt x="292169" y="278148"/>
                  </a:lnTo>
                  <a:lnTo>
                    <a:pt x="295617" y="274138"/>
                  </a:lnTo>
                  <a:lnTo>
                    <a:pt x="298937" y="270021"/>
                  </a:lnTo>
                  <a:lnTo>
                    <a:pt x="302124" y="265801"/>
                  </a:lnTo>
                  <a:lnTo>
                    <a:pt x="305177" y="261482"/>
                  </a:lnTo>
                  <a:lnTo>
                    <a:pt x="308091" y="257069"/>
                  </a:lnTo>
                  <a:lnTo>
                    <a:pt x="310865" y="252566"/>
                  </a:lnTo>
                  <a:lnTo>
                    <a:pt x="313494" y="247977"/>
                  </a:lnTo>
                  <a:lnTo>
                    <a:pt x="315977" y="243308"/>
                  </a:lnTo>
                  <a:lnTo>
                    <a:pt x="318311" y="238562"/>
                  </a:lnTo>
                  <a:lnTo>
                    <a:pt x="320494" y="233745"/>
                  </a:lnTo>
                  <a:lnTo>
                    <a:pt x="322523" y="228861"/>
                  </a:lnTo>
                  <a:lnTo>
                    <a:pt x="324397" y="223916"/>
                  </a:lnTo>
                  <a:lnTo>
                    <a:pt x="326113" y="218913"/>
                  </a:lnTo>
                  <a:lnTo>
                    <a:pt x="327671" y="213859"/>
                  </a:lnTo>
                  <a:lnTo>
                    <a:pt x="329067" y="208758"/>
                  </a:lnTo>
                  <a:lnTo>
                    <a:pt x="330302" y="203616"/>
                  </a:lnTo>
                  <a:lnTo>
                    <a:pt x="331373" y="198437"/>
                  </a:lnTo>
                  <a:lnTo>
                    <a:pt x="332280" y="193227"/>
                  </a:lnTo>
                  <a:lnTo>
                    <a:pt x="333022" y="18799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826449"/>
              <a:ext cx="165865" cy="20823"/>
            </a:xfrm>
            <a:custGeom>
              <a:avLst/>
              <a:pathLst>
                <a:path w="165865" h="20823">
                  <a:moveTo>
                    <a:pt x="165865" y="20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826449"/>
              <a:ext cx="165865" cy="20823"/>
            </a:xfrm>
            <a:custGeom>
              <a:avLst/>
              <a:pathLst>
                <a:path w="165865" h="20823">
                  <a:moveTo>
                    <a:pt x="165865" y="20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747663"/>
              <a:ext cx="167155" cy="99609"/>
            </a:xfrm>
            <a:custGeom>
              <a:avLst/>
              <a:pathLst>
                <a:path w="167155" h="99609">
                  <a:moveTo>
                    <a:pt x="165865" y="99609"/>
                  </a:moveTo>
                  <a:lnTo>
                    <a:pt x="166480" y="93925"/>
                  </a:lnTo>
                  <a:lnTo>
                    <a:pt x="166900" y="88223"/>
                  </a:lnTo>
                  <a:lnTo>
                    <a:pt x="167125" y="82510"/>
                  </a:lnTo>
                  <a:lnTo>
                    <a:pt x="167155" y="76793"/>
                  </a:lnTo>
                  <a:lnTo>
                    <a:pt x="166989" y="71078"/>
                  </a:lnTo>
                  <a:lnTo>
                    <a:pt x="166628" y="65372"/>
                  </a:lnTo>
                  <a:lnTo>
                    <a:pt x="166072" y="59681"/>
                  </a:lnTo>
                  <a:lnTo>
                    <a:pt x="165321" y="54014"/>
                  </a:lnTo>
                  <a:lnTo>
                    <a:pt x="164378" y="48375"/>
                  </a:lnTo>
                  <a:lnTo>
                    <a:pt x="163241" y="42771"/>
                  </a:lnTo>
                  <a:lnTo>
                    <a:pt x="161914" y="37210"/>
                  </a:lnTo>
                  <a:lnTo>
                    <a:pt x="160398" y="31698"/>
                  </a:lnTo>
                  <a:lnTo>
                    <a:pt x="158694" y="26240"/>
                  </a:lnTo>
                  <a:lnTo>
                    <a:pt x="156804" y="20844"/>
                  </a:lnTo>
                  <a:lnTo>
                    <a:pt x="154731" y="15516"/>
                  </a:lnTo>
                  <a:lnTo>
                    <a:pt x="152477" y="10261"/>
                  </a:lnTo>
                  <a:lnTo>
                    <a:pt x="150045" y="5087"/>
                  </a:lnTo>
                  <a:lnTo>
                    <a:pt x="147437" y="0"/>
                  </a:lnTo>
                  <a:lnTo>
                    <a:pt x="0" y="787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147437" cy="167167"/>
            </a:xfrm>
            <a:custGeom>
              <a:avLst/>
              <a:pathLst>
                <a:path w="147437" h="167167">
                  <a:moveTo>
                    <a:pt x="147437" y="88381"/>
                  </a:moveTo>
                  <a:lnTo>
                    <a:pt x="144780" y="83599"/>
                  </a:lnTo>
                  <a:lnTo>
                    <a:pt x="141968" y="78906"/>
                  </a:lnTo>
                  <a:lnTo>
                    <a:pt x="139003" y="74308"/>
                  </a:lnTo>
                  <a:lnTo>
                    <a:pt x="135890" y="69809"/>
                  </a:lnTo>
                  <a:lnTo>
                    <a:pt x="132632" y="65414"/>
                  </a:lnTo>
                  <a:lnTo>
                    <a:pt x="129231" y="61129"/>
                  </a:lnTo>
                  <a:lnTo>
                    <a:pt x="125692" y="56957"/>
                  </a:lnTo>
                  <a:lnTo>
                    <a:pt x="122019" y="52903"/>
                  </a:lnTo>
                  <a:lnTo>
                    <a:pt x="118214" y="48971"/>
                  </a:lnTo>
                  <a:lnTo>
                    <a:pt x="114283" y="45166"/>
                  </a:lnTo>
                  <a:lnTo>
                    <a:pt x="110230" y="41492"/>
                  </a:lnTo>
                  <a:lnTo>
                    <a:pt x="106058" y="37952"/>
                  </a:lnTo>
                  <a:lnTo>
                    <a:pt x="101773" y="34551"/>
                  </a:lnTo>
                  <a:lnTo>
                    <a:pt x="97379" y="31292"/>
                  </a:lnTo>
                  <a:lnTo>
                    <a:pt x="92881" y="28178"/>
                  </a:lnTo>
                  <a:lnTo>
                    <a:pt x="88283" y="25213"/>
                  </a:lnTo>
                  <a:lnTo>
                    <a:pt x="83591" y="22400"/>
                  </a:lnTo>
                  <a:lnTo>
                    <a:pt x="78809" y="19742"/>
                  </a:lnTo>
                  <a:lnTo>
                    <a:pt x="73943" y="17242"/>
                  </a:lnTo>
                  <a:lnTo>
                    <a:pt x="68997" y="14903"/>
                  </a:lnTo>
                  <a:lnTo>
                    <a:pt x="63978" y="12727"/>
                  </a:lnTo>
                  <a:lnTo>
                    <a:pt x="58890" y="10716"/>
                  </a:lnTo>
                  <a:lnTo>
                    <a:pt x="53739" y="8873"/>
                  </a:lnTo>
                  <a:lnTo>
                    <a:pt x="48530" y="7199"/>
                  </a:lnTo>
                  <a:lnTo>
                    <a:pt x="43270" y="5697"/>
                  </a:lnTo>
                  <a:lnTo>
                    <a:pt x="37963" y="4367"/>
                  </a:lnTo>
                  <a:lnTo>
                    <a:pt x="32616" y="3212"/>
                  </a:lnTo>
                  <a:lnTo>
                    <a:pt x="27233" y="2233"/>
                  </a:lnTo>
                  <a:lnTo>
                    <a:pt x="21821" y="1430"/>
                  </a:lnTo>
                  <a:lnTo>
                    <a:pt x="16386" y="805"/>
                  </a:lnTo>
                  <a:lnTo>
                    <a:pt x="10934" y="357"/>
                  </a:lnTo>
                  <a:lnTo>
                    <a:pt x="547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61311" y="4213821"/>
              <a:ext cx="167161" cy="308857"/>
            </a:xfrm>
            <a:custGeom>
              <a:avLst/>
              <a:pathLst>
                <a:path w="167161" h="308857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7" y="763"/>
                  </a:lnTo>
                  <a:lnTo>
                    <a:pt x="145902" y="1357"/>
                  </a:lnTo>
                  <a:lnTo>
                    <a:pt x="140627" y="2119"/>
                  </a:lnTo>
                  <a:lnTo>
                    <a:pt x="135380" y="3048"/>
                  </a:lnTo>
                  <a:lnTo>
                    <a:pt x="130165" y="4145"/>
                  </a:lnTo>
                  <a:lnTo>
                    <a:pt x="124988" y="5407"/>
                  </a:lnTo>
                  <a:lnTo>
                    <a:pt x="119853" y="6833"/>
                  </a:lnTo>
                  <a:lnTo>
                    <a:pt x="114767" y="8422"/>
                  </a:lnTo>
                  <a:lnTo>
                    <a:pt x="109734" y="10173"/>
                  </a:lnTo>
                  <a:lnTo>
                    <a:pt x="104759" y="12083"/>
                  </a:lnTo>
                  <a:lnTo>
                    <a:pt x="99847" y="14151"/>
                  </a:lnTo>
                  <a:lnTo>
                    <a:pt x="95004" y="16374"/>
                  </a:lnTo>
                  <a:lnTo>
                    <a:pt x="90235" y="18751"/>
                  </a:lnTo>
                  <a:lnTo>
                    <a:pt x="85543" y="21278"/>
                  </a:lnTo>
                  <a:lnTo>
                    <a:pt x="80935" y="23954"/>
                  </a:lnTo>
                  <a:lnTo>
                    <a:pt x="76414" y="26775"/>
                  </a:lnTo>
                  <a:lnTo>
                    <a:pt x="71985" y="29739"/>
                  </a:lnTo>
                  <a:lnTo>
                    <a:pt x="67653" y="32842"/>
                  </a:lnTo>
                  <a:lnTo>
                    <a:pt x="63422" y="36082"/>
                  </a:lnTo>
                  <a:lnTo>
                    <a:pt x="59296" y="39455"/>
                  </a:lnTo>
                  <a:lnTo>
                    <a:pt x="55281" y="42958"/>
                  </a:lnTo>
                  <a:lnTo>
                    <a:pt x="51378" y="46587"/>
                  </a:lnTo>
                  <a:lnTo>
                    <a:pt x="47594" y="50339"/>
                  </a:lnTo>
                  <a:lnTo>
                    <a:pt x="43931" y="54210"/>
                  </a:lnTo>
                  <a:lnTo>
                    <a:pt x="40393" y="58195"/>
                  </a:lnTo>
                  <a:lnTo>
                    <a:pt x="36984" y="62291"/>
                  </a:lnTo>
                  <a:lnTo>
                    <a:pt x="33707" y="66493"/>
                  </a:lnTo>
                  <a:lnTo>
                    <a:pt x="30566" y="70798"/>
                  </a:lnTo>
                  <a:lnTo>
                    <a:pt x="27564" y="75201"/>
                  </a:lnTo>
                  <a:lnTo>
                    <a:pt x="24704" y="79697"/>
                  </a:lnTo>
                  <a:lnTo>
                    <a:pt x="21988" y="84282"/>
                  </a:lnTo>
                  <a:lnTo>
                    <a:pt x="19420" y="88951"/>
                  </a:lnTo>
                  <a:lnTo>
                    <a:pt x="17002" y="93700"/>
                  </a:lnTo>
                  <a:lnTo>
                    <a:pt x="14737" y="98524"/>
                  </a:lnTo>
                  <a:lnTo>
                    <a:pt x="12626" y="103417"/>
                  </a:lnTo>
                  <a:lnTo>
                    <a:pt x="10673" y="108375"/>
                  </a:lnTo>
                  <a:lnTo>
                    <a:pt x="8878" y="113393"/>
                  </a:lnTo>
                  <a:lnTo>
                    <a:pt x="7245" y="118465"/>
                  </a:lnTo>
                  <a:lnTo>
                    <a:pt x="5774" y="123587"/>
                  </a:lnTo>
                  <a:lnTo>
                    <a:pt x="4467" y="128753"/>
                  </a:lnTo>
                  <a:lnTo>
                    <a:pt x="3325" y="133958"/>
                  </a:lnTo>
                  <a:lnTo>
                    <a:pt x="2350" y="139197"/>
                  </a:lnTo>
                  <a:lnTo>
                    <a:pt x="1542" y="144465"/>
                  </a:lnTo>
                  <a:lnTo>
                    <a:pt x="902" y="149755"/>
                  </a:lnTo>
                  <a:lnTo>
                    <a:pt x="432" y="155063"/>
                  </a:lnTo>
                  <a:lnTo>
                    <a:pt x="131" y="160384"/>
                  </a:lnTo>
                  <a:lnTo>
                    <a:pt x="0" y="165711"/>
                  </a:lnTo>
                  <a:lnTo>
                    <a:pt x="38" y="171040"/>
                  </a:lnTo>
                  <a:lnTo>
                    <a:pt x="246" y="176365"/>
                  </a:lnTo>
                  <a:lnTo>
                    <a:pt x="624" y="181680"/>
                  </a:lnTo>
                  <a:lnTo>
                    <a:pt x="1172" y="186981"/>
                  </a:lnTo>
                  <a:lnTo>
                    <a:pt x="1888" y="192262"/>
                  </a:lnTo>
                  <a:lnTo>
                    <a:pt x="2771" y="197517"/>
                  </a:lnTo>
                  <a:lnTo>
                    <a:pt x="3822" y="202741"/>
                  </a:lnTo>
                  <a:lnTo>
                    <a:pt x="5039" y="207930"/>
                  </a:lnTo>
                  <a:lnTo>
                    <a:pt x="6421" y="213076"/>
                  </a:lnTo>
                  <a:lnTo>
                    <a:pt x="7966" y="218176"/>
                  </a:lnTo>
                  <a:lnTo>
                    <a:pt x="9673" y="223225"/>
                  </a:lnTo>
                  <a:lnTo>
                    <a:pt x="11539" y="228216"/>
                  </a:lnTo>
                  <a:lnTo>
                    <a:pt x="13564" y="233145"/>
                  </a:lnTo>
                  <a:lnTo>
                    <a:pt x="15745" y="238007"/>
                  </a:lnTo>
                  <a:lnTo>
                    <a:pt x="18080" y="242798"/>
                  </a:lnTo>
                  <a:lnTo>
                    <a:pt x="20567" y="247511"/>
                  </a:lnTo>
                  <a:lnTo>
                    <a:pt x="23202" y="252143"/>
                  </a:lnTo>
                  <a:lnTo>
                    <a:pt x="25984" y="256688"/>
                  </a:lnTo>
                  <a:lnTo>
                    <a:pt x="28909" y="261142"/>
                  </a:lnTo>
                  <a:lnTo>
                    <a:pt x="31974" y="265501"/>
                  </a:lnTo>
                  <a:lnTo>
                    <a:pt x="35177" y="269760"/>
                  </a:lnTo>
                  <a:lnTo>
                    <a:pt x="38514" y="273915"/>
                  </a:lnTo>
                  <a:lnTo>
                    <a:pt x="41982" y="277961"/>
                  </a:lnTo>
                  <a:lnTo>
                    <a:pt x="45577" y="281895"/>
                  </a:lnTo>
                  <a:lnTo>
                    <a:pt x="49296" y="285712"/>
                  </a:lnTo>
                  <a:lnTo>
                    <a:pt x="53134" y="289408"/>
                  </a:lnTo>
                  <a:lnTo>
                    <a:pt x="57089" y="292981"/>
                  </a:lnTo>
                  <a:lnTo>
                    <a:pt x="61155" y="296425"/>
                  </a:lnTo>
                  <a:lnTo>
                    <a:pt x="65329" y="299738"/>
                  </a:lnTo>
                  <a:lnTo>
                    <a:pt x="69606" y="302917"/>
                  </a:lnTo>
                  <a:lnTo>
                    <a:pt x="73982" y="305957"/>
                  </a:lnTo>
                  <a:lnTo>
                    <a:pt x="78453" y="30885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39765" y="4380988"/>
              <a:ext cx="88707" cy="141689"/>
            </a:xfrm>
            <a:custGeom>
              <a:avLst/>
              <a:pathLst>
                <a:path w="88707" h="141689">
                  <a:moveTo>
                    <a:pt x="0" y="141689"/>
                  </a:moveTo>
                  <a:lnTo>
                    <a:pt x="887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639765" y="4380988"/>
              <a:ext cx="88707" cy="161227"/>
            </a:xfrm>
            <a:custGeom>
              <a:avLst/>
              <a:pathLst>
                <a:path w="88707" h="161227">
                  <a:moveTo>
                    <a:pt x="0" y="141689"/>
                  </a:moveTo>
                  <a:lnTo>
                    <a:pt x="5229" y="144832"/>
                  </a:lnTo>
                  <a:lnTo>
                    <a:pt x="10570" y="147782"/>
                  </a:lnTo>
                  <a:lnTo>
                    <a:pt x="16015" y="150535"/>
                  </a:lnTo>
                  <a:lnTo>
                    <a:pt x="21556" y="153087"/>
                  </a:lnTo>
                  <a:lnTo>
                    <a:pt x="27187" y="155435"/>
                  </a:lnTo>
                  <a:lnTo>
                    <a:pt x="32900" y="157577"/>
                  </a:lnTo>
                  <a:lnTo>
                    <a:pt x="38688" y="159508"/>
                  </a:lnTo>
                  <a:lnTo>
                    <a:pt x="44542" y="161227"/>
                  </a:lnTo>
                  <a:lnTo>
                    <a:pt x="887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684307" y="4213821"/>
              <a:ext cx="211324" cy="334321"/>
            </a:xfrm>
            <a:custGeom>
              <a:avLst/>
              <a:pathLst>
                <a:path w="211324" h="334321">
                  <a:moveTo>
                    <a:pt x="0" y="328395"/>
                  </a:moveTo>
                  <a:lnTo>
                    <a:pt x="5158" y="329720"/>
                  </a:lnTo>
                  <a:lnTo>
                    <a:pt x="10355" y="330880"/>
                  </a:lnTo>
                  <a:lnTo>
                    <a:pt x="15588" y="331874"/>
                  </a:lnTo>
                  <a:lnTo>
                    <a:pt x="20849" y="332700"/>
                  </a:lnTo>
                  <a:lnTo>
                    <a:pt x="26133" y="333359"/>
                  </a:lnTo>
                  <a:lnTo>
                    <a:pt x="31436" y="333849"/>
                  </a:lnTo>
                  <a:lnTo>
                    <a:pt x="36752" y="334170"/>
                  </a:lnTo>
                  <a:lnTo>
                    <a:pt x="42076" y="334321"/>
                  </a:lnTo>
                  <a:lnTo>
                    <a:pt x="47401" y="334303"/>
                  </a:lnTo>
                  <a:lnTo>
                    <a:pt x="52724" y="334115"/>
                  </a:lnTo>
                  <a:lnTo>
                    <a:pt x="58037" y="333758"/>
                  </a:lnTo>
                  <a:lnTo>
                    <a:pt x="63337" y="333231"/>
                  </a:lnTo>
                  <a:lnTo>
                    <a:pt x="68617" y="332536"/>
                  </a:lnTo>
                  <a:lnTo>
                    <a:pt x="73872" y="331673"/>
                  </a:lnTo>
                  <a:lnTo>
                    <a:pt x="79097" y="330644"/>
                  </a:lnTo>
                  <a:lnTo>
                    <a:pt x="84287" y="329448"/>
                  </a:lnTo>
                  <a:lnTo>
                    <a:pt x="89436" y="328087"/>
                  </a:lnTo>
                  <a:lnTo>
                    <a:pt x="94539" y="326564"/>
                  </a:lnTo>
                  <a:lnTo>
                    <a:pt x="99591" y="324878"/>
                  </a:lnTo>
                  <a:lnTo>
                    <a:pt x="104587" y="323033"/>
                  </a:lnTo>
                  <a:lnTo>
                    <a:pt x="109521" y="321029"/>
                  </a:lnTo>
                  <a:lnTo>
                    <a:pt x="114389" y="318869"/>
                  </a:lnTo>
                  <a:lnTo>
                    <a:pt x="119186" y="316555"/>
                  </a:lnTo>
                  <a:lnTo>
                    <a:pt x="123906" y="314089"/>
                  </a:lnTo>
                  <a:lnTo>
                    <a:pt x="128546" y="311475"/>
                  </a:lnTo>
                  <a:lnTo>
                    <a:pt x="133100" y="308714"/>
                  </a:lnTo>
                  <a:lnTo>
                    <a:pt x="137563" y="305809"/>
                  </a:lnTo>
                  <a:lnTo>
                    <a:pt x="141932" y="302763"/>
                  </a:lnTo>
                  <a:lnTo>
                    <a:pt x="146202" y="299580"/>
                  </a:lnTo>
                  <a:lnTo>
                    <a:pt x="150368" y="296263"/>
                  </a:lnTo>
                  <a:lnTo>
                    <a:pt x="154426" y="292814"/>
                  </a:lnTo>
                  <a:lnTo>
                    <a:pt x="158373" y="289238"/>
                  </a:lnTo>
                  <a:lnTo>
                    <a:pt x="162203" y="285538"/>
                  </a:lnTo>
                  <a:lnTo>
                    <a:pt x="165914" y="281718"/>
                  </a:lnTo>
                  <a:lnTo>
                    <a:pt x="169501" y="277782"/>
                  </a:lnTo>
                  <a:lnTo>
                    <a:pt x="172961" y="273733"/>
                  </a:lnTo>
                  <a:lnTo>
                    <a:pt x="176290" y="269576"/>
                  </a:lnTo>
                  <a:lnTo>
                    <a:pt x="179485" y="265316"/>
                  </a:lnTo>
                  <a:lnTo>
                    <a:pt x="182543" y="260955"/>
                  </a:lnTo>
                  <a:lnTo>
                    <a:pt x="185461" y="256500"/>
                  </a:lnTo>
                  <a:lnTo>
                    <a:pt x="188234" y="251954"/>
                  </a:lnTo>
                  <a:lnTo>
                    <a:pt x="190862" y="247321"/>
                  </a:lnTo>
                  <a:lnTo>
                    <a:pt x="193341" y="242608"/>
                  </a:lnTo>
                  <a:lnTo>
                    <a:pt x="195668" y="237818"/>
                  </a:lnTo>
                  <a:lnTo>
                    <a:pt x="197842" y="232956"/>
                  </a:lnTo>
                  <a:lnTo>
                    <a:pt x="199860" y="228027"/>
                  </a:lnTo>
                  <a:lnTo>
                    <a:pt x="201719" y="223037"/>
                  </a:lnTo>
                  <a:lnTo>
                    <a:pt x="203419" y="217990"/>
                  </a:lnTo>
                  <a:lnTo>
                    <a:pt x="204957" y="212891"/>
                  </a:lnTo>
                  <a:lnTo>
                    <a:pt x="206332" y="207746"/>
                  </a:lnTo>
                  <a:lnTo>
                    <a:pt x="207542" y="202559"/>
                  </a:lnTo>
                  <a:lnTo>
                    <a:pt x="208587" y="197337"/>
                  </a:lnTo>
                  <a:lnTo>
                    <a:pt x="209464" y="192084"/>
                  </a:lnTo>
                  <a:lnTo>
                    <a:pt x="210174" y="186806"/>
                  </a:lnTo>
                  <a:lnTo>
                    <a:pt x="210716" y="181508"/>
                  </a:lnTo>
                  <a:lnTo>
                    <a:pt x="211088" y="176196"/>
                  </a:lnTo>
                  <a:lnTo>
                    <a:pt x="211291" y="170874"/>
                  </a:lnTo>
                  <a:lnTo>
                    <a:pt x="211324" y="165548"/>
                  </a:lnTo>
                  <a:lnTo>
                    <a:pt x="211188" y="160224"/>
                  </a:lnTo>
                  <a:lnTo>
                    <a:pt x="210882" y="154908"/>
                  </a:lnTo>
                  <a:lnTo>
                    <a:pt x="210407" y="149603"/>
                  </a:lnTo>
                  <a:lnTo>
                    <a:pt x="209763" y="144317"/>
                  </a:lnTo>
                  <a:lnTo>
                    <a:pt x="208951" y="139053"/>
                  </a:lnTo>
                  <a:lnTo>
                    <a:pt x="207972" y="133818"/>
                  </a:lnTo>
                  <a:lnTo>
                    <a:pt x="206826" y="128617"/>
                  </a:lnTo>
                  <a:lnTo>
                    <a:pt x="205516" y="123455"/>
                  </a:lnTo>
                  <a:lnTo>
                    <a:pt x="204041" y="118338"/>
                  </a:lnTo>
                  <a:lnTo>
                    <a:pt x="202405" y="113270"/>
                  </a:lnTo>
                  <a:lnTo>
                    <a:pt x="200608" y="108257"/>
                  </a:lnTo>
                  <a:lnTo>
                    <a:pt x="198652" y="103303"/>
                  </a:lnTo>
                  <a:lnTo>
                    <a:pt x="196539" y="98415"/>
                  </a:lnTo>
                  <a:lnTo>
                    <a:pt x="194272" y="93596"/>
                  </a:lnTo>
                  <a:lnTo>
                    <a:pt x="191852" y="88852"/>
                  </a:lnTo>
                  <a:lnTo>
                    <a:pt x="189282" y="84187"/>
                  </a:lnTo>
                  <a:lnTo>
                    <a:pt x="186566" y="79606"/>
                  </a:lnTo>
                  <a:lnTo>
                    <a:pt x="183704" y="75115"/>
                  </a:lnTo>
                  <a:lnTo>
                    <a:pt x="180701" y="70717"/>
                  </a:lnTo>
                  <a:lnTo>
                    <a:pt x="177559" y="66416"/>
                  </a:lnTo>
                  <a:lnTo>
                    <a:pt x="174282" y="62218"/>
                  </a:lnTo>
                  <a:lnTo>
                    <a:pt x="170873" y="58127"/>
                  </a:lnTo>
                  <a:lnTo>
                    <a:pt x="167336" y="54146"/>
                  </a:lnTo>
                  <a:lnTo>
                    <a:pt x="163673" y="50280"/>
                  </a:lnTo>
                  <a:lnTo>
                    <a:pt x="159889" y="46532"/>
                  </a:lnTo>
                  <a:lnTo>
                    <a:pt x="155988" y="42907"/>
                  </a:lnTo>
                  <a:lnTo>
                    <a:pt x="151973" y="39408"/>
                  </a:lnTo>
                  <a:lnTo>
                    <a:pt x="147848" y="36039"/>
                  </a:lnTo>
                  <a:lnTo>
                    <a:pt x="143619" y="32803"/>
                  </a:lnTo>
                  <a:lnTo>
                    <a:pt x="139288" y="29703"/>
                  </a:lnTo>
                  <a:lnTo>
                    <a:pt x="134861" y="26742"/>
                  </a:lnTo>
                  <a:lnTo>
                    <a:pt x="130342" y="23925"/>
                  </a:lnTo>
                  <a:lnTo>
                    <a:pt x="125735" y="21252"/>
                  </a:lnTo>
                  <a:lnTo>
                    <a:pt x="121046" y="18728"/>
                  </a:lnTo>
                  <a:lnTo>
                    <a:pt x="116279" y="16354"/>
                  </a:lnTo>
                  <a:lnTo>
                    <a:pt x="111438" y="14134"/>
                  </a:lnTo>
                  <a:lnTo>
                    <a:pt x="106529" y="12068"/>
                  </a:lnTo>
                  <a:lnTo>
                    <a:pt x="101557" y="10160"/>
                  </a:lnTo>
                  <a:lnTo>
                    <a:pt x="96527" y="8412"/>
                  </a:lnTo>
                  <a:lnTo>
                    <a:pt x="91443" y="6825"/>
                  </a:lnTo>
                  <a:lnTo>
                    <a:pt x="86311" y="5400"/>
                  </a:lnTo>
                  <a:lnTo>
                    <a:pt x="81137" y="4139"/>
                  </a:lnTo>
                  <a:lnTo>
                    <a:pt x="75925" y="3044"/>
                  </a:lnTo>
                  <a:lnTo>
                    <a:pt x="70681" y="2116"/>
                  </a:lnTo>
                  <a:lnTo>
                    <a:pt x="65410" y="1355"/>
                  </a:lnTo>
                  <a:lnTo>
                    <a:pt x="60118" y="762"/>
                  </a:lnTo>
                  <a:lnTo>
                    <a:pt x="54809" y="339"/>
                  </a:lnTo>
                  <a:lnTo>
                    <a:pt x="49489" y="84"/>
                  </a:lnTo>
                  <a:lnTo>
                    <a:pt x="44164" y="0"/>
                  </a:lnTo>
                  <a:lnTo>
                    <a:pt x="44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751862" y="3707720"/>
              <a:ext cx="262240" cy="334334"/>
            </a:xfrm>
            <a:custGeom>
              <a:avLst/>
              <a:pathLst>
                <a:path w="26224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0" y="2102"/>
                  </a:lnTo>
                  <a:lnTo>
                    <a:pt x="135493" y="3024"/>
                  </a:lnTo>
                  <a:lnTo>
                    <a:pt x="130299" y="4112"/>
                  </a:lnTo>
                  <a:lnTo>
                    <a:pt x="125141" y="5364"/>
                  </a:lnTo>
                  <a:lnTo>
                    <a:pt x="120025" y="6779"/>
                  </a:lnTo>
                  <a:lnTo>
                    <a:pt x="114957" y="8356"/>
                  </a:lnTo>
                  <a:lnTo>
                    <a:pt x="109942" y="10092"/>
                  </a:lnTo>
                  <a:lnTo>
                    <a:pt x="104984" y="11988"/>
                  </a:lnTo>
                  <a:lnTo>
                    <a:pt x="100089" y="14039"/>
                  </a:lnTo>
                  <a:lnTo>
                    <a:pt x="95262" y="16246"/>
                  </a:lnTo>
                  <a:lnTo>
                    <a:pt x="90507" y="18604"/>
                  </a:lnTo>
                  <a:lnTo>
                    <a:pt x="85829" y="21112"/>
                  </a:lnTo>
                  <a:lnTo>
                    <a:pt x="81233" y="23767"/>
                  </a:lnTo>
                  <a:lnTo>
                    <a:pt x="76724" y="26567"/>
                  </a:lnTo>
                  <a:lnTo>
                    <a:pt x="72306" y="29508"/>
                  </a:lnTo>
                  <a:lnTo>
                    <a:pt x="67984" y="32588"/>
                  </a:lnTo>
                  <a:lnTo>
                    <a:pt x="63761" y="35804"/>
                  </a:lnTo>
                  <a:lnTo>
                    <a:pt x="59643" y="39153"/>
                  </a:lnTo>
                  <a:lnTo>
                    <a:pt x="55634" y="42630"/>
                  </a:lnTo>
                  <a:lnTo>
                    <a:pt x="51736" y="46233"/>
                  </a:lnTo>
                  <a:lnTo>
                    <a:pt x="47955" y="49958"/>
                  </a:lnTo>
                  <a:lnTo>
                    <a:pt x="44294" y="53801"/>
                  </a:lnTo>
                  <a:lnTo>
                    <a:pt x="40757" y="57758"/>
                  </a:lnTo>
                  <a:lnTo>
                    <a:pt x="37348" y="61826"/>
                  </a:lnTo>
                  <a:lnTo>
                    <a:pt x="34069" y="66000"/>
                  </a:lnTo>
                  <a:lnTo>
                    <a:pt x="30924" y="70275"/>
                  </a:lnTo>
                  <a:lnTo>
                    <a:pt x="27917" y="74649"/>
                  </a:lnTo>
                  <a:lnTo>
                    <a:pt x="25050" y="79116"/>
                  </a:lnTo>
                  <a:lnTo>
                    <a:pt x="22326" y="83671"/>
                  </a:lnTo>
                  <a:lnTo>
                    <a:pt x="19749" y="88311"/>
                  </a:lnTo>
                  <a:lnTo>
                    <a:pt x="17320" y="93030"/>
                  </a:lnTo>
                  <a:lnTo>
                    <a:pt x="15041" y="97824"/>
                  </a:lnTo>
                  <a:lnTo>
                    <a:pt x="12917" y="102687"/>
                  </a:lnTo>
                  <a:lnTo>
                    <a:pt x="10948" y="107616"/>
                  </a:lnTo>
                  <a:lnTo>
                    <a:pt x="9136" y="112605"/>
                  </a:lnTo>
                  <a:lnTo>
                    <a:pt x="7483" y="117649"/>
                  </a:lnTo>
                  <a:lnTo>
                    <a:pt x="5992" y="122743"/>
                  </a:lnTo>
                  <a:lnTo>
                    <a:pt x="4663" y="127881"/>
                  </a:lnTo>
                  <a:lnTo>
                    <a:pt x="3497" y="133059"/>
                  </a:lnTo>
                  <a:lnTo>
                    <a:pt x="2497" y="138272"/>
                  </a:lnTo>
                  <a:lnTo>
                    <a:pt x="1663" y="143513"/>
                  </a:lnTo>
                  <a:lnTo>
                    <a:pt x="995" y="148779"/>
                  </a:lnTo>
                  <a:lnTo>
                    <a:pt x="495" y="154063"/>
                  </a:lnTo>
                  <a:lnTo>
                    <a:pt x="163" y="159360"/>
                  </a:lnTo>
                  <a:lnTo>
                    <a:pt x="0" y="164665"/>
                  </a:lnTo>
                  <a:lnTo>
                    <a:pt x="4" y="169973"/>
                  </a:lnTo>
                  <a:lnTo>
                    <a:pt x="178" y="175278"/>
                  </a:lnTo>
                  <a:lnTo>
                    <a:pt x="519" y="180574"/>
                  </a:lnTo>
                  <a:lnTo>
                    <a:pt x="1029" y="185857"/>
                  </a:lnTo>
                  <a:lnTo>
                    <a:pt x="1706" y="191121"/>
                  </a:lnTo>
                  <a:lnTo>
                    <a:pt x="2550" y="196362"/>
                  </a:lnTo>
                  <a:lnTo>
                    <a:pt x="3560" y="201572"/>
                  </a:lnTo>
                  <a:lnTo>
                    <a:pt x="4734" y="206748"/>
                  </a:lnTo>
                  <a:lnTo>
                    <a:pt x="6073" y="211884"/>
                  </a:lnTo>
                  <a:lnTo>
                    <a:pt x="7574" y="216975"/>
                  </a:lnTo>
                  <a:lnTo>
                    <a:pt x="9235" y="222016"/>
                  </a:lnTo>
                  <a:lnTo>
                    <a:pt x="11056" y="227002"/>
                  </a:lnTo>
                  <a:lnTo>
                    <a:pt x="13034" y="231927"/>
                  </a:lnTo>
                  <a:lnTo>
                    <a:pt x="15168" y="236787"/>
                  </a:lnTo>
                  <a:lnTo>
                    <a:pt x="17455" y="241576"/>
                  </a:lnTo>
                  <a:lnTo>
                    <a:pt x="19892" y="246291"/>
                  </a:lnTo>
                  <a:lnTo>
                    <a:pt x="22478" y="250926"/>
                  </a:lnTo>
                  <a:lnTo>
                    <a:pt x="25210" y="255477"/>
                  </a:lnTo>
                  <a:lnTo>
                    <a:pt x="28085" y="259938"/>
                  </a:lnTo>
                  <a:lnTo>
                    <a:pt x="31101" y="264306"/>
                  </a:lnTo>
                  <a:lnTo>
                    <a:pt x="34253" y="268576"/>
                  </a:lnTo>
                  <a:lnTo>
                    <a:pt x="37539" y="272744"/>
                  </a:lnTo>
                  <a:lnTo>
                    <a:pt x="40956" y="276805"/>
                  </a:lnTo>
                  <a:lnTo>
                    <a:pt x="44501" y="280756"/>
                  </a:lnTo>
                  <a:lnTo>
                    <a:pt x="48168" y="284593"/>
                  </a:lnTo>
                  <a:lnTo>
                    <a:pt x="51956" y="288311"/>
                  </a:lnTo>
                  <a:lnTo>
                    <a:pt x="55860" y="291906"/>
                  </a:lnTo>
                  <a:lnTo>
                    <a:pt x="59876" y="295376"/>
                  </a:lnTo>
                  <a:lnTo>
                    <a:pt x="64001" y="298717"/>
                  </a:lnTo>
                  <a:lnTo>
                    <a:pt x="68229" y="301926"/>
                  </a:lnTo>
                  <a:lnTo>
                    <a:pt x="72557" y="304998"/>
                  </a:lnTo>
                  <a:lnTo>
                    <a:pt x="76980" y="307931"/>
                  </a:lnTo>
                  <a:lnTo>
                    <a:pt x="81494" y="310723"/>
                  </a:lnTo>
                  <a:lnTo>
                    <a:pt x="86095" y="313370"/>
                  </a:lnTo>
                  <a:lnTo>
                    <a:pt x="90777" y="315869"/>
                  </a:lnTo>
                  <a:lnTo>
                    <a:pt x="95536" y="318219"/>
                  </a:lnTo>
                  <a:lnTo>
                    <a:pt x="100368" y="320416"/>
                  </a:lnTo>
                  <a:lnTo>
                    <a:pt x="105266" y="322459"/>
                  </a:lnTo>
                  <a:lnTo>
                    <a:pt x="110228" y="324345"/>
                  </a:lnTo>
                  <a:lnTo>
                    <a:pt x="115246" y="326073"/>
                  </a:lnTo>
                  <a:lnTo>
                    <a:pt x="120317" y="327641"/>
                  </a:lnTo>
                  <a:lnTo>
                    <a:pt x="125435" y="329046"/>
                  </a:lnTo>
                  <a:lnTo>
                    <a:pt x="130595" y="330289"/>
                  </a:lnTo>
                  <a:lnTo>
                    <a:pt x="135792" y="331367"/>
                  </a:lnTo>
                  <a:lnTo>
                    <a:pt x="141021" y="332280"/>
                  </a:lnTo>
                  <a:lnTo>
                    <a:pt x="146276" y="333026"/>
                  </a:lnTo>
                  <a:lnTo>
                    <a:pt x="151551" y="333605"/>
                  </a:lnTo>
                  <a:lnTo>
                    <a:pt x="156843" y="334016"/>
                  </a:lnTo>
                  <a:lnTo>
                    <a:pt x="162145" y="334259"/>
                  </a:lnTo>
                  <a:lnTo>
                    <a:pt x="167452" y="334334"/>
                  </a:lnTo>
                  <a:lnTo>
                    <a:pt x="172759" y="334240"/>
                  </a:lnTo>
                  <a:lnTo>
                    <a:pt x="178060" y="333978"/>
                  </a:lnTo>
                  <a:lnTo>
                    <a:pt x="183350" y="333547"/>
                  </a:lnTo>
                  <a:lnTo>
                    <a:pt x="188624" y="332949"/>
                  </a:lnTo>
                  <a:lnTo>
                    <a:pt x="193876" y="332184"/>
                  </a:lnTo>
                  <a:lnTo>
                    <a:pt x="199101" y="331252"/>
                  </a:lnTo>
                  <a:lnTo>
                    <a:pt x="204294" y="330155"/>
                  </a:lnTo>
                  <a:lnTo>
                    <a:pt x="209450" y="328894"/>
                  </a:lnTo>
                  <a:lnTo>
                    <a:pt x="214563" y="327469"/>
                  </a:lnTo>
                  <a:lnTo>
                    <a:pt x="219628" y="325883"/>
                  </a:lnTo>
                  <a:lnTo>
                    <a:pt x="224640" y="324137"/>
                  </a:lnTo>
                  <a:lnTo>
                    <a:pt x="229594" y="322233"/>
                  </a:lnTo>
                  <a:lnTo>
                    <a:pt x="234486" y="320172"/>
                  </a:lnTo>
                  <a:lnTo>
                    <a:pt x="239309" y="317957"/>
                  </a:lnTo>
                  <a:lnTo>
                    <a:pt x="244060" y="315591"/>
                  </a:lnTo>
                  <a:lnTo>
                    <a:pt x="248733" y="313074"/>
                  </a:lnTo>
                  <a:lnTo>
                    <a:pt x="253324" y="310411"/>
                  </a:lnTo>
                  <a:lnTo>
                    <a:pt x="257828" y="307603"/>
                  </a:lnTo>
                  <a:lnTo>
                    <a:pt x="262240" y="30465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8055"/>
              <a:ext cx="167167" cy="304318"/>
            </a:xfrm>
            <a:custGeom>
              <a:avLst/>
              <a:pathLst>
                <a:path w="167167" h="304318">
                  <a:moveTo>
                    <a:pt x="95092" y="304318"/>
                  </a:moveTo>
                  <a:lnTo>
                    <a:pt x="99458" y="301193"/>
                  </a:lnTo>
                  <a:lnTo>
                    <a:pt x="103721" y="297930"/>
                  </a:lnTo>
                  <a:lnTo>
                    <a:pt x="107878" y="294532"/>
                  </a:lnTo>
                  <a:lnTo>
                    <a:pt x="111923" y="291001"/>
                  </a:lnTo>
                  <a:lnTo>
                    <a:pt x="115853" y="287343"/>
                  </a:lnTo>
                  <a:lnTo>
                    <a:pt x="119663" y="283560"/>
                  </a:lnTo>
                  <a:lnTo>
                    <a:pt x="123350" y="279657"/>
                  </a:lnTo>
                  <a:lnTo>
                    <a:pt x="126910" y="275638"/>
                  </a:lnTo>
                  <a:lnTo>
                    <a:pt x="130338" y="271506"/>
                  </a:lnTo>
                  <a:lnTo>
                    <a:pt x="133633" y="267267"/>
                  </a:lnTo>
                  <a:lnTo>
                    <a:pt x="136789" y="262923"/>
                  </a:lnTo>
                  <a:lnTo>
                    <a:pt x="139804" y="258481"/>
                  </a:lnTo>
                  <a:lnTo>
                    <a:pt x="142675" y="253944"/>
                  </a:lnTo>
                  <a:lnTo>
                    <a:pt x="145399" y="249317"/>
                  </a:lnTo>
                  <a:lnTo>
                    <a:pt x="147973" y="244606"/>
                  </a:lnTo>
                  <a:lnTo>
                    <a:pt x="150394" y="239814"/>
                  </a:lnTo>
                  <a:lnTo>
                    <a:pt x="152661" y="234946"/>
                  </a:lnTo>
                  <a:lnTo>
                    <a:pt x="154769" y="230009"/>
                  </a:lnTo>
                  <a:lnTo>
                    <a:pt x="156718" y="225006"/>
                  </a:lnTo>
                  <a:lnTo>
                    <a:pt x="158506" y="219943"/>
                  </a:lnTo>
                  <a:lnTo>
                    <a:pt x="160129" y="214825"/>
                  </a:lnTo>
                  <a:lnTo>
                    <a:pt x="161588" y="209658"/>
                  </a:lnTo>
                  <a:lnTo>
                    <a:pt x="162880" y="204447"/>
                  </a:lnTo>
                  <a:lnTo>
                    <a:pt x="164004" y="199197"/>
                  </a:lnTo>
                  <a:lnTo>
                    <a:pt x="164959" y="193913"/>
                  </a:lnTo>
                  <a:lnTo>
                    <a:pt x="165743" y="188602"/>
                  </a:lnTo>
                  <a:lnTo>
                    <a:pt x="166357" y="183268"/>
                  </a:lnTo>
                  <a:lnTo>
                    <a:pt x="166799" y="177917"/>
                  </a:lnTo>
                  <a:lnTo>
                    <a:pt x="167069" y="172555"/>
                  </a:lnTo>
                  <a:lnTo>
                    <a:pt x="167167" y="167187"/>
                  </a:lnTo>
                  <a:lnTo>
                    <a:pt x="167092" y="161819"/>
                  </a:lnTo>
                  <a:lnTo>
                    <a:pt x="166845" y="156455"/>
                  </a:lnTo>
                  <a:lnTo>
                    <a:pt x="166425" y="151103"/>
                  </a:lnTo>
                  <a:lnTo>
                    <a:pt x="165834" y="145766"/>
                  </a:lnTo>
                  <a:lnTo>
                    <a:pt x="165072" y="140451"/>
                  </a:lnTo>
                  <a:lnTo>
                    <a:pt x="164140" y="135164"/>
                  </a:lnTo>
                  <a:lnTo>
                    <a:pt x="163038" y="129909"/>
                  </a:lnTo>
                  <a:lnTo>
                    <a:pt x="161769" y="124692"/>
                  </a:lnTo>
                  <a:lnTo>
                    <a:pt x="160332" y="119519"/>
                  </a:lnTo>
                  <a:lnTo>
                    <a:pt x="158730" y="114395"/>
                  </a:lnTo>
                  <a:lnTo>
                    <a:pt x="156964" y="109324"/>
                  </a:lnTo>
                  <a:lnTo>
                    <a:pt x="155036" y="104313"/>
                  </a:lnTo>
                  <a:lnTo>
                    <a:pt x="152949" y="99367"/>
                  </a:lnTo>
                  <a:lnTo>
                    <a:pt x="150703" y="94490"/>
                  </a:lnTo>
                  <a:lnTo>
                    <a:pt x="148302" y="89688"/>
                  </a:lnTo>
                  <a:lnTo>
                    <a:pt x="145748" y="84965"/>
                  </a:lnTo>
                  <a:lnTo>
                    <a:pt x="143044" y="80327"/>
                  </a:lnTo>
                  <a:lnTo>
                    <a:pt x="140192" y="75778"/>
                  </a:lnTo>
                  <a:lnTo>
                    <a:pt x="137196" y="71322"/>
                  </a:lnTo>
                  <a:lnTo>
                    <a:pt x="134058" y="66966"/>
                  </a:lnTo>
                  <a:lnTo>
                    <a:pt x="130782" y="62712"/>
                  </a:lnTo>
                  <a:lnTo>
                    <a:pt x="127371" y="58566"/>
                  </a:lnTo>
                  <a:lnTo>
                    <a:pt x="123828" y="54532"/>
                  </a:lnTo>
                  <a:lnTo>
                    <a:pt x="120158" y="50613"/>
                  </a:lnTo>
                  <a:lnTo>
                    <a:pt x="116364" y="46814"/>
                  </a:lnTo>
                  <a:lnTo>
                    <a:pt x="112450" y="43139"/>
                  </a:lnTo>
                  <a:lnTo>
                    <a:pt x="108419" y="39592"/>
                  </a:lnTo>
                  <a:lnTo>
                    <a:pt x="104277" y="36176"/>
                  </a:lnTo>
                  <a:lnTo>
                    <a:pt x="100028" y="32894"/>
                  </a:lnTo>
                  <a:lnTo>
                    <a:pt x="95675" y="29751"/>
                  </a:lnTo>
                  <a:lnTo>
                    <a:pt x="91224" y="26749"/>
                  </a:lnTo>
                  <a:lnTo>
                    <a:pt x="86678" y="23892"/>
                  </a:lnTo>
                  <a:lnTo>
                    <a:pt x="82043" y="21182"/>
                  </a:lnTo>
                  <a:lnTo>
                    <a:pt x="77323" y="18623"/>
                  </a:lnTo>
                  <a:lnTo>
                    <a:pt x="72524" y="16216"/>
                  </a:lnTo>
                  <a:lnTo>
                    <a:pt x="67650" y="13965"/>
                  </a:lnTo>
                  <a:lnTo>
                    <a:pt x="62706" y="11871"/>
                  </a:lnTo>
                  <a:lnTo>
                    <a:pt x="57697" y="9937"/>
                  </a:lnTo>
                  <a:lnTo>
                    <a:pt x="52629" y="8165"/>
                  </a:lnTo>
                  <a:lnTo>
                    <a:pt x="47506" y="6557"/>
                  </a:lnTo>
                  <a:lnTo>
                    <a:pt x="42335" y="5114"/>
                  </a:lnTo>
                  <a:lnTo>
                    <a:pt x="37120" y="3838"/>
                  </a:lnTo>
                  <a:lnTo>
                    <a:pt x="31866" y="2730"/>
                  </a:lnTo>
                  <a:lnTo>
                    <a:pt x="26580" y="1791"/>
                  </a:lnTo>
                  <a:lnTo>
                    <a:pt x="21266" y="1023"/>
                  </a:lnTo>
                  <a:lnTo>
                    <a:pt x="15930" y="425"/>
                  </a:lnTo>
                  <a:lnTo>
                    <a:pt x="10578" y="0"/>
                  </a:lnTo>
                  <a:lnTo>
                    <a:pt x="0" y="1668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10578" cy="167167"/>
            </a:xfrm>
            <a:custGeom>
              <a:avLst/>
              <a:pathLst>
                <a:path w="10578" h="167167">
                  <a:moveTo>
                    <a:pt x="10578" y="3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tx80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2025-06-06T04:10:22Z</dcterms:modified>
  <cp:category/>
</cp:coreProperties>
</file>