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72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80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54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72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80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72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72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72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72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72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80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394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80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394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54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58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72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80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26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31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95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5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858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80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26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31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72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33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72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58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72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70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0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394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80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65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95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5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58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72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380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0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54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172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0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54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172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22875" y="3170392"/>
              <a:ext cx="60903" cy="167167"/>
            </a:xfrm>
            <a:custGeom>
              <a:avLst/>
              <a:pathLst>
                <a:path w="60903" h="167167">
                  <a:moveTo>
                    <a:pt x="60903" y="0"/>
                  </a:moveTo>
                  <a:lnTo>
                    <a:pt x="54671" y="116"/>
                  </a:lnTo>
                  <a:lnTo>
                    <a:pt x="48447" y="464"/>
                  </a:lnTo>
                  <a:lnTo>
                    <a:pt x="42241" y="1045"/>
                  </a:lnTo>
                  <a:lnTo>
                    <a:pt x="36060" y="1856"/>
                  </a:lnTo>
                  <a:lnTo>
                    <a:pt x="29914" y="2897"/>
                  </a:lnTo>
                  <a:lnTo>
                    <a:pt x="23811" y="4166"/>
                  </a:lnTo>
                  <a:lnTo>
                    <a:pt x="17760" y="5663"/>
                  </a:lnTo>
                  <a:lnTo>
                    <a:pt x="11769" y="7383"/>
                  </a:lnTo>
                  <a:lnTo>
                    <a:pt x="5846" y="9326"/>
                  </a:lnTo>
                  <a:lnTo>
                    <a:pt x="0" y="11489"/>
                  </a:lnTo>
                  <a:lnTo>
                    <a:pt x="6090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2875" y="3181881"/>
              <a:ext cx="60903" cy="155678"/>
            </a:xfrm>
            <a:custGeom>
              <a:avLst/>
              <a:pathLst>
                <a:path w="60903" h="155678">
                  <a:moveTo>
                    <a:pt x="0" y="0"/>
                  </a:moveTo>
                  <a:lnTo>
                    <a:pt x="60903" y="1556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816612" y="3170495"/>
              <a:ext cx="334322" cy="334221"/>
            </a:xfrm>
            <a:custGeom>
              <a:avLst/>
              <a:pathLst>
                <a:path w="334322" h="334221">
                  <a:moveTo>
                    <a:pt x="106263" y="11385"/>
                  </a:moveTo>
                  <a:lnTo>
                    <a:pt x="101377" y="13386"/>
                  </a:lnTo>
                  <a:lnTo>
                    <a:pt x="96556" y="15541"/>
                  </a:lnTo>
                  <a:lnTo>
                    <a:pt x="91806" y="17846"/>
                  </a:lnTo>
                  <a:lnTo>
                    <a:pt x="87131" y="20301"/>
                  </a:lnTo>
                  <a:lnTo>
                    <a:pt x="82536" y="22902"/>
                  </a:lnTo>
                  <a:lnTo>
                    <a:pt x="78026" y="25646"/>
                  </a:lnTo>
                  <a:lnTo>
                    <a:pt x="73604" y="28532"/>
                  </a:lnTo>
                  <a:lnTo>
                    <a:pt x="69276" y="31556"/>
                  </a:lnTo>
                  <a:lnTo>
                    <a:pt x="65045" y="34715"/>
                  </a:lnTo>
                  <a:lnTo>
                    <a:pt x="60916" y="38006"/>
                  </a:lnTo>
                  <a:lnTo>
                    <a:pt x="56893" y="41426"/>
                  </a:lnTo>
                  <a:lnTo>
                    <a:pt x="52981" y="44971"/>
                  </a:lnTo>
                  <a:lnTo>
                    <a:pt x="49182" y="48638"/>
                  </a:lnTo>
                  <a:lnTo>
                    <a:pt x="45500" y="52423"/>
                  </a:lnTo>
                  <a:lnTo>
                    <a:pt x="41941" y="56323"/>
                  </a:lnTo>
                  <a:lnTo>
                    <a:pt x="38506" y="60333"/>
                  </a:lnTo>
                  <a:lnTo>
                    <a:pt x="35199" y="64450"/>
                  </a:lnTo>
                  <a:lnTo>
                    <a:pt x="32024" y="68668"/>
                  </a:lnTo>
                  <a:lnTo>
                    <a:pt x="28984" y="72985"/>
                  </a:lnTo>
                  <a:lnTo>
                    <a:pt x="26082" y="77396"/>
                  </a:lnTo>
                  <a:lnTo>
                    <a:pt x="23321" y="81897"/>
                  </a:lnTo>
                  <a:lnTo>
                    <a:pt x="20703" y="86482"/>
                  </a:lnTo>
                  <a:lnTo>
                    <a:pt x="18231" y="91148"/>
                  </a:lnTo>
                  <a:lnTo>
                    <a:pt x="15908" y="95889"/>
                  </a:lnTo>
                  <a:lnTo>
                    <a:pt x="13736" y="100702"/>
                  </a:lnTo>
                  <a:lnTo>
                    <a:pt x="11716" y="105580"/>
                  </a:lnTo>
                  <a:lnTo>
                    <a:pt x="9852" y="110520"/>
                  </a:lnTo>
                  <a:lnTo>
                    <a:pt x="8145" y="115517"/>
                  </a:lnTo>
                  <a:lnTo>
                    <a:pt x="6596" y="120564"/>
                  </a:lnTo>
                  <a:lnTo>
                    <a:pt x="5208" y="125659"/>
                  </a:lnTo>
                  <a:lnTo>
                    <a:pt x="3981" y="130794"/>
                  </a:lnTo>
                  <a:lnTo>
                    <a:pt x="2917" y="135966"/>
                  </a:lnTo>
                  <a:lnTo>
                    <a:pt x="2017" y="141169"/>
                  </a:lnTo>
                  <a:lnTo>
                    <a:pt x="1281" y="146397"/>
                  </a:lnTo>
                  <a:lnTo>
                    <a:pt x="711" y="151646"/>
                  </a:lnTo>
                  <a:lnTo>
                    <a:pt x="308" y="156911"/>
                  </a:lnTo>
                  <a:lnTo>
                    <a:pt x="70" y="162186"/>
                  </a:lnTo>
                  <a:lnTo>
                    <a:pt x="0" y="167465"/>
                  </a:lnTo>
                  <a:lnTo>
                    <a:pt x="96" y="172744"/>
                  </a:lnTo>
                  <a:lnTo>
                    <a:pt x="358" y="178018"/>
                  </a:lnTo>
                  <a:lnTo>
                    <a:pt x="787" y="183280"/>
                  </a:lnTo>
                  <a:lnTo>
                    <a:pt x="1383" y="188527"/>
                  </a:lnTo>
                  <a:lnTo>
                    <a:pt x="2143" y="193752"/>
                  </a:lnTo>
                  <a:lnTo>
                    <a:pt x="3068" y="198950"/>
                  </a:lnTo>
                  <a:lnTo>
                    <a:pt x="4157" y="204116"/>
                  </a:lnTo>
                  <a:lnTo>
                    <a:pt x="5409" y="209246"/>
                  </a:lnTo>
                  <a:lnTo>
                    <a:pt x="6822" y="214333"/>
                  </a:lnTo>
                  <a:lnTo>
                    <a:pt x="8394" y="219374"/>
                  </a:lnTo>
                  <a:lnTo>
                    <a:pt x="10126" y="224362"/>
                  </a:lnTo>
                  <a:lnTo>
                    <a:pt x="12013" y="229293"/>
                  </a:lnTo>
                  <a:lnTo>
                    <a:pt x="14056" y="234162"/>
                  </a:lnTo>
                  <a:lnTo>
                    <a:pt x="16252" y="238964"/>
                  </a:lnTo>
                  <a:lnTo>
                    <a:pt x="18598" y="243694"/>
                  </a:lnTo>
                  <a:lnTo>
                    <a:pt x="21092" y="248348"/>
                  </a:lnTo>
                  <a:lnTo>
                    <a:pt x="23732" y="252920"/>
                  </a:lnTo>
                  <a:lnTo>
                    <a:pt x="26515" y="257407"/>
                  </a:lnTo>
                  <a:lnTo>
                    <a:pt x="29438" y="261804"/>
                  </a:lnTo>
                  <a:lnTo>
                    <a:pt x="32499" y="266107"/>
                  </a:lnTo>
                  <a:lnTo>
                    <a:pt x="35694" y="270310"/>
                  </a:lnTo>
                  <a:lnTo>
                    <a:pt x="39020" y="274411"/>
                  </a:lnTo>
                  <a:lnTo>
                    <a:pt x="42474" y="278404"/>
                  </a:lnTo>
                  <a:lnTo>
                    <a:pt x="46053" y="282287"/>
                  </a:lnTo>
                  <a:lnTo>
                    <a:pt x="49752" y="286054"/>
                  </a:lnTo>
                  <a:lnTo>
                    <a:pt x="53568" y="289703"/>
                  </a:lnTo>
                  <a:lnTo>
                    <a:pt x="57498" y="293229"/>
                  </a:lnTo>
                  <a:lnTo>
                    <a:pt x="61537" y="296630"/>
                  </a:lnTo>
                  <a:lnTo>
                    <a:pt x="65682" y="299901"/>
                  </a:lnTo>
                  <a:lnTo>
                    <a:pt x="69928" y="303040"/>
                  </a:lnTo>
                  <a:lnTo>
                    <a:pt x="74271" y="306043"/>
                  </a:lnTo>
                  <a:lnTo>
                    <a:pt x="78706" y="308907"/>
                  </a:lnTo>
                  <a:lnTo>
                    <a:pt x="83230" y="311630"/>
                  </a:lnTo>
                  <a:lnTo>
                    <a:pt x="87837" y="314209"/>
                  </a:lnTo>
                  <a:lnTo>
                    <a:pt x="92524" y="316641"/>
                  </a:lnTo>
                  <a:lnTo>
                    <a:pt x="97285" y="318924"/>
                  </a:lnTo>
                  <a:lnTo>
                    <a:pt x="102116" y="321055"/>
                  </a:lnTo>
                  <a:lnTo>
                    <a:pt x="107011" y="323032"/>
                  </a:lnTo>
                  <a:lnTo>
                    <a:pt x="111967" y="324854"/>
                  </a:lnTo>
                  <a:lnTo>
                    <a:pt x="116978" y="326519"/>
                  </a:lnTo>
                  <a:lnTo>
                    <a:pt x="122039" y="328025"/>
                  </a:lnTo>
                  <a:lnTo>
                    <a:pt x="127145" y="329369"/>
                  </a:lnTo>
                  <a:lnTo>
                    <a:pt x="132290" y="330552"/>
                  </a:lnTo>
                  <a:lnTo>
                    <a:pt x="137471" y="331572"/>
                  </a:lnTo>
                  <a:lnTo>
                    <a:pt x="142681" y="332428"/>
                  </a:lnTo>
                  <a:lnTo>
                    <a:pt x="147916" y="333119"/>
                  </a:lnTo>
                  <a:lnTo>
                    <a:pt x="153170" y="333644"/>
                  </a:lnTo>
                  <a:lnTo>
                    <a:pt x="158437" y="334003"/>
                  </a:lnTo>
                  <a:lnTo>
                    <a:pt x="163714" y="334195"/>
                  </a:lnTo>
                  <a:lnTo>
                    <a:pt x="168994" y="334221"/>
                  </a:lnTo>
                  <a:lnTo>
                    <a:pt x="174272" y="334080"/>
                  </a:lnTo>
                  <a:lnTo>
                    <a:pt x="179543" y="333772"/>
                  </a:lnTo>
                  <a:lnTo>
                    <a:pt x="184802" y="333298"/>
                  </a:lnTo>
                  <a:lnTo>
                    <a:pt x="190043" y="332658"/>
                  </a:lnTo>
                  <a:lnTo>
                    <a:pt x="195261" y="331853"/>
                  </a:lnTo>
                  <a:lnTo>
                    <a:pt x="200451" y="330884"/>
                  </a:lnTo>
                  <a:lnTo>
                    <a:pt x="205609" y="329751"/>
                  </a:lnTo>
                  <a:lnTo>
                    <a:pt x="210727" y="328456"/>
                  </a:lnTo>
                  <a:lnTo>
                    <a:pt x="215802" y="326999"/>
                  </a:lnTo>
                  <a:lnTo>
                    <a:pt x="220829" y="325384"/>
                  </a:lnTo>
                  <a:lnTo>
                    <a:pt x="225802" y="323610"/>
                  </a:lnTo>
                  <a:lnTo>
                    <a:pt x="230717" y="321680"/>
                  </a:lnTo>
                  <a:lnTo>
                    <a:pt x="235568" y="319596"/>
                  </a:lnTo>
                  <a:lnTo>
                    <a:pt x="240351" y="317360"/>
                  </a:lnTo>
                  <a:lnTo>
                    <a:pt x="245061" y="314973"/>
                  </a:lnTo>
                  <a:lnTo>
                    <a:pt x="249694" y="312440"/>
                  </a:lnTo>
                  <a:lnTo>
                    <a:pt x="254244" y="309761"/>
                  </a:lnTo>
                  <a:lnTo>
                    <a:pt x="258707" y="306940"/>
                  </a:lnTo>
                  <a:lnTo>
                    <a:pt x="263079" y="303979"/>
                  </a:lnTo>
                  <a:lnTo>
                    <a:pt x="267355" y="300881"/>
                  </a:lnTo>
                  <a:lnTo>
                    <a:pt x="271531" y="297651"/>
                  </a:lnTo>
                  <a:lnTo>
                    <a:pt x="275603" y="294290"/>
                  </a:lnTo>
                  <a:lnTo>
                    <a:pt x="279567" y="290802"/>
                  </a:lnTo>
                  <a:lnTo>
                    <a:pt x="283419" y="287190"/>
                  </a:lnTo>
                  <a:lnTo>
                    <a:pt x="287154" y="283459"/>
                  </a:lnTo>
                  <a:lnTo>
                    <a:pt x="290770" y="279611"/>
                  </a:lnTo>
                  <a:lnTo>
                    <a:pt x="294263" y="275652"/>
                  </a:lnTo>
                  <a:lnTo>
                    <a:pt x="297629" y="271584"/>
                  </a:lnTo>
                  <a:lnTo>
                    <a:pt x="300865" y="267411"/>
                  </a:lnTo>
                  <a:lnTo>
                    <a:pt x="303967" y="263139"/>
                  </a:lnTo>
                  <a:lnTo>
                    <a:pt x="306933" y="258771"/>
                  </a:lnTo>
                  <a:lnTo>
                    <a:pt x="309760" y="254311"/>
                  </a:lnTo>
                  <a:lnTo>
                    <a:pt x="312444" y="249764"/>
                  </a:lnTo>
                  <a:lnTo>
                    <a:pt x="314983" y="245135"/>
                  </a:lnTo>
                  <a:lnTo>
                    <a:pt x="317375" y="240427"/>
                  </a:lnTo>
                  <a:lnTo>
                    <a:pt x="319617" y="235647"/>
                  </a:lnTo>
                  <a:lnTo>
                    <a:pt x="321707" y="230798"/>
                  </a:lnTo>
                  <a:lnTo>
                    <a:pt x="323643" y="225886"/>
                  </a:lnTo>
                  <a:lnTo>
                    <a:pt x="325423" y="220915"/>
                  </a:lnTo>
                  <a:lnTo>
                    <a:pt x="327044" y="215890"/>
                  </a:lnTo>
                  <a:lnTo>
                    <a:pt x="328507" y="210817"/>
                  </a:lnTo>
                  <a:lnTo>
                    <a:pt x="329808" y="205699"/>
                  </a:lnTo>
                  <a:lnTo>
                    <a:pt x="330947" y="200544"/>
                  </a:lnTo>
                  <a:lnTo>
                    <a:pt x="331923" y="195355"/>
                  </a:lnTo>
                  <a:lnTo>
                    <a:pt x="332734" y="190137"/>
                  </a:lnTo>
                  <a:lnTo>
                    <a:pt x="333380" y="184897"/>
                  </a:lnTo>
                  <a:lnTo>
                    <a:pt x="333860" y="179639"/>
                  </a:lnTo>
                  <a:lnTo>
                    <a:pt x="334174" y="174368"/>
                  </a:lnTo>
                  <a:lnTo>
                    <a:pt x="334322" y="169090"/>
                  </a:lnTo>
                  <a:lnTo>
                    <a:pt x="334302" y="163810"/>
                  </a:lnTo>
                  <a:lnTo>
                    <a:pt x="334116" y="158533"/>
                  </a:lnTo>
                  <a:lnTo>
                    <a:pt x="333763" y="153265"/>
                  </a:lnTo>
                  <a:lnTo>
                    <a:pt x="333245" y="148011"/>
                  </a:lnTo>
                  <a:lnTo>
                    <a:pt x="332560" y="142775"/>
                  </a:lnTo>
                  <a:lnTo>
                    <a:pt x="331710" y="137564"/>
                  </a:lnTo>
                  <a:lnTo>
                    <a:pt x="330697" y="132382"/>
                  </a:lnTo>
                  <a:lnTo>
                    <a:pt x="329520" y="127235"/>
                  </a:lnTo>
                  <a:lnTo>
                    <a:pt x="328181" y="122128"/>
                  </a:lnTo>
                  <a:lnTo>
                    <a:pt x="326682" y="117065"/>
                  </a:lnTo>
                  <a:lnTo>
                    <a:pt x="325023" y="112052"/>
                  </a:lnTo>
                  <a:lnTo>
                    <a:pt x="323207" y="107094"/>
                  </a:lnTo>
                  <a:lnTo>
                    <a:pt x="321235" y="102196"/>
                  </a:lnTo>
                  <a:lnTo>
                    <a:pt x="319110" y="97363"/>
                  </a:lnTo>
                  <a:lnTo>
                    <a:pt x="316833" y="92599"/>
                  </a:lnTo>
                  <a:lnTo>
                    <a:pt x="314406" y="87910"/>
                  </a:lnTo>
                  <a:lnTo>
                    <a:pt x="311833" y="83299"/>
                  </a:lnTo>
                  <a:lnTo>
                    <a:pt x="309116" y="78772"/>
                  </a:lnTo>
                  <a:lnTo>
                    <a:pt x="306257" y="74333"/>
                  </a:lnTo>
                  <a:lnTo>
                    <a:pt x="303259" y="69987"/>
                  </a:lnTo>
                  <a:lnTo>
                    <a:pt x="300125" y="65737"/>
                  </a:lnTo>
                  <a:lnTo>
                    <a:pt x="296859" y="61589"/>
                  </a:lnTo>
                  <a:lnTo>
                    <a:pt x="293463" y="57546"/>
                  </a:lnTo>
                  <a:lnTo>
                    <a:pt x="289941" y="53612"/>
                  </a:lnTo>
                  <a:lnTo>
                    <a:pt x="286297" y="49791"/>
                  </a:lnTo>
                  <a:lnTo>
                    <a:pt x="282534" y="46087"/>
                  </a:lnTo>
                  <a:lnTo>
                    <a:pt x="278656" y="42504"/>
                  </a:lnTo>
                  <a:lnTo>
                    <a:pt x="274666" y="39045"/>
                  </a:lnTo>
                  <a:lnTo>
                    <a:pt x="270570" y="35714"/>
                  </a:lnTo>
                  <a:lnTo>
                    <a:pt x="266370" y="32514"/>
                  </a:lnTo>
                  <a:lnTo>
                    <a:pt x="262071" y="29448"/>
                  </a:lnTo>
                  <a:lnTo>
                    <a:pt x="257678" y="26519"/>
                  </a:lnTo>
                  <a:lnTo>
                    <a:pt x="253194" y="23731"/>
                  </a:lnTo>
                  <a:lnTo>
                    <a:pt x="248625" y="21086"/>
                  </a:lnTo>
                  <a:lnTo>
                    <a:pt x="243974" y="18586"/>
                  </a:lnTo>
                  <a:lnTo>
                    <a:pt x="239246" y="16234"/>
                  </a:lnTo>
                  <a:lnTo>
                    <a:pt x="234447" y="14033"/>
                  </a:lnTo>
                  <a:lnTo>
                    <a:pt x="229581" y="11985"/>
                  </a:lnTo>
                  <a:lnTo>
                    <a:pt x="224652" y="10091"/>
                  </a:lnTo>
                  <a:lnTo>
                    <a:pt x="219666" y="8354"/>
                  </a:lnTo>
                  <a:lnTo>
                    <a:pt x="214627" y="6775"/>
                  </a:lnTo>
                  <a:lnTo>
                    <a:pt x="209542" y="5356"/>
                  </a:lnTo>
                  <a:lnTo>
                    <a:pt x="204414" y="4098"/>
                  </a:lnTo>
                  <a:lnTo>
                    <a:pt x="199248" y="3003"/>
                  </a:lnTo>
                  <a:lnTo>
                    <a:pt x="194051" y="2072"/>
                  </a:lnTo>
                  <a:lnTo>
                    <a:pt x="188827" y="1305"/>
                  </a:lnTo>
                  <a:lnTo>
                    <a:pt x="183581" y="704"/>
                  </a:lnTo>
                  <a:lnTo>
                    <a:pt x="178319" y="269"/>
                  </a:lnTo>
                  <a:lnTo>
                    <a:pt x="173046" y="0"/>
                  </a:lnTo>
                  <a:lnTo>
                    <a:pt x="167166" y="1670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83779" y="3170392"/>
              <a:ext cx="5879" cy="167167"/>
            </a:xfrm>
            <a:custGeom>
              <a:avLst/>
              <a:pathLst>
                <a:path w="5879" h="167167">
                  <a:moveTo>
                    <a:pt x="5879" y="10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1854" y="2633064"/>
              <a:ext cx="167157" cy="203053"/>
            </a:xfrm>
            <a:custGeom>
              <a:avLst/>
              <a:pathLst>
                <a:path w="167157" h="203053">
                  <a:moveTo>
                    <a:pt x="167157" y="0"/>
                  </a:moveTo>
                  <a:lnTo>
                    <a:pt x="161726" y="88"/>
                  </a:lnTo>
                  <a:lnTo>
                    <a:pt x="156301" y="352"/>
                  </a:lnTo>
                  <a:lnTo>
                    <a:pt x="150887" y="793"/>
                  </a:lnTo>
                  <a:lnTo>
                    <a:pt x="145490" y="1410"/>
                  </a:lnTo>
                  <a:lnTo>
                    <a:pt x="140117" y="2201"/>
                  </a:lnTo>
                  <a:lnTo>
                    <a:pt x="134771" y="3166"/>
                  </a:lnTo>
                  <a:lnTo>
                    <a:pt x="129460" y="4305"/>
                  </a:lnTo>
                  <a:lnTo>
                    <a:pt x="124189" y="5616"/>
                  </a:lnTo>
                  <a:lnTo>
                    <a:pt x="118963" y="7097"/>
                  </a:lnTo>
                  <a:lnTo>
                    <a:pt x="113789" y="8747"/>
                  </a:lnTo>
                  <a:lnTo>
                    <a:pt x="108670" y="10565"/>
                  </a:lnTo>
                  <a:lnTo>
                    <a:pt x="103613" y="12547"/>
                  </a:lnTo>
                  <a:lnTo>
                    <a:pt x="98623" y="14693"/>
                  </a:lnTo>
                  <a:lnTo>
                    <a:pt x="93706" y="17000"/>
                  </a:lnTo>
                  <a:lnTo>
                    <a:pt x="88866" y="19466"/>
                  </a:lnTo>
                  <a:lnTo>
                    <a:pt x="84109" y="22087"/>
                  </a:lnTo>
                  <a:lnTo>
                    <a:pt x="79440" y="24862"/>
                  </a:lnTo>
                  <a:lnTo>
                    <a:pt x="74863" y="27787"/>
                  </a:lnTo>
                  <a:lnTo>
                    <a:pt x="70383" y="30859"/>
                  </a:lnTo>
                  <a:lnTo>
                    <a:pt x="66006" y="34075"/>
                  </a:lnTo>
                  <a:lnTo>
                    <a:pt x="61735" y="37431"/>
                  </a:lnTo>
                  <a:lnTo>
                    <a:pt x="57576" y="40925"/>
                  </a:lnTo>
                  <a:lnTo>
                    <a:pt x="53533" y="44551"/>
                  </a:lnTo>
                  <a:lnTo>
                    <a:pt x="49609" y="48308"/>
                  </a:lnTo>
                  <a:lnTo>
                    <a:pt x="45810" y="52189"/>
                  </a:lnTo>
                  <a:lnTo>
                    <a:pt x="42138" y="56192"/>
                  </a:lnTo>
                  <a:lnTo>
                    <a:pt x="38599" y="60312"/>
                  </a:lnTo>
                  <a:lnTo>
                    <a:pt x="35195" y="64545"/>
                  </a:lnTo>
                  <a:lnTo>
                    <a:pt x="31931" y="68887"/>
                  </a:lnTo>
                  <a:lnTo>
                    <a:pt x="28810" y="73332"/>
                  </a:lnTo>
                  <a:lnTo>
                    <a:pt x="25834" y="77876"/>
                  </a:lnTo>
                  <a:lnTo>
                    <a:pt x="23008" y="82514"/>
                  </a:lnTo>
                  <a:lnTo>
                    <a:pt x="20334" y="87242"/>
                  </a:lnTo>
                  <a:lnTo>
                    <a:pt x="17815" y="92054"/>
                  </a:lnTo>
                  <a:lnTo>
                    <a:pt x="15453" y="96946"/>
                  </a:lnTo>
                  <a:lnTo>
                    <a:pt x="13252" y="101911"/>
                  </a:lnTo>
                  <a:lnTo>
                    <a:pt x="11213" y="106946"/>
                  </a:lnTo>
                  <a:lnTo>
                    <a:pt x="9339" y="112044"/>
                  </a:lnTo>
                  <a:lnTo>
                    <a:pt x="7631" y="117200"/>
                  </a:lnTo>
                  <a:lnTo>
                    <a:pt x="6092" y="122409"/>
                  </a:lnTo>
                  <a:lnTo>
                    <a:pt x="4723" y="127666"/>
                  </a:lnTo>
                  <a:lnTo>
                    <a:pt x="3526" y="132964"/>
                  </a:lnTo>
                  <a:lnTo>
                    <a:pt x="2501" y="138298"/>
                  </a:lnTo>
                  <a:lnTo>
                    <a:pt x="1650" y="143662"/>
                  </a:lnTo>
                  <a:lnTo>
                    <a:pt x="974" y="149052"/>
                  </a:lnTo>
                  <a:lnTo>
                    <a:pt x="473" y="154460"/>
                  </a:lnTo>
                  <a:lnTo>
                    <a:pt x="148" y="159882"/>
                  </a:lnTo>
                  <a:lnTo>
                    <a:pt x="0" y="165312"/>
                  </a:lnTo>
                  <a:lnTo>
                    <a:pt x="27" y="170743"/>
                  </a:lnTo>
                  <a:lnTo>
                    <a:pt x="232" y="176171"/>
                  </a:lnTo>
                  <a:lnTo>
                    <a:pt x="613" y="181589"/>
                  </a:lnTo>
                  <a:lnTo>
                    <a:pt x="1169" y="186993"/>
                  </a:lnTo>
                  <a:lnTo>
                    <a:pt x="1901" y="192375"/>
                  </a:lnTo>
                  <a:lnTo>
                    <a:pt x="2807" y="197730"/>
                  </a:lnTo>
                  <a:lnTo>
                    <a:pt x="3887" y="20305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5741" y="2649728"/>
              <a:ext cx="330434" cy="317650"/>
            </a:xfrm>
            <a:custGeom>
              <a:avLst/>
              <a:pathLst>
                <a:path w="330434" h="317650">
                  <a:moveTo>
                    <a:pt x="0" y="186389"/>
                  </a:moveTo>
                  <a:lnTo>
                    <a:pt x="1225" y="191571"/>
                  </a:lnTo>
                  <a:lnTo>
                    <a:pt x="2616" y="196712"/>
                  </a:lnTo>
                  <a:lnTo>
                    <a:pt x="4169" y="201805"/>
                  </a:lnTo>
                  <a:lnTo>
                    <a:pt x="5884" y="206847"/>
                  </a:lnTo>
                  <a:lnTo>
                    <a:pt x="7758" y="211831"/>
                  </a:lnTo>
                  <a:lnTo>
                    <a:pt x="9790" y="216753"/>
                  </a:lnTo>
                  <a:lnTo>
                    <a:pt x="11978" y="221608"/>
                  </a:lnTo>
                  <a:lnTo>
                    <a:pt x="14320" y="226390"/>
                  </a:lnTo>
                  <a:lnTo>
                    <a:pt x="16813" y="231096"/>
                  </a:lnTo>
                  <a:lnTo>
                    <a:pt x="19454" y="235720"/>
                  </a:lnTo>
                  <a:lnTo>
                    <a:pt x="22241" y="240257"/>
                  </a:lnTo>
                  <a:lnTo>
                    <a:pt x="25171" y="244704"/>
                  </a:lnTo>
                  <a:lnTo>
                    <a:pt x="28242" y="249054"/>
                  </a:lnTo>
                  <a:lnTo>
                    <a:pt x="31449" y="253305"/>
                  </a:lnTo>
                  <a:lnTo>
                    <a:pt x="34790" y="257451"/>
                  </a:lnTo>
                  <a:lnTo>
                    <a:pt x="38262" y="261489"/>
                  </a:lnTo>
                  <a:lnTo>
                    <a:pt x="41860" y="265415"/>
                  </a:lnTo>
                  <a:lnTo>
                    <a:pt x="45582" y="269223"/>
                  </a:lnTo>
                  <a:lnTo>
                    <a:pt x="49423" y="272911"/>
                  </a:lnTo>
                  <a:lnTo>
                    <a:pt x="53380" y="276475"/>
                  </a:lnTo>
                  <a:lnTo>
                    <a:pt x="57448" y="279912"/>
                  </a:lnTo>
                  <a:lnTo>
                    <a:pt x="61623" y="283216"/>
                  </a:lnTo>
                  <a:lnTo>
                    <a:pt x="65902" y="286387"/>
                  </a:lnTo>
                  <a:lnTo>
                    <a:pt x="70279" y="289419"/>
                  </a:lnTo>
                  <a:lnTo>
                    <a:pt x="74751" y="292310"/>
                  </a:lnTo>
                  <a:lnTo>
                    <a:pt x="79312" y="295058"/>
                  </a:lnTo>
                  <a:lnTo>
                    <a:pt x="83959" y="297658"/>
                  </a:lnTo>
                  <a:lnTo>
                    <a:pt x="88687" y="300110"/>
                  </a:lnTo>
                  <a:lnTo>
                    <a:pt x="93489" y="302409"/>
                  </a:lnTo>
                  <a:lnTo>
                    <a:pt x="98363" y="304555"/>
                  </a:lnTo>
                  <a:lnTo>
                    <a:pt x="103303" y="306544"/>
                  </a:lnTo>
                  <a:lnTo>
                    <a:pt x="108303" y="308375"/>
                  </a:lnTo>
                  <a:lnTo>
                    <a:pt x="113359" y="310046"/>
                  </a:lnTo>
                  <a:lnTo>
                    <a:pt x="118466" y="311554"/>
                  </a:lnTo>
                  <a:lnTo>
                    <a:pt x="123619" y="312900"/>
                  </a:lnTo>
                  <a:lnTo>
                    <a:pt x="128811" y="314080"/>
                  </a:lnTo>
                  <a:lnTo>
                    <a:pt x="134039" y="315095"/>
                  </a:lnTo>
                  <a:lnTo>
                    <a:pt x="139296" y="315942"/>
                  </a:lnTo>
                  <a:lnTo>
                    <a:pt x="144578" y="316622"/>
                  </a:lnTo>
                  <a:lnTo>
                    <a:pt x="149878" y="317133"/>
                  </a:lnTo>
                  <a:lnTo>
                    <a:pt x="155192" y="317475"/>
                  </a:lnTo>
                  <a:lnTo>
                    <a:pt x="160514" y="317647"/>
                  </a:lnTo>
                  <a:lnTo>
                    <a:pt x="165839" y="317650"/>
                  </a:lnTo>
                  <a:lnTo>
                    <a:pt x="171162" y="317484"/>
                  </a:lnTo>
                  <a:lnTo>
                    <a:pt x="176476" y="317148"/>
                  </a:lnTo>
                  <a:lnTo>
                    <a:pt x="181777" y="316642"/>
                  </a:lnTo>
                  <a:lnTo>
                    <a:pt x="187060" y="315969"/>
                  </a:lnTo>
                  <a:lnTo>
                    <a:pt x="192318" y="315127"/>
                  </a:lnTo>
                  <a:lnTo>
                    <a:pt x="197547" y="314118"/>
                  </a:lnTo>
                  <a:lnTo>
                    <a:pt x="202740" y="312943"/>
                  </a:lnTo>
                  <a:lnTo>
                    <a:pt x="207894" y="311604"/>
                  </a:lnTo>
                  <a:lnTo>
                    <a:pt x="213003" y="310101"/>
                  </a:lnTo>
                  <a:lnTo>
                    <a:pt x="218061" y="308436"/>
                  </a:lnTo>
                  <a:lnTo>
                    <a:pt x="223063" y="306610"/>
                  </a:lnTo>
                  <a:lnTo>
                    <a:pt x="228005" y="304627"/>
                  </a:lnTo>
                  <a:lnTo>
                    <a:pt x="232881" y="302487"/>
                  </a:lnTo>
                  <a:lnTo>
                    <a:pt x="237687" y="300192"/>
                  </a:lnTo>
                  <a:lnTo>
                    <a:pt x="242417" y="297746"/>
                  </a:lnTo>
                  <a:lnTo>
                    <a:pt x="247066" y="295151"/>
                  </a:lnTo>
                  <a:lnTo>
                    <a:pt x="251631" y="292408"/>
                  </a:lnTo>
                  <a:lnTo>
                    <a:pt x="256106" y="289522"/>
                  </a:lnTo>
                  <a:lnTo>
                    <a:pt x="260487" y="286494"/>
                  </a:lnTo>
                  <a:lnTo>
                    <a:pt x="264769" y="283329"/>
                  </a:lnTo>
                  <a:lnTo>
                    <a:pt x="268948" y="280029"/>
                  </a:lnTo>
                  <a:lnTo>
                    <a:pt x="273020" y="276597"/>
                  </a:lnTo>
                  <a:lnTo>
                    <a:pt x="276980" y="273038"/>
                  </a:lnTo>
                  <a:lnTo>
                    <a:pt x="280826" y="269354"/>
                  </a:lnTo>
                  <a:lnTo>
                    <a:pt x="284551" y="265549"/>
                  </a:lnTo>
                  <a:lnTo>
                    <a:pt x="288154" y="261628"/>
                  </a:lnTo>
                  <a:lnTo>
                    <a:pt x="291630" y="257594"/>
                  </a:lnTo>
                  <a:lnTo>
                    <a:pt x="294976" y="253451"/>
                  </a:lnTo>
                  <a:lnTo>
                    <a:pt x="298188" y="249204"/>
                  </a:lnTo>
                  <a:lnTo>
                    <a:pt x="301263" y="244857"/>
                  </a:lnTo>
                  <a:lnTo>
                    <a:pt x="304199" y="240413"/>
                  </a:lnTo>
                  <a:lnTo>
                    <a:pt x="306991" y="235879"/>
                  </a:lnTo>
                  <a:lnTo>
                    <a:pt x="309637" y="231258"/>
                  </a:lnTo>
                  <a:lnTo>
                    <a:pt x="312135" y="226555"/>
                  </a:lnTo>
                  <a:lnTo>
                    <a:pt x="314482" y="221775"/>
                  </a:lnTo>
                  <a:lnTo>
                    <a:pt x="316675" y="216923"/>
                  </a:lnTo>
                  <a:lnTo>
                    <a:pt x="318713" y="212003"/>
                  </a:lnTo>
                  <a:lnTo>
                    <a:pt x="320593" y="207021"/>
                  </a:lnTo>
                  <a:lnTo>
                    <a:pt x="322313" y="201981"/>
                  </a:lnTo>
                  <a:lnTo>
                    <a:pt x="323872" y="196890"/>
                  </a:lnTo>
                  <a:lnTo>
                    <a:pt x="325268" y="191751"/>
                  </a:lnTo>
                  <a:lnTo>
                    <a:pt x="326500" y="186570"/>
                  </a:lnTo>
                  <a:lnTo>
                    <a:pt x="327566" y="181353"/>
                  </a:lnTo>
                  <a:lnTo>
                    <a:pt x="328465" y="176104"/>
                  </a:lnTo>
                  <a:lnTo>
                    <a:pt x="329197" y="170830"/>
                  </a:lnTo>
                  <a:lnTo>
                    <a:pt x="329760" y="165534"/>
                  </a:lnTo>
                  <a:lnTo>
                    <a:pt x="330154" y="160224"/>
                  </a:lnTo>
                  <a:lnTo>
                    <a:pt x="330379" y="154904"/>
                  </a:lnTo>
                  <a:lnTo>
                    <a:pt x="330434" y="149579"/>
                  </a:lnTo>
                  <a:lnTo>
                    <a:pt x="330320" y="144255"/>
                  </a:lnTo>
                  <a:lnTo>
                    <a:pt x="330036" y="138937"/>
                  </a:lnTo>
                  <a:lnTo>
                    <a:pt x="329583" y="133632"/>
                  </a:lnTo>
                  <a:lnTo>
                    <a:pt x="328962" y="128343"/>
                  </a:lnTo>
                  <a:lnTo>
                    <a:pt x="328172" y="123077"/>
                  </a:lnTo>
                  <a:lnTo>
                    <a:pt x="327215" y="117839"/>
                  </a:lnTo>
                  <a:lnTo>
                    <a:pt x="326091" y="112633"/>
                  </a:lnTo>
                  <a:lnTo>
                    <a:pt x="324802" y="107467"/>
                  </a:lnTo>
                  <a:lnTo>
                    <a:pt x="323350" y="102343"/>
                  </a:lnTo>
                  <a:lnTo>
                    <a:pt x="321735" y="97269"/>
                  </a:lnTo>
                  <a:lnTo>
                    <a:pt x="319959" y="92249"/>
                  </a:lnTo>
                  <a:lnTo>
                    <a:pt x="318024" y="87288"/>
                  </a:lnTo>
                  <a:lnTo>
                    <a:pt x="315932" y="82391"/>
                  </a:lnTo>
                  <a:lnTo>
                    <a:pt x="313685" y="77563"/>
                  </a:lnTo>
                  <a:lnTo>
                    <a:pt x="311285" y="72809"/>
                  </a:lnTo>
                  <a:lnTo>
                    <a:pt x="308736" y="68134"/>
                  </a:lnTo>
                  <a:lnTo>
                    <a:pt x="306038" y="63543"/>
                  </a:lnTo>
                  <a:lnTo>
                    <a:pt x="303196" y="59040"/>
                  </a:lnTo>
                  <a:lnTo>
                    <a:pt x="300212" y="54629"/>
                  </a:lnTo>
                  <a:lnTo>
                    <a:pt x="297089" y="50316"/>
                  </a:lnTo>
                  <a:lnTo>
                    <a:pt x="293830" y="46105"/>
                  </a:lnTo>
                  <a:lnTo>
                    <a:pt x="290439" y="41999"/>
                  </a:lnTo>
                  <a:lnTo>
                    <a:pt x="286918" y="38004"/>
                  </a:lnTo>
                  <a:lnTo>
                    <a:pt x="283272" y="34123"/>
                  </a:lnTo>
                  <a:lnTo>
                    <a:pt x="279505" y="30360"/>
                  </a:lnTo>
                  <a:lnTo>
                    <a:pt x="275619" y="26718"/>
                  </a:lnTo>
                  <a:lnTo>
                    <a:pt x="271619" y="23203"/>
                  </a:lnTo>
                  <a:lnTo>
                    <a:pt x="267510" y="19816"/>
                  </a:lnTo>
                  <a:lnTo>
                    <a:pt x="263295" y="16563"/>
                  </a:lnTo>
                  <a:lnTo>
                    <a:pt x="258978" y="13445"/>
                  </a:lnTo>
                  <a:lnTo>
                    <a:pt x="254564" y="10466"/>
                  </a:lnTo>
                  <a:lnTo>
                    <a:pt x="250057" y="7629"/>
                  </a:lnTo>
                  <a:lnTo>
                    <a:pt x="245463" y="4937"/>
                  </a:lnTo>
                  <a:lnTo>
                    <a:pt x="240785" y="2393"/>
                  </a:lnTo>
                  <a:lnTo>
                    <a:pt x="236028" y="0"/>
                  </a:lnTo>
                  <a:lnTo>
                    <a:pt x="163270" y="1505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919011" y="2633064"/>
              <a:ext cx="72758" cy="167167"/>
            </a:xfrm>
            <a:custGeom>
              <a:avLst/>
              <a:pathLst>
                <a:path w="72758" h="167167">
                  <a:moveTo>
                    <a:pt x="72758" y="16664"/>
                  </a:moveTo>
                  <a:lnTo>
                    <a:pt x="67502" y="14234"/>
                  </a:lnTo>
                  <a:lnTo>
                    <a:pt x="62165" y="11988"/>
                  </a:lnTo>
                  <a:lnTo>
                    <a:pt x="56754" y="9928"/>
                  </a:lnTo>
                  <a:lnTo>
                    <a:pt x="51274" y="8057"/>
                  </a:lnTo>
                  <a:lnTo>
                    <a:pt x="45733" y="6377"/>
                  </a:lnTo>
                  <a:lnTo>
                    <a:pt x="40137" y="4890"/>
                  </a:lnTo>
                  <a:lnTo>
                    <a:pt x="34493" y="3597"/>
                  </a:lnTo>
                  <a:lnTo>
                    <a:pt x="28808" y="2500"/>
                  </a:lnTo>
                  <a:lnTo>
                    <a:pt x="23087" y="1602"/>
                  </a:lnTo>
                  <a:lnTo>
                    <a:pt x="17340" y="901"/>
                  </a:lnTo>
                  <a:lnTo>
                    <a:pt x="11571" y="400"/>
                  </a:lnTo>
                  <a:lnTo>
                    <a:pt x="578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58906" y="2126963"/>
              <a:ext cx="69565" cy="167167"/>
            </a:xfrm>
            <a:custGeom>
              <a:avLst/>
              <a:pathLst>
                <a:path w="69565" h="167167">
                  <a:moveTo>
                    <a:pt x="69565" y="0"/>
                  </a:moveTo>
                  <a:lnTo>
                    <a:pt x="63587" y="106"/>
                  </a:lnTo>
                  <a:lnTo>
                    <a:pt x="57617" y="427"/>
                  </a:lnTo>
                  <a:lnTo>
                    <a:pt x="51662" y="961"/>
                  </a:lnTo>
                  <a:lnTo>
                    <a:pt x="45730" y="1707"/>
                  </a:lnTo>
                  <a:lnTo>
                    <a:pt x="39829" y="2665"/>
                  </a:lnTo>
                  <a:lnTo>
                    <a:pt x="33966" y="3834"/>
                  </a:lnTo>
                  <a:lnTo>
                    <a:pt x="28148" y="5211"/>
                  </a:lnTo>
                  <a:lnTo>
                    <a:pt x="22383" y="6796"/>
                  </a:lnTo>
                  <a:lnTo>
                    <a:pt x="16678" y="8586"/>
                  </a:lnTo>
                  <a:lnTo>
                    <a:pt x="11042" y="10578"/>
                  </a:lnTo>
                  <a:lnTo>
                    <a:pt x="5480" y="12771"/>
                  </a:lnTo>
                  <a:lnTo>
                    <a:pt x="0" y="15162"/>
                  </a:lnTo>
                  <a:lnTo>
                    <a:pt x="695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561310" y="2142125"/>
              <a:ext cx="167161" cy="283198"/>
            </a:xfrm>
            <a:custGeom>
              <a:avLst/>
              <a:pathLst>
                <a:path w="167161" h="283198">
                  <a:moveTo>
                    <a:pt x="97596" y="0"/>
                  </a:moveTo>
                  <a:lnTo>
                    <a:pt x="92778" y="2298"/>
                  </a:lnTo>
                  <a:lnTo>
                    <a:pt x="88035" y="4750"/>
                  </a:lnTo>
                  <a:lnTo>
                    <a:pt x="83374" y="7352"/>
                  </a:lnTo>
                  <a:lnTo>
                    <a:pt x="78797" y="10101"/>
                  </a:lnTo>
                  <a:lnTo>
                    <a:pt x="74311" y="12995"/>
                  </a:lnTo>
                  <a:lnTo>
                    <a:pt x="69920" y="16031"/>
                  </a:lnTo>
                  <a:lnTo>
                    <a:pt x="65627" y="19205"/>
                  </a:lnTo>
                  <a:lnTo>
                    <a:pt x="61439" y="22515"/>
                  </a:lnTo>
                  <a:lnTo>
                    <a:pt x="57358" y="25957"/>
                  </a:lnTo>
                  <a:lnTo>
                    <a:pt x="53389" y="29527"/>
                  </a:lnTo>
                  <a:lnTo>
                    <a:pt x="49536" y="33223"/>
                  </a:lnTo>
                  <a:lnTo>
                    <a:pt x="45803" y="37039"/>
                  </a:lnTo>
                  <a:lnTo>
                    <a:pt x="42194" y="40973"/>
                  </a:lnTo>
                  <a:lnTo>
                    <a:pt x="38712" y="45020"/>
                  </a:lnTo>
                  <a:lnTo>
                    <a:pt x="35361" y="49176"/>
                  </a:lnTo>
                  <a:lnTo>
                    <a:pt x="32145" y="53437"/>
                  </a:lnTo>
                  <a:lnTo>
                    <a:pt x="29067" y="57799"/>
                  </a:lnTo>
                  <a:lnTo>
                    <a:pt x="26129" y="62256"/>
                  </a:lnTo>
                  <a:lnTo>
                    <a:pt x="23335" y="66806"/>
                  </a:lnTo>
                  <a:lnTo>
                    <a:pt x="20688" y="71442"/>
                  </a:lnTo>
                  <a:lnTo>
                    <a:pt x="18190" y="76160"/>
                  </a:lnTo>
                  <a:lnTo>
                    <a:pt x="15844" y="80955"/>
                  </a:lnTo>
                  <a:lnTo>
                    <a:pt x="13652" y="85823"/>
                  </a:lnTo>
                  <a:lnTo>
                    <a:pt x="11618" y="90759"/>
                  </a:lnTo>
                  <a:lnTo>
                    <a:pt x="9741" y="95757"/>
                  </a:lnTo>
                  <a:lnTo>
                    <a:pt x="8025" y="100812"/>
                  </a:lnTo>
                  <a:lnTo>
                    <a:pt x="6472" y="105920"/>
                  </a:lnTo>
                  <a:lnTo>
                    <a:pt x="5082" y="111075"/>
                  </a:lnTo>
                  <a:lnTo>
                    <a:pt x="3858" y="116271"/>
                  </a:lnTo>
                  <a:lnTo>
                    <a:pt x="2800" y="121504"/>
                  </a:lnTo>
                  <a:lnTo>
                    <a:pt x="1910" y="126767"/>
                  </a:lnTo>
                  <a:lnTo>
                    <a:pt x="1188" y="132057"/>
                  </a:lnTo>
                  <a:lnTo>
                    <a:pt x="636" y="137367"/>
                  </a:lnTo>
                  <a:lnTo>
                    <a:pt x="254" y="142692"/>
                  </a:lnTo>
                  <a:lnTo>
                    <a:pt x="41" y="148026"/>
                  </a:lnTo>
                  <a:lnTo>
                    <a:pt x="0" y="153365"/>
                  </a:lnTo>
                  <a:lnTo>
                    <a:pt x="128" y="158702"/>
                  </a:lnTo>
                  <a:lnTo>
                    <a:pt x="427" y="164032"/>
                  </a:lnTo>
                  <a:lnTo>
                    <a:pt x="896" y="169350"/>
                  </a:lnTo>
                  <a:lnTo>
                    <a:pt x="1535" y="174650"/>
                  </a:lnTo>
                  <a:lnTo>
                    <a:pt x="2342" y="179927"/>
                  </a:lnTo>
                  <a:lnTo>
                    <a:pt x="3318" y="185176"/>
                  </a:lnTo>
                  <a:lnTo>
                    <a:pt x="4461" y="190391"/>
                  </a:lnTo>
                  <a:lnTo>
                    <a:pt x="5770" y="195567"/>
                  </a:lnTo>
                  <a:lnTo>
                    <a:pt x="7243" y="200698"/>
                  </a:lnTo>
                  <a:lnTo>
                    <a:pt x="8879" y="205780"/>
                  </a:lnTo>
                  <a:lnTo>
                    <a:pt x="10677" y="210806"/>
                  </a:lnTo>
                  <a:lnTo>
                    <a:pt x="12635" y="215773"/>
                  </a:lnTo>
                  <a:lnTo>
                    <a:pt x="14750" y="220675"/>
                  </a:lnTo>
                  <a:lnTo>
                    <a:pt x="17020" y="225507"/>
                  </a:lnTo>
                  <a:lnTo>
                    <a:pt x="19444" y="230263"/>
                  </a:lnTo>
                  <a:lnTo>
                    <a:pt x="22018" y="234940"/>
                  </a:lnTo>
                  <a:lnTo>
                    <a:pt x="24740" y="239533"/>
                  </a:lnTo>
                  <a:lnTo>
                    <a:pt x="27608" y="244036"/>
                  </a:lnTo>
                  <a:lnTo>
                    <a:pt x="30618" y="248445"/>
                  </a:lnTo>
                  <a:lnTo>
                    <a:pt x="33767" y="252756"/>
                  </a:lnTo>
                  <a:lnTo>
                    <a:pt x="37052" y="256964"/>
                  </a:lnTo>
                  <a:lnTo>
                    <a:pt x="40470" y="261065"/>
                  </a:lnTo>
                  <a:lnTo>
                    <a:pt x="44017" y="265055"/>
                  </a:lnTo>
                  <a:lnTo>
                    <a:pt x="47690" y="268930"/>
                  </a:lnTo>
                  <a:lnTo>
                    <a:pt x="51484" y="272685"/>
                  </a:lnTo>
                  <a:lnTo>
                    <a:pt x="55397" y="276317"/>
                  </a:lnTo>
                  <a:lnTo>
                    <a:pt x="59423" y="279823"/>
                  </a:lnTo>
                  <a:lnTo>
                    <a:pt x="63559" y="283198"/>
                  </a:lnTo>
                  <a:lnTo>
                    <a:pt x="167161" y="152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4870" y="2126963"/>
              <a:ext cx="270750" cy="334334"/>
            </a:xfrm>
            <a:custGeom>
              <a:avLst/>
              <a:pathLst>
                <a:path w="270750" h="334334">
                  <a:moveTo>
                    <a:pt x="0" y="298360"/>
                  </a:moveTo>
                  <a:lnTo>
                    <a:pt x="4216" y="301583"/>
                  </a:lnTo>
                  <a:lnTo>
                    <a:pt x="8533" y="304670"/>
                  </a:lnTo>
                  <a:lnTo>
                    <a:pt x="12946" y="307618"/>
                  </a:lnTo>
                  <a:lnTo>
                    <a:pt x="17451" y="310425"/>
                  </a:lnTo>
                  <a:lnTo>
                    <a:pt x="22042" y="313088"/>
                  </a:lnTo>
                  <a:lnTo>
                    <a:pt x="26715" y="315604"/>
                  </a:lnTo>
                  <a:lnTo>
                    <a:pt x="31466" y="317970"/>
                  </a:lnTo>
                  <a:lnTo>
                    <a:pt x="36290" y="320183"/>
                  </a:lnTo>
                  <a:lnTo>
                    <a:pt x="41181" y="322243"/>
                  </a:lnTo>
                  <a:lnTo>
                    <a:pt x="46135" y="324147"/>
                  </a:lnTo>
                  <a:lnTo>
                    <a:pt x="51148" y="325892"/>
                  </a:lnTo>
                  <a:lnTo>
                    <a:pt x="56213" y="327477"/>
                  </a:lnTo>
                  <a:lnTo>
                    <a:pt x="61326" y="328900"/>
                  </a:lnTo>
                  <a:lnTo>
                    <a:pt x="66481" y="330161"/>
                  </a:lnTo>
                  <a:lnTo>
                    <a:pt x="71674" y="331257"/>
                  </a:lnTo>
                  <a:lnTo>
                    <a:pt x="76899" y="332188"/>
                  </a:lnTo>
                  <a:lnTo>
                    <a:pt x="82151" y="332952"/>
                  </a:lnTo>
                  <a:lnTo>
                    <a:pt x="87425" y="333550"/>
                  </a:lnTo>
                  <a:lnTo>
                    <a:pt x="92715" y="333980"/>
                  </a:lnTo>
                  <a:lnTo>
                    <a:pt x="98016" y="334241"/>
                  </a:lnTo>
                  <a:lnTo>
                    <a:pt x="103322" y="334334"/>
                  </a:lnTo>
                  <a:lnTo>
                    <a:pt x="108629" y="334259"/>
                  </a:lnTo>
                  <a:lnTo>
                    <a:pt x="113931" y="334015"/>
                  </a:lnTo>
                  <a:lnTo>
                    <a:pt x="119222" y="333603"/>
                  </a:lnTo>
                  <a:lnTo>
                    <a:pt x="124498" y="333023"/>
                  </a:lnTo>
                  <a:lnTo>
                    <a:pt x="129752" y="332276"/>
                  </a:lnTo>
                  <a:lnTo>
                    <a:pt x="134980" y="331363"/>
                  </a:lnTo>
                  <a:lnTo>
                    <a:pt x="140177" y="330284"/>
                  </a:lnTo>
                  <a:lnTo>
                    <a:pt x="145337" y="329041"/>
                  </a:lnTo>
                  <a:lnTo>
                    <a:pt x="150454" y="327634"/>
                  </a:lnTo>
                  <a:lnTo>
                    <a:pt x="155525" y="326066"/>
                  </a:lnTo>
                  <a:lnTo>
                    <a:pt x="160543" y="324338"/>
                  </a:lnTo>
                  <a:lnTo>
                    <a:pt x="165503" y="322451"/>
                  </a:lnTo>
                  <a:lnTo>
                    <a:pt x="170402" y="320408"/>
                  </a:lnTo>
                  <a:lnTo>
                    <a:pt x="175233" y="318210"/>
                  </a:lnTo>
                  <a:lnTo>
                    <a:pt x="179991" y="315860"/>
                  </a:lnTo>
                  <a:lnTo>
                    <a:pt x="184673" y="313360"/>
                  </a:lnTo>
                  <a:lnTo>
                    <a:pt x="189273" y="310713"/>
                  </a:lnTo>
                  <a:lnTo>
                    <a:pt x="193787" y="307921"/>
                  </a:lnTo>
                  <a:lnTo>
                    <a:pt x="198209" y="304987"/>
                  </a:lnTo>
                  <a:lnTo>
                    <a:pt x="202537" y="301914"/>
                  </a:lnTo>
                  <a:lnTo>
                    <a:pt x="206764" y="298705"/>
                  </a:lnTo>
                  <a:lnTo>
                    <a:pt x="210888" y="295364"/>
                  </a:lnTo>
                  <a:lnTo>
                    <a:pt x="214904" y="291894"/>
                  </a:lnTo>
                  <a:lnTo>
                    <a:pt x="218807" y="288298"/>
                  </a:lnTo>
                  <a:lnTo>
                    <a:pt x="222594" y="284579"/>
                  </a:lnTo>
                  <a:lnTo>
                    <a:pt x="226261" y="280743"/>
                  </a:lnTo>
                  <a:lnTo>
                    <a:pt x="229805" y="276792"/>
                  </a:lnTo>
                  <a:lnTo>
                    <a:pt x="233222" y="272730"/>
                  </a:lnTo>
                  <a:lnTo>
                    <a:pt x="236507" y="268562"/>
                  </a:lnTo>
                  <a:lnTo>
                    <a:pt x="239659" y="264292"/>
                  </a:lnTo>
                  <a:lnTo>
                    <a:pt x="242674" y="259924"/>
                  </a:lnTo>
                  <a:lnTo>
                    <a:pt x="245548" y="255462"/>
                  </a:lnTo>
                  <a:lnTo>
                    <a:pt x="248280" y="250912"/>
                  </a:lnTo>
                  <a:lnTo>
                    <a:pt x="250865" y="246277"/>
                  </a:lnTo>
                  <a:lnTo>
                    <a:pt x="253302" y="241562"/>
                  </a:lnTo>
                  <a:lnTo>
                    <a:pt x="255588" y="236772"/>
                  </a:lnTo>
                  <a:lnTo>
                    <a:pt x="257721" y="231913"/>
                  </a:lnTo>
                  <a:lnTo>
                    <a:pt x="259699" y="226987"/>
                  </a:lnTo>
                  <a:lnTo>
                    <a:pt x="261519" y="222002"/>
                  </a:lnTo>
                  <a:lnTo>
                    <a:pt x="263181" y="216961"/>
                  </a:lnTo>
                  <a:lnTo>
                    <a:pt x="264681" y="211870"/>
                  </a:lnTo>
                  <a:lnTo>
                    <a:pt x="266019" y="206734"/>
                  </a:lnTo>
                  <a:lnTo>
                    <a:pt x="267193" y="201559"/>
                  </a:lnTo>
                  <a:lnTo>
                    <a:pt x="268202" y="196348"/>
                  </a:lnTo>
                  <a:lnTo>
                    <a:pt x="269046" y="191108"/>
                  </a:lnTo>
                  <a:lnTo>
                    <a:pt x="269722" y="185844"/>
                  </a:lnTo>
                  <a:lnTo>
                    <a:pt x="270231" y="180561"/>
                  </a:lnTo>
                  <a:lnTo>
                    <a:pt x="270573" y="175265"/>
                  </a:lnTo>
                  <a:lnTo>
                    <a:pt x="270746" y="169960"/>
                  </a:lnTo>
                  <a:lnTo>
                    <a:pt x="270750" y="164653"/>
                  </a:lnTo>
                  <a:lnTo>
                    <a:pt x="270586" y="159348"/>
                  </a:lnTo>
                  <a:lnTo>
                    <a:pt x="270254" y="154051"/>
                  </a:lnTo>
                  <a:lnTo>
                    <a:pt x="269753" y="148767"/>
                  </a:lnTo>
                  <a:lnTo>
                    <a:pt x="269085" y="143502"/>
                  </a:lnTo>
                  <a:lnTo>
                    <a:pt x="268251" y="138261"/>
                  </a:lnTo>
                  <a:lnTo>
                    <a:pt x="267250" y="133049"/>
                  </a:lnTo>
                  <a:lnTo>
                    <a:pt x="266085" y="127871"/>
                  </a:lnTo>
                  <a:lnTo>
                    <a:pt x="264755" y="122733"/>
                  </a:lnTo>
                  <a:lnTo>
                    <a:pt x="263264" y="117639"/>
                  </a:lnTo>
                  <a:lnTo>
                    <a:pt x="261611" y="112596"/>
                  </a:lnTo>
                  <a:lnTo>
                    <a:pt x="259799" y="107607"/>
                  </a:lnTo>
                  <a:lnTo>
                    <a:pt x="257829" y="102679"/>
                  </a:lnTo>
                  <a:lnTo>
                    <a:pt x="255705" y="97815"/>
                  </a:lnTo>
                  <a:lnTo>
                    <a:pt x="253426" y="93022"/>
                  </a:lnTo>
                  <a:lnTo>
                    <a:pt x="250997" y="88303"/>
                  </a:lnTo>
                  <a:lnTo>
                    <a:pt x="248419" y="83664"/>
                  </a:lnTo>
                  <a:lnTo>
                    <a:pt x="245696" y="79109"/>
                  </a:lnTo>
                  <a:lnTo>
                    <a:pt x="242829" y="74642"/>
                  </a:lnTo>
                  <a:lnTo>
                    <a:pt x="239821" y="70269"/>
                  </a:lnTo>
                  <a:lnTo>
                    <a:pt x="236677" y="65994"/>
                  </a:lnTo>
                  <a:lnTo>
                    <a:pt x="233398" y="61820"/>
                  </a:lnTo>
                  <a:lnTo>
                    <a:pt x="229988" y="57753"/>
                  </a:lnTo>
                  <a:lnTo>
                    <a:pt x="226451" y="53796"/>
                  </a:lnTo>
                  <a:lnTo>
                    <a:pt x="222790" y="49953"/>
                  </a:lnTo>
                  <a:lnTo>
                    <a:pt x="219009" y="46229"/>
                  </a:lnTo>
                  <a:lnTo>
                    <a:pt x="215112" y="42626"/>
                  </a:lnTo>
                  <a:lnTo>
                    <a:pt x="211102" y="39149"/>
                  </a:lnTo>
                  <a:lnTo>
                    <a:pt x="206984" y="35801"/>
                  </a:lnTo>
                  <a:lnTo>
                    <a:pt x="202762" y="32585"/>
                  </a:lnTo>
                  <a:lnTo>
                    <a:pt x="198440" y="29505"/>
                  </a:lnTo>
                  <a:lnTo>
                    <a:pt x="194022" y="26564"/>
                  </a:lnTo>
                  <a:lnTo>
                    <a:pt x="189513" y="23765"/>
                  </a:lnTo>
                  <a:lnTo>
                    <a:pt x="184917" y="21110"/>
                  </a:lnTo>
                  <a:lnTo>
                    <a:pt x="180240" y="18602"/>
                  </a:lnTo>
                  <a:lnTo>
                    <a:pt x="175485" y="16244"/>
                  </a:lnTo>
                  <a:lnTo>
                    <a:pt x="170658" y="14038"/>
                  </a:lnTo>
                  <a:lnTo>
                    <a:pt x="165763" y="11987"/>
                  </a:lnTo>
                  <a:lnTo>
                    <a:pt x="160805" y="10092"/>
                  </a:lnTo>
                  <a:lnTo>
                    <a:pt x="155790" y="8355"/>
                  </a:lnTo>
                  <a:lnTo>
                    <a:pt x="150722" y="6778"/>
                  </a:lnTo>
                  <a:lnTo>
                    <a:pt x="145607" y="5363"/>
                  </a:lnTo>
                  <a:lnTo>
                    <a:pt x="140450" y="4111"/>
                  </a:lnTo>
                  <a:lnTo>
                    <a:pt x="135255" y="3024"/>
                  </a:lnTo>
                  <a:lnTo>
                    <a:pt x="130028" y="2102"/>
                  </a:lnTo>
                  <a:lnTo>
                    <a:pt x="124775" y="1346"/>
                  </a:lnTo>
                  <a:lnTo>
                    <a:pt x="119500" y="757"/>
                  </a:lnTo>
                  <a:lnTo>
                    <a:pt x="114210" y="336"/>
                  </a:lnTo>
                  <a:lnTo>
                    <a:pt x="108908" y="84"/>
                  </a:lnTo>
                  <a:lnTo>
                    <a:pt x="103602" y="0"/>
                  </a:lnTo>
                  <a:lnTo>
                    <a:pt x="1036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77936" y="1681503"/>
              <a:ext cx="45298" cy="167167"/>
            </a:xfrm>
            <a:custGeom>
              <a:avLst/>
              <a:pathLst>
                <a:path w="45298" h="167167">
                  <a:moveTo>
                    <a:pt x="45298" y="0"/>
                  </a:moveTo>
                  <a:lnTo>
                    <a:pt x="38746" y="128"/>
                  </a:lnTo>
                  <a:lnTo>
                    <a:pt x="32205" y="513"/>
                  </a:lnTo>
                  <a:lnTo>
                    <a:pt x="25684" y="1154"/>
                  </a:lnTo>
                  <a:lnTo>
                    <a:pt x="19193" y="2050"/>
                  </a:lnTo>
                  <a:lnTo>
                    <a:pt x="12742" y="3200"/>
                  </a:lnTo>
                  <a:lnTo>
                    <a:pt x="6341" y="4602"/>
                  </a:lnTo>
                  <a:lnTo>
                    <a:pt x="0" y="6254"/>
                  </a:lnTo>
                  <a:lnTo>
                    <a:pt x="4529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7936" y="1687757"/>
              <a:ext cx="45298" cy="160913"/>
            </a:xfrm>
            <a:custGeom>
              <a:avLst/>
              <a:pathLst>
                <a:path w="45298" h="160913">
                  <a:moveTo>
                    <a:pt x="0" y="0"/>
                  </a:moveTo>
                  <a:lnTo>
                    <a:pt x="45298" y="1609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256067" y="1687757"/>
              <a:ext cx="334332" cy="328064"/>
            </a:xfrm>
            <a:custGeom>
              <a:avLst/>
              <a:pathLst>
                <a:path w="334332" h="328064">
                  <a:moveTo>
                    <a:pt x="121869" y="0"/>
                  </a:moveTo>
                  <a:lnTo>
                    <a:pt x="116797" y="1514"/>
                  </a:lnTo>
                  <a:lnTo>
                    <a:pt x="111776" y="3189"/>
                  </a:lnTo>
                  <a:lnTo>
                    <a:pt x="106811" y="5021"/>
                  </a:lnTo>
                  <a:lnTo>
                    <a:pt x="101906" y="7010"/>
                  </a:lnTo>
                  <a:lnTo>
                    <a:pt x="97067" y="9153"/>
                  </a:lnTo>
                  <a:lnTo>
                    <a:pt x="92298" y="11448"/>
                  </a:lnTo>
                  <a:lnTo>
                    <a:pt x="87604" y="13893"/>
                  </a:lnTo>
                  <a:lnTo>
                    <a:pt x="82989" y="16486"/>
                  </a:lnTo>
                  <a:lnTo>
                    <a:pt x="78460" y="19223"/>
                  </a:lnTo>
                  <a:lnTo>
                    <a:pt x="74019" y="22102"/>
                  </a:lnTo>
                  <a:lnTo>
                    <a:pt x="69671" y="25120"/>
                  </a:lnTo>
                  <a:lnTo>
                    <a:pt x="65421" y="28275"/>
                  </a:lnTo>
                  <a:lnTo>
                    <a:pt x="61273" y="31562"/>
                  </a:lnTo>
                  <a:lnTo>
                    <a:pt x="57231" y="34979"/>
                  </a:lnTo>
                  <a:lnTo>
                    <a:pt x="53300" y="38523"/>
                  </a:lnTo>
                  <a:lnTo>
                    <a:pt x="49482" y="42189"/>
                  </a:lnTo>
                  <a:lnTo>
                    <a:pt x="45783" y="45974"/>
                  </a:lnTo>
                  <a:lnTo>
                    <a:pt x="42205" y="49874"/>
                  </a:lnTo>
                  <a:lnTo>
                    <a:pt x="38753" y="53886"/>
                  </a:lnTo>
                  <a:lnTo>
                    <a:pt x="35429" y="58004"/>
                  </a:lnTo>
                  <a:lnTo>
                    <a:pt x="32237" y="62226"/>
                  </a:lnTo>
                  <a:lnTo>
                    <a:pt x="29181" y="66547"/>
                  </a:lnTo>
                  <a:lnTo>
                    <a:pt x="26263" y="70963"/>
                  </a:lnTo>
                  <a:lnTo>
                    <a:pt x="23486" y="75468"/>
                  </a:lnTo>
                  <a:lnTo>
                    <a:pt x="20853" y="80060"/>
                  </a:lnTo>
                  <a:lnTo>
                    <a:pt x="18367" y="84732"/>
                  </a:lnTo>
                  <a:lnTo>
                    <a:pt x="16029" y="89481"/>
                  </a:lnTo>
                  <a:lnTo>
                    <a:pt x="13844" y="94301"/>
                  </a:lnTo>
                  <a:lnTo>
                    <a:pt x="11812" y="99188"/>
                  </a:lnTo>
                  <a:lnTo>
                    <a:pt x="9936" y="104137"/>
                  </a:lnTo>
                  <a:lnTo>
                    <a:pt x="8217" y="109143"/>
                  </a:lnTo>
                  <a:lnTo>
                    <a:pt x="6658" y="114201"/>
                  </a:lnTo>
                  <a:lnTo>
                    <a:pt x="5260" y="119306"/>
                  </a:lnTo>
                  <a:lnTo>
                    <a:pt x="4024" y="124452"/>
                  </a:lnTo>
                  <a:lnTo>
                    <a:pt x="2951" y="129635"/>
                  </a:lnTo>
                  <a:lnTo>
                    <a:pt x="2044" y="134849"/>
                  </a:lnTo>
                  <a:lnTo>
                    <a:pt x="1301" y="140089"/>
                  </a:lnTo>
                  <a:lnTo>
                    <a:pt x="725" y="145351"/>
                  </a:lnTo>
                  <a:lnTo>
                    <a:pt x="316" y="150627"/>
                  </a:lnTo>
                  <a:lnTo>
                    <a:pt x="74" y="155915"/>
                  </a:lnTo>
                  <a:lnTo>
                    <a:pt x="0" y="161207"/>
                  </a:lnTo>
                  <a:lnTo>
                    <a:pt x="93" y="166499"/>
                  </a:lnTo>
                  <a:lnTo>
                    <a:pt x="353" y="171785"/>
                  </a:lnTo>
                  <a:lnTo>
                    <a:pt x="781" y="177060"/>
                  </a:lnTo>
                  <a:lnTo>
                    <a:pt x="1376" y="182319"/>
                  </a:lnTo>
                  <a:lnTo>
                    <a:pt x="2136" y="187557"/>
                  </a:lnTo>
                  <a:lnTo>
                    <a:pt x="3062" y="192768"/>
                  </a:lnTo>
                  <a:lnTo>
                    <a:pt x="4153" y="197947"/>
                  </a:lnTo>
                  <a:lnTo>
                    <a:pt x="5407" y="203089"/>
                  </a:lnTo>
                  <a:lnTo>
                    <a:pt x="6824" y="208189"/>
                  </a:lnTo>
                  <a:lnTo>
                    <a:pt x="8400" y="213241"/>
                  </a:lnTo>
                  <a:lnTo>
                    <a:pt x="10137" y="218241"/>
                  </a:lnTo>
                  <a:lnTo>
                    <a:pt x="12030" y="223183"/>
                  </a:lnTo>
                  <a:lnTo>
                    <a:pt x="14079" y="228063"/>
                  </a:lnTo>
                  <a:lnTo>
                    <a:pt x="16282" y="232876"/>
                  </a:lnTo>
                  <a:lnTo>
                    <a:pt x="18635" y="237616"/>
                  </a:lnTo>
                  <a:lnTo>
                    <a:pt x="21138" y="242280"/>
                  </a:lnTo>
                  <a:lnTo>
                    <a:pt x="23787" y="246862"/>
                  </a:lnTo>
                  <a:lnTo>
                    <a:pt x="26580" y="251358"/>
                  </a:lnTo>
                  <a:lnTo>
                    <a:pt x="29514" y="255763"/>
                  </a:lnTo>
                  <a:lnTo>
                    <a:pt x="32585" y="260073"/>
                  </a:lnTo>
                  <a:lnTo>
                    <a:pt x="35792" y="264284"/>
                  </a:lnTo>
                  <a:lnTo>
                    <a:pt x="39130" y="268391"/>
                  </a:lnTo>
                  <a:lnTo>
                    <a:pt x="42597" y="272390"/>
                  </a:lnTo>
                  <a:lnTo>
                    <a:pt x="46188" y="276278"/>
                  </a:lnTo>
                  <a:lnTo>
                    <a:pt x="49901" y="280050"/>
                  </a:lnTo>
                  <a:lnTo>
                    <a:pt x="53731" y="283702"/>
                  </a:lnTo>
                  <a:lnTo>
                    <a:pt x="57675" y="287232"/>
                  </a:lnTo>
                  <a:lnTo>
                    <a:pt x="61729" y="290635"/>
                  </a:lnTo>
                  <a:lnTo>
                    <a:pt x="65888" y="293907"/>
                  </a:lnTo>
                  <a:lnTo>
                    <a:pt x="70149" y="297047"/>
                  </a:lnTo>
                  <a:lnTo>
                    <a:pt x="74507" y="300050"/>
                  </a:lnTo>
                  <a:lnTo>
                    <a:pt x="78959" y="302914"/>
                  </a:lnTo>
                  <a:lnTo>
                    <a:pt x="83498" y="305635"/>
                  </a:lnTo>
                  <a:lnTo>
                    <a:pt x="88121" y="308211"/>
                  </a:lnTo>
                  <a:lnTo>
                    <a:pt x="92824" y="310639"/>
                  </a:lnTo>
                  <a:lnTo>
                    <a:pt x="97601" y="312918"/>
                  </a:lnTo>
                  <a:lnTo>
                    <a:pt x="102448" y="315044"/>
                  </a:lnTo>
                  <a:lnTo>
                    <a:pt x="107360" y="317015"/>
                  </a:lnTo>
                  <a:lnTo>
                    <a:pt x="112332" y="318831"/>
                  </a:lnTo>
                  <a:lnTo>
                    <a:pt x="117358" y="320487"/>
                  </a:lnTo>
                  <a:lnTo>
                    <a:pt x="122435" y="321984"/>
                  </a:lnTo>
                  <a:lnTo>
                    <a:pt x="127556" y="323319"/>
                  </a:lnTo>
                  <a:lnTo>
                    <a:pt x="132717" y="324492"/>
                  </a:lnTo>
                  <a:lnTo>
                    <a:pt x="137913" y="325501"/>
                  </a:lnTo>
                  <a:lnTo>
                    <a:pt x="143138" y="326344"/>
                  </a:lnTo>
                  <a:lnTo>
                    <a:pt x="148387" y="327022"/>
                  </a:lnTo>
                  <a:lnTo>
                    <a:pt x="153655" y="327533"/>
                  </a:lnTo>
                  <a:lnTo>
                    <a:pt x="158937" y="327877"/>
                  </a:lnTo>
                  <a:lnTo>
                    <a:pt x="164226" y="328054"/>
                  </a:lnTo>
                  <a:lnTo>
                    <a:pt x="169519" y="328064"/>
                  </a:lnTo>
                  <a:lnTo>
                    <a:pt x="174809" y="327905"/>
                  </a:lnTo>
                  <a:lnTo>
                    <a:pt x="180092" y="327580"/>
                  </a:lnTo>
                  <a:lnTo>
                    <a:pt x="185362" y="327087"/>
                  </a:lnTo>
                  <a:lnTo>
                    <a:pt x="190613" y="326428"/>
                  </a:lnTo>
                  <a:lnTo>
                    <a:pt x="195841" y="325602"/>
                  </a:lnTo>
                  <a:lnTo>
                    <a:pt x="201040" y="324612"/>
                  </a:lnTo>
                  <a:lnTo>
                    <a:pt x="206205" y="323458"/>
                  </a:lnTo>
                  <a:lnTo>
                    <a:pt x="211332" y="322140"/>
                  </a:lnTo>
                  <a:lnTo>
                    <a:pt x="216413" y="320662"/>
                  </a:lnTo>
                  <a:lnTo>
                    <a:pt x="221446" y="319022"/>
                  </a:lnTo>
                  <a:lnTo>
                    <a:pt x="226424" y="317225"/>
                  </a:lnTo>
                  <a:lnTo>
                    <a:pt x="231343" y="315271"/>
                  </a:lnTo>
                  <a:lnTo>
                    <a:pt x="236197" y="313162"/>
                  </a:lnTo>
                  <a:lnTo>
                    <a:pt x="240982" y="310900"/>
                  </a:lnTo>
                  <a:lnTo>
                    <a:pt x="245693" y="308488"/>
                  </a:lnTo>
                  <a:lnTo>
                    <a:pt x="250326" y="305928"/>
                  </a:lnTo>
                  <a:lnTo>
                    <a:pt x="254875" y="303223"/>
                  </a:lnTo>
                  <a:lnTo>
                    <a:pt x="259336" y="300375"/>
                  </a:lnTo>
                  <a:lnTo>
                    <a:pt x="263705" y="297387"/>
                  </a:lnTo>
                  <a:lnTo>
                    <a:pt x="267977" y="294263"/>
                  </a:lnTo>
                  <a:lnTo>
                    <a:pt x="272148" y="291005"/>
                  </a:lnTo>
                  <a:lnTo>
                    <a:pt x="276213" y="287616"/>
                  </a:lnTo>
                  <a:lnTo>
                    <a:pt x="280170" y="284101"/>
                  </a:lnTo>
                  <a:lnTo>
                    <a:pt x="284013" y="280462"/>
                  </a:lnTo>
                  <a:lnTo>
                    <a:pt x="287739" y="276703"/>
                  </a:lnTo>
                  <a:lnTo>
                    <a:pt x="291344" y="272828"/>
                  </a:lnTo>
                  <a:lnTo>
                    <a:pt x="294824" y="268841"/>
                  </a:lnTo>
                  <a:lnTo>
                    <a:pt x="298177" y="264745"/>
                  </a:lnTo>
                  <a:lnTo>
                    <a:pt x="301399" y="260546"/>
                  </a:lnTo>
                  <a:lnTo>
                    <a:pt x="304485" y="256246"/>
                  </a:lnTo>
                  <a:lnTo>
                    <a:pt x="307434" y="251852"/>
                  </a:lnTo>
                  <a:lnTo>
                    <a:pt x="310243" y="247366"/>
                  </a:lnTo>
                  <a:lnTo>
                    <a:pt x="312908" y="242793"/>
                  </a:lnTo>
                  <a:lnTo>
                    <a:pt x="315427" y="238138"/>
                  </a:lnTo>
                  <a:lnTo>
                    <a:pt x="317798" y="233406"/>
                  </a:lnTo>
                  <a:lnTo>
                    <a:pt x="320017" y="228601"/>
                  </a:lnTo>
                  <a:lnTo>
                    <a:pt x="322083" y="223728"/>
                  </a:lnTo>
                  <a:lnTo>
                    <a:pt x="323994" y="218793"/>
                  </a:lnTo>
                  <a:lnTo>
                    <a:pt x="325748" y="213799"/>
                  </a:lnTo>
                  <a:lnTo>
                    <a:pt x="327343" y="208752"/>
                  </a:lnTo>
                  <a:lnTo>
                    <a:pt x="328777" y="203658"/>
                  </a:lnTo>
                  <a:lnTo>
                    <a:pt x="330049" y="198520"/>
                  </a:lnTo>
                  <a:lnTo>
                    <a:pt x="331158" y="193345"/>
                  </a:lnTo>
                  <a:lnTo>
                    <a:pt x="332102" y="188137"/>
                  </a:lnTo>
                  <a:lnTo>
                    <a:pt x="332882" y="182902"/>
                  </a:lnTo>
                  <a:lnTo>
                    <a:pt x="333495" y="177645"/>
                  </a:lnTo>
                  <a:lnTo>
                    <a:pt x="333941" y="172372"/>
                  </a:lnTo>
                  <a:lnTo>
                    <a:pt x="334220" y="167086"/>
                  </a:lnTo>
                  <a:lnTo>
                    <a:pt x="334332" y="161795"/>
                  </a:lnTo>
                  <a:lnTo>
                    <a:pt x="334276" y="156502"/>
                  </a:lnTo>
                  <a:lnTo>
                    <a:pt x="334053" y="151214"/>
                  </a:lnTo>
                  <a:lnTo>
                    <a:pt x="333662" y="145936"/>
                  </a:lnTo>
                  <a:lnTo>
                    <a:pt x="333104" y="140673"/>
                  </a:lnTo>
                  <a:lnTo>
                    <a:pt x="332380" y="135430"/>
                  </a:lnTo>
                  <a:lnTo>
                    <a:pt x="331491" y="130213"/>
                  </a:lnTo>
                  <a:lnTo>
                    <a:pt x="330437" y="125026"/>
                  </a:lnTo>
                  <a:lnTo>
                    <a:pt x="329219" y="119875"/>
                  </a:lnTo>
                  <a:lnTo>
                    <a:pt x="327839" y="114766"/>
                  </a:lnTo>
                  <a:lnTo>
                    <a:pt x="326297" y="109703"/>
                  </a:lnTo>
                  <a:lnTo>
                    <a:pt x="324596" y="104691"/>
                  </a:lnTo>
                  <a:lnTo>
                    <a:pt x="322738" y="99735"/>
                  </a:lnTo>
                  <a:lnTo>
                    <a:pt x="320723" y="94841"/>
                  </a:lnTo>
                  <a:lnTo>
                    <a:pt x="318554" y="90013"/>
                  </a:lnTo>
                  <a:lnTo>
                    <a:pt x="316234" y="85256"/>
                  </a:lnTo>
                  <a:lnTo>
                    <a:pt x="313764" y="80575"/>
                  </a:lnTo>
                  <a:lnTo>
                    <a:pt x="311147" y="75974"/>
                  </a:lnTo>
                  <a:lnTo>
                    <a:pt x="308386" y="71459"/>
                  </a:lnTo>
                  <a:lnTo>
                    <a:pt x="305484" y="67033"/>
                  </a:lnTo>
                  <a:lnTo>
                    <a:pt x="302443" y="62702"/>
                  </a:lnTo>
                  <a:lnTo>
                    <a:pt x="299266" y="58468"/>
                  </a:lnTo>
                  <a:lnTo>
                    <a:pt x="295956" y="54338"/>
                  </a:lnTo>
                  <a:lnTo>
                    <a:pt x="292518" y="50314"/>
                  </a:lnTo>
                  <a:lnTo>
                    <a:pt x="288954" y="46401"/>
                  </a:lnTo>
                  <a:lnTo>
                    <a:pt x="285268" y="42603"/>
                  </a:lnTo>
                  <a:lnTo>
                    <a:pt x="281463" y="38924"/>
                  </a:lnTo>
                  <a:lnTo>
                    <a:pt x="277544" y="35367"/>
                  </a:lnTo>
                  <a:lnTo>
                    <a:pt x="273515" y="31936"/>
                  </a:lnTo>
                  <a:lnTo>
                    <a:pt x="269378" y="28634"/>
                  </a:lnTo>
                  <a:lnTo>
                    <a:pt x="265140" y="25464"/>
                  </a:lnTo>
                  <a:lnTo>
                    <a:pt x="260803" y="22431"/>
                  </a:lnTo>
                  <a:lnTo>
                    <a:pt x="167167" y="1609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423235" y="1681503"/>
              <a:ext cx="93635" cy="167167"/>
            </a:xfrm>
            <a:custGeom>
              <a:avLst/>
              <a:pathLst>
                <a:path w="93635" h="167167">
                  <a:moveTo>
                    <a:pt x="93635" y="28685"/>
                  </a:moveTo>
                  <a:lnTo>
                    <a:pt x="88736" y="25496"/>
                  </a:lnTo>
                  <a:lnTo>
                    <a:pt x="83728" y="22479"/>
                  </a:lnTo>
                  <a:lnTo>
                    <a:pt x="78618" y="19640"/>
                  </a:lnTo>
                  <a:lnTo>
                    <a:pt x="73411" y="16981"/>
                  </a:lnTo>
                  <a:lnTo>
                    <a:pt x="68115" y="14506"/>
                  </a:lnTo>
                  <a:lnTo>
                    <a:pt x="62735" y="12218"/>
                  </a:lnTo>
                  <a:lnTo>
                    <a:pt x="57279" y="10119"/>
                  </a:lnTo>
                  <a:lnTo>
                    <a:pt x="51752" y="8212"/>
                  </a:lnTo>
                  <a:lnTo>
                    <a:pt x="46163" y="6500"/>
                  </a:lnTo>
                  <a:lnTo>
                    <a:pt x="40517" y="4984"/>
                  </a:lnTo>
                  <a:lnTo>
                    <a:pt x="34821" y="3666"/>
                  </a:lnTo>
                  <a:lnTo>
                    <a:pt x="29083" y="2549"/>
                  </a:lnTo>
                  <a:lnTo>
                    <a:pt x="23309" y="1633"/>
                  </a:lnTo>
                  <a:lnTo>
                    <a:pt x="17507" y="919"/>
                  </a:lnTo>
                  <a:lnTo>
                    <a:pt x="11683" y="408"/>
                  </a:lnTo>
                  <a:lnTo>
                    <a:pt x="5845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853880" y="132257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6" y="1335"/>
                  </a:lnTo>
                  <a:lnTo>
                    <a:pt x="140833" y="2085"/>
                  </a:lnTo>
                  <a:lnTo>
                    <a:pt x="135626" y="3000"/>
                  </a:lnTo>
                  <a:lnTo>
                    <a:pt x="130451" y="4079"/>
                  </a:lnTo>
                  <a:lnTo>
                    <a:pt x="125312" y="5322"/>
                  </a:lnTo>
                  <a:lnTo>
                    <a:pt x="120215" y="6726"/>
                  </a:lnTo>
                  <a:lnTo>
                    <a:pt x="115165" y="8290"/>
                  </a:lnTo>
                  <a:lnTo>
                    <a:pt x="110168" y="10014"/>
                  </a:lnTo>
                  <a:lnTo>
                    <a:pt x="105227" y="11895"/>
                  </a:lnTo>
                  <a:lnTo>
                    <a:pt x="100348" y="13931"/>
                  </a:lnTo>
                  <a:lnTo>
                    <a:pt x="95536" y="16120"/>
                  </a:lnTo>
                  <a:lnTo>
                    <a:pt x="90795" y="18460"/>
                  </a:lnTo>
                  <a:lnTo>
                    <a:pt x="86131" y="20949"/>
                  </a:lnTo>
                  <a:lnTo>
                    <a:pt x="81548" y="23584"/>
                  </a:lnTo>
                  <a:lnTo>
                    <a:pt x="77051" y="26363"/>
                  </a:lnTo>
                  <a:lnTo>
                    <a:pt x="72643" y="29283"/>
                  </a:lnTo>
                  <a:lnTo>
                    <a:pt x="68331" y="32341"/>
                  </a:lnTo>
                  <a:lnTo>
                    <a:pt x="64117" y="35533"/>
                  </a:lnTo>
                  <a:lnTo>
                    <a:pt x="60006" y="38857"/>
                  </a:lnTo>
                  <a:lnTo>
                    <a:pt x="56002" y="42310"/>
                  </a:lnTo>
                  <a:lnTo>
                    <a:pt x="52109" y="45887"/>
                  </a:lnTo>
                  <a:lnTo>
                    <a:pt x="48332" y="49586"/>
                  </a:lnTo>
                  <a:lnTo>
                    <a:pt x="44673" y="53402"/>
                  </a:lnTo>
                  <a:lnTo>
                    <a:pt x="41137" y="57332"/>
                  </a:lnTo>
                  <a:lnTo>
                    <a:pt x="37727" y="61372"/>
                  </a:lnTo>
                  <a:lnTo>
                    <a:pt x="34446" y="65517"/>
                  </a:lnTo>
                  <a:lnTo>
                    <a:pt x="31298" y="69765"/>
                  </a:lnTo>
                  <a:lnTo>
                    <a:pt x="28286" y="74109"/>
                  </a:lnTo>
                  <a:lnTo>
                    <a:pt x="25413" y="78547"/>
                  </a:lnTo>
                  <a:lnTo>
                    <a:pt x="22682" y="83074"/>
                  </a:lnTo>
                  <a:lnTo>
                    <a:pt x="20095" y="87684"/>
                  </a:lnTo>
                  <a:lnTo>
                    <a:pt x="17655" y="92374"/>
                  </a:lnTo>
                  <a:lnTo>
                    <a:pt x="15365" y="97139"/>
                  </a:lnTo>
                  <a:lnTo>
                    <a:pt x="13226" y="101974"/>
                  </a:lnTo>
                  <a:lnTo>
                    <a:pt x="11242" y="106874"/>
                  </a:lnTo>
                  <a:lnTo>
                    <a:pt x="9413" y="111834"/>
                  </a:lnTo>
                  <a:lnTo>
                    <a:pt x="7743" y="116850"/>
                  </a:lnTo>
                  <a:lnTo>
                    <a:pt x="6231" y="121916"/>
                  </a:lnTo>
                  <a:lnTo>
                    <a:pt x="4881" y="127028"/>
                  </a:lnTo>
                  <a:lnTo>
                    <a:pt x="3693" y="132179"/>
                  </a:lnTo>
                  <a:lnTo>
                    <a:pt x="2668" y="137365"/>
                  </a:lnTo>
                  <a:lnTo>
                    <a:pt x="1808" y="142582"/>
                  </a:lnTo>
                  <a:lnTo>
                    <a:pt x="1113" y="147823"/>
                  </a:lnTo>
                  <a:lnTo>
                    <a:pt x="585" y="153083"/>
                  </a:lnTo>
                  <a:lnTo>
                    <a:pt x="223" y="158357"/>
                  </a:lnTo>
                  <a:lnTo>
                    <a:pt x="27" y="163640"/>
                  </a:lnTo>
                  <a:lnTo>
                    <a:pt x="0" y="168927"/>
                  </a:lnTo>
                  <a:lnTo>
                    <a:pt x="139" y="174212"/>
                  </a:lnTo>
                  <a:lnTo>
                    <a:pt x="445" y="179489"/>
                  </a:lnTo>
                  <a:lnTo>
                    <a:pt x="918" y="184755"/>
                  </a:lnTo>
                  <a:lnTo>
                    <a:pt x="1557" y="190003"/>
                  </a:lnTo>
                  <a:lnTo>
                    <a:pt x="2362" y="195228"/>
                  </a:lnTo>
                  <a:lnTo>
                    <a:pt x="3332" y="200425"/>
                  </a:lnTo>
                  <a:lnTo>
                    <a:pt x="4466" y="205589"/>
                  </a:lnTo>
                  <a:lnTo>
                    <a:pt x="5762" y="210714"/>
                  </a:lnTo>
                  <a:lnTo>
                    <a:pt x="7220" y="215796"/>
                  </a:lnTo>
                  <a:lnTo>
                    <a:pt x="8837" y="220829"/>
                  </a:lnTo>
                  <a:lnTo>
                    <a:pt x="10613" y="225808"/>
                  </a:lnTo>
                  <a:lnTo>
                    <a:pt x="12546" y="230729"/>
                  </a:lnTo>
                  <a:lnTo>
                    <a:pt x="14633" y="235586"/>
                  </a:lnTo>
                  <a:lnTo>
                    <a:pt x="16873" y="240375"/>
                  </a:lnTo>
                  <a:lnTo>
                    <a:pt x="19263" y="245091"/>
                  </a:lnTo>
                  <a:lnTo>
                    <a:pt x="21801" y="249728"/>
                  </a:lnTo>
                  <a:lnTo>
                    <a:pt x="24484" y="254283"/>
                  </a:lnTo>
                  <a:lnTo>
                    <a:pt x="27310" y="258751"/>
                  </a:lnTo>
                  <a:lnTo>
                    <a:pt x="30276" y="263128"/>
                  </a:lnTo>
                  <a:lnTo>
                    <a:pt x="33379" y="267408"/>
                  </a:lnTo>
                  <a:lnTo>
                    <a:pt x="36616" y="271588"/>
                  </a:lnTo>
                  <a:lnTo>
                    <a:pt x="39983" y="275664"/>
                  </a:lnTo>
                  <a:lnTo>
                    <a:pt x="43477" y="279631"/>
                  </a:lnTo>
                  <a:lnTo>
                    <a:pt x="47096" y="283486"/>
                  </a:lnTo>
                  <a:lnTo>
                    <a:pt x="50834" y="287224"/>
                  </a:lnTo>
                  <a:lnTo>
                    <a:pt x="54688" y="290842"/>
                  </a:lnTo>
                  <a:lnTo>
                    <a:pt x="58655" y="294337"/>
                  </a:lnTo>
                  <a:lnTo>
                    <a:pt x="62731" y="297704"/>
                  </a:lnTo>
                  <a:lnTo>
                    <a:pt x="66911" y="300941"/>
                  </a:lnTo>
                  <a:lnTo>
                    <a:pt x="71191" y="304044"/>
                  </a:lnTo>
                  <a:lnTo>
                    <a:pt x="75567" y="307010"/>
                  </a:lnTo>
                  <a:lnTo>
                    <a:pt x="80035" y="309836"/>
                  </a:lnTo>
                  <a:lnTo>
                    <a:pt x="84590" y="312520"/>
                  </a:lnTo>
                  <a:lnTo>
                    <a:pt x="89227" y="315058"/>
                  </a:lnTo>
                  <a:lnTo>
                    <a:pt x="93943" y="317448"/>
                  </a:lnTo>
                  <a:lnTo>
                    <a:pt x="98732" y="319688"/>
                  </a:lnTo>
                  <a:lnTo>
                    <a:pt x="103589" y="321776"/>
                  </a:lnTo>
                  <a:lnTo>
                    <a:pt x="108509" y="323709"/>
                  </a:lnTo>
                  <a:lnTo>
                    <a:pt x="113489" y="325485"/>
                  </a:lnTo>
                  <a:lnTo>
                    <a:pt x="118522" y="327103"/>
                  </a:lnTo>
                  <a:lnTo>
                    <a:pt x="123604" y="328561"/>
                  </a:lnTo>
                  <a:lnTo>
                    <a:pt x="128729" y="329857"/>
                  </a:lnTo>
                  <a:lnTo>
                    <a:pt x="133892" y="330991"/>
                  </a:lnTo>
                  <a:lnTo>
                    <a:pt x="139089" y="331961"/>
                  </a:lnTo>
                  <a:lnTo>
                    <a:pt x="144314" y="332766"/>
                  </a:lnTo>
                  <a:lnTo>
                    <a:pt x="149562" y="333406"/>
                  </a:lnTo>
                  <a:lnTo>
                    <a:pt x="154828" y="333879"/>
                  </a:lnTo>
                  <a:lnTo>
                    <a:pt x="160106" y="334186"/>
                  </a:lnTo>
                  <a:lnTo>
                    <a:pt x="165390" y="334325"/>
                  </a:lnTo>
                  <a:lnTo>
                    <a:pt x="170677" y="334297"/>
                  </a:lnTo>
                  <a:lnTo>
                    <a:pt x="175960" y="334102"/>
                  </a:lnTo>
                  <a:lnTo>
                    <a:pt x="181234" y="333741"/>
                  </a:lnTo>
                  <a:lnTo>
                    <a:pt x="186495" y="333212"/>
                  </a:lnTo>
                  <a:lnTo>
                    <a:pt x="191736" y="332518"/>
                  </a:lnTo>
                  <a:lnTo>
                    <a:pt x="196952" y="331658"/>
                  </a:lnTo>
                  <a:lnTo>
                    <a:pt x="202138" y="330633"/>
                  </a:lnTo>
                  <a:lnTo>
                    <a:pt x="207290" y="329446"/>
                  </a:lnTo>
                  <a:lnTo>
                    <a:pt x="212401" y="328095"/>
                  </a:lnTo>
                  <a:lnTo>
                    <a:pt x="217467" y="326584"/>
                  </a:lnTo>
                  <a:lnTo>
                    <a:pt x="222483" y="324914"/>
                  </a:lnTo>
                  <a:lnTo>
                    <a:pt x="227444" y="323085"/>
                  </a:lnTo>
                  <a:lnTo>
                    <a:pt x="232344" y="321101"/>
                  </a:lnTo>
                  <a:lnTo>
                    <a:pt x="237179" y="318963"/>
                  </a:lnTo>
                  <a:lnTo>
                    <a:pt x="241944" y="316673"/>
                  </a:lnTo>
                  <a:lnTo>
                    <a:pt x="246634" y="314233"/>
                  </a:lnTo>
                  <a:lnTo>
                    <a:pt x="251245" y="311647"/>
                  </a:lnTo>
                  <a:lnTo>
                    <a:pt x="255771" y="308915"/>
                  </a:lnTo>
                  <a:lnTo>
                    <a:pt x="260209" y="306042"/>
                  </a:lnTo>
                  <a:lnTo>
                    <a:pt x="264554" y="303031"/>
                  </a:lnTo>
                  <a:lnTo>
                    <a:pt x="268801" y="299883"/>
                  </a:lnTo>
                  <a:lnTo>
                    <a:pt x="272947" y="296602"/>
                  </a:lnTo>
                  <a:lnTo>
                    <a:pt x="276987" y="293192"/>
                  </a:lnTo>
                  <a:lnTo>
                    <a:pt x="280917" y="289656"/>
                  </a:lnTo>
                  <a:lnTo>
                    <a:pt x="284734" y="285998"/>
                  </a:lnTo>
                  <a:lnTo>
                    <a:pt x="288433" y="282221"/>
                  </a:lnTo>
                  <a:lnTo>
                    <a:pt x="292010" y="278328"/>
                  </a:lnTo>
                  <a:lnTo>
                    <a:pt x="295463" y="274325"/>
                  </a:lnTo>
                  <a:lnTo>
                    <a:pt x="298787" y="270214"/>
                  </a:lnTo>
                  <a:lnTo>
                    <a:pt x="301980" y="266000"/>
                  </a:lnTo>
                  <a:lnTo>
                    <a:pt x="305037" y="261687"/>
                  </a:lnTo>
                  <a:lnTo>
                    <a:pt x="307957" y="257280"/>
                  </a:lnTo>
                  <a:lnTo>
                    <a:pt x="310736" y="252783"/>
                  </a:lnTo>
                  <a:lnTo>
                    <a:pt x="313372" y="248200"/>
                  </a:lnTo>
                  <a:lnTo>
                    <a:pt x="315861" y="243536"/>
                  </a:lnTo>
                  <a:lnTo>
                    <a:pt x="318202" y="238796"/>
                  </a:lnTo>
                  <a:lnTo>
                    <a:pt x="320391" y="233984"/>
                  </a:lnTo>
                  <a:lnTo>
                    <a:pt x="322427" y="229105"/>
                  </a:lnTo>
                  <a:lnTo>
                    <a:pt x="324308" y="224164"/>
                  </a:lnTo>
                  <a:lnTo>
                    <a:pt x="326032" y="219166"/>
                  </a:lnTo>
                  <a:lnTo>
                    <a:pt x="327597" y="214116"/>
                  </a:lnTo>
                  <a:lnTo>
                    <a:pt x="329001" y="209020"/>
                  </a:lnTo>
                  <a:lnTo>
                    <a:pt x="330244" y="203881"/>
                  </a:lnTo>
                  <a:lnTo>
                    <a:pt x="331323" y="198706"/>
                  </a:lnTo>
                  <a:lnTo>
                    <a:pt x="332238" y="193499"/>
                  </a:lnTo>
                  <a:lnTo>
                    <a:pt x="332988" y="188266"/>
                  </a:lnTo>
                  <a:lnTo>
                    <a:pt x="333573" y="183011"/>
                  </a:lnTo>
                  <a:lnTo>
                    <a:pt x="333990" y="177741"/>
                  </a:lnTo>
                  <a:lnTo>
                    <a:pt x="334241" y="172460"/>
                  </a:lnTo>
                  <a:lnTo>
                    <a:pt x="334325" y="167174"/>
                  </a:lnTo>
                  <a:lnTo>
                    <a:pt x="334242" y="161888"/>
                  </a:lnTo>
                  <a:lnTo>
                    <a:pt x="333991" y="156608"/>
                  </a:lnTo>
                  <a:lnTo>
                    <a:pt x="333574" y="151337"/>
                  </a:lnTo>
                  <a:lnTo>
                    <a:pt x="332990" y="146083"/>
                  </a:lnTo>
                  <a:lnTo>
                    <a:pt x="332241" y="140850"/>
                  </a:lnTo>
                  <a:lnTo>
                    <a:pt x="331326" y="135643"/>
                  </a:lnTo>
                  <a:lnTo>
                    <a:pt x="330247" y="130467"/>
                  </a:lnTo>
                  <a:lnTo>
                    <a:pt x="329005" y="125329"/>
                  </a:lnTo>
                  <a:lnTo>
                    <a:pt x="327601" y="120232"/>
                  </a:lnTo>
                  <a:lnTo>
                    <a:pt x="326037" y="115182"/>
                  </a:lnTo>
                  <a:lnTo>
                    <a:pt x="324313" y="110184"/>
                  </a:lnTo>
                  <a:lnTo>
                    <a:pt x="322433" y="105243"/>
                  </a:lnTo>
                  <a:lnTo>
                    <a:pt x="320397" y="100364"/>
                  </a:lnTo>
                  <a:lnTo>
                    <a:pt x="318208" y="95552"/>
                  </a:lnTo>
                  <a:lnTo>
                    <a:pt x="315868" y="90811"/>
                  </a:lnTo>
                  <a:lnTo>
                    <a:pt x="313379" y="86147"/>
                  </a:lnTo>
                  <a:lnTo>
                    <a:pt x="310744" y="81564"/>
                  </a:lnTo>
                  <a:lnTo>
                    <a:pt x="307965" y="77066"/>
                  </a:lnTo>
                  <a:lnTo>
                    <a:pt x="305046" y="72659"/>
                  </a:lnTo>
                  <a:lnTo>
                    <a:pt x="301988" y="68346"/>
                  </a:lnTo>
                  <a:lnTo>
                    <a:pt x="298796" y="64132"/>
                  </a:lnTo>
                  <a:lnTo>
                    <a:pt x="295472" y="60021"/>
                  </a:lnTo>
                  <a:lnTo>
                    <a:pt x="292020" y="56017"/>
                  </a:lnTo>
                  <a:lnTo>
                    <a:pt x="288443" y="52124"/>
                  </a:lnTo>
                  <a:lnTo>
                    <a:pt x="284744" y="48346"/>
                  </a:lnTo>
                  <a:lnTo>
                    <a:pt x="280928" y="44688"/>
                  </a:lnTo>
                  <a:lnTo>
                    <a:pt x="276999" y="41151"/>
                  </a:lnTo>
                  <a:lnTo>
                    <a:pt x="272959" y="37741"/>
                  </a:lnTo>
                  <a:lnTo>
                    <a:pt x="268813" y="34460"/>
                  </a:lnTo>
                  <a:lnTo>
                    <a:pt x="264566" y="31312"/>
                  </a:lnTo>
                  <a:lnTo>
                    <a:pt x="260222" y="28300"/>
                  </a:lnTo>
                  <a:lnTo>
                    <a:pt x="255784" y="25426"/>
                  </a:lnTo>
                  <a:lnTo>
                    <a:pt x="251257" y="22695"/>
                  </a:lnTo>
                  <a:lnTo>
                    <a:pt x="246647" y="20108"/>
                  </a:lnTo>
                  <a:lnTo>
                    <a:pt x="241957" y="17668"/>
                  </a:lnTo>
                  <a:lnTo>
                    <a:pt x="237192" y="15377"/>
                  </a:lnTo>
                  <a:lnTo>
                    <a:pt x="232358" y="13239"/>
                  </a:lnTo>
                  <a:lnTo>
                    <a:pt x="227458" y="11254"/>
                  </a:lnTo>
                  <a:lnTo>
                    <a:pt x="222497" y="9425"/>
                  </a:lnTo>
                  <a:lnTo>
                    <a:pt x="217482" y="7754"/>
                  </a:lnTo>
                  <a:lnTo>
                    <a:pt x="212416" y="6243"/>
                  </a:lnTo>
                  <a:lnTo>
                    <a:pt x="207304" y="4892"/>
                  </a:lnTo>
                  <a:lnTo>
                    <a:pt x="202153" y="3704"/>
                  </a:lnTo>
                  <a:lnTo>
                    <a:pt x="196967" y="2679"/>
                  </a:lnTo>
                  <a:lnTo>
                    <a:pt x="191750" y="1818"/>
                  </a:lnTo>
                  <a:lnTo>
                    <a:pt x="186510" y="1123"/>
                  </a:lnTo>
                  <a:lnTo>
                    <a:pt x="181249" y="594"/>
                  </a:lnTo>
                  <a:lnTo>
                    <a:pt x="175975" y="23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8817" cy="167167"/>
            </a:xfrm>
            <a:custGeom>
              <a:avLst/>
              <a:pathLst>
                <a:path w="8817" h="167167">
                  <a:moveTo>
                    <a:pt x="8817" y="2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378106" y="1071028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6" y="335"/>
                  </a:lnTo>
                  <a:lnTo>
                    <a:pt x="151287" y="754"/>
                  </a:lnTo>
                  <a:lnTo>
                    <a:pt x="146023" y="1340"/>
                  </a:lnTo>
                  <a:lnTo>
                    <a:pt x="140781" y="2093"/>
                  </a:lnTo>
                  <a:lnTo>
                    <a:pt x="135565" y="3011"/>
                  </a:lnTo>
                  <a:lnTo>
                    <a:pt x="130380" y="4094"/>
                  </a:lnTo>
                  <a:lnTo>
                    <a:pt x="125233" y="5341"/>
                  </a:lnTo>
                  <a:lnTo>
                    <a:pt x="120128" y="6750"/>
                  </a:lnTo>
                  <a:lnTo>
                    <a:pt x="115070" y="8320"/>
                  </a:lnTo>
                  <a:lnTo>
                    <a:pt x="110064" y="10049"/>
                  </a:lnTo>
                  <a:lnTo>
                    <a:pt x="105116" y="11937"/>
                  </a:lnTo>
                  <a:lnTo>
                    <a:pt x="100229" y="13980"/>
                  </a:lnTo>
                  <a:lnTo>
                    <a:pt x="95410" y="16177"/>
                  </a:lnTo>
                  <a:lnTo>
                    <a:pt x="90663" y="18525"/>
                  </a:lnTo>
                  <a:lnTo>
                    <a:pt x="85993" y="21023"/>
                  </a:lnTo>
                  <a:lnTo>
                    <a:pt x="81404" y="23667"/>
                  </a:lnTo>
                  <a:lnTo>
                    <a:pt x="76901" y="26455"/>
                  </a:lnTo>
                  <a:lnTo>
                    <a:pt x="72489" y="29385"/>
                  </a:lnTo>
                  <a:lnTo>
                    <a:pt x="68172" y="32453"/>
                  </a:lnTo>
                  <a:lnTo>
                    <a:pt x="63954" y="35656"/>
                  </a:lnTo>
                  <a:lnTo>
                    <a:pt x="59840" y="38991"/>
                  </a:lnTo>
                  <a:lnTo>
                    <a:pt x="55834" y="42455"/>
                  </a:lnTo>
                  <a:lnTo>
                    <a:pt x="51939" y="46043"/>
                  </a:lnTo>
                  <a:lnTo>
                    <a:pt x="48160" y="49754"/>
                  </a:lnTo>
                  <a:lnTo>
                    <a:pt x="44500" y="53582"/>
                  </a:lnTo>
                  <a:lnTo>
                    <a:pt x="40964" y="57525"/>
                  </a:lnTo>
                  <a:lnTo>
                    <a:pt x="37554" y="61577"/>
                  </a:lnTo>
                  <a:lnTo>
                    <a:pt x="34274" y="65735"/>
                  </a:lnTo>
                  <a:lnTo>
                    <a:pt x="31127" y="69996"/>
                  </a:lnTo>
                  <a:lnTo>
                    <a:pt x="28118" y="74353"/>
                  </a:lnTo>
                  <a:lnTo>
                    <a:pt x="25247" y="78804"/>
                  </a:lnTo>
                  <a:lnTo>
                    <a:pt x="22519" y="83344"/>
                  </a:lnTo>
                  <a:lnTo>
                    <a:pt x="19936" y="87968"/>
                  </a:lnTo>
                  <a:lnTo>
                    <a:pt x="17502" y="92671"/>
                  </a:lnTo>
                  <a:lnTo>
                    <a:pt x="15217" y="97449"/>
                  </a:lnTo>
                  <a:lnTo>
                    <a:pt x="13084" y="102297"/>
                  </a:lnTo>
                  <a:lnTo>
                    <a:pt x="11107" y="107210"/>
                  </a:lnTo>
                  <a:lnTo>
                    <a:pt x="9286" y="112183"/>
                  </a:lnTo>
                  <a:lnTo>
                    <a:pt x="7623" y="117212"/>
                  </a:lnTo>
                  <a:lnTo>
                    <a:pt x="6121" y="122290"/>
                  </a:lnTo>
                  <a:lnTo>
                    <a:pt x="4780" y="127414"/>
                  </a:lnTo>
                  <a:lnTo>
                    <a:pt x="3602" y="132577"/>
                  </a:lnTo>
                  <a:lnTo>
                    <a:pt x="2589" y="137776"/>
                  </a:lnTo>
                  <a:lnTo>
                    <a:pt x="1740" y="143003"/>
                  </a:lnTo>
                  <a:lnTo>
                    <a:pt x="1058" y="148255"/>
                  </a:lnTo>
                  <a:lnTo>
                    <a:pt x="542" y="153526"/>
                  </a:lnTo>
                  <a:lnTo>
                    <a:pt x="194" y="158811"/>
                  </a:lnTo>
                  <a:lnTo>
                    <a:pt x="13" y="164104"/>
                  </a:lnTo>
                  <a:lnTo>
                    <a:pt x="0" y="169400"/>
                  </a:lnTo>
                  <a:lnTo>
                    <a:pt x="154" y="174694"/>
                  </a:lnTo>
                  <a:lnTo>
                    <a:pt x="476" y="179981"/>
                  </a:lnTo>
                  <a:lnTo>
                    <a:pt x="966" y="185254"/>
                  </a:lnTo>
                  <a:lnTo>
                    <a:pt x="1622" y="190509"/>
                  </a:lnTo>
                  <a:lnTo>
                    <a:pt x="2445" y="195741"/>
                  </a:lnTo>
                  <a:lnTo>
                    <a:pt x="3433" y="200944"/>
                  </a:lnTo>
                  <a:lnTo>
                    <a:pt x="4585" y="206114"/>
                  </a:lnTo>
                  <a:lnTo>
                    <a:pt x="5900" y="211244"/>
                  </a:lnTo>
                  <a:lnTo>
                    <a:pt x="7377" y="216330"/>
                  </a:lnTo>
                  <a:lnTo>
                    <a:pt x="9015" y="221367"/>
                  </a:lnTo>
                  <a:lnTo>
                    <a:pt x="10811" y="226349"/>
                  </a:lnTo>
                  <a:lnTo>
                    <a:pt x="12764" y="231272"/>
                  </a:lnTo>
                  <a:lnTo>
                    <a:pt x="14873" y="236130"/>
                  </a:lnTo>
                  <a:lnTo>
                    <a:pt x="17134" y="240919"/>
                  </a:lnTo>
                  <a:lnTo>
                    <a:pt x="19545" y="245635"/>
                  </a:lnTo>
                  <a:lnTo>
                    <a:pt x="22105" y="250271"/>
                  </a:lnTo>
                  <a:lnTo>
                    <a:pt x="24810" y="254824"/>
                  </a:lnTo>
                  <a:lnTo>
                    <a:pt x="27659" y="259289"/>
                  </a:lnTo>
                  <a:lnTo>
                    <a:pt x="30647" y="263662"/>
                  </a:lnTo>
                  <a:lnTo>
                    <a:pt x="33772" y="267938"/>
                  </a:lnTo>
                  <a:lnTo>
                    <a:pt x="37031" y="272112"/>
                  </a:lnTo>
                  <a:lnTo>
                    <a:pt x="40421" y="276182"/>
                  </a:lnTo>
                  <a:lnTo>
                    <a:pt x="43938" y="280141"/>
                  </a:lnTo>
                  <a:lnTo>
                    <a:pt x="47579" y="283988"/>
                  </a:lnTo>
                  <a:lnTo>
                    <a:pt x="51339" y="287717"/>
                  </a:lnTo>
                  <a:lnTo>
                    <a:pt x="55216" y="291325"/>
                  </a:lnTo>
                  <a:lnTo>
                    <a:pt x="59205" y="294809"/>
                  </a:lnTo>
                  <a:lnTo>
                    <a:pt x="63303" y="298164"/>
                  </a:lnTo>
                  <a:lnTo>
                    <a:pt x="67505" y="301388"/>
                  </a:lnTo>
                  <a:lnTo>
                    <a:pt x="71807" y="304478"/>
                  </a:lnTo>
                  <a:lnTo>
                    <a:pt x="76204" y="307429"/>
                  </a:lnTo>
                  <a:lnTo>
                    <a:pt x="80693" y="310240"/>
                  </a:lnTo>
                  <a:lnTo>
                    <a:pt x="85269" y="312907"/>
                  </a:lnTo>
                  <a:lnTo>
                    <a:pt x="89926" y="315427"/>
                  </a:lnTo>
                  <a:lnTo>
                    <a:pt x="94662" y="317799"/>
                  </a:lnTo>
                  <a:lnTo>
                    <a:pt x="99470" y="320020"/>
                  </a:lnTo>
                  <a:lnTo>
                    <a:pt x="104346" y="322087"/>
                  </a:lnTo>
                  <a:lnTo>
                    <a:pt x="109285" y="323999"/>
                  </a:lnTo>
                  <a:lnTo>
                    <a:pt x="114282" y="325754"/>
                  </a:lnTo>
                  <a:lnTo>
                    <a:pt x="119332" y="327349"/>
                  </a:lnTo>
                  <a:lnTo>
                    <a:pt x="124431" y="328783"/>
                  </a:lnTo>
                  <a:lnTo>
                    <a:pt x="129572" y="330055"/>
                  </a:lnTo>
                  <a:lnTo>
                    <a:pt x="134750" y="331164"/>
                  </a:lnTo>
                  <a:lnTo>
                    <a:pt x="139962" y="332108"/>
                  </a:lnTo>
                  <a:lnTo>
                    <a:pt x="145200" y="332887"/>
                  </a:lnTo>
                  <a:lnTo>
                    <a:pt x="150461" y="333499"/>
                  </a:lnTo>
                  <a:lnTo>
                    <a:pt x="155738" y="333944"/>
                  </a:lnTo>
                  <a:lnTo>
                    <a:pt x="161027" y="334222"/>
                  </a:lnTo>
                  <a:lnTo>
                    <a:pt x="166322" y="334332"/>
                  </a:lnTo>
                  <a:lnTo>
                    <a:pt x="171618" y="334275"/>
                  </a:lnTo>
                  <a:lnTo>
                    <a:pt x="176910" y="334049"/>
                  </a:lnTo>
                  <a:lnTo>
                    <a:pt x="182191" y="333657"/>
                  </a:lnTo>
                  <a:lnTo>
                    <a:pt x="187458" y="333097"/>
                  </a:lnTo>
                  <a:lnTo>
                    <a:pt x="192704" y="332370"/>
                  </a:lnTo>
                  <a:lnTo>
                    <a:pt x="197924" y="331478"/>
                  </a:lnTo>
                  <a:lnTo>
                    <a:pt x="203114" y="330420"/>
                  </a:lnTo>
                  <a:lnTo>
                    <a:pt x="208267" y="329199"/>
                  </a:lnTo>
                  <a:lnTo>
                    <a:pt x="213379" y="327816"/>
                  </a:lnTo>
                  <a:lnTo>
                    <a:pt x="218445" y="326271"/>
                  </a:lnTo>
                  <a:lnTo>
                    <a:pt x="223460" y="324566"/>
                  </a:lnTo>
                  <a:lnTo>
                    <a:pt x="228417" y="322703"/>
                  </a:lnTo>
                  <a:lnTo>
                    <a:pt x="233314" y="320684"/>
                  </a:lnTo>
                  <a:lnTo>
                    <a:pt x="238144" y="318511"/>
                  </a:lnTo>
                  <a:lnTo>
                    <a:pt x="242902" y="316187"/>
                  </a:lnTo>
                  <a:lnTo>
                    <a:pt x="247585" y="313712"/>
                  </a:lnTo>
                  <a:lnTo>
                    <a:pt x="252187" y="311091"/>
                  </a:lnTo>
                  <a:lnTo>
                    <a:pt x="256703" y="308325"/>
                  </a:lnTo>
                  <a:lnTo>
                    <a:pt x="261130" y="305417"/>
                  </a:lnTo>
                  <a:lnTo>
                    <a:pt x="265462" y="302371"/>
                  </a:lnTo>
                  <a:lnTo>
                    <a:pt x="269696" y="299189"/>
                  </a:lnTo>
                  <a:lnTo>
                    <a:pt x="273826" y="295874"/>
                  </a:lnTo>
                  <a:lnTo>
                    <a:pt x="277850" y="292430"/>
                  </a:lnTo>
                  <a:lnTo>
                    <a:pt x="281763" y="288861"/>
                  </a:lnTo>
                  <a:lnTo>
                    <a:pt x="285560" y="285169"/>
                  </a:lnTo>
                  <a:lnTo>
                    <a:pt x="289239" y="281359"/>
                  </a:lnTo>
                  <a:lnTo>
                    <a:pt x="292795" y="277434"/>
                  </a:lnTo>
                  <a:lnTo>
                    <a:pt x="296225" y="273399"/>
                  </a:lnTo>
                  <a:lnTo>
                    <a:pt x="299525" y="269257"/>
                  </a:lnTo>
                  <a:lnTo>
                    <a:pt x="302693" y="265012"/>
                  </a:lnTo>
                  <a:lnTo>
                    <a:pt x="305724" y="260669"/>
                  </a:lnTo>
                  <a:lnTo>
                    <a:pt x="308617" y="256233"/>
                  </a:lnTo>
                  <a:lnTo>
                    <a:pt x="311367" y="251707"/>
                  </a:lnTo>
                  <a:lnTo>
                    <a:pt x="313973" y="247096"/>
                  </a:lnTo>
                  <a:lnTo>
                    <a:pt x="316431" y="242405"/>
                  </a:lnTo>
                  <a:lnTo>
                    <a:pt x="318739" y="237638"/>
                  </a:lnTo>
                  <a:lnTo>
                    <a:pt x="320896" y="232801"/>
                  </a:lnTo>
                  <a:lnTo>
                    <a:pt x="322898" y="227898"/>
                  </a:lnTo>
                  <a:lnTo>
                    <a:pt x="324743" y="222934"/>
                  </a:lnTo>
                  <a:lnTo>
                    <a:pt x="326431" y="217913"/>
                  </a:lnTo>
                  <a:lnTo>
                    <a:pt x="327958" y="212842"/>
                  </a:lnTo>
                  <a:lnTo>
                    <a:pt x="329325" y="207725"/>
                  </a:lnTo>
                  <a:lnTo>
                    <a:pt x="330528" y="202568"/>
                  </a:lnTo>
                  <a:lnTo>
                    <a:pt x="331567" y="197375"/>
                  </a:lnTo>
                  <a:lnTo>
                    <a:pt x="332442" y="192151"/>
                  </a:lnTo>
                  <a:lnTo>
                    <a:pt x="333150" y="186903"/>
                  </a:lnTo>
                  <a:lnTo>
                    <a:pt x="333692" y="181634"/>
                  </a:lnTo>
                  <a:lnTo>
                    <a:pt x="334067" y="176351"/>
                  </a:lnTo>
                  <a:lnTo>
                    <a:pt x="334274" y="171059"/>
                  </a:lnTo>
                  <a:lnTo>
                    <a:pt x="334314" y="165763"/>
                  </a:lnTo>
                  <a:lnTo>
                    <a:pt x="334185" y="160469"/>
                  </a:lnTo>
                  <a:lnTo>
                    <a:pt x="333889" y="155181"/>
                  </a:lnTo>
                  <a:lnTo>
                    <a:pt x="333426" y="149905"/>
                  </a:lnTo>
                  <a:lnTo>
                    <a:pt x="332796" y="144646"/>
                  </a:lnTo>
                  <a:lnTo>
                    <a:pt x="331999" y="139410"/>
                  </a:lnTo>
                  <a:lnTo>
                    <a:pt x="331037" y="134202"/>
                  </a:lnTo>
                  <a:lnTo>
                    <a:pt x="329911" y="129027"/>
                  </a:lnTo>
                  <a:lnTo>
                    <a:pt x="328621" y="123891"/>
                  </a:lnTo>
                  <a:lnTo>
                    <a:pt x="327169" y="118797"/>
                  </a:lnTo>
                  <a:lnTo>
                    <a:pt x="325556" y="113753"/>
                  </a:lnTo>
                  <a:lnTo>
                    <a:pt x="323785" y="108762"/>
                  </a:lnTo>
                  <a:lnTo>
                    <a:pt x="321856" y="103829"/>
                  </a:lnTo>
                  <a:lnTo>
                    <a:pt x="319772" y="98960"/>
                  </a:lnTo>
                  <a:lnTo>
                    <a:pt x="317535" y="94160"/>
                  </a:lnTo>
                  <a:lnTo>
                    <a:pt x="315146" y="89433"/>
                  </a:lnTo>
                  <a:lnTo>
                    <a:pt x="312610" y="84784"/>
                  </a:lnTo>
                  <a:lnTo>
                    <a:pt x="309927" y="80217"/>
                  </a:lnTo>
                  <a:lnTo>
                    <a:pt x="307101" y="75738"/>
                  </a:lnTo>
                  <a:lnTo>
                    <a:pt x="304134" y="71351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42379"/>
              <a:ext cx="136982" cy="95816"/>
            </a:xfrm>
            <a:custGeom>
              <a:avLst/>
              <a:pathLst>
                <a:path w="136982" h="95816">
                  <a:moveTo>
                    <a:pt x="136982" y="0"/>
                  </a:moveTo>
                  <a:lnTo>
                    <a:pt x="0" y="958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40939"/>
              <a:ext cx="136982" cy="97256"/>
            </a:xfrm>
            <a:custGeom>
              <a:avLst/>
              <a:pathLst>
                <a:path w="136982" h="97256">
                  <a:moveTo>
                    <a:pt x="136982" y="1440"/>
                  </a:moveTo>
                  <a:lnTo>
                    <a:pt x="135963" y="0"/>
                  </a:lnTo>
                  <a:lnTo>
                    <a:pt x="0" y="972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071028"/>
              <a:ext cx="135963" cy="167167"/>
            </a:xfrm>
            <a:custGeom>
              <a:avLst/>
              <a:pathLst>
                <a:path w="135963" h="167167">
                  <a:moveTo>
                    <a:pt x="135963" y="69910"/>
                  </a:moveTo>
                  <a:lnTo>
                    <a:pt x="132705" y="65510"/>
                  </a:lnTo>
                  <a:lnTo>
                    <a:pt x="129305" y="61218"/>
                  </a:lnTo>
                  <a:lnTo>
                    <a:pt x="125766" y="57041"/>
                  </a:lnTo>
                  <a:lnTo>
                    <a:pt x="122092" y="52981"/>
                  </a:lnTo>
                  <a:lnTo>
                    <a:pt x="118287" y="49044"/>
                  </a:lnTo>
                  <a:lnTo>
                    <a:pt x="114355" y="45234"/>
                  </a:lnTo>
                  <a:lnTo>
                    <a:pt x="110301" y="41554"/>
                  </a:lnTo>
                  <a:lnTo>
                    <a:pt x="106128" y="38010"/>
                  </a:lnTo>
                  <a:lnTo>
                    <a:pt x="101842" y="34603"/>
                  </a:lnTo>
                  <a:lnTo>
                    <a:pt x="97446" y="31339"/>
                  </a:lnTo>
                  <a:lnTo>
                    <a:pt x="92945" y="28221"/>
                  </a:lnTo>
                  <a:lnTo>
                    <a:pt x="88345" y="25252"/>
                  </a:lnTo>
                  <a:lnTo>
                    <a:pt x="83651" y="22435"/>
                  </a:lnTo>
                  <a:lnTo>
                    <a:pt x="78866" y="19773"/>
                  </a:lnTo>
                  <a:lnTo>
                    <a:pt x="73997" y="17269"/>
                  </a:lnTo>
                  <a:lnTo>
                    <a:pt x="69048" y="14926"/>
                  </a:lnTo>
                  <a:lnTo>
                    <a:pt x="64026" y="12747"/>
                  </a:lnTo>
                  <a:lnTo>
                    <a:pt x="58934" y="10733"/>
                  </a:lnTo>
                  <a:lnTo>
                    <a:pt x="53780" y="8887"/>
                  </a:lnTo>
                  <a:lnTo>
                    <a:pt x="48567" y="7210"/>
                  </a:lnTo>
                  <a:lnTo>
                    <a:pt x="43303" y="5706"/>
                  </a:lnTo>
                  <a:lnTo>
                    <a:pt x="37992" y="4374"/>
                  </a:lnTo>
                  <a:lnTo>
                    <a:pt x="32641" y="3217"/>
                  </a:lnTo>
                  <a:lnTo>
                    <a:pt x="27254" y="2236"/>
                  </a:lnTo>
                  <a:lnTo>
                    <a:pt x="21838" y="1432"/>
                  </a:lnTo>
                  <a:lnTo>
                    <a:pt x="16399" y="806"/>
                  </a:lnTo>
                  <a:lnTo>
                    <a:pt x="10942" y="358"/>
                  </a:lnTo>
                  <a:lnTo>
                    <a:pt x="547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12285" y="941493"/>
              <a:ext cx="111258" cy="167167"/>
            </a:xfrm>
            <a:custGeom>
              <a:avLst/>
              <a:pathLst>
                <a:path w="111258" h="167167">
                  <a:moveTo>
                    <a:pt x="111258" y="0"/>
                  </a:moveTo>
                  <a:lnTo>
                    <a:pt x="105725" y="91"/>
                  </a:lnTo>
                  <a:lnTo>
                    <a:pt x="100199" y="366"/>
                  </a:lnTo>
                  <a:lnTo>
                    <a:pt x="94685" y="823"/>
                  </a:lnTo>
                  <a:lnTo>
                    <a:pt x="89188" y="1463"/>
                  </a:lnTo>
                  <a:lnTo>
                    <a:pt x="83717" y="2284"/>
                  </a:lnTo>
                  <a:lnTo>
                    <a:pt x="78275" y="3286"/>
                  </a:lnTo>
                  <a:lnTo>
                    <a:pt x="72869" y="4467"/>
                  </a:lnTo>
                  <a:lnTo>
                    <a:pt x="67506" y="5827"/>
                  </a:lnTo>
                  <a:lnTo>
                    <a:pt x="62190" y="7363"/>
                  </a:lnTo>
                  <a:lnTo>
                    <a:pt x="56928" y="9074"/>
                  </a:lnTo>
                  <a:lnTo>
                    <a:pt x="51726" y="10959"/>
                  </a:lnTo>
                  <a:lnTo>
                    <a:pt x="46589" y="13015"/>
                  </a:lnTo>
                  <a:lnTo>
                    <a:pt x="41522" y="15240"/>
                  </a:lnTo>
                  <a:lnTo>
                    <a:pt x="36532" y="17631"/>
                  </a:lnTo>
                  <a:lnTo>
                    <a:pt x="31624" y="20186"/>
                  </a:lnTo>
                  <a:lnTo>
                    <a:pt x="26804" y="22902"/>
                  </a:lnTo>
                  <a:lnTo>
                    <a:pt x="22075" y="25776"/>
                  </a:lnTo>
                  <a:lnTo>
                    <a:pt x="17445" y="28805"/>
                  </a:lnTo>
                  <a:lnTo>
                    <a:pt x="12917" y="31985"/>
                  </a:lnTo>
                  <a:lnTo>
                    <a:pt x="8497" y="35314"/>
                  </a:lnTo>
                  <a:lnTo>
                    <a:pt x="4190" y="38787"/>
                  </a:lnTo>
                  <a:lnTo>
                    <a:pt x="0" y="42401"/>
                  </a:lnTo>
                  <a:lnTo>
                    <a:pt x="1112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56388" y="978938"/>
              <a:ext cx="334322" cy="296883"/>
            </a:xfrm>
            <a:custGeom>
              <a:avLst/>
              <a:pathLst>
                <a:path w="334322" h="296883">
                  <a:moveTo>
                    <a:pt x="55897" y="4956"/>
                  </a:moveTo>
                  <a:lnTo>
                    <a:pt x="52006" y="8538"/>
                  </a:lnTo>
                  <a:lnTo>
                    <a:pt x="48230" y="12241"/>
                  </a:lnTo>
                  <a:lnTo>
                    <a:pt x="44573" y="16062"/>
                  </a:lnTo>
                  <a:lnTo>
                    <a:pt x="41039" y="19996"/>
                  </a:lnTo>
                  <a:lnTo>
                    <a:pt x="37631" y="24041"/>
                  </a:lnTo>
                  <a:lnTo>
                    <a:pt x="34353" y="28191"/>
                  </a:lnTo>
                  <a:lnTo>
                    <a:pt x="31208" y="32443"/>
                  </a:lnTo>
                  <a:lnTo>
                    <a:pt x="28198" y="36792"/>
                  </a:lnTo>
                  <a:lnTo>
                    <a:pt x="25328" y="41235"/>
                  </a:lnTo>
                  <a:lnTo>
                    <a:pt x="22600" y="45766"/>
                  </a:lnTo>
                  <a:lnTo>
                    <a:pt x="20016" y="50380"/>
                  </a:lnTo>
                  <a:lnTo>
                    <a:pt x="17580" y="55075"/>
                  </a:lnTo>
                  <a:lnTo>
                    <a:pt x="15294" y="59844"/>
                  </a:lnTo>
                  <a:lnTo>
                    <a:pt x="13159" y="64683"/>
                  </a:lnTo>
                  <a:lnTo>
                    <a:pt x="11179" y="69587"/>
                  </a:lnTo>
                  <a:lnTo>
                    <a:pt x="9354" y="74551"/>
                  </a:lnTo>
                  <a:lnTo>
                    <a:pt x="7688" y="79571"/>
                  </a:lnTo>
                  <a:lnTo>
                    <a:pt x="6181" y="84640"/>
                  </a:lnTo>
                  <a:lnTo>
                    <a:pt x="4836" y="89755"/>
                  </a:lnTo>
                  <a:lnTo>
                    <a:pt x="3653" y="94910"/>
                  </a:lnTo>
                  <a:lnTo>
                    <a:pt x="2633" y="100100"/>
                  </a:lnTo>
                  <a:lnTo>
                    <a:pt x="1779" y="105319"/>
                  </a:lnTo>
                  <a:lnTo>
                    <a:pt x="1090" y="110563"/>
                  </a:lnTo>
                  <a:lnTo>
                    <a:pt x="567" y="115826"/>
                  </a:lnTo>
                  <a:lnTo>
                    <a:pt x="210" y="121102"/>
                  </a:lnTo>
                  <a:lnTo>
                    <a:pt x="21" y="126388"/>
                  </a:lnTo>
                  <a:lnTo>
                    <a:pt x="0" y="131677"/>
                  </a:lnTo>
                  <a:lnTo>
                    <a:pt x="145" y="136964"/>
                  </a:lnTo>
                  <a:lnTo>
                    <a:pt x="458" y="142243"/>
                  </a:lnTo>
                  <a:lnTo>
                    <a:pt x="937" y="147510"/>
                  </a:lnTo>
                  <a:lnTo>
                    <a:pt x="1583" y="152760"/>
                  </a:lnTo>
                  <a:lnTo>
                    <a:pt x="2395" y="157986"/>
                  </a:lnTo>
                  <a:lnTo>
                    <a:pt x="3371" y="163184"/>
                  </a:lnTo>
                  <a:lnTo>
                    <a:pt x="4512" y="168348"/>
                  </a:lnTo>
                  <a:lnTo>
                    <a:pt x="5815" y="173474"/>
                  </a:lnTo>
                  <a:lnTo>
                    <a:pt x="7280" y="178556"/>
                  </a:lnTo>
                  <a:lnTo>
                    <a:pt x="8905" y="183589"/>
                  </a:lnTo>
                  <a:lnTo>
                    <a:pt x="10688" y="188568"/>
                  </a:lnTo>
                  <a:lnTo>
                    <a:pt x="12628" y="193488"/>
                  </a:lnTo>
                  <a:lnTo>
                    <a:pt x="14722" y="198345"/>
                  </a:lnTo>
                  <a:lnTo>
                    <a:pt x="16970" y="203132"/>
                  </a:lnTo>
                  <a:lnTo>
                    <a:pt x="19367" y="207847"/>
                  </a:lnTo>
                  <a:lnTo>
                    <a:pt x="21912" y="212483"/>
                  </a:lnTo>
                  <a:lnTo>
                    <a:pt x="24603" y="217036"/>
                  </a:lnTo>
                  <a:lnTo>
                    <a:pt x="27437" y="221502"/>
                  </a:lnTo>
                  <a:lnTo>
                    <a:pt x="30410" y="225876"/>
                  </a:lnTo>
                  <a:lnTo>
                    <a:pt x="33520" y="230153"/>
                  </a:lnTo>
                  <a:lnTo>
                    <a:pt x="36764" y="234330"/>
                  </a:lnTo>
                  <a:lnTo>
                    <a:pt x="40139" y="238403"/>
                  </a:lnTo>
                  <a:lnTo>
                    <a:pt x="43640" y="242367"/>
                  </a:lnTo>
                  <a:lnTo>
                    <a:pt x="47265" y="246218"/>
                  </a:lnTo>
                  <a:lnTo>
                    <a:pt x="51011" y="249952"/>
                  </a:lnTo>
                  <a:lnTo>
                    <a:pt x="54872" y="253566"/>
                  </a:lnTo>
                  <a:lnTo>
                    <a:pt x="58846" y="257056"/>
                  </a:lnTo>
                  <a:lnTo>
                    <a:pt x="62928" y="260418"/>
                  </a:lnTo>
                  <a:lnTo>
                    <a:pt x="67115" y="263650"/>
                  </a:lnTo>
                  <a:lnTo>
                    <a:pt x="71402" y="266748"/>
                  </a:lnTo>
                  <a:lnTo>
                    <a:pt x="75784" y="269708"/>
                  </a:lnTo>
                  <a:lnTo>
                    <a:pt x="80258" y="272529"/>
                  </a:lnTo>
                  <a:lnTo>
                    <a:pt x="84819" y="275206"/>
                  </a:lnTo>
                  <a:lnTo>
                    <a:pt x="89463" y="277738"/>
                  </a:lnTo>
                  <a:lnTo>
                    <a:pt x="94184" y="280121"/>
                  </a:lnTo>
                  <a:lnTo>
                    <a:pt x="98978" y="282355"/>
                  </a:lnTo>
                  <a:lnTo>
                    <a:pt x="103841" y="284435"/>
                  </a:lnTo>
                  <a:lnTo>
                    <a:pt x="108767" y="286360"/>
                  </a:lnTo>
                  <a:lnTo>
                    <a:pt x="113751" y="288129"/>
                  </a:lnTo>
                  <a:lnTo>
                    <a:pt x="118789" y="289739"/>
                  </a:lnTo>
                  <a:lnTo>
                    <a:pt x="123875" y="291189"/>
                  </a:lnTo>
                  <a:lnTo>
                    <a:pt x="129005" y="292477"/>
                  </a:lnTo>
                  <a:lnTo>
                    <a:pt x="134173" y="293603"/>
                  </a:lnTo>
                  <a:lnTo>
                    <a:pt x="139373" y="294564"/>
                  </a:lnTo>
                  <a:lnTo>
                    <a:pt x="144602" y="295361"/>
                  </a:lnTo>
                  <a:lnTo>
                    <a:pt x="149853" y="295991"/>
                  </a:lnTo>
                  <a:lnTo>
                    <a:pt x="155121" y="296455"/>
                  </a:lnTo>
                  <a:lnTo>
                    <a:pt x="160402" y="296753"/>
                  </a:lnTo>
                  <a:lnTo>
                    <a:pt x="165689" y="296883"/>
                  </a:lnTo>
                  <a:lnTo>
                    <a:pt x="170978" y="296845"/>
                  </a:lnTo>
                  <a:lnTo>
                    <a:pt x="176263" y="296641"/>
                  </a:lnTo>
                  <a:lnTo>
                    <a:pt x="181538" y="296269"/>
                  </a:lnTo>
                  <a:lnTo>
                    <a:pt x="186800" y="295731"/>
                  </a:lnTo>
                  <a:lnTo>
                    <a:pt x="192042" y="295026"/>
                  </a:lnTo>
                  <a:lnTo>
                    <a:pt x="197258" y="294156"/>
                  </a:lnTo>
                  <a:lnTo>
                    <a:pt x="202445" y="293122"/>
                  </a:lnTo>
                  <a:lnTo>
                    <a:pt x="207596" y="291924"/>
                  </a:lnTo>
                  <a:lnTo>
                    <a:pt x="212707" y="290563"/>
                  </a:lnTo>
                  <a:lnTo>
                    <a:pt x="217773" y="289042"/>
                  </a:lnTo>
                  <a:lnTo>
                    <a:pt x="222787" y="287361"/>
                  </a:lnTo>
                  <a:lnTo>
                    <a:pt x="227746" y="285522"/>
                  </a:lnTo>
                  <a:lnTo>
                    <a:pt x="232644" y="283527"/>
                  </a:lnTo>
                  <a:lnTo>
                    <a:pt x="237477" y="281379"/>
                  </a:lnTo>
                  <a:lnTo>
                    <a:pt x="242239" y="279078"/>
                  </a:lnTo>
                  <a:lnTo>
                    <a:pt x="246927" y="276628"/>
                  </a:lnTo>
                  <a:lnTo>
                    <a:pt x="251534" y="274031"/>
                  </a:lnTo>
                  <a:lnTo>
                    <a:pt x="256057" y="271290"/>
                  </a:lnTo>
                  <a:lnTo>
                    <a:pt x="260491" y="268406"/>
                  </a:lnTo>
                  <a:lnTo>
                    <a:pt x="264831" y="265385"/>
                  </a:lnTo>
                  <a:lnTo>
                    <a:pt x="269074" y="262227"/>
                  </a:lnTo>
                  <a:lnTo>
                    <a:pt x="273214" y="258936"/>
                  </a:lnTo>
                  <a:lnTo>
                    <a:pt x="277249" y="255517"/>
                  </a:lnTo>
                  <a:lnTo>
                    <a:pt x="281173" y="251971"/>
                  </a:lnTo>
                  <a:lnTo>
                    <a:pt x="284983" y="248303"/>
                  </a:lnTo>
                  <a:lnTo>
                    <a:pt x="288676" y="244516"/>
                  </a:lnTo>
                  <a:lnTo>
                    <a:pt x="292246" y="240615"/>
                  </a:lnTo>
                  <a:lnTo>
                    <a:pt x="295692" y="236602"/>
                  </a:lnTo>
                  <a:lnTo>
                    <a:pt x="299008" y="232482"/>
                  </a:lnTo>
                  <a:lnTo>
                    <a:pt x="302193" y="228260"/>
                  </a:lnTo>
                  <a:lnTo>
                    <a:pt x="305243" y="223939"/>
                  </a:lnTo>
                  <a:lnTo>
                    <a:pt x="308154" y="219523"/>
                  </a:lnTo>
                  <a:lnTo>
                    <a:pt x="310924" y="215018"/>
                  </a:lnTo>
                  <a:lnTo>
                    <a:pt x="313551" y="210427"/>
                  </a:lnTo>
                  <a:lnTo>
                    <a:pt x="316030" y="205756"/>
                  </a:lnTo>
                  <a:lnTo>
                    <a:pt x="318361" y="201008"/>
                  </a:lnTo>
                  <a:lnTo>
                    <a:pt x="320541" y="196189"/>
                  </a:lnTo>
                  <a:lnTo>
                    <a:pt x="322566" y="191304"/>
                  </a:lnTo>
                  <a:lnTo>
                    <a:pt x="324437" y="186357"/>
                  </a:lnTo>
                  <a:lnTo>
                    <a:pt x="326150" y="181353"/>
                  </a:lnTo>
                  <a:lnTo>
                    <a:pt x="327703" y="176298"/>
                  </a:lnTo>
                  <a:lnTo>
                    <a:pt x="329096" y="171195"/>
                  </a:lnTo>
                  <a:lnTo>
                    <a:pt x="330327" y="166052"/>
                  </a:lnTo>
                  <a:lnTo>
                    <a:pt x="331395" y="160872"/>
                  </a:lnTo>
                  <a:lnTo>
                    <a:pt x="332298" y="155661"/>
                  </a:lnTo>
                  <a:lnTo>
                    <a:pt x="333036" y="150424"/>
                  </a:lnTo>
                  <a:lnTo>
                    <a:pt x="333608" y="145166"/>
                  </a:lnTo>
                  <a:lnTo>
                    <a:pt x="334013" y="139892"/>
                  </a:lnTo>
                  <a:lnTo>
                    <a:pt x="334251" y="134609"/>
                  </a:lnTo>
                  <a:lnTo>
                    <a:pt x="334322" y="129321"/>
                  </a:lnTo>
                  <a:lnTo>
                    <a:pt x="334226" y="124033"/>
                  </a:lnTo>
                  <a:lnTo>
                    <a:pt x="333963" y="118750"/>
                  </a:lnTo>
                  <a:lnTo>
                    <a:pt x="333532" y="113479"/>
                  </a:lnTo>
                  <a:lnTo>
                    <a:pt x="332935" y="108224"/>
                  </a:lnTo>
                  <a:lnTo>
                    <a:pt x="332172" y="102991"/>
                  </a:lnTo>
                  <a:lnTo>
                    <a:pt x="331244" y="97784"/>
                  </a:lnTo>
                  <a:lnTo>
                    <a:pt x="330151" y="92609"/>
                  </a:lnTo>
                  <a:lnTo>
                    <a:pt x="328896" y="87471"/>
                  </a:lnTo>
                  <a:lnTo>
                    <a:pt x="327478" y="82376"/>
                  </a:lnTo>
                  <a:lnTo>
                    <a:pt x="325900" y="77328"/>
                  </a:lnTo>
                  <a:lnTo>
                    <a:pt x="324163" y="72332"/>
                  </a:lnTo>
                  <a:lnTo>
                    <a:pt x="322269" y="67394"/>
                  </a:lnTo>
                  <a:lnTo>
                    <a:pt x="320220" y="62519"/>
                  </a:lnTo>
                  <a:lnTo>
                    <a:pt x="318017" y="57710"/>
                  </a:lnTo>
                  <a:lnTo>
                    <a:pt x="315664" y="52974"/>
                  </a:lnTo>
                  <a:lnTo>
                    <a:pt x="313162" y="48314"/>
                  </a:lnTo>
                  <a:lnTo>
                    <a:pt x="310513" y="43736"/>
                  </a:lnTo>
                  <a:lnTo>
                    <a:pt x="307722" y="39244"/>
                  </a:lnTo>
                  <a:lnTo>
                    <a:pt x="304789" y="34843"/>
                  </a:lnTo>
                  <a:lnTo>
                    <a:pt x="301719" y="30537"/>
                  </a:lnTo>
                  <a:lnTo>
                    <a:pt x="298514" y="26329"/>
                  </a:lnTo>
                  <a:lnTo>
                    <a:pt x="295177" y="22226"/>
                  </a:lnTo>
                  <a:lnTo>
                    <a:pt x="291713" y="18230"/>
                  </a:lnTo>
                  <a:lnTo>
                    <a:pt x="288124" y="14345"/>
                  </a:lnTo>
                  <a:lnTo>
                    <a:pt x="284413" y="10576"/>
                  </a:lnTo>
                  <a:lnTo>
                    <a:pt x="280585" y="6927"/>
                  </a:lnTo>
                  <a:lnTo>
                    <a:pt x="276644" y="3400"/>
                  </a:lnTo>
                  <a:lnTo>
                    <a:pt x="272593" y="0"/>
                  </a:lnTo>
                  <a:lnTo>
                    <a:pt x="167156" y="129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5023544" y="941493"/>
              <a:ext cx="105437" cy="167167"/>
            </a:xfrm>
            <a:custGeom>
              <a:avLst/>
              <a:pathLst>
                <a:path w="105437" h="167167">
                  <a:moveTo>
                    <a:pt x="105437" y="37445"/>
                  </a:moveTo>
                  <a:lnTo>
                    <a:pt x="100950" y="33923"/>
                  </a:lnTo>
                  <a:lnTo>
                    <a:pt x="96345" y="30556"/>
                  </a:lnTo>
                  <a:lnTo>
                    <a:pt x="91628" y="27349"/>
                  </a:lnTo>
                  <a:lnTo>
                    <a:pt x="86805" y="24304"/>
                  </a:lnTo>
                  <a:lnTo>
                    <a:pt x="81880" y="21426"/>
                  </a:lnTo>
                  <a:lnTo>
                    <a:pt x="76860" y="18717"/>
                  </a:lnTo>
                  <a:lnTo>
                    <a:pt x="71750" y="16181"/>
                  </a:lnTo>
                  <a:lnTo>
                    <a:pt x="66557" y="13821"/>
                  </a:lnTo>
                  <a:lnTo>
                    <a:pt x="61286" y="11639"/>
                  </a:lnTo>
                  <a:lnTo>
                    <a:pt x="55944" y="9639"/>
                  </a:lnTo>
                  <a:lnTo>
                    <a:pt x="50537" y="7822"/>
                  </a:lnTo>
                  <a:lnTo>
                    <a:pt x="45071" y="6190"/>
                  </a:lnTo>
                  <a:lnTo>
                    <a:pt x="39553" y="4746"/>
                  </a:lnTo>
                  <a:lnTo>
                    <a:pt x="33988" y="3491"/>
                  </a:lnTo>
                  <a:lnTo>
                    <a:pt x="28384" y="2427"/>
                  </a:lnTo>
                  <a:lnTo>
                    <a:pt x="22747" y="1554"/>
                  </a:lnTo>
                  <a:lnTo>
                    <a:pt x="17083" y="875"/>
                  </a:lnTo>
                  <a:lnTo>
                    <a:pt x="11400" y="389"/>
                  </a:lnTo>
                  <a:lnTo>
                    <a:pt x="5703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19053" y="941493"/>
              <a:ext cx="167162" cy="203628"/>
            </a:xfrm>
            <a:custGeom>
              <a:avLst/>
              <a:pathLst>
                <a:path w="167162" h="203628">
                  <a:moveTo>
                    <a:pt x="167162" y="0"/>
                  </a:moveTo>
                  <a:lnTo>
                    <a:pt x="161720" y="88"/>
                  </a:lnTo>
                  <a:lnTo>
                    <a:pt x="156284" y="354"/>
                  </a:lnTo>
                  <a:lnTo>
                    <a:pt x="150860" y="796"/>
                  </a:lnTo>
                  <a:lnTo>
                    <a:pt x="145453" y="1415"/>
                  </a:lnTo>
                  <a:lnTo>
                    <a:pt x="140069" y="2210"/>
                  </a:lnTo>
                  <a:lnTo>
                    <a:pt x="134713" y="3179"/>
                  </a:lnTo>
                  <a:lnTo>
                    <a:pt x="129392" y="4322"/>
                  </a:lnTo>
                  <a:lnTo>
                    <a:pt x="124112" y="5638"/>
                  </a:lnTo>
                  <a:lnTo>
                    <a:pt x="118876" y="7125"/>
                  </a:lnTo>
                  <a:lnTo>
                    <a:pt x="113692" y="8781"/>
                  </a:lnTo>
                  <a:lnTo>
                    <a:pt x="108565" y="10606"/>
                  </a:lnTo>
                  <a:lnTo>
                    <a:pt x="103499" y="12596"/>
                  </a:lnTo>
                  <a:lnTo>
                    <a:pt x="98502" y="14751"/>
                  </a:lnTo>
                  <a:lnTo>
                    <a:pt x="93577" y="17066"/>
                  </a:lnTo>
                  <a:lnTo>
                    <a:pt x="88729" y="19541"/>
                  </a:lnTo>
                  <a:lnTo>
                    <a:pt x="83966" y="22173"/>
                  </a:lnTo>
                  <a:lnTo>
                    <a:pt x="79290" y="24958"/>
                  </a:lnTo>
                  <a:lnTo>
                    <a:pt x="74707" y="27893"/>
                  </a:lnTo>
                  <a:lnTo>
                    <a:pt x="70223" y="30977"/>
                  </a:lnTo>
                  <a:lnTo>
                    <a:pt x="65841" y="34204"/>
                  </a:lnTo>
                  <a:lnTo>
                    <a:pt x="61566" y="37573"/>
                  </a:lnTo>
                  <a:lnTo>
                    <a:pt x="57404" y="41079"/>
                  </a:lnTo>
                  <a:lnTo>
                    <a:pt x="53357" y="44719"/>
                  </a:lnTo>
                  <a:lnTo>
                    <a:pt x="49432" y="48488"/>
                  </a:lnTo>
                  <a:lnTo>
                    <a:pt x="45631" y="52383"/>
                  </a:lnTo>
                  <a:lnTo>
                    <a:pt x="41959" y="56400"/>
                  </a:lnTo>
                  <a:lnTo>
                    <a:pt x="38420" y="60535"/>
                  </a:lnTo>
                  <a:lnTo>
                    <a:pt x="35017" y="64782"/>
                  </a:lnTo>
                  <a:lnTo>
                    <a:pt x="31754" y="69138"/>
                  </a:lnTo>
                  <a:lnTo>
                    <a:pt x="28635" y="73597"/>
                  </a:lnTo>
                  <a:lnTo>
                    <a:pt x="25662" y="78156"/>
                  </a:lnTo>
                  <a:lnTo>
                    <a:pt x="22840" y="82810"/>
                  </a:lnTo>
                  <a:lnTo>
                    <a:pt x="20170" y="87552"/>
                  </a:lnTo>
                  <a:lnTo>
                    <a:pt x="17656" y="92379"/>
                  </a:lnTo>
                  <a:lnTo>
                    <a:pt x="15301" y="97286"/>
                  </a:lnTo>
                  <a:lnTo>
                    <a:pt x="13107" y="102266"/>
                  </a:lnTo>
                  <a:lnTo>
                    <a:pt x="11076" y="107315"/>
                  </a:lnTo>
                  <a:lnTo>
                    <a:pt x="9210" y="112428"/>
                  </a:lnTo>
                  <a:lnTo>
                    <a:pt x="7512" y="117598"/>
                  </a:lnTo>
                  <a:lnTo>
                    <a:pt x="5983" y="122822"/>
                  </a:lnTo>
                  <a:lnTo>
                    <a:pt x="4625" y="128092"/>
                  </a:lnTo>
                  <a:lnTo>
                    <a:pt x="3439" y="133403"/>
                  </a:lnTo>
                  <a:lnTo>
                    <a:pt x="2427" y="138751"/>
                  </a:lnTo>
                  <a:lnTo>
                    <a:pt x="1589" y="144128"/>
                  </a:lnTo>
                  <a:lnTo>
                    <a:pt x="927" y="149530"/>
                  </a:lnTo>
                  <a:lnTo>
                    <a:pt x="441" y="154951"/>
                  </a:lnTo>
                  <a:lnTo>
                    <a:pt x="132" y="160384"/>
                  </a:lnTo>
                  <a:lnTo>
                    <a:pt x="0" y="165825"/>
                  </a:lnTo>
                  <a:lnTo>
                    <a:pt x="44" y="171267"/>
                  </a:lnTo>
                  <a:lnTo>
                    <a:pt x="266" y="176705"/>
                  </a:lnTo>
                  <a:lnTo>
                    <a:pt x="665" y="182133"/>
                  </a:lnTo>
                  <a:lnTo>
                    <a:pt x="1241" y="187545"/>
                  </a:lnTo>
                  <a:lnTo>
                    <a:pt x="1992" y="192935"/>
                  </a:lnTo>
                  <a:lnTo>
                    <a:pt x="2918" y="198298"/>
                  </a:lnTo>
                  <a:lnTo>
                    <a:pt x="4019" y="203628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23073" y="1108660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23073" y="1108660"/>
              <a:ext cx="163142" cy="155026"/>
            </a:xfrm>
            <a:custGeom>
              <a:avLst/>
              <a:pathLst>
                <a:path w="163142" h="155026">
                  <a:moveTo>
                    <a:pt x="0" y="36460"/>
                  </a:moveTo>
                  <a:lnTo>
                    <a:pt x="1306" y="41881"/>
                  </a:lnTo>
                  <a:lnTo>
                    <a:pt x="2793" y="47256"/>
                  </a:lnTo>
                  <a:lnTo>
                    <a:pt x="4459" y="52578"/>
                  </a:lnTo>
                  <a:lnTo>
                    <a:pt x="6301" y="57842"/>
                  </a:lnTo>
                  <a:lnTo>
                    <a:pt x="8317" y="63041"/>
                  </a:lnTo>
                  <a:lnTo>
                    <a:pt x="10506" y="68170"/>
                  </a:lnTo>
                  <a:lnTo>
                    <a:pt x="12865" y="73223"/>
                  </a:lnTo>
                  <a:lnTo>
                    <a:pt x="15391" y="78195"/>
                  </a:lnTo>
                  <a:lnTo>
                    <a:pt x="18081" y="83079"/>
                  </a:lnTo>
                  <a:lnTo>
                    <a:pt x="20933" y="87871"/>
                  </a:lnTo>
                  <a:lnTo>
                    <a:pt x="23943" y="92566"/>
                  </a:lnTo>
                  <a:lnTo>
                    <a:pt x="27108" y="97157"/>
                  </a:lnTo>
                  <a:lnTo>
                    <a:pt x="30424" y="101641"/>
                  </a:lnTo>
                  <a:lnTo>
                    <a:pt x="33888" y="106011"/>
                  </a:lnTo>
                  <a:lnTo>
                    <a:pt x="37496" y="110263"/>
                  </a:lnTo>
                  <a:lnTo>
                    <a:pt x="41244" y="114392"/>
                  </a:lnTo>
                  <a:lnTo>
                    <a:pt x="45127" y="118395"/>
                  </a:lnTo>
                  <a:lnTo>
                    <a:pt x="49142" y="122265"/>
                  </a:lnTo>
                  <a:lnTo>
                    <a:pt x="53283" y="125999"/>
                  </a:lnTo>
                  <a:lnTo>
                    <a:pt x="57547" y="129594"/>
                  </a:lnTo>
                  <a:lnTo>
                    <a:pt x="61928" y="133044"/>
                  </a:lnTo>
                  <a:lnTo>
                    <a:pt x="66422" y="136345"/>
                  </a:lnTo>
                  <a:lnTo>
                    <a:pt x="71024" y="139496"/>
                  </a:lnTo>
                  <a:lnTo>
                    <a:pt x="75728" y="142491"/>
                  </a:lnTo>
                  <a:lnTo>
                    <a:pt x="80529" y="145327"/>
                  </a:lnTo>
                  <a:lnTo>
                    <a:pt x="85423" y="148002"/>
                  </a:lnTo>
                  <a:lnTo>
                    <a:pt x="90402" y="150511"/>
                  </a:lnTo>
                  <a:lnTo>
                    <a:pt x="95463" y="152854"/>
                  </a:lnTo>
                  <a:lnTo>
                    <a:pt x="100599" y="155026"/>
                  </a:lnTo>
                  <a:lnTo>
                    <a:pt x="16314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423672" y="941493"/>
              <a:ext cx="229692" cy="334334"/>
            </a:xfrm>
            <a:custGeom>
              <a:avLst/>
              <a:pathLst>
                <a:path w="229692" h="334334">
                  <a:moveTo>
                    <a:pt x="0" y="322194"/>
                  </a:moveTo>
                  <a:lnTo>
                    <a:pt x="4953" y="324101"/>
                  </a:lnTo>
                  <a:lnTo>
                    <a:pt x="9965" y="325851"/>
                  </a:lnTo>
                  <a:lnTo>
                    <a:pt x="15030" y="327440"/>
                  </a:lnTo>
                  <a:lnTo>
                    <a:pt x="20143" y="328868"/>
                  </a:lnTo>
                  <a:lnTo>
                    <a:pt x="25299" y="330133"/>
                  </a:lnTo>
                  <a:lnTo>
                    <a:pt x="30492" y="331233"/>
                  </a:lnTo>
                  <a:lnTo>
                    <a:pt x="35718" y="332168"/>
                  </a:lnTo>
                  <a:lnTo>
                    <a:pt x="40971" y="332937"/>
                  </a:lnTo>
                  <a:lnTo>
                    <a:pt x="46245" y="333538"/>
                  </a:lnTo>
                  <a:lnTo>
                    <a:pt x="51536" y="333972"/>
                  </a:lnTo>
                  <a:lnTo>
                    <a:pt x="56838" y="334237"/>
                  </a:lnTo>
                  <a:lnTo>
                    <a:pt x="62145" y="334334"/>
                  </a:lnTo>
                  <a:lnTo>
                    <a:pt x="67453" y="334262"/>
                  </a:lnTo>
                  <a:lnTo>
                    <a:pt x="72757" y="334022"/>
                  </a:lnTo>
                  <a:lnTo>
                    <a:pt x="78049" y="333614"/>
                  </a:lnTo>
                  <a:lnTo>
                    <a:pt x="83327" y="333037"/>
                  </a:lnTo>
                  <a:lnTo>
                    <a:pt x="88583" y="332294"/>
                  </a:lnTo>
                  <a:lnTo>
                    <a:pt x="93813" y="331384"/>
                  </a:lnTo>
                  <a:lnTo>
                    <a:pt x="99011" y="330308"/>
                  </a:lnTo>
                  <a:lnTo>
                    <a:pt x="104173" y="329068"/>
                  </a:lnTo>
                  <a:lnTo>
                    <a:pt x="109293" y="327664"/>
                  </a:lnTo>
                  <a:lnTo>
                    <a:pt x="114365" y="326099"/>
                  </a:lnTo>
                  <a:lnTo>
                    <a:pt x="119385" y="324373"/>
                  </a:lnTo>
                  <a:lnTo>
                    <a:pt x="124348" y="322489"/>
                  </a:lnTo>
                  <a:lnTo>
                    <a:pt x="129249" y="320449"/>
                  </a:lnTo>
                  <a:lnTo>
                    <a:pt x="134082" y="318253"/>
                  </a:lnTo>
                  <a:lnTo>
                    <a:pt x="138843" y="315905"/>
                  </a:lnTo>
                  <a:lnTo>
                    <a:pt x="143528" y="313408"/>
                  </a:lnTo>
                  <a:lnTo>
                    <a:pt x="148130" y="310763"/>
                  </a:lnTo>
                  <a:lnTo>
                    <a:pt x="152647" y="307973"/>
                  </a:lnTo>
                  <a:lnTo>
                    <a:pt x="157072" y="305041"/>
                  </a:lnTo>
                  <a:lnTo>
                    <a:pt x="161402" y="301970"/>
                  </a:lnTo>
                  <a:lnTo>
                    <a:pt x="165633" y="298763"/>
                  </a:lnTo>
                  <a:lnTo>
                    <a:pt x="169759" y="295423"/>
                  </a:lnTo>
                  <a:lnTo>
                    <a:pt x="173777" y="291954"/>
                  </a:lnTo>
                  <a:lnTo>
                    <a:pt x="177683" y="288359"/>
                  </a:lnTo>
                  <a:lnTo>
                    <a:pt x="181473" y="284642"/>
                  </a:lnTo>
                  <a:lnTo>
                    <a:pt x="185144" y="280807"/>
                  </a:lnTo>
                  <a:lnTo>
                    <a:pt x="188690" y="276857"/>
                  </a:lnTo>
                  <a:lnTo>
                    <a:pt x="192109" y="272796"/>
                  </a:lnTo>
                  <a:lnTo>
                    <a:pt x="195398" y="268629"/>
                  </a:lnTo>
                  <a:lnTo>
                    <a:pt x="198553" y="264359"/>
                  </a:lnTo>
                  <a:lnTo>
                    <a:pt x="201570" y="259991"/>
                  </a:lnTo>
                  <a:lnTo>
                    <a:pt x="204447" y="255530"/>
                  </a:lnTo>
                  <a:lnTo>
                    <a:pt x="207181" y="250980"/>
                  </a:lnTo>
                  <a:lnTo>
                    <a:pt x="209770" y="246345"/>
                  </a:lnTo>
                  <a:lnTo>
                    <a:pt x="212209" y="241630"/>
                  </a:lnTo>
                  <a:lnTo>
                    <a:pt x="214498" y="236841"/>
                  </a:lnTo>
                  <a:lnTo>
                    <a:pt x="216634" y="231981"/>
                  </a:lnTo>
                  <a:lnTo>
                    <a:pt x="218614" y="227055"/>
                  </a:lnTo>
                  <a:lnTo>
                    <a:pt x="220437" y="222070"/>
                  </a:lnTo>
                  <a:lnTo>
                    <a:pt x="222101" y="217028"/>
                  </a:lnTo>
                  <a:lnTo>
                    <a:pt x="223604" y="211937"/>
                  </a:lnTo>
                  <a:lnTo>
                    <a:pt x="224944" y="206800"/>
                  </a:lnTo>
                  <a:lnTo>
                    <a:pt x="226120" y="201624"/>
                  </a:lnTo>
                  <a:lnTo>
                    <a:pt x="227132" y="196413"/>
                  </a:lnTo>
                  <a:lnTo>
                    <a:pt x="227978" y="191172"/>
                  </a:lnTo>
                  <a:lnTo>
                    <a:pt x="228656" y="185907"/>
                  </a:lnTo>
                  <a:lnTo>
                    <a:pt x="229168" y="180623"/>
                  </a:lnTo>
                  <a:lnTo>
                    <a:pt x="229511" y="175326"/>
                  </a:lnTo>
                  <a:lnTo>
                    <a:pt x="229686" y="170020"/>
                  </a:lnTo>
                  <a:lnTo>
                    <a:pt x="229692" y="164711"/>
                  </a:lnTo>
                  <a:lnTo>
                    <a:pt x="229530" y="159405"/>
                  </a:lnTo>
                  <a:lnTo>
                    <a:pt x="229199" y="154107"/>
                  </a:lnTo>
                  <a:lnTo>
                    <a:pt x="228701" y="148822"/>
                  </a:lnTo>
                  <a:lnTo>
                    <a:pt x="228034" y="143555"/>
                  </a:lnTo>
                  <a:lnTo>
                    <a:pt x="227201" y="138313"/>
                  </a:lnTo>
                  <a:lnTo>
                    <a:pt x="226202" y="133099"/>
                  </a:lnTo>
                  <a:lnTo>
                    <a:pt x="225038" y="127920"/>
                  </a:lnTo>
                  <a:lnTo>
                    <a:pt x="223710" y="122780"/>
                  </a:lnTo>
                  <a:lnTo>
                    <a:pt x="222219" y="117685"/>
                  </a:lnTo>
                  <a:lnTo>
                    <a:pt x="220567" y="112640"/>
                  </a:lnTo>
                  <a:lnTo>
                    <a:pt x="218756" y="107650"/>
                  </a:lnTo>
                  <a:lnTo>
                    <a:pt x="216788" y="102720"/>
                  </a:lnTo>
                  <a:lnTo>
                    <a:pt x="214664" y="97855"/>
                  </a:lnTo>
                  <a:lnTo>
                    <a:pt x="212386" y="93059"/>
                  </a:lnTo>
                  <a:lnTo>
                    <a:pt x="209957" y="88339"/>
                  </a:lnTo>
                  <a:lnTo>
                    <a:pt x="207380" y="83698"/>
                  </a:lnTo>
                  <a:lnTo>
                    <a:pt x="204657" y="79141"/>
                  </a:lnTo>
                  <a:lnTo>
                    <a:pt x="201790" y="74673"/>
                  </a:lnTo>
                  <a:lnTo>
                    <a:pt x="198783" y="70298"/>
                  </a:lnTo>
                  <a:lnTo>
                    <a:pt x="195639" y="66021"/>
                  </a:lnTo>
                  <a:lnTo>
                    <a:pt x="192360" y="61846"/>
                  </a:lnTo>
                  <a:lnTo>
                    <a:pt x="188950" y="57777"/>
                  </a:lnTo>
                  <a:lnTo>
                    <a:pt x="185413" y="53819"/>
                  </a:lnTo>
                  <a:lnTo>
                    <a:pt x="181752" y="49975"/>
                  </a:lnTo>
                  <a:lnTo>
                    <a:pt x="177971" y="46249"/>
                  </a:lnTo>
                  <a:lnTo>
                    <a:pt x="174074" y="42645"/>
                  </a:lnTo>
                  <a:lnTo>
                    <a:pt x="170064" y="39166"/>
                  </a:lnTo>
                  <a:lnTo>
                    <a:pt x="165945" y="35817"/>
                  </a:lnTo>
                  <a:lnTo>
                    <a:pt x="161722" y="32600"/>
                  </a:lnTo>
                  <a:lnTo>
                    <a:pt x="157400" y="29518"/>
                  </a:lnTo>
                  <a:lnTo>
                    <a:pt x="152981" y="26576"/>
                  </a:lnTo>
                  <a:lnTo>
                    <a:pt x="148471" y="23775"/>
                  </a:lnTo>
                  <a:lnTo>
                    <a:pt x="143875" y="21119"/>
                  </a:lnTo>
                  <a:lnTo>
                    <a:pt x="139197" y="18610"/>
                  </a:lnTo>
                  <a:lnTo>
                    <a:pt x="134441" y="16251"/>
                  </a:lnTo>
                  <a:lnTo>
                    <a:pt x="129613" y="14044"/>
                  </a:lnTo>
                  <a:lnTo>
                    <a:pt x="124717" y="11992"/>
                  </a:lnTo>
                  <a:lnTo>
                    <a:pt x="119759" y="10096"/>
                  </a:lnTo>
                  <a:lnTo>
                    <a:pt x="114743" y="8359"/>
                  </a:lnTo>
                  <a:lnTo>
                    <a:pt x="109674" y="6781"/>
                  </a:lnTo>
                  <a:lnTo>
                    <a:pt x="104558" y="5366"/>
                  </a:lnTo>
                  <a:lnTo>
                    <a:pt x="99399" y="4113"/>
                  </a:lnTo>
                  <a:lnTo>
                    <a:pt x="94203" y="3025"/>
                  </a:lnTo>
                  <a:lnTo>
                    <a:pt x="88975" y="2102"/>
                  </a:lnTo>
                  <a:lnTo>
                    <a:pt x="83721" y="1346"/>
                  </a:lnTo>
                  <a:lnTo>
                    <a:pt x="78445" y="758"/>
                  </a:lnTo>
                  <a:lnTo>
                    <a:pt x="73153" y="337"/>
                  </a:lnTo>
                  <a:lnTo>
                    <a:pt x="67851" y="84"/>
                  </a:lnTo>
                  <a:lnTo>
                    <a:pt x="62543" y="0"/>
                  </a:lnTo>
                  <a:lnTo>
                    <a:pt x="625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797348" y="1071028"/>
              <a:ext cx="215274" cy="334332"/>
            </a:xfrm>
            <a:custGeom>
              <a:avLst/>
              <a:pathLst>
                <a:path w="215274" h="33433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3" y="759"/>
                  </a:lnTo>
                  <a:lnTo>
                    <a:pt x="145951" y="1349"/>
                  </a:lnTo>
                  <a:lnTo>
                    <a:pt x="140691" y="2107"/>
                  </a:lnTo>
                  <a:lnTo>
                    <a:pt x="135458" y="3032"/>
                  </a:lnTo>
                  <a:lnTo>
                    <a:pt x="130257" y="4122"/>
                  </a:lnTo>
                  <a:lnTo>
                    <a:pt x="125092" y="5377"/>
                  </a:lnTo>
                  <a:lnTo>
                    <a:pt x="119971" y="6796"/>
                  </a:lnTo>
                  <a:lnTo>
                    <a:pt x="114897" y="8377"/>
                  </a:lnTo>
                  <a:lnTo>
                    <a:pt x="109876" y="10118"/>
                  </a:lnTo>
                  <a:lnTo>
                    <a:pt x="104913" y="12018"/>
                  </a:lnTo>
                  <a:lnTo>
                    <a:pt x="100012" y="14075"/>
                  </a:lnTo>
                  <a:lnTo>
                    <a:pt x="95180" y="16287"/>
                  </a:lnTo>
                  <a:lnTo>
                    <a:pt x="90420" y="18651"/>
                  </a:lnTo>
                  <a:lnTo>
                    <a:pt x="85738" y="21165"/>
                  </a:lnTo>
                  <a:lnTo>
                    <a:pt x="81138" y="23827"/>
                  </a:lnTo>
                  <a:lnTo>
                    <a:pt x="76625" y="26633"/>
                  </a:lnTo>
                  <a:lnTo>
                    <a:pt x="72204" y="29582"/>
                  </a:lnTo>
                  <a:lnTo>
                    <a:pt x="67879" y="32669"/>
                  </a:lnTo>
                  <a:lnTo>
                    <a:pt x="63653" y="35893"/>
                  </a:lnTo>
                  <a:lnTo>
                    <a:pt x="59533" y="39249"/>
                  </a:lnTo>
                  <a:lnTo>
                    <a:pt x="55521" y="42735"/>
                  </a:lnTo>
                  <a:lnTo>
                    <a:pt x="51622" y="46346"/>
                  </a:lnTo>
                  <a:lnTo>
                    <a:pt x="47840" y="50080"/>
                  </a:lnTo>
                  <a:lnTo>
                    <a:pt x="44179" y="53931"/>
                  </a:lnTo>
                  <a:lnTo>
                    <a:pt x="40641" y="57898"/>
                  </a:lnTo>
                  <a:lnTo>
                    <a:pt x="37232" y="61974"/>
                  </a:lnTo>
                  <a:lnTo>
                    <a:pt x="33954" y="66157"/>
                  </a:lnTo>
                  <a:lnTo>
                    <a:pt x="30810" y="70442"/>
                  </a:lnTo>
                  <a:lnTo>
                    <a:pt x="27805" y="74825"/>
                  </a:lnTo>
                  <a:lnTo>
                    <a:pt x="24940" y="79301"/>
                  </a:lnTo>
                  <a:lnTo>
                    <a:pt x="22219" y="83866"/>
                  </a:lnTo>
                  <a:lnTo>
                    <a:pt x="19644" y="88515"/>
                  </a:lnTo>
                  <a:lnTo>
                    <a:pt x="17218" y="93244"/>
                  </a:lnTo>
                  <a:lnTo>
                    <a:pt x="14944" y="98047"/>
                  </a:lnTo>
                  <a:lnTo>
                    <a:pt x="12824" y="102921"/>
                  </a:lnTo>
                  <a:lnTo>
                    <a:pt x="10860" y="107859"/>
                  </a:lnTo>
                  <a:lnTo>
                    <a:pt x="9054" y="112857"/>
                  </a:lnTo>
                  <a:lnTo>
                    <a:pt x="7407" y="117910"/>
                  </a:lnTo>
                  <a:lnTo>
                    <a:pt x="5922" y="123013"/>
                  </a:lnTo>
                  <a:lnTo>
                    <a:pt x="4600" y="128160"/>
                  </a:lnTo>
                  <a:lnTo>
                    <a:pt x="3442" y="133347"/>
                  </a:lnTo>
                  <a:lnTo>
                    <a:pt x="2450" y="138568"/>
                  </a:lnTo>
                  <a:lnTo>
                    <a:pt x="1624" y="143818"/>
                  </a:lnTo>
                  <a:lnTo>
                    <a:pt x="966" y="149091"/>
                  </a:lnTo>
                  <a:lnTo>
                    <a:pt x="475" y="154383"/>
                  </a:lnTo>
                  <a:lnTo>
                    <a:pt x="153" y="159688"/>
                  </a:lnTo>
                  <a:lnTo>
                    <a:pt x="0" y="165000"/>
                  </a:lnTo>
                  <a:lnTo>
                    <a:pt x="15" y="170314"/>
                  </a:lnTo>
                  <a:lnTo>
                    <a:pt x="200" y="175625"/>
                  </a:lnTo>
                  <a:lnTo>
                    <a:pt x="553" y="180928"/>
                  </a:lnTo>
                  <a:lnTo>
                    <a:pt x="1074" y="186217"/>
                  </a:lnTo>
                  <a:lnTo>
                    <a:pt x="1764" y="191486"/>
                  </a:lnTo>
                  <a:lnTo>
                    <a:pt x="2621" y="196731"/>
                  </a:lnTo>
                  <a:lnTo>
                    <a:pt x="3643" y="201946"/>
                  </a:lnTo>
                  <a:lnTo>
                    <a:pt x="4832" y="207126"/>
                  </a:lnTo>
                  <a:lnTo>
                    <a:pt x="6184" y="212266"/>
                  </a:lnTo>
                  <a:lnTo>
                    <a:pt x="7699" y="217360"/>
                  </a:lnTo>
                  <a:lnTo>
                    <a:pt x="9375" y="222403"/>
                  </a:lnTo>
                  <a:lnTo>
                    <a:pt x="11210" y="227390"/>
                  </a:lnTo>
                  <a:lnTo>
                    <a:pt x="13203" y="232317"/>
                  </a:lnTo>
                  <a:lnTo>
                    <a:pt x="15352" y="237178"/>
                  </a:lnTo>
                  <a:lnTo>
                    <a:pt x="17654" y="241968"/>
                  </a:lnTo>
                  <a:lnTo>
                    <a:pt x="20108" y="246682"/>
                  </a:lnTo>
                  <a:lnTo>
                    <a:pt x="22709" y="251316"/>
                  </a:lnTo>
                  <a:lnTo>
                    <a:pt x="25457" y="255865"/>
                  </a:lnTo>
                  <a:lnTo>
                    <a:pt x="28348" y="260324"/>
                  </a:lnTo>
                  <a:lnTo>
                    <a:pt x="31380" y="264689"/>
                  </a:lnTo>
                  <a:lnTo>
                    <a:pt x="34548" y="268956"/>
                  </a:lnTo>
                  <a:lnTo>
                    <a:pt x="37851" y="273119"/>
                  </a:lnTo>
                  <a:lnTo>
                    <a:pt x="41284" y="277176"/>
                  </a:lnTo>
                  <a:lnTo>
                    <a:pt x="44845" y="281121"/>
                  </a:lnTo>
                  <a:lnTo>
                    <a:pt x="48529" y="284952"/>
                  </a:lnTo>
                  <a:lnTo>
                    <a:pt x="52333" y="288663"/>
                  </a:lnTo>
                  <a:lnTo>
                    <a:pt x="56253" y="292251"/>
                  </a:lnTo>
                  <a:lnTo>
                    <a:pt x="60285" y="295713"/>
                  </a:lnTo>
                  <a:lnTo>
                    <a:pt x="64425" y="299045"/>
                  </a:lnTo>
                  <a:lnTo>
                    <a:pt x="68669" y="302244"/>
                  </a:lnTo>
                  <a:lnTo>
                    <a:pt x="73012" y="305306"/>
                  </a:lnTo>
                  <a:lnTo>
                    <a:pt x="77451" y="308229"/>
                  </a:lnTo>
                  <a:lnTo>
                    <a:pt x="81980" y="311009"/>
                  </a:lnTo>
                  <a:lnTo>
                    <a:pt x="86596" y="313644"/>
                  </a:lnTo>
                  <a:lnTo>
                    <a:pt x="91292" y="316131"/>
                  </a:lnTo>
                  <a:lnTo>
                    <a:pt x="96066" y="318467"/>
                  </a:lnTo>
                  <a:lnTo>
                    <a:pt x="100911" y="320650"/>
                  </a:lnTo>
                  <a:lnTo>
                    <a:pt x="105824" y="322678"/>
                  </a:lnTo>
                  <a:lnTo>
                    <a:pt x="110798" y="324549"/>
                  </a:lnTo>
                  <a:lnTo>
                    <a:pt x="115829" y="326261"/>
                  </a:lnTo>
                  <a:lnTo>
                    <a:pt x="120912" y="327812"/>
                  </a:lnTo>
                  <a:lnTo>
                    <a:pt x="126042" y="329200"/>
                  </a:lnTo>
                  <a:lnTo>
                    <a:pt x="131213" y="330425"/>
                  </a:lnTo>
                  <a:lnTo>
                    <a:pt x="136421" y="331485"/>
                  </a:lnTo>
                  <a:lnTo>
                    <a:pt x="141660" y="332379"/>
                  </a:lnTo>
                  <a:lnTo>
                    <a:pt x="146924" y="333106"/>
                  </a:lnTo>
                  <a:lnTo>
                    <a:pt x="152209" y="333665"/>
                  </a:lnTo>
                  <a:lnTo>
                    <a:pt x="157509" y="334056"/>
                  </a:lnTo>
                  <a:lnTo>
                    <a:pt x="162819" y="334278"/>
                  </a:lnTo>
                  <a:lnTo>
                    <a:pt x="168133" y="334332"/>
                  </a:lnTo>
                  <a:lnTo>
                    <a:pt x="173446" y="334216"/>
                  </a:lnTo>
                  <a:lnTo>
                    <a:pt x="178753" y="333931"/>
                  </a:lnTo>
                  <a:lnTo>
                    <a:pt x="184048" y="333478"/>
                  </a:lnTo>
                  <a:lnTo>
                    <a:pt x="189326" y="332857"/>
                  </a:lnTo>
                  <a:lnTo>
                    <a:pt x="194582" y="332069"/>
                  </a:lnTo>
                  <a:lnTo>
                    <a:pt x="199810" y="331114"/>
                  </a:lnTo>
                  <a:lnTo>
                    <a:pt x="205005" y="329993"/>
                  </a:lnTo>
                  <a:lnTo>
                    <a:pt x="210161" y="328707"/>
                  </a:lnTo>
                  <a:lnTo>
                    <a:pt x="215274" y="32725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48121" cy="160091"/>
            </a:xfrm>
            <a:custGeom>
              <a:avLst/>
              <a:pathLst>
                <a:path w="48121" h="160091">
                  <a:moveTo>
                    <a:pt x="48121" y="1600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2223"/>
              <a:ext cx="167164" cy="326064"/>
            </a:xfrm>
            <a:custGeom>
              <a:avLst/>
              <a:pathLst>
                <a:path w="167164" h="326064">
                  <a:moveTo>
                    <a:pt x="48121" y="326064"/>
                  </a:moveTo>
                  <a:lnTo>
                    <a:pt x="53237" y="324436"/>
                  </a:lnTo>
                  <a:lnTo>
                    <a:pt x="58298" y="322645"/>
                  </a:lnTo>
                  <a:lnTo>
                    <a:pt x="63299" y="320692"/>
                  </a:lnTo>
                  <a:lnTo>
                    <a:pt x="68235" y="318580"/>
                  </a:lnTo>
                  <a:lnTo>
                    <a:pt x="73100" y="316310"/>
                  </a:lnTo>
                  <a:lnTo>
                    <a:pt x="77890" y="313885"/>
                  </a:lnTo>
                  <a:lnTo>
                    <a:pt x="82600" y="311307"/>
                  </a:lnTo>
                  <a:lnTo>
                    <a:pt x="87224" y="308580"/>
                  </a:lnTo>
                  <a:lnTo>
                    <a:pt x="91758" y="305705"/>
                  </a:lnTo>
                  <a:lnTo>
                    <a:pt x="96198" y="302687"/>
                  </a:lnTo>
                  <a:lnTo>
                    <a:pt x="100539" y="299527"/>
                  </a:lnTo>
                  <a:lnTo>
                    <a:pt x="104776" y="296230"/>
                  </a:lnTo>
                  <a:lnTo>
                    <a:pt x="108904" y="292798"/>
                  </a:lnTo>
                  <a:lnTo>
                    <a:pt x="112921" y="289235"/>
                  </a:lnTo>
                  <a:lnTo>
                    <a:pt x="116821" y="285546"/>
                  </a:lnTo>
                  <a:lnTo>
                    <a:pt x="120600" y="281733"/>
                  </a:lnTo>
                  <a:lnTo>
                    <a:pt x="124255" y="277800"/>
                  </a:lnTo>
                  <a:lnTo>
                    <a:pt x="127782" y="273752"/>
                  </a:lnTo>
                  <a:lnTo>
                    <a:pt x="131177" y="269594"/>
                  </a:lnTo>
                  <a:lnTo>
                    <a:pt x="134437" y="265328"/>
                  </a:lnTo>
                  <a:lnTo>
                    <a:pt x="137558" y="260959"/>
                  </a:lnTo>
                  <a:lnTo>
                    <a:pt x="140538" y="256493"/>
                  </a:lnTo>
                  <a:lnTo>
                    <a:pt x="143372" y="251934"/>
                  </a:lnTo>
                  <a:lnTo>
                    <a:pt x="146058" y="247285"/>
                  </a:lnTo>
                  <a:lnTo>
                    <a:pt x="148594" y="242553"/>
                  </a:lnTo>
                  <a:lnTo>
                    <a:pt x="150977" y="237742"/>
                  </a:lnTo>
                  <a:lnTo>
                    <a:pt x="153203" y="232857"/>
                  </a:lnTo>
                  <a:lnTo>
                    <a:pt x="155272" y="227903"/>
                  </a:lnTo>
                  <a:lnTo>
                    <a:pt x="157181" y="222884"/>
                  </a:lnTo>
                  <a:lnTo>
                    <a:pt x="158927" y="217808"/>
                  </a:lnTo>
                  <a:lnTo>
                    <a:pt x="160510" y="212678"/>
                  </a:lnTo>
                  <a:lnTo>
                    <a:pt x="161927" y="207499"/>
                  </a:lnTo>
                  <a:lnTo>
                    <a:pt x="163177" y="202278"/>
                  </a:lnTo>
                  <a:lnTo>
                    <a:pt x="164259" y="197019"/>
                  </a:lnTo>
                  <a:lnTo>
                    <a:pt x="165171" y="191729"/>
                  </a:lnTo>
                  <a:lnTo>
                    <a:pt x="165913" y="186411"/>
                  </a:lnTo>
                  <a:lnTo>
                    <a:pt x="166484" y="181073"/>
                  </a:lnTo>
                  <a:lnTo>
                    <a:pt x="166883" y="175719"/>
                  </a:lnTo>
                  <a:lnTo>
                    <a:pt x="167109" y="170355"/>
                  </a:lnTo>
                  <a:lnTo>
                    <a:pt x="167164" y="164987"/>
                  </a:lnTo>
                  <a:lnTo>
                    <a:pt x="167046" y="159619"/>
                  </a:lnTo>
                  <a:lnTo>
                    <a:pt x="166756" y="154258"/>
                  </a:lnTo>
                  <a:lnTo>
                    <a:pt x="166294" y="148909"/>
                  </a:lnTo>
                  <a:lnTo>
                    <a:pt x="165660" y="143578"/>
                  </a:lnTo>
                  <a:lnTo>
                    <a:pt x="164856" y="138270"/>
                  </a:lnTo>
                  <a:lnTo>
                    <a:pt x="163881" y="132990"/>
                  </a:lnTo>
                  <a:lnTo>
                    <a:pt x="162737" y="127745"/>
                  </a:lnTo>
                  <a:lnTo>
                    <a:pt x="161426" y="122539"/>
                  </a:lnTo>
                  <a:lnTo>
                    <a:pt x="159948" y="117377"/>
                  </a:lnTo>
                  <a:lnTo>
                    <a:pt x="158305" y="112266"/>
                  </a:lnTo>
                  <a:lnTo>
                    <a:pt x="156499" y="107210"/>
                  </a:lnTo>
                  <a:lnTo>
                    <a:pt x="154531" y="102215"/>
                  </a:lnTo>
                  <a:lnTo>
                    <a:pt x="152404" y="97286"/>
                  </a:lnTo>
                  <a:lnTo>
                    <a:pt x="150120" y="92427"/>
                  </a:lnTo>
                  <a:lnTo>
                    <a:pt x="147681" y="87645"/>
                  </a:lnTo>
                  <a:lnTo>
                    <a:pt x="145089" y="82943"/>
                  </a:lnTo>
                  <a:lnTo>
                    <a:pt x="142348" y="78326"/>
                  </a:lnTo>
                  <a:lnTo>
                    <a:pt x="139460" y="73800"/>
                  </a:lnTo>
                  <a:lnTo>
                    <a:pt x="136428" y="69370"/>
                  </a:lnTo>
                  <a:lnTo>
                    <a:pt x="133256" y="65038"/>
                  </a:lnTo>
                  <a:lnTo>
                    <a:pt x="129946" y="60811"/>
                  </a:lnTo>
                  <a:lnTo>
                    <a:pt x="126502" y="56693"/>
                  </a:lnTo>
                  <a:lnTo>
                    <a:pt x="122928" y="52687"/>
                  </a:lnTo>
                  <a:lnTo>
                    <a:pt x="119226" y="48798"/>
                  </a:lnTo>
                  <a:lnTo>
                    <a:pt x="115402" y="45030"/>
                  </a:lnTo>
                  <a:lnTo>
                    <a:pt x="111459" y="41386"/>
                  </a:lnTo>
                  <a:lnTo>
                    <a:pt x="107401" y="37871"/>
                  </a:lnTo>
                  <a:lnTo>
                    <a:pt x="103232" y="34489"/>
                  </a:lnTo>
                  <a:lnTo>
                    <a:pt x="98956" y="31241"/>
                  </a:lnTo>
                  <a:lnTo>
                    <a:pt x="94579" y="28133"/>
                  </a:lnTo>
                  <a:lnTo>
                    <a:pt x="90104" y="25167"/>
                  </a:lnTo>
                  <a:lnTo>
                    <a:pt x="85536" y="22346"/>
                  </a:lnTo>
                  <a:lnTo>
                    <a:pt x="80880" y="19674"/>
                  </a:lnTo>
                  <a:lnTo>
                    <a:pt x="76140" y="17152"/>
                  </a:lnTo>
                  <a:lnTo>
                    <a:pt x="71322" y="14784"/>
                  </a:lnTo>
                  <a:lnTo>
                    <a:pt x="66430" y="12571"/>
                  </a:lnTo>
                  <a:lnTo>
                    <a:pt x="61470" y="10517"/>
                  </a:lnTo>
                  <a:lnTo>
                    <a:pt x="56446" y="8623"/>
                  </a:lnTo>
                  <a:lnTo>
                    <a:pt x="51364" y="6892"/>
                  </a:lnTo>
                  <a:lnTo>
                    <a:pt x="46229" y="5325"/>
                  </a:lnTo>
                  <a:lnTo>
                    <a:pt x="41047" y="3923"/>
                  </a:lnTo>
                  <a:lnTo>
                    <a:pt x="35822" y="2688"/>
                  </a:lnTo>
                  <a:lnTo>
                    <a:pt x="30560" y="1622"/>
                  </a:lnTo>
                  <a:lnTo>
                    <a:pt x="25267" y="726"/>
                  </a:lnTo>
                  <a:lnTo>
                    <a:pt x="19947" y="0"/>
                  </a:lnTo>
                  <a:lnTo>
                    <a:pt x="0" y="1659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1028"/>
              <a:ext cx="19947" cy="167167"/>
            </a:xfrm>
            <a:custGeom>
              <a:avLst/>
              <a:pathLst>
                <a:path w="19947" h="167167">
                  <a:moveTo>
                    <a:pt x="19947" y="1194"/>
                  </a:moveTo>
                  <a:lnTo>
                    <a:pt x="9991" y="2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48134" y="1322571"/>
              <a:ext cx="140586" cy="167167"/>
            </a:xfrm>
            <a:custGeom>
              <a:avLst/>
              <a:pathLst>
                <a:path w="140586" h="167167">
                  <a:moveTo>
                    <a:pt x="140586" y="0"/>
                  </a:moveTo>
                  <a:lnTo>
                    <a:pt x="135020" y="92"/>
                  </a:lnTo>
                  <a:lnTo>
                    <a:pt x="129460" y="370"/>
                  </a:lnTo>
                  <a:lnTo>
                    <a:pt x="123912" y="833"/>
                  </a:lnTo>
                  <a:lnTo>
                    <a:pt x="118383" y="1481"/>
                  </a:lnTo>
                  <a:lnTo>
                    <a:pt x="112878" y="2312"/>
                  </a:lnTo>
                  <a:lnTo>
                    <a:pt x="107404" y="3326"/>
                  </a:lnTo>
                  <a:lnTo>
                    <a:pt x="101967" y="4522"/>
                  </a:lnTo>
                  <a:lnTo>
                    <a:pt x="96573" y="5898"/>
                  </a:lnTo>
                  <a:lnTo>
                    <a:pt x="91227" y="7453"/>
                  </a:lnTo>
                  <a:lnTo>
                    <a:pt x="85936" y="9185"/>
                  </a:lnTo>
                  <a:lnTo>
                    <a:pt x="80706" y="11092"/>
                  </a:lnTo>
                  <a:lnTo>
                    <a:pt x="75543" y="13173"/>
                  </a:lnTo>
                  <a:lnTo>
                    <a:pt x="70451" y="15424"/>
                  </a:lnTo>
                  <a:lnTo>
                    <a:pt x="65437" y="17843"/>
                  </a:lnTo>
                  <a:lnTo>
                    <a:pt x="60507" y="20428"/>
                  </a:lnTo>
                  <a:lnTo>
                    <a:pt x="55665" y="23176"/>
                  </a:lnTo>
                  <a:lnTo>
                    <a:pt x="50918" y="26084"/>
                  </a:lnTo>
                  <a:lnTo>
                    <a:pt x="46270" y="29148"/>
                  </a:lnTo>
                  <a:lnTo>
                    <a:pt x="41726" y="32365"/>
                  </a:lnTo>
                  <a:lnTo>
                    <a:pt x="37292" y="35731"/>
                  </a:lnTo>
                  <a:lnTo>
                    <a:pt x="32973" y="39244"/>
                  </a:lnTo>
                  <a:lnTo>
                    <a:pt x="28773" y="42898"/>
                  </a:lnTo>
                  <a:lnTo>
                    <a:pt x="24697" y="46690"/>
                  </a:lnTo>
                  <a:lnTo>
                    <a:pt x="20750" y="50616"/>
                  </a:lnTo>
                  <a:lnTo>
                    <a:pt x="16936" y="54671"/>
                  </a:lnTo>
                  <a:lnTo>
                    <a:pt x="13258" y="58850"/>
                  </a:lnTo>
                  <a:lnTo>
                    <a:pt x="9722" y="63150"/>
                  </a:lnTo>
                  <a:lnTo>
                    <a:pt x="6331" y="67565"/>
                  </a:lnTo>
                  <a:lnTo>
                    <a:pt x="3089" y="72091"/>
                  </a:lnTo>
                  <a:lnTo>
                    <a:pt x="0" y="76722"/>
                  </a:lnTo>
                  <a:lnTo>
                    <a:pt x="14058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8134" y="1399294"/>
              <a:ext cx="140586" cy="90444"/>
            </a:xfrm>
            <a:custGeom>
              <a:avLst/>
              <a:pathLst>
                <a:path w="140586" h="90444">
                  <a:moveTo>
                    <a:pt x="0" y="0"/>
                  </a:moveTo>
                  <a:lnTo>
                    <a:pt x="140586" y="90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21553" y="1353264"/>
              <a:ext cx="334334" cy="303624"/>
            </a:xfrm>
            <a:custGeom>
              <a:avLst/>
              <a:pathLst>
                <a:path w="334334" h="303624">
                  <a:moveTo>
                    <a:pt x="26580" y="46029"/>
                  </a:moveTo>
                  <a:lnTo>
                    <a:pt x="23779" y="50539"/>
                  </a:lnTo>
                  <a:lnTo>
                    <a:pt x="21123" y="55135"/>
                  </a:lnTo>
                  <a:lnTo>
                    <a:pt x="18614" y="59814"/>
                  </a:lnTo>
                  <a:lnTo>
                    <a:pt x="16254" y="64569"/>
                  </a:lnTo>
                  <a:lnTo>
                    <a:pt x="14047" y="69397"/>
                  </a:lnTo>
                  <a:lnTo>
                    <a:pt x="11995" y="74293"/>
                  </a:lnTo>
                  <a:lnTo>
                    <a:pt x="10098" y="79251"/>
                  </a:lnTo>
                  <a:lnTo>
                    <a:pt x="8361" y="84268"/>
                  </a:lnTo>
                  <a:lnTo>
                    <a:pt x="6783" y="89336"/>
                  </a:lnTo>
                  <a:lnTo>
                    <a:pt x="5367" y="94453"/>
                  </a:lnTo>
                  <a:lnTo>
                    <a:pt x="4115" y="99612"/>
                  </a:lnTo>
                  <a:lnTo>
                    <a:pt x="3026" y="104808"/>
                  </a:lnTo>
                  <a:lnTo>
                    <a:pt x="2104" y="110035"/>
                  </a:lnTo>
                  <a:lnTo>
                    <a:pt x="1347" y="115290"/>
                  </a:lnTo>
                  <a:lnTo>
                    <a:pt x="758" y="120566"/>
                  </a:lnTo>
                  <a:lnTo>
                    <a:pt x="337" y="125858"/>
                  </a:lnTo>
                  <a:lnTo>
                    <a:pt x="84" y="131160"/>
                  </a:lnTo>
                  <a:lnTo>
                    <a:pt x="0" y="136468"/>
                  </a:lnTo>
                  <a:lnTo>
                    <a:pt x="84" y="141776"/>
                  </a:lnTo>
                  <a:lnTo>
                    <a:pt x="336" y="147079"/>
                  </a:lnTo>
                  <a:lnTo>
                    <a:pt x="757" y="152371"/>
                  </a:lnTo>
                  <a:lnTo>
                    <a:pt x="1346" y="157647"/>
                  </a:lnTo>
                  <a:lnTo>
                    <a:pt x="2102" y="162901"/>
                  </a:lnTo>
                  <a:lnTo>
                    <a:pt x="3024" y="168129"/>
                  </a:lnTo>
                  <a:lnTo>
                    <a:pt x="4112" y="173325"/>
                  </a:lnTo>
                  <a:lnTo>
                    <a:pt x="5364" y="178484"/>
                  </a:lnTo>
                  <a:lnTo>
                    <a:pt x="6780" y="183601"/>
                  </a:lnTo>
                  <a:lnTo>
                    <a:pt x="8357" y="188670"/>
                  </a:lnTo>
                  <a:lnTo>
                    <a:pt x="10094" y="193686"/>
                  </a:lnTo>
                  <a:lnTo>
                    <a:pt x="11990" y="198645"/>
                  </a:lnTo>
                  <a:lnTo>
                    <a:pt x="14043" y="203540"/>
                  </a:lnTo>
                  <a:lnTo>
                    <a:pt x="16249" y="208369"/>
                  </a:lnTo>
                  <a:lnTo>
                    <a:pt x="18608" y="213125"/>
                  </a:lnTo>
                  <a:lnTo>
                    <a:pt x="21117" y="217803"/>
                  </a:lnTo>
                  <a:lnTo>
                    <a:pt x="23773" y="222399"/>
                  </a:lnTo>
                  <a:lnTo>
                    <a:pt x="26574" y="226909"/>
                  </a:lnTo>
                  <a:lnTo>
                    <a:pt x="29516" y="231328"/>
                  </a:lnTo>
                  <a:lnTo>
                    <a:pt x="32597" y="235651"/>
                  </a:lnTo>
                  <a:lnTo>
                    <a:pt x="35814" y="239874"/>
                  </a:lnTo>
                  <a:lnTo>
                    <a:pt x="39164" y="243992"/>
                  </a:lnTo>
                  <a:lnTo>
                    <a:pt x="42642" y="248003"/>
                  </a:lnTo>
                  <a:lnTo>
                    <a:pt x="46246" y="251900"/>
                  </a:lnTo>
                  <a:lnTo>
                    <a:pt x="49972" y="255682"/>
                  </a:lnTo>
                  <a:lnTo>
                    <a:pt x="53817" y="259343"/>
                  </a:lnTo>
                  <a:lnTo>
                    <a:pt x="57775" y="262880"/>
                  </a:lnTo>
                  <a:lnTo>
                    <a:pt x="61844" y="266290"/>
                  </a:lnTo>
                  <a:lnTo>
                    <a:pt x="66019" y="269569"/>
                  </a:lnTo>
                  <a:lnTo>
                    <a:pt x="70296" y="272713"/>
                  </a:lnTo>
                  <a:lnTo>
                    <a:pt x="74671" y="275720"/>
                  </a:lnTo>
                  <a:lnTo>
                    <a:pt x="79139" y="278587"/>
                  </a:lnTo>
                  <a:lnTo>
                    <a:pt x="83696" y="281311"/>
                  </a:lnTo>
                  <a:lnTo>
                    <a:pt x="88337" y="283888"/>
                  </a:lnTo>
                  <a:lnTo>
                    <a:pt x="93057" y="286317"/>
                  </a:lnTo>
                  <a:lnTo>
                    <a:pt x="97853" y="288594"/>
                  </a:lnTo>
                  <a:lnTo>
                    <a:pt x="102718" y="290719"/>
                  </a:lnTo>
                  <a:lnTo>
                    <a:pt x="107648" y="292687"/>
                  </a:lnTo>
                  <a:lnTo>
                    <a:pt x="112638" y="294498"/>
                  </a:lnTo>
                  <a:lnTo>
                    <a:pt x="117683" y="296150"/>
                  </a:lnTo>
                  <a:lnTo>
                    <a:pt x="122778" y="297641"/>
                  </a:lnTo>
                  <a:lnTo>
                    <a:pt x="127918" y="298969"/>
                  </a:lnTo>
                  <a:lnTo>
                    <a:pt x="133098" y="300133"/>
                  </a:lnTo>
                  <a:lnTo>
                    <a:pt x="138311" y="301133"/>
                  </a:lnTo>
                  <a:lnTo>
                    <a:pt x="143554" y="301966"/>
                  </a:lnTo>
                  <a:lnTo>
                    <a:pt x="148821" y="302632"/>
                  </a:lnTo>
                  <a:lnTo>
                    <a:pt x="154106" y="303131"/>
                  </a:lnTo>
                  <a:lnTo>
                    <a:pt x="159404" y="303461"/>
                  </a:lnTo>
                  <a:lnTo>
                    <a:pt x="164711" y="303624"/>
                  </a:lnTo>
                  <a:lnTo>
                    <a:pt x="170019" y="303617"/>
                  </a:lnTo>
                  <a:lnTo>
                    <a:pt x="175325" y="303443"/>
                  </a:lnTo>
                  <a:lnTo>
                    <a:pt x="180623" y="303099"/>
                  </a:lnTo>
                  <a:lnTo>
                    <a:pt x="185907" y="302588"/>
                  </a:lnTo>
                  <a:lnTo>
                    <a:pt x="191172" y="301909"/>
                  </a:lnTo>
                  <a:lnTo>
                    <a:pt x="196413" y="301064"/>
                  </a:lnTo>
                  <a:lnTo>
                    <a:pt x="201624" y="300052"/>
                  </a:lnTo>
                  <a:lnTo>
                    <a:pt x="206801" y="298875"/>
                  </a:lnTo>
                  <a:lnTo>
                    <a:pt x="211937" y="297535"/>
                  </a:lnTo>
                  <a:lnTo>
                    <a:pt x="217029" y="296032"/>
                  </a:lnTo>
                  <a:lnTo>
                    <a:pt x="222070" y="294369"/>
                  </a:lnTo>
                  <a:lnTo>
                    <a:pt x="227056" y="292546"/>
                  </a:lnTo>
                  <a:lnTo>
                    <a:pt x="231981" y="290565"/>
                  </a:lnTo>
                  <a:lnTo>
                    <a:pt x="236841" y="288430"/>
                  </a:lnTo>
                  <a:lnTo>
                    <a:pt x="241631" y="286141"/>
                  </a:lnTo>
                  <a:lnTo>
                    <a:pt x="246346" y="283701"/>
                  </a:lnTo>
                  <a:lnTo>
                    <a:pt x="250981" y="281112"/>
                  </a:lnTo>
                  <a:lnTo>
                    <a:pt x="255531" y="278378"/>
                  </a:lnTo>
                  <a:lnTo>
                    <a:pt x="259993" y="275501"/>
                  </a:lnTo>
                  <a:lnTo>
                    <a:pt x="264360" y="272483"/>
                  </a:lnTo>
                  <a:lnTo>
                    <a:pt x="268630" y="269329"/>
                  </a:lnTo>
                  <a:lnTo>
                    <a:pt x="272797" y="266040"/>
                  </a:lnTo>
                  <a:lnTo>
                    <a:pt x="276858" y="262620"/>
                  </a:lnTo>
                  <a:lnTo>
                    <a:pt x="280808" y="259074"/>
                  </a:lnTo>
                  <a:lnTo>
                    <a:pt x="284644" y="255404"/>
                  </a:lnTo>
                  <a:lnTo>
                    <a:pt x="288361" y="251614"/>
                  </a:lnTo>
                  <a:lnTo>
                    <a:pt x="291956" y="247707"/>
                  </a:lnTo>
                  <a:lnTo>
                    <a:pt x="295425" y="243689"/>
                  </a:lnTo>
                  <a:lnTo>
                    <a:pt x="298764" y="239562"/>
                  </a:lnTo>
                  <a:lnTo>
                    <a:pt x="301971" y="235332"/>
                  </a:lnTo>
                  <a:lnTo>
                    <a:pt x="305042" y="231001"/>
                  </a:lnTo>
                  <a:lnTo>
                    <a:pt x="307974" y="226576"/>
                  </a:lnTo>
                  <a:lnTo>
                    <a:pt x="310764" y="222059"/>
                  </a:lnTo>
                  <a:lnTo>
                    <a:pt x="313409" y="217457"/>
                  </a:lnTo>
                  <a:lnTo>
                    <a:pt x="315907" y="212772"/>
                  </a:lnTo>
                  <a:lnTo>
                    <a:pt x="318255" y="208011"/>
                  </a:lnTo>
                  <a:lnTo>
                    <a:pt x="320450" y="203177"/>
                  </a:lnTo>
                  <a:lnTo>
                    <a:pt x="322491" y="198277"/>
                  </a:lnTo>
                  <a:lnTo>
                    <a:pt x="324375" y="193314"/>
                  </a:lnTo>
                  <a:lnTo>
                    <a:pt x="326100" y="188293"/>
                  </a:lnTo>
                  <a:lnTo>
                    <a:pt x="327665" y="183221"/>
                  </a:lnTo>
                  <a:lnTo>
                    <a:pt x="329069" y="178101"/>
                  </a:lnTo>
                  <a:lnTo>
                    <a:pt x="330309" y="172939"/>
                  </a:lnTo>
                  <a:lnTo>
                    <a:pt x="331384" y="167740"/>
                  </a:lnTo>
                  <a:lnTo>
                    <a:pt x="332294" y="162510"/>
                  </a:lnTo>
                  <a:lnTo>
                    <a:pt x="333038" y="157254"/>
                  </a:lnTo>
                  <a:lnTo>
                    <a:pt x="333614" y="151977"/>
                  </a:lnTo>
                  <a:lnTo>
                    <a:pt x="334022" y="146684"/>
                  </a:lnTo>
                  <a:lnTo>
                    <a:pt x="334262" y="141380"/>
                  </a:lnTo>
                  <a:lnTo>
                    <a:pt x="334334" y="136072"/>
                  </a:lnTo>
                  <a:lnTo>
                    <a:pt x="334237" y="130765"/>
                  </a:lnTo>
                  <a:lnTo>
                    <a:pt x="333971" y="125462"/>
                  </a:lnTo>
                  <a:lnTo>
                    <a:pt x="333538" y="120172"/>
                  </a:lnTo>
                  <a:lnTo>
                    <a:pt x="332936" y="114897"/>
                  </a:lnTo>
                  <a:lnTo>
                    <a:pt x="332167" y="109644"/>
                  </a:lnTo>
                  <a:lnTo>
                    <a:pt x="331232" y="104419"/>
                  </a:lnTo>
                  <a:lnTo>
                    <a:pt x="330132" y="99225"/>
                  </a:lnTo>
                  <a:lnTo>
                    <a:pt x="328867" y="94070"/>
                  </a:lnTo>
                  <a:lnTo>
                    <a:pt x="327439" y="88957"/>
                  </a:lnTo>
                  <a:lnTo>
                    <a:pt x="325849" y="83892"/>
                  </a:lnTo>
                  <a:lnTo>
                    <a:pt x="324099" y="78880"/>
                  </a:lnTo>
                  <a:lnTo>
                    <a:pt x="322191" y="73926"/>
                  </a:lnTo>
                  <a:lnTo>
                    <a:pt x="320127" y="69035"/>
                  </a:lnTo>
                  <a:lnTo>
                    <a:pt x="317909" y="64212"/>
                  </a:lnTo>
                  <a:lnTo>
                    <a:pt x="315538" y="59462"/>
                  </a:lnTo>
                  <a:lnTo>
                    <a:pt x="313018" y="54789"/>
                  </a:lnTo>
                  <a:lnTo>
                    <a:pt x="310351" y="50199"/>
                  </a:lnTo>
                  <a:lnTo>
                    <a:pt x="307539" y="45697"/>
                  </a:lnTo>
                  <a:lnTo>
                    <a:pt x="304586" y="41285"/>
                  </a:lnTo>
                  <a:lnTo>
                    <a:pt x="301494" y="36970"/>
                  </a:lnTo>
                  <a:lnTo>
                    <a:pt x="298267" y="32755"/>
                  </a:lnTo>
                  <a:lnTo>
                    <a:pt x="294907" y="28644"/>
                  </a:lnTo>
                  <a:lnTo>
                    <a:pt x="291419" y="24642"/>
                  </a:lnTo>
                  <a:lnTo>
                    <a:pt x="287805" y="20754"/>
                  </a:lnTo>
                  <a:lnTo>
                    <a:pt x="284070" y="16981"/>
                  </a:lnTo>
                  <a:lnTo>
                    <a:pt x="280217" y="13330"/>
                  </a:lnTo>
                  <a:lnTo>
                    <a:pt x="276250" y="9802"/>
                  </a:lnTo>
                  <a:lnTo>
                    <a:pt x="272173" y="6402"/>
                  </a:lnTo>
                  <a:lnTo>
                    <a:pt x="267990" y="3134"/>
                  </a:lnTo>
                  <a:lnTo>
                    <a:pt x="263705" y="0"/>
                  </a:lnTo>
                  <a:lnTo>
                    <a:pt x="167167" y="1364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96537" cy="167167"/>
            </a:xfrm>
            <a:custGeom>
              <a:avLst/>
              <a:pathLst>
                <a:path w="96537" h="167167">
                  <a:moveTo>
                    <a:pt x="96537" y="30692"/>
                  </a:moveTo>
                  <a:lnTo>
                    <a:pt x="91814" y="27471"/>
                  </a:lnTo>
                  <a:lnTo>
                    <a:pt x="86983" y="24413"/>
                  </a:lnTo>
                  <a:lnTo>
                    <a:pt x="82051" y="21522"/>
                  </a:lnTo>
                  <a:lnTo>
                    <a:pt x="77022" y="18801"/>
                  </a:lnTo>
                  <a:lnTo>
                    <a:pt x="71904" y="16254"/>
                  </a:lnTo>
                  <a:lnTo>
                    <a:pt x="66701" y="13883"/>
                  </a:lnTo>
                  <a:lnTo>
                    <a:pt x="61420" y="11692"/>
                  </a:lnTo>
                  <a:lnTo>
                    <a:pt x="56067" y="9683"/>
                  </a:lnTo>
                  <a:lnTo>
                    <a:pt x="50649" y="7857"/>
                  </a:lnTo>
                  <a:lnTo>
                    <a:pt x="45172" y="6218"/>
                  </a:lnTo>
                  <a:lnTo>
                    <a:pt x="39642" y="4768"/>
                  </a:lnTo>
                  <a:lnTo>
                    <a:pt x="34065" y="3507"/>
                  </a:lnTo>
                  <a:lnTo>
                    <a:pt x="28448" y="2438"/>
                  </a:lnTo>
                  <a:lnTo>
                    <a:pt x="22799" y="1562"/>
                  </a:lnTo>
                  <a:lnTo>
                    <a:pt x="17122" y="879"/>
                  </a:lnTo>
                  <a:lnTo>
                    <a:pt x="11426" y="390"/>
                  </a:lnTo>
                  <a:lnTo>
                    <a:pt x="571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995339" y="1681503"/>
              <a:ext cx="91185" cy="167167"/>
            </a:xfrm>
            <a:custGeom>
              <a:avLst/>
              <a:pathLst>
                <a:path w="91185" h="167167">
                  <a:moveTo>
                    <a:pt x="91185" y="0"/>
                  </a:moveTo>
                  <a:lnTo>
                    <a:pt x="85513" y="96"/>
                  </a:lnTo>
                  <a:lnTo>
                    <a:pt x="79847" y="384"/>
                  </a:lnTo>
                  <a:lnTo>
                    <a:pt x="74194" y="865"/>
                  </a:lnTo>
                  <a:lnTo>
                    <a:pt x="68561" y="1538"/>
                  </a:lnTo>
                  <a:lnTo>
                    <a:pt x="62954" y="2401"/>
                  </a:lnTo>
                  <a:lnTo>
                    <a:pt x="57379" y="3453"/>
                  </a:lnTo>
                  <a:lnTo>
                    <a:pt x="51844" y="4695"/>
                  </a:lnTo>
                  <a:lnTo>
                    <a:pt x="46353" y="6123"/>
                  </a:lnTo>
                  <a:lnTo>
                    <a:pt x="40915" y="7737"/>
                  </a:lnTo>
                  <a:lnTo>
                    <a:pt x="35534" y="9535"/>
                  </a:lnTo>
                  <a:lnTo>
                    <a:pt x="30217" y="11514"/>
                  </a:lnTo>
                  <a:lnTo>
                    <a:pt x="24971" y="13672"/>
                  </a:lnTo>
                  <a:lnTo>
                    <a:pt x="19800" y="16008"/>
                  </a:lnTo>
                  <a:lnTo>
                    <a:pt x="14712" y="18517"/>
                  </a:lnTo>
                  <a:lnTo>
                    <a:pt x="9712" y="21197"/>
                  </a:lnTo>
                  <a:lnTo>
                    <a:pt x="4806" y="24046"/>
                  </a:lnTo>
                  <a:lnTo>
                    <a:pt x="0" y="27059"/>
                  </a:lnTo>
                  <a:lnTo>
                    <a:pt x="9118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19367" y="1681503"/>
              <a:ext cx="334307" cy="334334"/>
            </a:xfrm>
            <a:custGeom>
              <a:avLst/>
              <a:pathLst>
                <a:path w="334307" h="334334">
                  <a:moveTo>
                    <a:pt x="75971" y="27059"/>
                  </a:moveTo>
                  <a:lnTo>
                    <a:pt x="71576" y="30020"/>
                  </a:lnTo>
                  <a:lnTo>
                    <a:pt x="67277" y="33118"/>
                  </a:lnTo>
                  <a:lnTo>
                    <a:pt x="63078" y="36352"/>
                  </a:lnTo>
                  <a:lnTo>
                    <a:pt x="58984" y="39716"/>
                  </a:lnTo>
                  <a:lnTo>
                    <a:pt x="54999" y="43209"/>
                  </a:lnTo>
                  <a:lnTo>
                    <a:pt x="51126" y="46826"/>
                  </a:lnTo>
                  <a:lnTo>
                    <a:pt x="47370" y="50564"/>
                  </a:lnTo>
                  <a:lnTo>
                    <a:pt x="43735" y="54419"/>
                  </a:lnTo>
                  <a:lnTo>
                    <a:pt x="40223" y="58388"/>
                  </a:lnTo>
                  <a:lnTo>
                    <a:pt x="36839" y="62466"/>
                  </a:lnTo>
                  <a:lnTo>
                    <a:pt x="33586" y="66649"/>
                  </a:lnTo>
                  <a:lnTo>
                    <a:pt x="30467" y="70933"/>
                  </a:lnTo>
                  <a:lnTo>
                    <a:pt x="27485" y="75314"/>
                  </a:lnTo>
                  <a:lnTo>
                    <a:pt x="24644" y="79787"/>
                  </a:lnTo>
                  <a:lnTo>
                    <a:pt x="21946" y="84348"/>
                  </a:lnTo>
                  <a:lnTo>
                    <a:pt x="19394" y="88993"/>
                  </a:lnTo>
                  <a:lnTo>
                    <a:pt x="16991" y="93715"/>
                  </a:lnTo>
                  <a:lnTo>
                    <a:pt x="14738" y="98512"/>
                  </a:lnTo>
                  <a:lnTo>
                    <a:pt x="12639" y="103377"/>
                  </a:lnTo>
                  <a:lnTo>
                    <a:pt x="10694" y="108307"/>
                  </a:lnTo>
                  <a:lnTo>
                    <a:pt x="8907" y="113296"/>
                  </a:lnTo>
                  <a:lnTo>
                    <a:pt x="7279" y="118339"/>
                  </a:lnTo>
                  <a:lnTo>
                    <a:pt x="5812" y="123431"/>
                  </a:lnTo>
                  <a:lnTo>
                    <a:pt x="4507" y="128567"/>
                  </a:lnTo>
                  <a:lnTo>
                    <a:pt x="3365" y="133741"/>
                  </a:lnTo>
                  <a:lnTo>
                    <a:pt x="2388" y="138950"/>
                  </a:lnTo>
                  <a:lnTo>
                    <a:pt x="1576" y="144186"/>
                  </a:lnTo>
                  <a:lnTo>
                    <a:pt x="931" y="149446"/>
                  </a:lnTo>
                  <a:lnTo>
                    <a:pt x="453" y="154724"/>
                  </a:lnTo>
                  <a:lnTo>
                    <a:pt x="142" y="160014"/>
                  </a:lnTo>
                  <a:lnTo>
                    <a:pt x="0" y="165311"/>
                  </a:lnTo>
                  <a:lnTo>
                    <a:pt x="25" y="170610"/>
                  </a:lnTo>
                  <a:lnTo>
                    <a:pt x="218" y="175906"/>
                  </a:lnTo>
                  <a:lnTo>
                    <a:pt x="579" y="181193"/>
                  </a:lnTo>
                  <a:lnTo>
                    <a:pt x="1107" y="186466"/>
                  </a:lnTo>
                  <a:lnTo>
                    <a:pt x="1802" y="191719"/>
                  </a:lnTo>
                  <a:lnTo>
                    <a:pt x="2663" y="196948"/>
                  </a:lnTo>
                  <a:lnTo>
                    <a:pt x="3690" y="202147"/>
                  </a:lnTo>
                  <a:lnTo>
                    <a:pt x="4881" y="207310"/>
                  </a:lnTo>
                  <a:lnTo>
                    <a:pt x="6235" y="212434"/>
                  </a:lnTo>
                  <a:lnTo>
                    <a:pt x="7750" y="217511"/>
                  </a:lnTo>
                  <a:lnTo>
                    <a:pt x="9426" y="222539"/>
                  </a:lnTo>
                  <a:lnTo>
                    <a:pt x="11260" y="227510"/>
                  </a:lnTo>
                  <a:lnTo>
                    <a:pt x="13251" y="232421"/>
                  </a:lnTo>
                  <a:lnTo>
                    <a:pt x="15397" y="237267"/>
                  </a:lnTo>
                  <a:lnTo>
                    <a:pt x="17695" y="242042"/>
                  </a:lnTo>
                  <a:lnTo>
                    <a:pt x="20143" y="246741"/>
                  </a:lnTo>
                  <a:lnTo>
                    <a:pt x="22740" y="251361"/>
                  </a:lnTo>
                  <a:lnTo>
                    <a:pt x="25481" y="255896"/>
                  </a:lnTo>
                  <a:lnTo>
                    <a:pt x="28364" y="260342"/>
                  </a:lnTo>
                  <a:lnTo>
                    <a:pt x="31387" y="264695"/>
                  </a:lnTo>
                  <a:lnTo>
                    <a:pt x="34547" y="268949"/>
                  </a:lnTo>
                  <a:lnTo>
                    <a:pt x="37839" y="273101"/>
                  </a:lnTo>
                  <a:lnTo>
                    <a:pt x="41262" y="277147"/>
                  </a:lnTo>
                  <a:lnTo>
                    <a:pt x="44811" y="281082"/>
                  </a:lnTo>
                  <a:lnTo>
                    <a:pt x="48483" y="284902"/>
                  </a:lnTo>
                  <a:lnTo>
                    <a:pt x="52275" y="288605"/>
                  </a:lnTo>
                  <a:lnTo>
                    <a:pt x="56182" y="292185"/>
                  </a:lnTo>
                  <a:lnTo>
                    <a:pt x="60200" y="295639"/>
                  </a:lnTo>
                  <a:lnTo>
                    <a:pt x="64326" y="298965"/>
                  </a:lnTo>
                  <a:lnTo>
                    <a:pt x="68555" y="302158"/>
                  </a:lnTo>
                  <a:lnTo>
                    <a:pt x="72883" y="305216"/>
                  </a:lnTo>
                  <a:lnTo>
                    <a:pt x="77306" y="308134"/>
                  </a:lnTo>
                  <a:lnTo>
                    <a:pt x="81819" y="310911"/>
                  </a:lnTo>
                  <a:lnTo>
                    <a:pt x="86418" y="313544"/>
                  </a:lnTo>
                  <a:lnTo>
                    <a:pt x="91098" y="316030"/>
                  </a:lnTo>
                  <a:lnTo>
                    <a:pt x="95855" y="318366"/>
                  </a:lnTo>
                  <a:lnTo>
                    <a:pt x="100683" y="320550"/>
                  </a:lnTo>
                  <a:lnTo>
                    <a:pt x="105578" y="322579"/>
                  </a:lnTo>
                  <a:lnTo>
                    <a:pt x="110535" y="324453"/>
                  </a:lnTo>
                  <a:lnTo>
                    <a:pt x="115549" y="326169"/>
                  </a:lnTo>
                  <a:lnTo>
                    <a:pt x="120614" y="327725"/>
                  </a:lnTo>
                  <a:lnTo>
                    <a:pt x="125727" y="329119"/>
                  </a:lnTo>
                  <a:lnTo>
                    <a:pt x="130881" y="330351"/>
                  </a:lnTo>
                  <a:lnTo>
                    <a:pt x="136071" y="331419"/>
                  </a:lnTo>
                  <a:lnTo>
                    <a:pt x="141293" y="332322"/>
                  </a:lnTo>
                  <a:lnTo>
                    <a:pt x="146541" y="333058"/>
                  </a:lnTo>
                  <a:lnTo>
                    <a:pt x="151809" y="333628"/>
                  </a:lnTo>
                  <a:lnTo>
                    <a:pt x="157093" y="334031"/>
                  </a:lnTo>
                  <a:lnTo>
                    <a:pt x="162387" y="334266"/>
                  </a:lnTo>
                  <a:lnTo>
                    <a:pt x="167686" y="334334"/>
                  </a:lnTo>
                  <a:lnTo>
                    <a:pt x="172984" y="334233"/>
                  </a:lnTo>
                  <a:lnTo>
                    <a:pt x="178277" y="333964"/>
                  </a:lnTo>
                  <a:lnTo>
                    <a:pt x="183558" y="333528"/>
                  </a:lnTo>
                  <a:lnTo>
                    <a:pt x="188822" y="332924"/>
                  </a:lnTo>
                  <a:lnTo>
                    <a:pt x="194065" y="332154"/>
                  </a:lnTo>
                  <a:lnTo>
                    <a:pt x="199281" y="331219"/>
                  </a:lnTo>
                  <a:lnTo>
                    <a:pt x="204465" y="330118"/>
                  </a:lnTo>
                  <a:lnTo>
                    <a:pt x="209611" y="328854"/>
                  </a:lnTo>
                  <a:lnTo>
                    <a:pt x="214715" y="327427"/>
                  </a:lnTo>
                  <a:lnTo>
                    <a:pt x="219770" y="325839"/>
                  </a:lnTo>
                  <a:lnTo>
                    <a:pt x="224773" y="324091"/>
                  </a:lnTo>
                  <a:lnTo>
                    <a:pt x="229718" y="322186"/>
                  </a:lnTo>
                  <a:lnTo>
                    <a:pt x="234600" y="320126"/>
                  </a:lnTo>
                  <a:lnTo>
                    <a:pt x="239414" y="317911"/>
                  </a:lnTo>
                  <a:lnTo>
                    <a:pt x="244156" y="315545"/>
                  </a:lnTo>
                  <a:lnTo>
                    <a:pt x="248820" y="313030"/>
                  </a:lnTo>
                  <a:lnTo>
                    <a:pt x="253403" y="310368"/>
                  </a:lnTo>
                  <a:lnTo>
                    <a:pt x="257898" y="307563"/>
                  </a:lnTo>
                  <a:lnTo>
                    <a:pt x="262303" y="304616"/>
                  </a:lnTo>
                  <a:lnTo>
                    <a:pt x="266611" y="301531"/>
                  </a:lnTo>
                  <a:lnTo>
                    <a:pt x="270820" y="298311"/>
                  </a:lnTo>
                  <a:lnTo>
                    <a:pt x="274925" y="294960"/>
                  </a:lnTo>
                  <a:lnTo>
                    <a:pt x="278921" y="291480"/>
                  </a:lnTo>
                  <a:lnTo>
                    <a:pt x="282805" y="287875"/>
                  </a:lnTo>
                  <a:lnTo>
                    <a:pt x="286573" y="284148"/>
                  </a:lnTo>
                  <a:lnTo>
                    <a:pt x="290221" y="280305"/>
                  </a:lnTo>
                  <a:lnTo>
                    <a:pt x="293745" y="276347"/>
                  </a:lnTo>
                  <a:lnTo>
                    <a:pt x="297142" y="272280"/>
                  </a:lnTo>
                  <a:lnTo>
                    <a:pt x="300408" y="268107"/>
                  </a:lnTo>
                  <a:lnTo>
                    <a:pt x="303541" y="263833"/>
                  </a:lnTo>
                  <a:lnTo>
                    <a:pt x="306536" y="259461"/>
                  </a:lnTo>
                  <a:lnTo>
                    <a:pt x="309392" y="254997"/>
                  </a:lnTo>
                  <a:lnTo>
                    <a:pt x="312104" y="250445"/>
                  </a:lnTo>
                  <a:lnTo>
                    <a:pt x="314671" y="245809"/>
                  </a:lnTo>
                  <a:lnTo>
                    <a:pt x="317089" y="241094"/>
                  </a:lnTo>
                  <a:lnTo>
                    <a:pt x="319357" y="236304"/>
                  </a:lnTo>
                  <a:lnTo>
                    <a:pt x="321472" y="231445"/>
                  </a:lnTo>
                  <a:lnTo>
                    <a:pt x="323432" y="226522"/>
                  </a:lnTo>
                  <a:lnTo>
                    <a:pt x="325235" y="221539"/>
                  </a:lnTo>
                  <a:lnTo>
                    <a:pt x="326879" y="216501"/>
                  </a:lnTo>
                  <a:lnTo>
                    <a:pt x="328362" y="211414"/>
                  </a:lnTo>
                  <a:lnTo>
                    <a:pt x="329683" y="206282"/>
                  </a:lnTo>
                  <a:lnTo>
                    <a:pt x="330842" y="201111"/>
                  </a:lnTo>
                  <a:lnTo>
                    <a:pt x="331835" y="195906"/>
                  </a:lnTo>
                  <a:lnTo>
                    <a:pt x="332663" y="190672"/>
                  </a:lnTo>
                  <a:lnTo>
                    <a:pt x="333325" y="185414"/>
                  </a:lnTo>
                  <a:lnTo>
                    <a:pt x="333820" y="180138"/>
                  </a:lnTo>
                  <a:lnTo>
                    <a:pt x="334147" y="174849"/>
                  </a:lnTo>
                  <a:lnTo>
                    <a:pt x="334307" y="169552"/>
                  </a:lnTo>
                  <a:lnTo>
                    <a:pt x="334299" y="164253"/>
                  </a:lnTo>
                  <a:lnTo>
                    <a:pt x="334122" y="158956"/>
                  </a:lnTo>
                  <a:lnTo>
                    <a:pt x="333778" y="153668"/>
                  </a:lnTo>
                  <a:lnTo>
                    <a:pt x="333267" y="148394"/>
                  </a:lnTo>
                  <a:lnTo>
                    <a:pt x="332588" y="143138"/>
                  </a:lnTo>
                  <a:lnTo>
                    <a:pt x="331743" y="137907"/>
                  </a:lnTo>
                  <a:lnTo>
                    <a:pt x="330733" y="132705"/>
                  </a:lnTo>
                  <a:lnTo>
                    <a:pt x="329559" y="127538"/>
                  </a:lnTo>
                  <a:lnTo>
                    <a:pt x="328221" y="122410"/>
                  </a:lnTo>
                  <a:lnTo>
                    <a:pt x="326722" y="117327"/>
                  </a:lnTo>
                  <a:lnTo>
                    <a:pt x="325062" y="112295"/>
                  </a:lnTo>
                  <a:lnTo>
                    <a:pt x="323243" y="107317"/>
                  </a:lnTo>
                  <a:lnTo>
                    <a:pt x="321268" y="102400"/>
                  </a:lnTo>
                  <a:lnTo>
                    <a:pt x="319137" y="97548"/>
                  </a:lnTo>
                  <a:lnTo>
                    <a:pt x="316854" y="92766"/>
                  </a:lnTo>
                  <a:lnTo>
                    <a:pt x="314421" y="88058"/>
                  </a:lnTo>
                  <a:lnTo>
                    <a:pt x="311840" y="83430"/>
                  </a:lnTo>
                  <a:lnTo>
                    <a:pt x="309113" y="78887"/>
                  </a:lnTo>
                  <a:lnTo>
                    <a:pt x="306243" y="74432"/>
                  </a:lnTo>
                  <a:lnTo>
                    <a:pt x="303234" y="70070"/>
                  </a:lnTo>
                  <a:lnTo>
                    <a:pt x="300088" y="65805"/>
                  </a:lnTo>
                  <a:lnTo>
                    <a:pt x="296809" y="61643"/>
                  </a:lnTo>
                  <a:lnTo>
                    <a:pt x="293399" y="57586"/>
                  </a:lnTo>
                  <a:lnTo>
                    <a:pt x="289862" y="53640"/>
                  </a:lnTo>
                  <a:lnTo>
                    <a:pt x="286202" y="49808"/>
                  </a:lnTo>
                  <a:lnTo>
                    <a:pt x="282422" y="46094"/>
                  </a:lnTo>
                  <a:lnTo>
                    <a:pt x="278527" y="42501"/>
                  </a:lnTo>
                  <a:lnTo>
                    <a:pt x="274520" y="39034"/>
                  </a:lnTo>
                  <a:lnTo>
                    <a:pt x="270404" y="35695"/>
                  </a:lnTo>
                  <a:lnTo>
                    <a:pt x="266185" y="32489"/>
                  </a:lnTo>
                  <a:lnTo>
                    <a:pt x="261867" y="29417"/>
                  </a:lnTo>
                  <a:lnTo>
                    <a:pt x="257453" y="26485"/>
                  </a:lnTo>
                  <a:lnTo>
                    <a:pt x="252949" y="23693"/>
                  </a:lnTo>
                  <a:lnTo>
                    <a:pt x="248358" y="21046"/>
                  </a:lnTo>
                  <a:lnTo>
                    <a:pt x="243686" y="18546"/>
                  </a:lnTo>
                  <a:lnTo>
                    <a:pt x="238937" y="16195"/>
                  </a:lnTo>
                  <a:lnTo>
                    <a:pt x="234115" y="13996"/>
                  </a:lnTo>
                  <a:lnTo>
                    <a:pt x="229227" y="11950"/>
                  </a:lnTo>
                  <a:lnTo>
                    <a:pt x="224276" y="10061"/>
                  </a:lnTo>
                  <a:lnTo>
                    <a:pt x="219268" y="8329"/>
                  </a:lnTo>
                  <a:lnTo>
                    <a:pt x="214207" y="6757"/>
                  </a:lnTo>
                  <a:lnTo>
                    <a:pt x="209099" y="5347"/>
                  </a:lnTo>
                  <a:lnTo>
                    <a:pt x="203949" y="4099"/>
                  </a:lnTo>
                  <a:lnTo>
                    <a:pt x="198762" y="3014"/>
                  </a:lnTo>
                  <a:lnTo>
                    <a:pt x="193543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50277" y="2126963"/>
              <a:ext cx="131010" cy="167167"/>
            </a:xfrm>
            <a:custGeom>
              <a:avLst/>
              <a:pathLst>
                <a:path w="131010" h="167167">
                  <a:moveTo>
                    <a:pt x="131010" y="0"/>
                  </a:moveTo>
                  <a:lnTo>
                    <a:pt x="125435" y="92"/>
                  </a:lnTo>
                  <a:lnTo>
                    <a:pt x="119866" y="371"/>
                  </a:lnTo>
                  <a:lnTo>
                    <a:pt x="114310" y="836"/>
                  </a:lnTo>
                  <a:lnTo>
                    <a:pt x="108772" y="1485"/>
                  </a:lnTo>
                  <a:lnTo>
                    <a:pt x="103259" y="2319"/>
                  </a:lnTo>
                  <a:lnTo>
                    <a:pt x="97777" y="3336"/>
                  </a:lnTo>
                  <a:lnTo>
                    <a:pt x="92331" y="4536"/>
                  </a:lnTo>
                  <a:lnTo>
                    <a:pt x="86929" y="5916"/>
                  </a:lnTo>
                  <a:lnTo>
                    <a:pt x="81576" y="7476"/>
                  </a:lnTo>
                  <a:lnTo>
                    <a:pt x="76278" y="9213"/>
                  </a:lnTo>
                  <a:lnTo>
                    <a:pt x="71040" y="11127"/>
                  </a:lnTo>
                  <a:lnTo>
                    <a:pt x="65870" y="13213"/>
                  </a:lnTo>
                  <a:lnTo>
                    <a:pt x="60772" y="15471"/>
                  </a:lnTo>
                  <a:lnTo>
                    <a:pt x="55752" y="17898"/>
                  </a:lnTo>
                  <a:lnTo>
                    <a:pt x="50816" y="20491"/>
                  </a:lnTo>
                  <a:lnTo>
                    <a:pt x="45969" y="23247"/>
                  </a:lnTo>
                  <a:lnTo>
                    <a:pt x="41216" y="26163"/>
                  </a:lnTo>
                  <a:lnTo>
                    <a:pt x="36564" y="29236"/>
                  </a:lnTo>
                  <a:lnTo>
                    <a:pt x="32016" y="32463"/>
                  </a:lnTo>
                  <a:lnTo>
                    <a:pt x="27579" y="35839"/>
                  </a:lnTo>
                  <a:lnTo>
                    <a:pt x="23257" y="39362"/>
                  </a:lnTo>
                  <a:lnTo>
                    <a:pt x="19054" y="43026"/>
                  </a:lnTo>
                  <a:lnTo>
                    <a:pt x="14977" y="46829"/>
                  </a:lnTo>
                  <a:lnTo>
                    <a:pt x="11028" y="50766"/>
                  </a:lnTo>
                  <a:lnTo>
                    <a:pt x="7213" y="54832"/>
                  </a:lnTo>
                  <a:lnTo>
                    <a:pt x="3535" y="59023"/>
                  </a:lnTo>
                  <a:lnTo>
                    <a:pt x="0" y="63334"/>
                  </a:lnTo>
                  <a:lnTo>
                    <a:pt x="13101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50277" y="2190298"/>
              <a:ext cx="131010" cy="103832"/>
            </a:xfrm>
            <a:custGeom>
              <a:avLst/>
              <a:pathLst>
                <a:path w="131010" h="103832">
                  <a:moveTo>
                    <a:pt x="0" y="0"/>
                  </a:moveTo>
                  <a:lnTo>
                    <a:pt x="131010" y="1038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14122" y="2127717"/>
              <a:ext cx="334319" cy="333577"/>
            </a:xfrm>
            <a:custGeom>
              <a:avLst/>
              <a:pathLst>
                <a:path w="334319" h="333577">
                  <a:moveTo>
                    <a:pt x="36154" y="62581"/>
                  </a:moveTo>
                  <a:lnTo>
                    <a:pt x="32933" y="66780"/>
                  </a:lnTo>
                  <a:lnTo>
                    <a:pt x="29846" y="71079"/>
                  </a:lnTo>
                  <a:lnTo>
                    <a:pt x="26897" y="75474"/>
                  </a:lnTo>
                  <a:lnTo>
                    <a:pt x="24088" y="79960"/>
                  </a:lnTo>
                  <a:lnTo>
                    <a:pt x="21423" y="84533"/>
                  </a:lnTo>
                  <a:lnTo>
                    <a:pt x="18904" y="89188"/>
                  </a:lnTo>
                  <a:lnTo>
                    <a:pt x="16534" y="93920"/>
                  </a:lnTo>
                  <a:lnTo>
                    <a:pt x="14314" y="98725"/>
                  </a:lnTo>
                  <a:lnTo>
                    <a:pt x="12248" y="103598"/>
                  </a:lnTo>
                  <a:lnTo>
                    <a:pt x="10337" y="108533"/>
                  </a:lnTo>
                  <a:lnTo>
                    <a:pt x="8583" y="113527"/>
                  </a:lnTo>
                  <a:lnTo>
                    <a:pt x="6989" y="118574"/>
                  </a:lnTo>
                  <a:lnTo>
                    <a:pt x="5555" y="123668"/>
                  </a:lnTo>
                  <a:lnTo>
                    <a:pt x="4282" y="128806"/>
                  </a:lnTo>
                  <a:lnTo>
                    <a:pt x="3173" y="133981"/>
                  </a:lnTo>
                  <a:lnTo>
                    <a:pt x="2229" y="139189"/>
                  </a:lnTo>
                  <a:lnTo>
                    <a:pt x="1450" y="144424"/>
                  </a:lnTo>
                  <a:lnTo>
                    <a:pt x="837" y="149681"/>
                  </a:lnTo>
                  <a:lnTo>
                    <a:pt x="390" y="154954"/>
                  </a:lnTo>
                  <a:lnTo>
                    <a:pt x="111" y="160240"/>
                  </a:lnTo>
                  <a:lnTo>
                    <a:pt x="0" y="165531"/>
                  </a:lnTo>
                  <a:lnTo>
                    <a:pt x="55" y="170824"/>
                  </a:lnTo>
                  <a:lnTo>
                    <a:pt x="279" y="176112"/>
                  </a:lnTo>
                  <a:lnTo>
                    <a:pt x="669" y="181390"/>
                  </a:lnTo>
                  <a:lnTo>
                    <a:pt x="1227" y="186653"/>
                  </a:lnTo>
                  <a:lnTo>
                    <a:pt x="1951" y="191896"/>
                  </a:lnTo>
                  <a:lnTo>
                    <a:pt x="2840" y="197113"/>
                  </a:lnTo>
                  <a:lnTo>
                    <a:pt x="3895" y="202300"/>
                  </a:lnTo>
                  <a:lnTo>
                    <a:pt x="5112" y="207451"/>
                  </a:lnTo>
                  <a:lnTo>
                    <a:pt x="6493" y="212560"/>
                  </a:lnTo>
                  <a:lnTo>
                    <a:pt x="8034" y="217623"/>
                  </a:lnTo>
                  <a:lnTo>
                    <a:pt x="9735" y="222635"/>
                  </a:lnTo>
                  <a:lnTo>
                    <a:pt x="11594" y="227591"/>
                  </a:lnTo>
                  <a:lnTo>
                    <a:pt x="13608" y="232485"/>
                  </a:lnTo>
                  <a:lnTo>
                    <a:pt x="15777" y="237313"/>
                  </a:lnTo>
                  <a:lnTo>
                    <a:pt x="18097" y="242070"/>
                  </a:lnTo>
                  <a:lnTo>
                    <a:pt x="20567" y="246751"/>
                  </a:lnTo>
                  <a:lnTo>
                    <a:pt x="23184" y="251352"/>
                  </a:lnTo>
                  <a:lnTo>
                    <a:pt x="25945" y="255867"/>
                  </a:lnTo>
                  <a:lnTo>
                    <a:pt x="28847" y="260293"/>
                  </a:lnTo>
                  <a:lnTo>
                    <a:pt x="31889" y="264624"/>
                  </a:lnTo>
                  <a:lnTo>
                    <a:pt x="35066" y="268858"/>
                  </a:lnTo>
                  <a:lnTo>
                    <a:pt x="38375" y="272988"/>
                  </a:lnTo>
                  <a:lnTo>
                    <a:pt x="41813" y="277012"/>
                  </a:lnTo>
                  <a:lnTo>
                    <a:pt x="45377" y="280925"/>
                  </a:lnTo>
                  <a:lnTo>
                    <a:pt x="49063" y="284723"/>
                  </a:lnTo>
                  <a:lnTo>
                    <a:pt x="52868" y="288402"/>
                  </a:lnTo>
                  <a:lnTo>
                    <a:pt x="56787" y="291959"/>
                  </a:lnTo>
                  <a:lnTo>
                    <a:pt x="60817" y="295390"/>
                  </a:lnTo>
                  <a:lnTo>
                    <a:pt x="64953" y="298692"/>
                  </a:lnTo>
                  <a:lnTo>
                    <a:pt x="69192" y="301862"/>
                  </a:lnTo>
                  <a:lnTo>
                    <a:pt x="73529" y="304895"/>
                  </a:lnTo>
                  <a:lnTo>
                    <a:pt x="77960" y="307790"/>
                  </a:lnTo>
                  <a:lnTo>
                    <a:pt x="82480" y="310543"/>
                  </a:lnTo>
                  <a:lnTo>
                    <a:pt x="87085" y="313152"/>
                  </a:lnTo>
                  <a:lnTo>
                    <a:pt x="91770" y="315613"/>
                  </a:lnTo>
                  <a:lnTo>
                    <a:pt x="96531" y="317925"/>
                  </a:lnTo>
                  <a:lnTo>
                    <a:pt x="101363" y="320086"/>
                  </a:lnTo>
                  <a:lnTo>
                    <a:pt x="106261" y="322092"/>
                  </a:lnTo>
                  <a:lnTo>
                    <a:pt x="111220" y="323942"/>
                  </a:lnTo>
                  <a:lnTo>
                    <a:pt x="116235" y="325634"/>
                  </a:lnTo>
                  <a:lnTo>
                    <a:pt x="121301" y="327166"/>
                  </a:lnTo>
                  <a:lnTo>
                    <a:pt x="126413" y="328537"/>
                  </a:lnTo>
                  <a:lnTo>
                    <a:pt x="131565" y="329746"/>
                  </a:lnTo>
                  <a:lnTo>
                    <a:pt x="136754" y="330791"/>
                  </a:lnTo>
                  <a:lnTo>
                    <a:pt x="141973" y="331672"/>
                  </a:lnTo>
                  <a:lnTo>
                    <a:pt x="147217" y="332386"/>
                  </a:lnTo>
                  <a:lnTo>
                    <a:pt x="152481" y="332935"/>
                  </a:lnTo>
                  <a:lnTo>
                    <a:pt x="157760" y="333316"/>
                  </a:lnTo>
                  <a:lnTo>
                    <a:pt x="163048" y="333530"/>
                  </a:lnTo>
                  <a:lnTo>
                    <a:pt x="168341" y="333577"/>
                  </a:lnTo>
                  <a:lnTo>
                    <a:pt x="173632" y="333456"/>
                  </a:lnTo>
                  <a:lnTo>
                    <a:pt x="178917" y="333167"/>
                  </a:lnTo>
                  <a:lnTo>
                    <a:pt x="184190" y="332712"/>
                  </a:lnTo>
                  <a:lnTo>
                    <a:pt x="189446" y="332089"/>
                  </a:lnTo>
                  <a:lnTo>
                    <a:pt x="194679" y="331301"/>
                  </a:lnTo>
                  <a:lnTo>
                    <a:pt x="199886" y="330347"/>
                  </a:lnTo>
                  <a:lnTo>
                    <a:pt x="205059" y="329229"/>
                  </a:lnTo>
                  <a:lnTo>
                    <a:pt x="210194" y="327948"/>
                  </a:lnTo>
                  <a:lnTo>
                    <a:pt x="215286" y="326505"/>
                  </a:lnTo>
                  <a:lnTo>
                    <a:pt x="220330" y="324901"/>
                  </a:lnTo>
                  <a:lnTo>
                    <a:pt x="225321" y="323139"/>
                  </a:lnTo>
                  <a:lnTo>
                    <a:pt x="230253" y="321219"/>
                  </a:lnTo>
                  <a:lnTo>
                    <a:pt x="235122" y="319144"/>
                  </a:lnTo>
                  <a:lnTo>
                    <a:pt x="239923" y="316917"/>
                  </a:lnTo>
                  <a:lnTo>
                    <a:pt x="244651" y="314538"/>
                  </a:lnTo>
                  <a:lnTo>
                    <a:pt x="249301" y="312011"/>
                  </a:lnTo>
                  <a:lnTo>
                    <a:pt x="253869" y="309337"/>
                  </a:lnTo>
                  <a:lnTo>
                    <a:pt x="258350" y="306521"/>
                  </a:lnTo>
                  <a:lnTo>
                    <a:pt x="262740" y="303564"/>
                  </a:lnTo>
                  <a:lnTo>
                    <a:pt x="267034" y="300470"/>
                  </a:lnTo>
                  <a:lnTo>
                    <a:pt x="271228" y="297241"/>
                  </a:lnTo>
                  <a:lnTo>
                    <a:pt x="275317" y="293881"/>
                  </a:lnTo>
                  <a:lnTo>
                    <a:pt x="279298" y="290393"/>
                  </a:lnTo>
                  <a:lnTo>
                    <a:pt x="283167" y="286782"/>
                  </a:lnTo>
                  <a:lnTo>
                    <a:pt x="286919" y="283049"/>
                  </a:lnTo>
                  <a:lnTo>
                    <a:pt x="290551" y="279199"/>
                  </a:lnTo>
                  <a:lnTo>
                    <a:pt x="294060" y="275237"/>
                  </a:lnTo>
                  <a:lnTo>
                    <a:pt x="297441" y="271165"/>
                  </a:lnTo>
                  <a:lnTo>
                    <a:pt x="300692" y="266989"/>
                  </a:lnTo>
                  <a:lnTo>
                    <a:pt x="303809" y="262711"/>
                  </a:lnTo>
                  <a:lnTo>
                    <a:pt x="306789" y="258337"/>
                  </a:lnTo>
                  <a:lnTo>
                    <a:pt x="309629" y="253871"/>
                  </a:lnTo>
                  <a:lnTo>
                    <a:pt x="312326" y="249317"/>
                  </a:lnTo>
                  <a:lnTo>
                    <a:pt x="314878" y="244680"/>
                  </a:lnTo>
                  <a:lnTo>
                    <a:pt x="317282" y="239965"/>
                  </a:lnTo>
                  <a:lnTo>
                    <a:pt x="319535" y="235176"/>
                  </a:lnTo>
                  <a:lnTo>
                    <a:pt x="321635" y="230318"/>
                  </a:lnTo>
                  <a:lnTo>
                    <a:pt x="323581" y="225396"/>
                  </a:lnTo>
                  <a:lnTo>
                    <a:pt x="325370" y="220414"/>
                  </a:lnTo>
                  <a:lnTo>
                    <a:pt x="327000" y="215379"/>
                  </a:lnTo>
                  <a:lnTo>
                    <a:pt x="328470" y="210295"/>
                  </a:lnTo>
                  <a:lnTo>
                    <a:pt x="329778" y="205166"/>
                  </a:lnTo>
                  <a:lnTo>
                    <a:pt x="330923" y="199999"/>
                  </a:lnTo>
                  <a:lnTo>
                    <a:pt x="331905" y="194798"/>
                  </a:lnTo>
                  <a:lnTo>
                    <a:pt x="332721" y="189569"/>
                  </a:lnTo>
                  <a:lnTo>
                    <a:pt x="333371" y="184316"/>
                  </a:lnTo>
                  <a:lnTo>
                    <a:pt x="333854" y="179045"/>
                  </a:lnTo>
                  <a:lnTo>
                    <a:pt x="334170" y="173762"/>
                  </a:lnTo>
                  <a:lnTo>
                    <a:pt x="334319" y="168472"/>
                  </a:lnTo>
                  <a:lnTo>
                    <a:pt x="334301" y="163179"/>
                  </a:lnTo>
                  <a:lnTo>
                    <a:pt x="334115" y="157890"/>
                  </a:lnTo>
                  <a:lnTo>
                    <a:pt x="333761" y="152609"/>
                  </a:lnTo>
                  <a:lnTo>
                    <a:pt x="333241" y="147342"/>
                  </a:lnTo>
                  <a:lnTo>
                    <a:pt x="332554" y="142094"/>
                  </a:lnTo>
                  <a:lnTo>
                    <a:pt x="331701" y="136870"/>
                  </a:lnTo>
                  <a:lnTo>
                    <a:pt x="330683" y="131676"/>
                  </a:lnTo>
                  <a:lnTo>
                    <a:pt x="329502" y="126517"/>
                  </a:lnTo>
                  <a:lnTo>
                    <a:pt x="328157" y="121398"/>
                  </a:lnTo>
                  <a:lnTo>
                    <a:pt x="326651" y="116324"/>
                  </a:lnTo>
                  <a:lnTo>
                    <a:pt x="324986" y="111301"/>
                  </a:lnTo>
                  <a:lnTo>
                    <a:pt x="323162" y="106332"/>
                  </a:lnTo>
                  <a:lnTo>
                    <a:pt x="321182" y="101424"/>
                  </a:lnTo>
                  <a:lnTo>
                    <a:pt x="319047" y="96581"/>
                  </a:lnTo>
                  <a:lnTo>
                    <a:pt x="316760" y="91808"/>
                  </a:lnTo>
                  <a:lnTo>
                    <a:pt x="314324" y="87109"/>
                  </a:lnTo>
                  <a:lnTo>
                    <a:pt x="311739" y="82490"/>
                  </a:lnTo>
                  <a:lnTo>
                    <a:pt x="309010" y="77956"/>
                  </a:lnTo>
                  <a:lnTo>
                    <a:pt x="306139" y="73510"/>
                  </a:lnTo>
                  <a:lnTo>
                    <a:pt x="303128" y="69157"/>
                  </a:lnTo>
                  <a:lnTo>
                    <a:pt x="299981" y="64901"/>
                  </a:lnTo>
                  <a:lnTo>
                    <a:pt x="296701" y="60748"/>
                  </a:lnTo>
                  <a:lnTo>
                    <a:pt x="293291" y="56700"/>
                  </a:lnTo>
                  <a:lnTo>
                    <a:pt x="289755" y="52762"/>
                  </a:lnTo>
                  <a:lnTo>
                    <a:pt x="286095" y="48938"/>
                  </a:lnTo>
                  <a:lnTo>
                    <a:pt x="282317" y="45232"/>
                  </a:lnTo>
                  <a:lnTo>
                    <a:pt x="278423" y="41647"/>
                  </a:lnTo>
                  <a:lnTo>
                    <a:pt x="274417" y="38188"/>
                  </a:lnTo>
                  <a:lnTo>
                    <a:pt x="270304" y="34857"/>
                  </a:lnTo>
                  <a:lnTo>
                    <a:pt x="266088" y="31658"/>
                  </a:lnTo>
                  <a:lnTo>
                    <a:pt x="261773" y="28594"/>
                  </a:lnTo>
                  <a:lnTo>
                    <a:pt x="257362" y="25668"/>
                  </a:lnTo>
                  <a:lnTo>
                    <a:pt x="252861" y="22883"/>
                  </a:lnTo>
                  <a:lnTo>
                    <a:pt x="248275" y="20242"/>
                  </a:lnTo>
                  <a:lnTo>
                    <a:pt x="243607" y="17747"/>
                  </a:lnTo>
                  <a:lnTo>
                    <a:pt x="238862" y="15402"/>
                  </a:lnTo>
                  <a:lnTo>
                    <a:pt x="234046" y="13208"/>
                  </a:lnTo>
                  <a:lnTo>
                    <a:pt x="229162" y="11168"/>
                  </a:lnTo>
                  <a:lnTo>
                    <a:pt x="224216" y="9283"/>
                  </a:lnTo>
                  <a:lnTo>
                    <a:pt x="219214" y="7555"/>
                  </a:lnTo>
                  <a:lnTo>
                    <a:pt x="214159" y="5987"/>
                  </a:lnTo>
                  <a:lnTo>
                    <a:pt x="209056" y="4580"/>
                  </a:lnTo>
                  <a:lnTo>
                    <a:pt x="203912" y="3335"/>
                  </a:lnTo>
                  <a:lnTo>
                    <a:pt x="198731" y="2253"/>
                  </a:lnTo>
                  <a:lnTo>
                    <a:pt x="193519" y="1336"/>
                  </a:lnTo>
                  <a:lnTo>
                    <a:pt x="188280" y="585"/>
                  </a:lnTo>
                  <a:lnTo>
                    <a:pt x="183019" y="0"/>
                  </a:lnTo>
                  <a:lnTo>
                    <a:pt x="167165" y="166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15854" cy="167167"/>
            </a:xfrm>
            <a:custGeom>
              <a:avLst/>
              <a:pathLst>
                <a:path w="15854" h="167167">
                  <a:moveTo>
                    <a:pt x="15854" y="753"/>
                  </a:moveTo>
                  <a:lnTo>
                    <a:pt x="7936" y="1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23599" y="2633064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5" y="1346"/>
                  </a:lnTo>
                  <a:lnTo>
                    <a:pt x="140721" y="2102"/>
                  </a:lnTo>
                  <a:lnTo>
                    <a:pt x="135495" y="3024"/>
                  </a:lnTo>
                  <a:lnTo>
                    <a:pt x="130300" y="4111"/>
                  </a:lnTo>
                  <a:lnTo>
                    <a:pt x="125142" y="5363"/>
                  </a:lnTo>
                  <a:lnTo>
                    <a:pt x="120027" y="6778"/>
                  </a:lnTo>
                  <a:lnTo>
                    <a:pt x="114959" y="8355"/>
                  </a:lnTo>
                  <a:lnTo>
                    <a:pt x="109944" y="10092"/>
                  </a:lnTo>
                  <a:lnTo>
                    <a:pt x="104987" y="11987"/>
                  </a:lnTo>
                  <a:lnTo>
                    <a:pt x="100092" y="14038"/>
                  </a:lnTo>
                  <a:lnTo>
                    <a:pt x="95265" y="16244"/>
                  </a:lnTo>
                  <a:lnTo>
                    <a:pt x="90510" y="18602"/>
                  </a:lnTo>
                  <a:lnTo>
                    <a:pt x="85832" y="21110"/>
                  </a:lnTo>
                  <a:lnTo>
                    <a:pt x="81237" y="23765"/>
                  </a:lnTo>
                  <a:lnTo>
                    <a:pt x="76728" y="26564"/>
                  </a:lnTo>
                  <a:lnTo>
                    <a:pt x="72310" y="29505"/>
                  </a:lnTo>
                  <a:lnTo>
                    <a:pt x="67988" y="32585"/>
                  </a:lnTo>
                  <a:lnTo>
                    <a:pt x="63765" y="35801"/>
                  </a:lnTo>
                  <a:lnTo>
                    <a:pt x="59647" y="39149"/>
                  </a:lnTo>
                  <a:lnTo>
                    <a:pt x="55638" y="42626"/>
                  </a:lnTo>
                  <a:lnTo>
                    <a:pt x="51740" y="46229"/>
                  </a:lnTo>
                  <a:lnTo>
                    <a:pt x="47959" y="49953"/>
                  </a:lnTo>
                  <a:lnTo>
                    <a:pt x="44298" y="53796"/>
                  </a:lnTo>
                  <a:lnTo>
                    <a:pt x="40761" y="57753"/>
                  </a:lnTo>
                  <a:lnTo>
                    <a:pt x="37352" y="61820"/>
                  </a:lnTo>
                  <a:lnTo>
                    <a:pt x="34073" y="65994"/>
                  </a:lnTo>
                  <a:lnTo>
                    <a:pt x="30928" y="70269"/>
                  </a:lnTo>
                  <a:lnTo>
                    <a:pt x="27921" y="74642"/>
                  </a:lnTo>
                  <a:lnTo>
                    <a:pt x="25054" y="79109"/>
                  </a:lnTo>
                  <a:lnTo>
                    <a:pt x="22330" y="83664"/>
                  </a:lnTo>
                  <a:lnTo>
                    <a:pt x="19752" y="88303"/>
                  </a:lnTo>
                  <a:lnTo>
                    <a:pt x="17323" y="93022"/>
                  </a:lnTo>
                  <a:lnTo>
                    <a:pt x="15045" y="97815"/>
                  </a:lnTo>
                  <a:lnTo>
                    <a:pt x="12920" y="102679"/>
                  </a:lnTo>
                  <a:lnTo>
                    <a:pt x="10951" y="107607"/>
                  </a:lnTo>
                  <a:lnTo>
                    <a:pt x="9139" y="112596"/>
                  </a:lnTo>
                  <a:lnTo>
                    <a:pt x="7486" y="117639"/>
                  </a:lnTo>
                  <a:lnTo>
                    <a:pt x="5994" y="122733"/>
                  </a:lnTo>
                  <a:lnTo>
                    <a:pt x="4665" y="127871"/>
                  </a:lnTo>
                  <a:lnTo>
                    <a:pt x="3499" y="133049"/>
                  </a:lnTo>
                  <a:lnTo>
                    <a:pt x="2499" y="138261"/>
                  </a:lnTo>
                  <a:lnTo>
                    <a:pt x="1664" y="143502"/>
                  </a:lnTo>
                  <a:lnTo>
                    <a:pt x="996" y="148767"/>
                  </a:lnTo>
                  <a:lnTo>
                    <a:pt x="496" y="154051"/>
                  </a:lnTo>
                  <a:lnTo>
                    <a:pt x="164" y="159348"/>
                  </a:lnTo>
                  <a:lnTo>
                    <a:pt x="0" y="164653"/>
                  </a:lnTo>
                  <a:lnTo>
                    <a:pt x="4" y="169960"/>
                  </a:lnTo>
                  <a:lnTo>
                    <a:pt x="177" y="175265"/>
                  </a:lnTo>
                  <a:lnTo>
                    <a:pt x="518" y="180561"/>
                  </a:lnTo>
                  <a:lnTo>
                    <a:pt x="1027" y="185844"/>
                  </a:lnTo>
                  <a:lnTo>
                    <a:pt x="1704" y="191108"/>
                  </a:lnTo>
                  <a:lnTo>
                    <a:pt x="2547" y="196348"/>
                  </a:lnTo>
                  <a:lnTo>
                    <a:pt x="3557" y="201559"/>
                  </a:lnTo>
                  <a:lnTo>
                    <a:pt x="4731" y="206734"/>
                  </a:lnTo>
                  <a:lnTo>
                    <a:pt x="6069" y="211870"/>
                  </a:lnTo>
                  <a:lnTo>
                    <a:pt x="7569" y="216961"/>
                  </a:lnTo>
                  <a:lnTo>
                    <a:pt x="9230" y="222002"/>
                  </a:lnTo>
                  <a:lnTo>
                    <a:pt x="11050" y="226987"/>
                  </a:lnTo>
                  <a:lnTo>
                    <a:pt x="13028" y="231913"/>
                  </a:lnTo>
                  <a:lnTo>
                    <a:pt x="15161" y="236772"/>
                  </a:lnTo>
                  <a:lnTo>
                    <a:pt x="17447" y="241562"/>
                  </a:lnTo>
                  <a:lnTo>
                    <a:pt x="19884" y="246277"/>
                  </a:lnTo>
                  <a:lnTo>
                    <a:pt x="22470" y="250912"/>
                  </a:lnTo>
                  <a:lnTo>
                    <a:pt x="25201" y="255462"/>
                  </a:lnTo>
                  <a:lnTo>
                    <a:pt x="28076" y="259924"/>
                  </a:lnTo>
                  <a:lnTo>
                    <a:pt x="31090" y="264292"/>
                  </a:lnTo>
                  <a:lnTo>
                    <a:pt x="34242" y="268562"/>
                  </a:lnTo>
                  <a:lnTo>
                    <a:pt x="37528" y="272730"/>
                  </a:lnTo>
                  <a:lnTo>
                    <a:pt x="40944" y="276792"/>
                  </a:lnTo>
                  <a:lnTo>
                    <a:pt x="44488" y="280743"/>
                  </a:lnTo>
                  <a:lnTo>
                    <a:pt x="48155" y="284579"/>
                  </a:lnTo>
                  <a:lnTo>
                    <a:pt x="51943" y="288298"/>
                  </a:lnTo>
                  <a:lnTo>
                    <a:pt x="55846" y="291894"/>
                  </a:lnTo>
                  <a:lnTo>
                    <a:pt x="59861" y="295364"/>
                  </a:lnTo>
                  <a:lnTo>
                    <a:pt x="63985" y="298705"/>
                  </a:lnTo>
                  <a:lnTo>
                    <a:pt x="68213" y="301914"/>
                  </a:lnTo>
                  <a:lnTo>
                    <a:pt x="72540" y="304987"/>
                  </a:lnTo>
                  <a:lnTo>
                    <a:pt x="76963" y="307921"/>
                  </a:lnTo>
                  <a:lnTo>
                    <a:pt x="81477" y="310713"/>
                  </a:lnTo>
                  <a:lnTo>
                    <a:pt x="86077" y="313360"/>
                  </a:lnTo>
                  <a:lnTo>
                    <a:pt x="90758" y="315860"/>
                  </a:lnTo>
                  <a:lnTo>
                    <a:pt x="95517" y="318210"/>
                  </a:lnTo>
                  <a:lnTo>
                    <a:pt x="100348" y="320408"/>
                  </a:lnTo>
                  <a:lnTo>
                    <a:pt x="105246" y="322451"/>
                  </a:lnTo>
                  <a:lnTo>
                    <a:pt x="110207" y="324338"/>
                  </a:lnTo>
                  <a:lnTo>
                    <a:pt x="115225" y="326066"/>
                  </a:lnTo>
                  <a:lnTo>
                    <a:pt x="120295" y="327634"/>
                  </a:lnTo>
                  <a:lnTo>
                    <a:pt x="125413" y="329041"/>
                  </a:lnTo>
                  <a:lnTo>
                    <a:pt x="130573" y="330284"/>
                  </a:lnTo>
                  <a:lnTo>
                    <a:pt x="135769" y="331363"/>
                  </a:lnTo>
                  <a:lnTo>
                    <a:pt x="140997" y="332276"/>
                  </a:lnTo>
                  <a:lnTo>
                    <a:pt x="146252" y="333023"/>
                  </a:lnTo>
                  <a:lnTo>
                    <a:pt x="151527" y="333603"/>
                  </a:lnTo>
                  <a:lnTo>
                    <a:pt x="156819" y="334015"/>
                  </a:lnTo>
                  <a:lnTo>
                    <a:pt x="162121" y="334259"/>
                  </a:lnTo>
                  <a:lnTo>
                    <a:pt x="167427" y="334334"/>
                  </a:lnTo>
                  <a:lnTo>
                    <a:pt x="172734" y="334241"/>
                  </a:lnTo>
                  <a:lnTo>
                    <a:pt x="178035" y="333980"/>
                  </a:lnTo>
                  <a:lnTo>
                    <a:pt x="183325" y="333550"/>
                  </a:lnTo>
                  <a:lnTo>
                    <a:pt x="188598" y="332952"/>
                  </a:lnTo>
                  <a:lnTo>
                    <a:pt x="193850" y="332188"/>
                  </a:lnTo>
                  <a:lnTo>
                    <a:pt x="199076" y="331257"/>
                  </a:lnTo>
                  <a:lnTo>
                    <a:pt x="204268" y="330161"/>
                  </a:lnTo>
                  <a:lnTo>
                    <a:pt x="209424" y="328900"/>
                  </a:lnTo>
                  <a:lnTo>
                    <a:pt x="214537" y="327477"/>
                  </a:lnTo>
                  <a:lnTo>
                    <a:pt x="219602" y="325892"/>
                  </a:lnTo>
                  <a:lnTo>
                    <a:pt x="224614" y="324147"/>
                  </a:lnTo>
                  <a:lnTo>
                    <a:pt x="229569" y="322243"/>
                  </a:lnTo>
                  <a:lnTo>
                    <a:pt x="234460" y="320183"/>
                  </a:lnTo>
                  <a:lnTo>
                    <a:pt x="239284" y="317970"/>
                  </a:lnTo>
                  <a:lnTo>
                    <a:pt x="244034" y="315604"/>
                  </a:lnTo>
                  <a:lnTo>
                    <a:pt x="248708" y="313088"/>
                  </a:lnTo>
                  <a:lnTo>
                    <a:pt x="253299" y="310425"/>
                  </a:lnTo>
                  <a:lnTo>
                    <a:pt x="257803" y="307618"/>
                  </a:lnTo>
                  <a:lnTo>
                    <a:pt x="262216" y="304670"/>
                  </a:lnTo>
                  <a:lnTo>
                    <a:pt x="266533" y="301583"/>
                  </a:lnTo>
                  <a:lnTo>
                    <a:pt x="270750" y="298360"/>
                  </a:lnTo>
                  <a:lnTo>
                    <a:pt x="274863" y="295005"/>
                  </a:lnTo>
                  <a:lnTo>
                    <a:pt x="278866" y="291521"/>
                  </a:lnTo>
                  <a:lnTo>
                    <a:pt x="282758" y="287912"/>
                  </a:lnTo>
                  <a:lnTo>
                    <a:pt x="286532" y="284181"/>
                  </a:lnTo>
                  <a:lnTo>
                    <a:pt x="290187" y="280332"/>
                  </a:lnTo>
                  <a:lnTo>
                    <a:pt x="293717" y="276369"/>
                  </a:lnTo>
                  <a:lnTo>
                    <a:pt x="297120" y="272296"/>
                  </a:lnTo>
                  <a:lnTo>
                    <a:pt x="300392" y="268118"/>
                  </a:lnTo>
                  <a:lnTo>
                    <a:pt x="303529" y="263837"/>
                  </a:lnTo>
                  <a:lnTo>
                    <a:pt x="306529" y="259459"/>
                  </a:lnTo>
                  <a:lnTo>
                    <a:pt x="309389" y="254988"/>
                  </a:lnTo>
                  <a:lnTo>
                    <a:pt x="312105" y="250428"/>
                  </a:lnTo>
                  <a:lnTo>
                    <a:pt x="314675" y="245784"/>
                  </a:lnTo>
                  <a:lnTo>
                    <a:pt x="317097" y="241061"/>
                  </a:lnTo>
                  <a:lnTo>
                    <a:pt x="319367" y="236264"/>
                  </a:lnTo>
                  <a:lnTo>
                    <a:pt x="321483" y="231397"/>
                  </a:lnTo>
                  <a:lnTo>
                    <a:pt x="323445" y="226465"/>
                  </a:lnTo>
                  <a:lnTo>
                    <a:pt x="325248" y="221474"/>
                  </a:lnTo>
                  <a:lnTo>
                    <a:pt x="326893" y="216428"/>
                  </a:lnTo>
                  <a:lnTo>
                    <a:pt x="328376" y="211332"/>
                  </a:lnTo>
                  <a:lnTo>
                    <a:pt x="329697" y="206191"/>
                  </a:lnTo>
                  <a:lnTo>
                    <a:pt x="330854" y="201012"/>
                  </a:lnTo>
                  <a:lnTo>
                    <a:pt x="331845" y="195798"/>
                  </a:lnTo>
                  <a:lnTo>
                    <a:pt x="332671" y="190555"/>
                  </a:lnTo>
                  <a:lnTo>
                    <a:pt x="333330" y="185289"/>
                  </a:lnTo>
                  <a:lnTo>
                    <a:pt x="333822" y="180004"/>
                  </a:lnTo>
                  <a:lnTo>
                    <a:pt x="334145" y="174707"/>
                  </a:lnTo>
                  <a:lnTo>
                    <a:pt x="334301" y="169402"/>
                  </a:lnTo>
                  <a:lnTo>
                    <a:pt x="334287" y="164094"/>
                  </a:lnTo>
                  <a:lnTo>
                    <a:pt x="334105" y="158790"/>
                  </a:lnTo>
                  <a:lnTo>
                    <a:pt x="333755" y="153494"/>
                  </a:lnTo>
                  <a:lnTo>
                    <a:pt x="333237" y="148212"/>
                  </a:lnTo>
                  <a:lnTo>
                    <a:pt x="332552" y="142949"/>
                  </a:lnTo>
                  <a:lnTo>
                    <a:pt x="331700" y="137711"/>
                  </a:lnTo>
                  <a:lnTo>
                    <a:pt x="330682" y="132502"/>
                  </a:lnTo>
                  <a:lnTo>
                    <a:pt x="329499" y="127328"/>
                  </a:lnTo>
                  <a:lnTo>
                    <a:pt x="328152" y="122194"/>
                  </a:lnTo>
                  <a:lnTo>
                    <a:pt x="326644" y="117106"/>
                  </a:lnTo>
                  <a:lnTo>
                    <a:pt x="324974" y="112068"/>
                  </a:lnTo>
                  <a:lnTo>
                    <a:pt x="323145" y="10708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0150"/>
              <a:ext cx="155997" cy="60081"/>
            </a:xfrm>
            <a:custGeom>
              <a:avLst/>
              <a:pathLst>
                <a:path w="155997" h="60081">
                  <a:moveTo>
                    <a:pt x="155997" y="0"/>
                  </a:moveTo>
                  <a:lnTo>
                    <a:pt x="0" y="600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8107"/>
              <a:ext cx="155997" cy="162124"/>
            </a:xfrm>
            <a:custGeom>
              <a:avLst/>
              <a:pathLst>
                <a:path w="155997" h="162124">
                  <a:moveTo>
                    <a:pt x="155997" y="102042"/>
                  </a:moveTo>
                  <a:lnTo>
                    <a:pt x="153930" y="96929"/>
                  </a:lnTo>
                  <a:lnTo>
                    <a:pt x="151695" y="91886"/>
                  </a:lnTo>
                  <a:lnTo>
                    <a:pt x="149296" y="86919"/>
                  </a:lnTo>
                  <a:lnTo>
                    <a:pt x="146733" y="82035"/>
                  </a:lnTo>
                  <a:lnTo>
                    <a:pt x="144011" y="77238"/>
                  </a:lnTo>
                  <a:lnTo>
                    <a:pt x="141132" y="72533"/>
                  </a:lnTo>
                  <a:lnTo>
                    <a:pt x="138100" y="67926"/>
                  </a:lnTo>
                  <a:lnTo>
                    <a:pt x="134917" y="63421"/>
                  </a:lnTo>
                  <a:lnTo>
                    <a:pt x="131587" y="59024"/>
                  </a:lnTo>
                  <a:lnTo>
                    <a:pt x="128114" y="54739"/>
                  </a:lnTo>
                  <a:lnTo>
                    <a:pt x="124502" y="50570"/>
                  </a:lnTo>
                  <a:lnTo>
                    <a:pt x="120754" y="46524"/>
                  </a:lnTo>
                  <a:lnTo>
                    <a:pt x="116875" y="42603"/>
                  </a:lnTo>
                  <a:lnTo>
                    <a:pt x="112868" y="38812"/>
                  </a:lnTo>
                  <a:lnTo>
                    <a:pt x="108738" y="35156"/>
                  </a:lnTo>
                  <a:lnTo>
                    <a:pt x="104490" y="31638"/>
                  </a:lnTo>
                  <a:lnTo>
                    <a:pt x="100129" y="28261"/>
                  </a:lnTo>
                  <a:lnTo>
                    <a:pt x="95658" y="25031"/>
                  </a:lnTo>
                  <a:lnTo>
                    <a:pt x="91083" y="21950"/>
                  </a:lnTo>
                  <a:lnTo>
                    <a:pt x="86409" y="19021"/>
                  </a:lnTo>
                  <a:lnTo>
                    <a:pt x="81641" y="16248"/>
                  </a:lnTo>
                  <a:lnTo>
                    <a:pt x="76784" y="13634"/>
                  </a:lnTo>
                  <a:lnTo>
                    <a:pt x="71844" y="11182"/>
                  </a:lnTo>
                  <a:lnTo>
                    <a:pt x="66825" y="8894"/>
                  </a:lnTo>
                  <a:lnTo>
                    <a:pt x="61733" y="6773"/>
                  </a:lnTo>
                  <a:lnTo>
                    <a:pt x="56575" y="4821"/>
                  </a:lnTo>
                  <a:lnTo>
                    <a:pt x="51354" y="3040"/>
                  </a:lnTo>
                  <a:lnTo>
                    <a:pt x="46078" y="1432"/>
                  </a:lnTo>
                  <a:lnTo>
                    <a:pt x="40752" y="0"/>
                  </a:lnTo>
                  <a:lnTo>
                    <a:pt x="0" y="162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40752" cy="167167"/>
            </a:xfrm>
            <a:custGeom>
              <a:avLst/>
              <a:pathLst>
                <a:path w="40752" h="167167">
                  <a:moveTo>
                    <a:pt x="40752" y="5043"/>
                  </a:moveTo>
                  <a:lnTo>
                    <a:pt x="34065" y="3507"/>
                  </a:lnTo>
                  <a:lnTo>
                    <a:pt x="27321" y="2247"/>
                  </a:lnTo>
                  <a:lnTo>
                    <a:pt x="20531" y="1265"/>
                  </a:lnTo>
                  <a:lnTo>
                    <a:pt x="13706" y="562"/>
                  </a:lnTo>
                  <a:lnTo>
                    <a:pt x="6859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358822" y="3170392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4" y="5321"/>
                  </a:lnTo>
                  <a:lnTo>
                    <a:pt x="120218" y="6725"/>
                  </a:lnTo>
                  <a:lnTo>
                    <a:pt x="115168" y="8290"/>
                  </a:lnTo>
                  <a:lnTo>
                    <a:pt x="110170" y="10013"/>
                  </a:lnTo>
                  <a:lnTo>
                    <a:pt x="105230" y="11893"/>
                  </a:lnTo>
                  <a:lnTo>
                    <a:pt x="100351" y="13929"/>
                  </a:lnTo>
                  <a:lnTo>
                    <a:pt x="95539" y="16118"/>
                  </a:lnTo>
                  <a:lnTo>
                    <a:pt x="90799" y="18458"/>
                  </a:lnTo>
                  <a:lnTo>
                    <a:pt x="86135" y="20947"/>
                  </a:lnTo>
                  <a:lnTo>
                    <a:pt x="81552" y="23582"/>
                  </a:lnTo>
                  <a:lnTo>
                    <a:pt x="77055" y="26361"/>
                  </a:lnTo>
                  <a:lnTo>
                    <a:pt x="72647" y="29280"/>
                  </a:lnTo>
                  <a:lnTo>
                    <a:pt x="68335" y="32338"/>
                  </a:lnTo>
                  <a:lnTo>
                    <a:pt x="64121" y="35530"/>
                  </a:lnTo>
                  <a:lnTo>
                    <a:pt x="60010" y="38854"/>
                  </a:lnTo>
                  <a:lnTo>
                    <a:pt x="56006" y="42306"/>
                  </a:lnTo>
                  <a:lnTo>
                    <a:pt x="52114" y="45883"/>
                  </a:lnTo>
                  <a:lnTo>
                    <a:pt x="48336" y="49581"/>
                  </a:lnTo>
                  <a:lnTo>
                    <a:pt x="44678" y="53397"/>
                  </a:lnTo>
                  <a:lnTo>
                    <a:pt x="41142" y="57327"/>
                  </a:lnTo>
                  <a:lnTo>
                    <a:pt x="37732" y="61366"/>
                  </a:lnTo>
                  <a:lnTo>
                    <a:pt x="34451" y="65511"/>
                  </a:lnTo>
                  <a:lnTo>
                    <a:pt x="31303" y="69758"/>
                  </a:lnTo>
                  <a:lnTo>
                    <a:pt x="28291" y="74103"/>
                  </a:lnTo>
                  <a:lnTo>
                    <a:pt x="25418" y="78540"/>
                  </a:lnTo>
                  <a:lnTo>
                    <a:pt x="22686" y="83066"/>
                  </a:lnTo>
                  <a:lnTo>
                    <a:pt x="20099" y="87677"/>
                  </a:lnTo>
                  <a:lnTo>
                    <a:pt x="17659" y="92366"/>
                  </a:lnTo>
                  <a:lnTo>
                    <a:pt x="15369" y="97131"/>
                  </a:lnTo>
                  <a:lnTo>
                    <a:pt x="13230" y="101965"/>
                  </a:lnTo>
                  <a:lnTo>
                    <a:pt x="11246" y="106865"/>
                  </a:lnTo>
                  <a:lnTo>
                    <a:pt x="9417" y="111825"/>
                  </a:lnTo>
                  <a:lnTo>
                    <a:pt x="7746" y="116840"/>
                  </a:lnTo>
                  <a:lnTo>
                    <a:pt x="6234" y="121906"/>
                  </a:lnTo>
                  <a:lnTo>
                    <a:pt x="4884" y="127017"/>
                  </a:lnTo>
                  <a:lnTo>
                    <a:pt x="3695" y="132168"/>
                  </a:lnTo>
                  <a:lnTo>
                    <a:pt x="2670" y="137354"/>
                  </a:lnTo>
                  <a:lnTo>
                    <a:pt x="1810" y="142570"/>
                  </a:lnTo>
                  <a:lnTo>
                    <a:pt x="1115" y="147811"/>
                  </a:lnTo>
                  <a:lnTo>
                    <a:pt x="586" y="153071"/>
                  </a:lnTo>
                  <a:lnTo>
                    <a:pt x="223" y="158345"/>
                  </a:lnTo>
                  <a:lnTo>
                    <a:pt x="28" y="163628"/>
                  </a:lnTo>
                  <a:lnTo>
                    <a:pt x="0" y="168914"/>
                  </a:lnTo>
                  <a:lnTo>
                    <a:pt x="138" y="174199"/>
                  </a:lnTo>
                  <a:lnTo>
                    <a:pt x="444" y="179476"/>
                  </a:lnTo>
                  <a:lnTo>
                    <a:pt x="917" y="184742"/>
                  </a:lnTo>
                  <a:lnTo>
                    <a:pt x="1556" y="189989"/>
                  </a:lnTo>
                  <a:lnTo>
                    <a:pt x="2360" y="195214"/>
                  </a:lnTo>
                  <a:lnTo>
                    <a:pt x="3329" y="200411"/>
                  </a:lnTo>
                  <a:lnTo>
                    <a:pt x="4462" y="205575"/>
                  </a:lnTo>
                  <a:lnTo>
                    <a:pt x="5758" y="210700"/>
                  </a:lnTo>
                  <a:lnTo>
                    <a:pt x="7215" y="215781"/>
                  </a:lnTo>
                  <a:lnTo>
                    <a:pt x="8833" y="220814"/>
                  </a:lnTo>
                  <a:lnTo>
                    <a:pt x="10608" y="225794"/>
                  </a:lnTo>
                  <a:lnTo>
                    <a:pt x="12540" y="230715"/>
                  </a:lnTo>
                  <a:lnTo>
                    <a:pt x="14627" y="235572"/>
                  </a:lnTo>
                  <a:lnTo>
                    <a:pt x="16866" y="240360"/>
                  </a:lnTo>
                  <a:lnTo>
                    <a:pt x="19255" y="245076"/>
                  </a:lnTo>
                  <a:lnTo>
                    <a:pt x="21793" y="249714"/>
                  </a:lnTo>
                  <a:lnTo>
                    <a:pt x="24476" y="254269"/>
                  </a:lnTo>
                  <a:lnTo>
                    <a:pt x="27301" y="258737"/>
                  </a:lnTo>
                  <a:lnTo>
                    <a:pt x="30266" y="263113"/>
                  </a:lnTo>
                  <a:lnTo>
                    <a:pt x="33369" y="267394"/>
                  </a:lnTo>
                  <a:lnTo>
                    <a:pt x="36605" y="271574"/>
                  </a:lnTo>
                  <a:lnTo>
                    <a:pt x="39971" y="275650"/>
                  </a:lnTo>
                  <a:lnTo>
                    <a:pt x="43465" y="279617"/>
                  </a:lnTo>
                  <a:lnTo>
                    <a:pt x="47083" y="283472"/>
                  </a:lnTo>
                  <a:lnTo>
                    <a:pt x="50820" y="287211"/>
                  </a:lnTo>
                  <a:lnTo>
                    <a:pt x="54674" y="290829"/>
                  </a:lnTo>
                  <a:lnTo>
                    <a:pt x="58641" y="294324"/>
                  </a:lnTo>
                  <a:lnTo>
                    <a:pt x="62715" y="297692"/>
                  </a:lnTo>
                  <a:lnTo>
                    <a:pt x="66895" y="300929"/>
                  </a:lnTo>
                  <a:lnTo>
                    <a:pt x="71174" y="304032"/>
                  </a:lnTo>
                  <a:lnTo>
                    <a:pt x="75550" y="306999"/>
                  </a:lnTo>
                  <a:lnTo>
                    <a:pt x="80017" y="309826"/>
                  </a:lnTo>
                  <a:lnTo>
                    <a:pt x="84572" y="312510"/>
                  </a:lnTo>
                  <a:lnTo>
                    <a:pt x="89209" y="315048"/>
                  </a:lnTo>
                  <a:lnTo>
                    <a:pt x="93924" y="317439"/>
                  </a:lnTo>
                  <a:lnTo>
                    <a:pt x="98712" y="319680"/>
                  </a:lnTo>
                  <a:lnTo>
                    <a:pt x="103569" y="321768"/>
                  </a:lnTo>
                  <a:lnTo>
                    <a:pt x="108489" y="323701"/>
                  </a:lnTo>
                  <a:lnTo>
                    <a:pt x="113468" y="325478"/>
                  </a:lnTo>
                  <a:lnTo>
                    <a:pt x="118500" y="327096"/>
                  </a:lnTo>
                  <a:lnTo>
                    <a:pt x="123581" y="328555"/>
                  </a:lnTo>
                  <a:lnTo>
                    <a:pt x="128706" y="329852"/>
                  </a:lnTo>
                  <a:lnTo>
                    <a:pt x="133870" y="330986"/>
                  </a:lnTo>
                  <a:lnTo>
                    <a:pt x="139066" y="331957"/>
                  </a:lnTo>
                  <a:lnTo>
                    <a:pt x="144291" y="332763"/>
                  </a:lnTo>
                  <a:lnTo>
                    <a:pt x="149538" y="333403"/>
                  </a:lnTo>
                  <a:lnTo>
                    <a:pt x="154803" y="333877"/>
                  </a:lnTo>
                  <a:lnTo>
                    <a:pt x="160081" y="334185"/>
                  </a:lnTo>
                  <a:lnTo>
                    <a:pt x="165366" y="334325"/>
                  </a:lnTo>
                  <a:lnTo>
                    <a:pt x="170652" y="334298"/>
                  </a:lnTo>
                  <a:lnTo>
                    <a:pt x="175935" y="334104"/>
                  </a:lnTo>
                  <a:lnTo>
                    <a:pt x="181209" y="333743"/>
                  </a:lnTo>
                  <a:lnTo>
                    <a:pt x="186469" y="333215"/>
                  </a:lnTo>
                  <a:lnTo>
                    <a:pt x="191710" y="332522"/>
                  </a:lnTo>
                  <a:lnTo>
                    <a:pt x="196926" y="331663"/>
                  </a:lnTo>
                  <a:lnTo>
                    <a:pt x="202112" y="330639"/>
                  </a:lnTo>
                  <a:lnTo>
                    <a:pt x="207264" y="329452"/>
                  </a:lnTo>
                  <a:lnTo>
                    <a:pt x="212375" y="328103"/>
                  </a:lnTo>
                  <a:lnTo>
                    <a:pt x="217441" y="326593"/>
                  </a:lnTo>
                  <a:lnTo>
                    <a:pt x="222457" y="324923"/>
                  </a:lnTo>
                  <a:lnTo>
                    <a:pt x="227418" y="323095"/>
                  </a:lnTo>
                  <a:lnTo>
                    <a:pt x="232318" y="321112"/>
                  </a:lnTo>
                  <a:lnTo>
                    <a:pt x="237153" y="318975"/>
                  </a:lnTo>
                  <a:lnTo>
                    <a:pt x="241918" y="316686"/>
                  </a:lnTo>
                  <a:lnTo>
                    <a:pt x="246608" y="314247"/>
                  </a:lnTo>
                  <a:lnTo>
                    <a:pt x="251219" y="311661"/>
                  </a:lnTo>
                  <a:lnTo>
                    <a:pt x="255746" y="308931"/>
                  </a:lnTo>
                  <a:lnTo>
                    <a:pt x="260184" y="306059"/>
                  </a:lnTo>
                  <a:lnTo>
                    <a:pt x="264530" y="303048"/>
                  </a:lnTo>
                  <a:lnTo>
                    <a:pt x="268778" y="299901"/>
                  </a:lnTo>
                  <a:lnTo>
                    <a:pt x="272924" y="296622"/>
                  </a:lnTo>
                  <a:lnTo>
                    <a:pt x="276964" y="293213"/>
                  </a:lnTo>
                  <a:lnTo>
                    <a:pt x="280895" y="289678"/>
                  </a:lnTo>
                  <a:lnTo>
                    <a:pt x="284712" y="286020"/>
                  </a:lnTo>
                  <a:lnTo>
                    <a:pt x="288411" y="282244"/>
                  </a:lnTo>
                  <a:lnTo>
                    <a:pt x="291989" y="278352"/>
                  </a:lnTo>
                  <a:lnTo>
                    <a:pt x="295442" y="274349"/>
                  </a:lnTo>
                  <a:lnTo>
                    <a:pt x="298767" y="270239"/>
                  </a:lnTo>
                  <a:lnTo>
                    <a:pt x="301960" y="266026"/>
                  </a:lnTo>
                  <a:lnTo>
                    <a:pt x="305019" y="261715"/>
                  </a:lnTo>
                  <a:lnTo>
                    <a:pt x="307940" y="257308"/>
                  </a:lnTo>
                  <a:lnTo>
                    <a:pt x="310719" y="252812"/>
                  </a:lnTo>
                  <a:lnTo>
                    <a:pt x="313356" y="248229"/>
                  </a:lnTo>
                  <a:lnTo>
                    <a:pt x="315846" y="243566"/>
                  </a:lnTo>
                  <a:lnTo>
                    <a:pt x="318187" y="238826"/>
                  </a:lnTo>
                  <a:lnTo>
                    <a:pt x="320377" y="234015"/>
                  </a:lnTo>
                  <a:lnTo>
                    <a:pt x="322415" y="229137"/>
                  </a:lnTo>
                  <a:lnTo>
                    <a:pt x="324296" y="224197"/>
                  </a:lnTo>
                  <a:lnTo>
                    <a:pt x="326021" y="219200"/>
                  </a:lnTo>
                  <a:lnTo>
                    <a:pt x="327587" y="214150"/>
                  </a:lnTo>
                  <a:lnTo>
                    <a:pt x="328992" y="209054"/>
                  </a:lnTo>
                  <a:lnTo>
                    <a:pt x="330236" y="203916"/>
                  </a:lnTo>
                  <a:lnTo>
                    <a:pt x="331316" y="198741"/>
                  </a:lnTo>
                  <a:lnTo>
                    <a:pt x="332233" y="193535"/>
                  </a:lnTo>
                  <a:lnTo>
                    <a:pt x="332984" y="188302"/>
                  </a:lnTo>
                  <a:lnTo>
                    <a:pt x="333569" y="183048"/>
                  </a:lnTo>
                  <a:lnTo>
                    <a:pt x="333988" y="177778"/>
                  </a:lnTo>
                  <a:lnTo>
                    <a:pt x="334240" y="172498"/>
                  </a:lnTo>
                  <a:lnTo>
                    <a:pt x="334325" y="167212"/>
                  </a:lnTo>
                  <a:lnTo>
                    <a:pt x="334243" y="161926"/>
                  </a:lnTo>
                  <a:lnTo>
                    <a:pt x="333994" y="156646"/>
                  </a:lnTo>
                  <a:lnTo>
                    <a:pt x="333578" y="151376"/>
                  </a:lnTo>
                  <a:lnTo>
                    <a:pt x="332995" y="146121"/>
                  </a:lnTo>
                  <a:lnTo>
                    <a:pt x="332247" y="140888"/>
                  </a:lnTo>
                  <a:lnTo>
                    <a:pt x="331333" y="135681"/>
                  </a:lnTo>
                  <a:lnTo>
                    <a:pt x="330256" y="130506"/>
                  </a:lnTo>
                  <a:lnTo>
                    <a:pt x="329015" y="125367"/>
                  </a:lnTo>
                  <a:lnTo>
                    <a:pt x="327612" y="120270"/>
                  </a:lnTo>
                  <a:lnTo>
                    <a:pt x="326049" y="115220"/>
                  </a:lnTo>
                  <a:lnTo>
                    <a:pt x="324327" y="110222"/>
                  </a:lnTo>
                  <a:lnTo>
                    <a:pt x="322448" y="105281"/>
                  </a:lnTo>
                  <a:lnTo>
                    <a:pt x="320414" y="100401"/>
                  </a:lnTo>
                  <a:lnTo>
                    <a:pt x="318226" y="95589"/>
                  </a:lnTo>
                  <a:lnTo>
                    <a:pt x="315887" y="90848"/>
                  </a:lnTo>
                  <a:lnTo>
                    <a:pt x="313399" y="86183"/>
                  </a:lnTo>
                  <a:lnTo>
                    <a:pt x="310766" y="81600"/>
                  </a:lnTo>
                  <a:lnTo>
                    <a:pt x="307988" y="77102"/>
                  </a:lnTo>
                  <a:lnTo>
                    <a:pt x="305070" y="72694"/>
                  </a:lnTo>
                  <a:lnTo>
                    <a:pt x="302014" y="68380"/>
                  </a:lnTo>
                  <a:lnTo>
                    <a:pt x="298823" y="64166"/>
                  </a:lnTo>
                  <a:lnTo>
                    <a:pt x="295500" y="60054"/>
                  </a:lnTo>
                  <a:lnTo>
                    <a:pt x="292049" y="56049"/>
                  </a:lnTo>
                  <a:lnTo>
                    <a:pt x="288473" y="52156"/>
                  </a:lnTo>
                  <a:lnTo>
                    <a:pt x="284776" y="48377"/>
                  </a:lnTo>
                  <a:lnTo>
                    <a:pt x="280961" y="44718"/>
                  </a:lnTo>
                  <a:lnTo>
                    <a:pt x="277032" y="41181"/>
                  </a:lnTo>
                  <a:lnTo>
                    <a:pt x="272994" y="37769"/>
                  </a:lnTo>
                  <a:lnTo>
                    <a:pt x="268849" y="34488"/>
                  </a:lnTo>
                  <a:lnTo>
                    <a:pt x="264603" y="31338"/>
                  </a:lnTo>
                  <a:lnTo>
                    <a:pt x="260259" y="28325"/>
                  </a:lnTo>
                  <a:lnTo>
                    <a:pt x="255823" y="25451"/>
                  </a:lnTo>
                  <a:lnTo>
                    <a:pt x="251297" y="22718"/>
                  </a:lnTo>
                  <a:lnTo>
                    <a:pt x="246688" y="20130"/>
                  </a:lnTo>
                  <a:lnTo>
                    <a:pt x="241999" y="17689"/>
                  </a:lnTo>
                  <a:lnTo>
                    <a:pt x="237235" y="15397"/>
                  </a:lnTo>
                  <a:lnTo>
                    <a:pt x="232401" y="13257"/>
                  </a:lnTo>
                  <a:lnTo>
                    <a:pt x="227502" y="11271"/>
                  </a:lnTo>
                  <a:lnTo>
                    <a:pt x="222542" y="9441"/>
                  </a:lnTo>
                  <a:lnTo>
                    <a:pt x="217527" y="776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4481"/>
              <a:ext cx="50369" cy="163078"/>
            </a:xfrm>
            <a:custGeom>
              <a:avLst/>
              <a:pathLst>
                <a:path w="50369" h="163078">
                  <a:moveTo>
                    <a:pt x="50369" y="3679"/>
                  </a:moveTo>
                  <a:lnTo>
                    <a:pt x="36747" y="0"/>
                  </a:lnTo>
                  <a:lnTo>
                    <a:pt x="0" y="1630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36747" cy="167167"/>
            </a:xfrm>
            <a:custGeom>
              <a:avLst/>
              <a:pathLst>
                <a:path w="36747" h="167167">
                  <a:moveTo>
                    <a:pt x="36747" y="4089"/>
                  </a:moveTo>
                  <a:lnTo>
                    <a:pt x="30699" y="2843"/>
                  </a:lnTo>
                  <a:lnTo>
                    <a:pt x="24610" y="1821"/>
                  </a:lnTo>
                  <a:lnTo>
                    <a:pt x="18487" y="1025"/>
                  </a:lnTo>
                  <a:lnTo>
                    <a:pt x="12338" y="455"/>
                  </a:lnTo>
                  <a:lnTo>
                    <a:pt x="6173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423595" y="3707720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8" y="3010"/>
                  </a:lnTo>
                  <a:lnTo>
                    <a:pt x="130384" y="4093"/>
                  </a:lnTo>
                  <a:lnTo>
                    <a:pt x="125238" y="5340"/>
                  </a:lnTo>
                  <a:lnTo>
                    <a:pt x="120133" y="6748"/>
                  </a:lnTo>
                  <a:lnTo>
                    <a:pt x="115075" y="8318"/>
                  </a:lnTo>
                  <a:lnTo>
                    <a:pt x="110070" y="10047"/>
                  </a:lnTo>
                  <a:lnTo>
                    <a:pt x="105122" y="11934"/>
                  </a:lnTo>
                  <a:lnTo>
                    <a:pt x="100236" y="13977"/>
                  </a:lnTo>
                  <a:lnTo>
                    <a:pt x="95417" y="16173"/>
                  </a:lnTo>
                  <a:lnTo>
                    <a:pt x="90671" y="18521"/>
                  </a:lnTo>
                  <a:lnTo>
                    <a:pt x="86001" y="21019"/>
                  </a:lnTo>
                  <a:lnTo>
                    <a:pt x="81412" y="23662"/>
                  </a:lnTo>
                  <a:lnTo>
                    <a:pt x="76910" y="26450"/>
                  </a:lnTo>
                  <a:lnTo>
                    <a:pt x="72498" y="29379"/>
                  </a:lnTo>
                  <a:lnTo>
                    <a:pt x="68181" y="32446"/>
                  </a:lnTo>
                  <a:lnTo>
                    <a:pt x="63963" y="35649"/>
                  </a:lnTo>
                  <a:lnTo>
                    <a:pt x="59849" y="38983"/>
                  </a:lnTo>
                  <a:lnTo>
                    <a:pt x="55843" y="42446"/>
                  </a:lnTo>
                  <a:lnTo>
                    <a:pt x="51948" y="46035"/>
                  </a:lnTo>
                  <a:lnTo>
                    <a:pt x="48169" y="49745"/>
                  </a:lnTo>
                  <a:lnTo>
                    <a:pt x="44510" y="53572"/>
                  </a:lnTo>
                  <a:lnTo>
                    <a:pt x="40973" y="57514"/>
                  </a:lnTo>
                  <a:lnTo>
                    <a:pt x="37563" y="61566"/>
                  </a:lnTo>
                  <a:lnTo>
                    <a:pt x="34284" y="65723"/>
                  </a:lnTo>
                  <a:lnTo>
                    <a:pt x="31137" y="69983"/>
                  </a:lnTo>
                  <a:lnTo>
                    <a:pt x="28127" y="74340"/>
                  </a:lnTo>
                  <a:lnTo>
                    <a:pt x="25256" y="78790"/>
                  </a:lnTo>
                  <a:lnTo>
                    <a:pt x="22528" y="83329"/>
                  </a:lnTo>
                  <a:lnTo>
                    <a:pt x="19945" y="87952"/>
                  </a:lnTo>
                  <a:lnTo>
                    <a:pt x="17510" y="92654"/>
                  </a:lnTo>
                  <a:lnTo>
                    <a:pt x="15225" y="97431"/>
                  </a:lnTo>
                  <a:lnTo>
                    <a:pt x="13092" y="102279"/>
                  </a:lnTo>
                  <a:lnTo>
                    <a:pt x="11114" y="107191"/>
                  </a:lnTo>
                  <a:lnTo>
                    <a:pt x="9293" y="112164"/>
                  </a:lnTo>
                  <a:lnTo>
                    <a:pt x="7630" y="117191"/>
                  </a:lnTo>
                  <a:lnTo>
                    <a:pt x="6127" y="122269"/>
                  </a:lnTo>
                  <a:lnTo>
                    <a:pt x="4786" y="127392"/>
                  </a:lnTo>
                  <a:lnTo>
                    <a:pt x="3607" y="132555"/>
                  </a:lnTo>
                  <a:lnTo>
                    <a:pt x="2593" y="137753"/>
                  </a:lnTo>
                  <a:lnTo>
                    <a:pt x="1744" y="142980"/>
                  </a:lnTo>
                  <a:lnTo>
                    <a:pt x="1061" y="148231"/>
                  </a:lnTo>
                  <a:lnTo>
                    <a:pt x="544" y="153501"/>
                  </a:lnTo>
                  <a:lnTo>
                    <a:pt x="195" y="158786"/>
                  </a:lnTo>
                  <a:lnTo>
                    <a:pt x="13" y="164078"/>
                  </a:lnTo>
                  <a:lnTo>
                    <a:pt x="0" y="169374"/>
                  </a:lnTo>
                  <a:lnTo>
                    <a:pt x="153" y="174667"/>
                  </a:lnTo>
                  <a:lnTo>
                    <a:pt x="475" y="179953"/>
                  </a:lnTo>
                  <a:lnTo>
                    <a:pt x="963" y="185226"/>
                  </a:lnTo>
                  <a:lnTo>
                    <a:pt x="1619" y="190481"/>
                  </a:lnTo>
                  <a:lnTo>
                    <a:pt x="2440" y="195713"/>
                  </a:lnTo>
                  <a:lnTo>
                    <a:pt x="3427" y="200915"/>
                  </a:lnTo>
                  <a:lnTo>
                    <a:pt x="4578" y="206084"/>
                  </a:lnTo>
                  <a:lnTo>
                    <a:pt x="5892" y="211214"/>
                  </a:lnTo>
                  <a:lnTo>
                    <a:pt x="7369" y="216300"/>
                  </a:lnTo>
                  <a:lnTo>
                    <a:pt x="9005" y="221337"/>
                  </a:lnTo>
                  <a:lnTo>
                    <a:pt x="10800" y="226319"/>
                  </a:lnTo>
                  <a:lnTo>
                    <a:pt x="12752" y="231241"/>
                  </a:lnTo>
                  <a:lnTo>
                    <a:pt x="14859" y="236100"/>
                  </a:lnTo>
                  <a:lnTo>
                    <a:pt x="17119" y="240889"/>
                  </a:lnTo>
                  <a:lnTo>
                    <a:pt x="19529" y="245604"/>
                  </a:lnTo>
                  <a:lnTo>
                    <a:pt x="22088" y="250241"/>
                  </a:lnTo>
                  <a:lnTo>
                    <a:pt x="24792" y="254794"/>
                  </a:lnTo>
                  <a:lnTo>
                    <a:pt x="27639" y="259259"/>
                  </a:lnTo>
                  <a:lnTo>
                    <a:pt x="30626" y="263632"/>
                  </a:lnTo>
                  <a:lnTo>
                    <a:pt x="33750" y="267908"/>
                  </a:lnTo>
                  <a:lnTo>
                    <a:pt x="37008" y="272083"/>
                  </a:lnTo>
                  <a:lnTo>
                    <a:pt x="40396" y="276153"/>
                  </a:lnTo>
                  <a:lnTo>
                    <a:pt x="43912" y="280113"/>
                  </a:lnTo>
                  <a:lnTo>
                    <a:pt x="47552" y="283960"/>
                  </a:lnTo>
                  <a:lnTo>
                    <a:pt x="51311" y="287690"/>
                  </a:lnTo>
                  <a:lnTo>
                    <a:pt x="55187" y="291298"/>
                  </a:lnTo>
                  <a:lnTo>
                    <a:pt x="59175" y="294783"/>
                  </a:lnTo>
                  <a:lnTo>
                    <a:pt x="63271" y="298139"/>
                  </a:lnTo>
                  <a:lnTo>
                    <a:pt x="67471" y="301363"/>
                  </a:lnTo>
                  <a:lnTo>
                    <a:pt x="71772" y="304453"/>
                  </a:lnTo>
                  <a:lnTo>
                    <a:pt x="76168" y="307406"/>
                  </a:lnTo>
                  <a:lnTo>
                    <a:pt x="80656" y="310217"/>
                  </a:lnTo>
                  <a:lnTo>
                    <a:pt x="85231" y="312885"/>
                  </a:lnTo>
                  <a:lnTo>
                    <a:pt x="89887" y="315407"/>
                  </a:lnTo>
                  <a:lnTo>
                    <a:pt x="94622" y="317780"/>
                  </a:lnTo>
                  <a:lnTo>
                    <a:pt x="99429" y="320002"/>
                  </a:lnTo>
                  <a:lnTo>
                    <a:pt x="104303" y="322070"/>
                  </a:lnTo>
                  <a:lnTo>
                    <a:pt x="109242" y="323983"/>
                  </a:lnTo>
                  <a:lnTo>
                    <a:pt x="114238" y="325739"/>
                  </a:lnTo>
                  <a:lnTo>
                    <a:pt x="119287" y="327335"/>
                  </a:lnTo>
                  <a:lnTo>
                    <a:pt x="124384" y="328771"/>
                  </a:lnTo>
                  <a:lnTo>
                    <a:pt x="129524" y="330044"/>
                  </a:lnTo>
                  <a:lnTo>
                    <a:pt x="134702" y="331155"/>
                  </a:lnTo>
                  <a:lnTo>
                    <a:pt x="139913" y="332100"/>
                  </a:lnTo>
                  <a:lnTo>
                    <a:pt x="145151" y="332880"/>
                  </a:lnTo>
                  <a:lnTo>
                    <a:pt x="150411" y="333494"/>
                  </a:lnTo>
                  <a:lnTo>
                    <a:pt x="155688" y="333941"/>
                  </a:lnTo>
                  <a:lnTo>
                    <a:pt x="160976" y="334220"/>
                  </a:lnTo>
                  <a:lnTo>
                    <a:pt x="166270" y="334332"/>
                  </a:lnTo>
                  <a:lnTo>
                    <a:pt x="171566" y="334276"/>
                  </a:lnTo>
                  <a:lnTo>
                    <a:pt x="176856" y="334052"/>
                  </a:lnTo>
                  <a:lnTo>
                    <a:pt x="182138" y="333661"/>
                  </a:lnTo>
                  <a:lnTo>
                    <a:pt x="187404" y="333103"/>
                  </a:lnTo>
                  <a:lnTo>
                    <a:pt x="192650" y="332378"/>
                  </a:lnTo>
                  <a:lnTo>
                    <a:pt x="197870" y="331488"/>
                  </a:lnTo>
                  <a:lnTo>
                    <a:pt x="203059" y="330433"/>
                  </a:lnTo>
                  <a:lnTo>
                    <a:pt x="208213" y="329213"/>
                  </a:lnTo>
                  <a:lnTo>
                    <a:pt x="213325" y="327831"/>
                  </a:lnTo>
                  <a:lnTo>
                    <a:pt x="218391" y="326288"/>
                  </a:lnTo>
                  <a:lnTo>
                    <a:pt x="223405" y="324585"/>
                  </a:lnTo>
                  <a:lnTo>
                    <a:pt x="228363" y="322725"/>
                  </a:lnTo>
                  <a:lnTo>
                    <a:pt x="233259" y="320708"/>
                  </a:lnTo>
                  <a:lnTo>
                    <a:pt x="238090" y="318537"/>
                  </a:lnTo>
                  <a:lnTo>
                    <a:pt x="242849" y="316214"/>
                  </a:lnTo>
                  <a:lnTo>
                    <a:pt x="247532" y="313742"/>
                  </a:lnTo>
                  <a:lnTo>
                    <a:pt x="252134" y="311122"/>
                  </a:lnTo>
                  <a:lnTo>
                    <a:pt x="256651" y="308358"/>
                  </a:lnTo>
                  <a:lnTo>
                    <a:pt x="261078" y="305452"/>
                  </a:lnTo>
                  <a:lnTo>
                    <a:pt x="265411" y="302408"/>
                  </a:lnTo>
                  <a:lnTo>
                    <a:pt x="269646" y="299228"/>
                  </a:lnTo>
                  <a:lnTo>
                    <a:pt x="273777" y="295915"/>
                  </a:lnTo>
                  <a:lnTo>
                    <a:pt x="277802" y="292473"/>
                  </a:lnTo>
                  <a:lnTo>
                    <a:pt x="281715" y="288905"/>
                  </a:lnTo>
                  <a:lnTo>
                    <a:pt x="285514" y="285216"/>
                  </a:lnTo>
                  <a:lnTo>
                    <a:pt x="289194" y="281407"/>
                  </a:lnTo>
                  <a:lnTo>
                    <a:pt x="292751" y="277484"/>
                  </a:lnTo>
                  <a:lnTo>
                    <a:pt x="296182" y="273451"/>
                  </a:lnTo>
                  <a:lnTo>
                    <a:pt x="299484" y="269310"/>
                  </a:lnTo>
                  <a:lnTo>
                    <a:pt x="302653" y="265068"/>
                  </a:lnTo>
                  <a:lnTo>
                    <a:pt x="305686" y="260727"/>
                  </a:lnTo>
                  <a:lnTo>
                    <a:pt x="308580" y="256292"/>
                  </a:lnTo>
                  <a:lnTo>
                    <a:pt x="311332" y="251767"/>
                  </a:lnTo>
                  <a:lnTo>
                    <a:pt x="313939" y="247158"/>
                  </a:lnTo>
                  <a:lnTo>
                    <a:pt x="316399" y="242468"/>
                  </a:lnTo>
                  <a:lnTo>
                    <a:pt x="318710" y="237703"/>
                  </a:lnTo>
                  <a:lnTo>
                    <a:pt x="320868" y="232867"/>
                  </a:lnTo>
                  <a:lnTo>
                    <a:pt x="322872" y="227965"/>
                  </a:lnTo>
                  <a:lnTo>
                    <a:pt x="324719" y="223003"/>
                  </a:lnTo>
                  <a:lnTo>
                    <a:pt x="326409" y="217984"/>
                  </a:lnTo>
                  <a:lnTo>
                    <a:pt x="327938" y="212914"/>
                  </a:lnTo>
                  <a:lnTo>
                    <a:pt x="329307" y="207798"/>
                  </a:lnTo>
                  <a:lnTo>
                    <a:pt x="330512" y="202641"/>
                  </a:lnTo>
                  <a:lnTo>
                    <a:pt x="331554" y="197449"/>
                  </a:lnTo>
                  <a:lnTo>
                    <a:pt x="332431" y="192227"/>
                  </a:lnTo>
                  <a:lnTo>
                    <a:pt x="333142" y="186979"/>
                  </a:lnTo>
                  <a:lnTo>
                    <a:pt x="333686" y="181711"/>
                  </a:lnTo>
                  <a:lnTo>
                    <a:pt x="334063" y="176429"/>
                  </a:lnTo>
                  <a:lnTo>
                    <a:pt x="334273" y="171138"/>
                  </a:lnTo>
                  <a:lnTo>
                    <a:pt x="334315" y="165842"/>
                  </a:lnTo>
                  <a:lnTo>
                    <a:pt x="334189" y="160548"/>
                  </a:lnTo>
                  <a:lnTo>
                    <a:pt x="333895" y="155261"/>
                  </a:lnTo>
                  <a:lnTo>
                    <a:pt x="333434" y="149985"/>
                  </a:lnTo>
                  <a:lnTo>
                    <a:pt x="332807" y="144727"/>
                  </a:lnTo>
                  <a:lnTo>
                    <a:pt x="332013" y="139491"/>
                  </a:lnTo>
                  <a:lnTo>
                    <a:pt x="331054" y="134283"/>
                  </a:lnTo>
                  <a:lnTo>
                    <a:pt x="329930" y="129108"/>
                  </a:lnTo>
                  <a:lnTo>
                    <a:pt x="328643" y="123971"/>
                  </a:lnTo>
                  <a:lnTo>
                    <a:pt x="327193" y="118878"/>
                  </a:lnTo>
                  <a:lnTo>
                    <a:pt x="325583" y="113833"/>
                  </a:lnTo>
                  <a:lnTo>
                    <a:pt x="323815" y="108841"/>
                  </a:lnTo>
                  <a:lnTo>
                    <a:pt x="321889" y="103908"/>
                  </a:lnTo>
                  <a:lnTo>
                    <a:pt x="319807" y="99039"/>
                  </a:lnTo>
                  <a:lnTo>
                    <a:pt x="317573" y="94238"/>
                  </a:lnTo>
                  <a:lnTo>
                    <a:pt x="315187" y="89510"/>
                  </a:lnTo>
                  <a:lnTo>
                    <a:pt x="312653" y="84860"/>
                  </a:lnTo>
                  <a:lnTo>
                    <a:pt x="309973" y="80292"/>
                  </a:lnTo>
                  <a:lnTo>
                    <a:pt x="307150" y="75812"/>
                  </a:lnTo>
                  <a:lnTo>
                    <a:pt x="304186" y="71424"/>
                  </a:lnTo>
                  <a:lnTo>
                    <a:pt x="301084" y="67131"/>
                  </a:lnTo>
                  <a:lnTo>
                    <a:pt x="297849" y="62939"/>
                  </a:lnTo>
                  <a:lnTo>
                    <a:pt x="294482" y="58852"/>
                  </a:lnTo>
                  <a:lnTo>
                    <a:pt x="290987" y="54873"/>
                  </a:lnTo>
                  <a:lnTo>
                    <a:pt x="287368" y="51007"/>
                  </a:lnTo>
                  <a:lnTo>
                    <a:pt x="283628" y="47257"/>
                  </a:lnTo>
                  <a:lnTo>
                    <a:pt x="279772" y="43628"/>
                  </a:lnTo>
                  <a:lnTo>
                    <a:pt x="275802" y="40123"/>
                  </a:lnTo>
                  <a:lnTo>
                    <a:pt x="271724" y="36745"/>
                  </a:lnTo>
                  <a:lnTo>
                    <a:pt x="267540" y="33498"/>
                  </a:lnTo>
                  <a:lnTo>
                    <a:pt x="263256" y="30386"/>
                  </a:lnTo>
                  <a:lnTo>
                    <a:pt x="258875" y="27410"/>
                  </a:lnTo>
                  <a:lnTo>
                    <a:pt x="254402" y="24575"/>
                  </a:lnTo>
                  <a:lnTo>
                    <a:pt x="249842" y="21883"/>
                  </a:lnTo>
                  <a:lnTo>
                    <a:pt x="245199" y="19337"/>
                  </a:lnTo>
                  <a:lnTo>
                    <a:pt x="240477" y="16939"/>
                  </a:lnTo>
                  <a:lnTo>
                    <a:pt x="235682" y="14692"/>
                  </a:lnTo>
                  <a:lnTo>
                    <a:pt x="230818" y="12598"/>
                  </a:lnTo>
                  <a:lnTo>
                    <a:pt x="225890" y="10659"/>
                  </a:lnTo>
                  <a:lnTo>
                    <a:pt x="220903" y="8877"/>
                  </a:lnTo>
                  <a:lnTo>
                    <a:pt x="215862" y="7254"/>
                  </a:lnTo>
                  <a:lnTo>
                    <a:pt x="210773" y="5791"/>
                  </a:lnTo>
                  <a:lnTo>
                    <a:pt x="205639" y="4490"/>
                  </a:lnTo>
                  <a:lnTo>
                    <a:pt x="200467" y="3353"/>
                  </a:lnTo>
                  <a:lnTo>
                    <a:pt x="195262" y="2380"/>
                  </a:lnTo>
                  <a:lnTo>
                    <a:pt x="190028" y="1572"/>
                  </a:lnTo>
                  <a:lnTo>
                    <a:pt x="184771" y="931"/>
                  </a:lnTo>
                  <a:lnTo>
                    <a:pt x="179497" y="456"/>
                  </a:lnTo>
                  <a:lnTo>
                    <a:pt x="174210" y="149"/>
                  </a:lnTo>
                  <a:lnTo>
                    <a:pt x="168917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614134" y="4213821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8" y="3010"/>
                  </a:lnTo>
                  <a:lnTo>
                    <a:pt x="130384" y="4093"/>
                  </a:lnTo>
                  <a:lnTo>
                    <a:pt x="125238" y="5340"/>
                  </a:lnTo>
                  <a:lnTo>
                    <a:pt x="120133" y="6748"/>
                  </a:lnTo>
                  <a:lnTo>
                    <a:pt x="115075" y="8318"/>
                  </a:lnTo>
                  <a:lnTo>
                    <a:pt x="110070" y="10047"/>
                  </a:lnTo>
                  <a:lnTo>
                    <a:pt x="105122" y="11934"/>
                  </a:lnTo>
                  <a:lnTo>
                    <a:pt x="100236" y="13977"/>
                  </a:lnTo>
                  <a:lnTo>
                    <a:pt x="95417" y="16173"/>
                  </a:lnTo>
                  <a:lnTo>
                    <a:pt x="90671" y="18521"/>
                  </a:lnTo>
                  <a:lnTo>
                    <a:pt x="86001" y="21019"/>
                  </a:lnTo>
                  <a:lnTo>
                    <a:pt x="81412" y="23662"/>
                  </a:lnTo>
                  <a:lnTo>
                    <a:pt x="76910" y="26450"/>
                  </a:lnTo>
                  <a:lnTo>
                    <a:pt x="72498" y="29379"/>
                  </a:lnTo>
                  <a:lnTo>
                    <a:pt x="68181" y="32446"/>
                  </a:lnTo>
                  <a:lnTo>
                    <a:pt x="63963" y="35649"/>
                  </a:lnTo>
                  <a:lnTo>
                    <a:pt x="59849" y="38983"/>
                  </a:lnTo>
                  <a:lnTo>
                    <a:pt x="55843" y="42446"/>
                  </a:lnTo>
                  <a:lnTo>
                    <a:pt x="51948" y="46035"/>
                  </a:lnTo>
                  <a:lnTo>
                    <a:pt x="48169" y="49745"/>
                  </a:lnTo>
                  <a:lnTo>
                    <a:pt x="44510" y="53572"/>
                  </a:lnTo>
                  <a:lnTo>
                    <a:pt x="40973" y="57514"/>
                  </a:lnTo>
                  <a:lnTo>
                    <a:pt x="37563" y="61566"/>
                  </a:lnTo>
                  <a:lnTo>
                    <a:pt x="34284" y="65723"/>
                  </a:lnTo>
                  <a:lnTo>
                    <a:pt x="31137" y="69983"/>
                  </a:lnTo>
                  <a:lnTo>
                    <a:pt x="28127" y="74340"/>
                  </a:lnTo>
                  <a:lnTo>
                    <a:pt x="25256" y="78790"/>
                  </a:lnTo>
                  <a:lnTo>
                    <a:pt x="22528" y="83329"/>
                  </a:lnTo>
                  <a:lnTo>
                    <a:pt x="19945" y="87952"/>
                  </a:lnTo>
                  <a:lnTo>
                    <a:pt x="17510" y="92654"/>
                  </a:lnTo>
                  <a:lnTo>
                    <a:pt x="15225" y="97431"/>
                  </a:lnTo>
                  <a:lnTo>
                    <a:pt x="13092" y="102279"/>
                  </a:lnTo>
                  <a:lnTo>
                    <a:pt x="11114" y="107191"/>
                  </a:lnTo>
                  <a:lnTo>
                    <a:pt x="9293" y="112164"/>
                  </a:lnTo>
                  <a:lnTo>
                    <a:pt x="7630" y="117191"/>
                  </a:lnTo>
                  <a:lnTo>
                    <a:pt x="6127" y="122269"/>
                  </a:lnTo>
                  <a:lnTo>
                    <a:pt x="4786" y="127392"/>
                  </a:lnTo>
                  <a:lnTo>
                    <a:pt x="3607" y="132555"/>
                  </a:lnTo>
                  <a:lnTo>
                    <a:pt x="2593" y="137753"/>
                  </a:lnTo>
                  <a:lnTo>
                    <a:pt x="1744" y="142980"/>
                  </a:lnTo>
                  <a:lnTo>
                    <a:pt x="1061" y="148231"/>
                  </a:lnTo>
                  <a:lnTo>
                    <a:pt x="544" y="153501"/>
                  </a:lnTo>
                  <a:lnTo>
                    <a:pt x="195" y="158786"/>
                  </a:lnTo>
                  <a:lnTo>
                    <a:pt x="13" y="164078"/>
                  </a:lnTo>
                  <a:lnTo>
                    <a:pt x="0" y="169374"/>
                  </a:lnTo>
                  <a:lnTo>
                    <a:pt x="153" y="174667"/>
                  </a:lnTo>
                  <a:lnTo>
                    <a:pt x="475" y="179953"/>
                  </a:lnTo>
                  <a:lnTo>
                    <a:pt x="963" y="185226"/>
                  </a:lnTo>
                  <a:lnTo>
                    <a:pt x="1619" y="190481"/>
                  </a:lnTo>
                  <a:lnTo>
                    <a:pt x="2440" y="195713"/>
                  </a:lnTo>
                  <a:lnTo>
                    <a:pt x="3427" y="200915"/>
                  </a:lnTo>
                  <a:lnTo>
                    <a:pt x="4578" y="206084"/>
                  </a:lnTo>
                  <a:lnTo>
                    <a:pt x="5892" y="211214"/>
                  </a:lnTo>
                  <a:lnTo>
                    <a:pt x="7369" y="216300"/>
                  </a:lnTo>
                  <a:lnTo>
                    <a:pt x="9005" y="221337"/>
                  </a:lnTo>
                  <a:lnTo>
                    <a:pt x="10800" y="226319"/>
                  </a:lnTo>
                  <a:lnTo>
                    <a:pt x="12752" y="231241"/>
                  </a:lnTo>
                  <a:lnTo>
                    <a:pt x="14859" y="236100"/>
                  </a:lnTo>
                  <a:lnTo>
                    <a:pt x="17119" y="240889"/>
                  </a:lnTo>
                  <a:lnTo>
                    <a:pt x="19529" y="245604"/>
                  </a:lnTo>
                  <a:lnTo>
                    <a:pt x="22088" y="250241"/>
                  </a:lnTo>
                  <a:lnTo>
                    <a:pt x="24792" y="254794"/>
                  </a:lnTo>
                  <a:lnTo>
                    <a:pt x="27639" y="259259"/>
                  </a:lnTo>
                  <a:lnTo>
                    <a:pt x="30626" y="263632"/>
                  </a:lnTo>
                  <a:lnTo>
                    <a:pt x="33750" y="267908"/>
                  </a:lnTo>
                  <a:lnTo>
                    <a:pt x="37008" y="272083"/>
                  </a:lnTo>
                  <a:lnTo>
                    <a:pt x="40396" y="276153"/>
                  </a:lnTo>
                  <a:lnTo>
                    <a:pt x="43912" y="280113"/>
                  </a:lnTo>
                  <a:lnTo>
                    <a:pt x="47552" y="283960"/>
                  </a:lnTo>
                  <a:lnTo>
                    <a:pt x="51311" y="287690"/>
                  </a:lnTo>
                  <a:lnTo>
                    <a:pt x="55187" y="291298"/>
                  </a:lnTo>
                  <a:lnTo>
                    <a:pt x="59175" y="294783"/>
                  </a:lnTo>
                  <a:lnTo>
                    <a:pt x="63271" y="298139"/>
                  </a:lnTo>
                  <a:lnTo>
                    <a:pt x="67471" y="301363"/>
                  </a:lnTo>
                  <a:lnTo>
                    <a:pt x="71772" y="304453"/>
                  </a:lnTo>
                  <a:lnTo>
                    <a:pt x="76168" y="307406"/>
                  </a:lnTo>
                  <a:lnTo>
                    <a:pt x="80656" y="310217"/>
                  </a:lnTo>
                  <a:lnTo>
                    <a:pt x="85231" y="312885"/>
                  </a:lnTo>
                  <a:lnTo>
                    <a:pt x="89887" y="315407"/>
                  </a:lnTo>
                  <a:lnTo>
                    <a:pt x="94622" y="317780"/>
                  </a:lnTo>
                  <a:lnTo>
                    <a:pt x="99429" y="320002"/>
                  </a:lnTo>
                  <a:lnTo>
                    <a:pt x="104303" y="322070"/>
                  </a:lnTo>
                  <a:lnTo>
                    <a:pt x="109242" y="323983"/>
                  </a:lnTo>
                  <a:lnTo>
                    <a:pt x="114238" y="325739"/>
                  </a:lnTo>
                  <a:lnTo>
                    <a:pt x="119287" y="327335"/>
                  </a:lnTo>
                  <a:lnTo>
                    <a:pt x="124384" y="328771"/>
                  </a:lnTo>
                  <a:lnTo>
                    <a:pt x="129524" y="330044"/>
                  </a:lnTo>
                  <a:lnTo>
                    <a:pt x="134702" y="331155"/>
                  </a:lnTo>
                  <a:lnTo>
                    <a:pt x="139913" y="332100"/>
                  </a:lnTo>
                  <a:lnTo>
                    <a:pt x="145151" y="332880"/>
                  </a:lnTo>
                  <a:lnTo>
                    <a:pt x="150411" y="333494"/>
                  </a:lnTo>
                  <a:lnTo>
                    <a:pt x="155688" y="333941"/>
                  </a:lnTo>
                  <a:lnTo>
                    <a:pt x="160976" y="334220"/>
                  </a:lnTo>
                  <a:lnTo>
                    <a:pt x="166270" y="334332"/>
                  </a:lnTo>
                  <a:lnTo>
                    <a:pt x="171566" y="334276"/>
                  </a:lnTo>
                  <a:lnTo>
                    <a:pt x="176856" y="334052"/>
                  </a:lnTo>
                  <a:lnTo>
                    <a:pt x="182138" y="333661"/>
                  </a:lnTo>
                  <a:lnTo>
                    <a:pt x="187404" y="333103"/>
                  </a:lnTo>
                  <a:lnTo>
                    <a:pt x="192650" y="332378"/>
                  </a:lnTo>
                  <a:lnTo>
                    <a:pt x="197870" y="331488"/>
                  </a:lnTo>
                  <a:lnTo>
                    <a:pt x="203059" y="330433"/>
                  </a:lnTo>
                  <a:lnTo>
                    <a:pt x="208213" y="329213"/>
                  </a:lnTo>
                  <a:lnTo>
                    <a:pt x="213325" y="327831"/>
                  </a:lnTo>
                  <a:lnTo>
                    <a:pt x="218391" y="326288"/>
                  </a:lnTo>
                  <a:lnTo>
                    <a:pt x="223405" y="324585"/>
                  </a:lnTo>
                  <a:lnTo>
                    <a:pt x="228363" y="322725"/>
                  </a:lnTo>
                  <a:lnTo>
                    <a:pt x="233259" y="320708"/>
                  </a:lnTo>
                  <a:lnTo>
                    <a:pt x="238090" y="318537"/>
                  </a:lnTo>
                  <a:lnTo>
                    <a:pt x="242849" y="316214"/>
                  </a:lnTo>
                  <a:lnTo>
                    <a:pt x="247532" y="313742"/>
                  </a:lnTo>
                  <a:lnTo>
                    <a:pt x="252134" y="311122"/>
                  </a:lnTo>
                  <a:lnTo>
                    <a:pt x="256651" y="308358"/>
                  </a:lnTo>
                  <a:lnTo>
                    <a:pt x="261078" y="305452"/>
                  </a:lnTo>
                  <a:lnTo>
                    <a:pt x="265411" y="302408"/>
                  </a:lnTo>
                  <a:lnTo>
                    <a:pt x="269646" y="299228"/>
                  </a:lnTo>
                  <a:lnTo>
                    <a:pt x="273777" y="295915"/>
                  </a:lnTo>
                  <a:lnTo>
                    <a:pt x="277802" y="292473"/>
                  </a:lnTo>
                  <a:lnTo>
                    <a:pt x="281715" y="288905"/>
                  </a:lnTo>
                  <a:lnTo>
                    <a:pt x="285514" y="285216"/>
                  </a:lnTo>
                  <a:lnTo>
                    <a:pt x="289194" y="281407"/>
                  </a:lnTo>
                  <a:lnTo>
                    <a:pt x="292751" y="277484"/>
                  </a:lnTo>
                  <a:lnTo>
                    <a:pt x="296182" y="273451"/>
                  </a:lnTo>
                  <a:lnTo>
                    <a:pt x="299484" y="269310"/>
                  </a:lnTo>
                  <a:lnTo>
                    <a:pt x="302653" y="265068"/>
                  </a:lnTo>
                  <a:lnTo>
                    <a:pt x="305686" y="260727"/>
                  </a:lnTo>
                  <a:lnTo>
                    <a:pt x="308580" y="256292"/>
                  </a:lnTo>
                  <a:lnTo>
                    <a:pt x="311332" y="251767"/>
                  </a:lnTo>
                  <a:lnTo>
                    <a:pt x="313939" y="247158"/>
                  </a:lnTo>
                  <a:lnTo>
                    <a:pt x="316399" y="242468"/>
                  </a:lnTo>
                  <a:lnTo>
                    <a:pt x="318710" y="237703"/>
                  </a:lnTo>
                  <a:lnTo>
                    <a:pt x="320868" y="232867"/>
                  </a:lnTo>
                  <a:lnTo>
                    <a:pt x="322872" y="227965"/>
                  </a:lnTo>
                  <a:lnTo>
                    <a:pt x="324719" y="223003"/>
                  </a:lnTo>
                  <a:lnTo>
                    <a:pt x="326409" y="217984"/>
                  </a:lnTo>
                  <a:lnTo>
                    <a:pt x="327938" y="212914"/>
                  </a:lnTo>
                  <a:lnTo>
                    <a:pt x="329307" y="207798"/>
                  </a:lnTo>
                  <a:lnTo>
                    <a:pt x="330512" y="202641"/>
                  </a:lnTo>
                  <a:lnTo>
                    <a:pt x="331554" y="197449"/>
                  </a:lnTo>
                  <a:lnTo>
                    <a:pt x="332431" y="192227"/>
                  </a:lnTo>
                  <a:lnTo>
                    <a:pt x="333142" y="186979"/>
                  </a:lnTo>
                  <a:lnTo>
                    <a:pt x="333686" y="181711"/>
                  </a:lnTo>
                  <a:lnTo>
                    <a:pt x="334063" y="176429"/>
                  </a:lnTo>
                  <a:lnTo>
                    <a:pt x="334273" y="171138"/>
                  </a:lnTo>
                  <a:lnTo>
                    <a:pt x="334315" y="165842"/>
                  </a:lnTo>
                  <a:lnTo>
                    <a:pt x="334189" y="160548"/>
                  </a:lnTo>
                  <a:lnTo>
                    <a:pt x="333895" y="155261"/>
                  </a:lnTo>
                  <a:lnTo>
                    <a:pt x="333434" y="149985"/>
                  </a:lnTo>
                  <a:lnTo>
                    <a:pt x="332807" y="144727"/>
                  </a:lnTo>
                  <a:lnTo>
                    <a:pt x="332013" y="139491"/>
                  </a:lnTo>
                  <a:lnTo>
                    <a:pt x="331054" y="134283"/>
                  </a:lnTo>
                  <a:lnTo>
                    <a:pt x="329930" y="129108"/>
                  </a:lnTo>
                  <a:lnTo>
                    <a:pt x="328643" y="123971"/>
                  </a:lnTo>
                  <a:lnTo>
                    <a:pt x="327193" y="118878"/>
                  </a:lnTo>
                  <a:lnTo>
                    <a:pt x="325583" y="113833"/>
                  </a:lnTo>
                  <a:lnTo>
                    <a:pt x="323815" y="108841"/>
                  </a:lnTo>
                  <a:lnTo>
                    <a:pt x="321889" y="103908"/>
                  </a:lnTo>
                  <a:lnTo>
                    <a:pt x="319807" y="99039"/>
                  </a:lnTo>
                  <a:lnTo>
                    <a:pt x="317573" y="94238"/>
                  </a:lnTo>
                  <a:lnTo>
                    <a:pt x="315187" y="89510"/>
                  </a:lnTo>
                  <a:lnTo>
                    <a:pt x="312653" y="84860"/>
                  </a:lnTo>
                  <a:lnTo>
                    <a:pt x="309973" y="80292"/>
                  </a:lnTo>
                  <a:lnTo>
                    <a:pt x="307150" y="75812"/>
                  </a:lnTo>
                  <a:lnTo>
                    <a:pt x="304186" y="71424"/>
                  </a:lnTo>
                  <a:lnTo>
                    <a:pt x="301084" y="67131"/>
                  </a:lnTo>
                  <a:lnTo>
                    <a:pt x="297849" y="62939"/>
                  </a:lnTo>
                  <a:lnTo>
                    <a:pt x="294482" y="58852"/>
                  </a:lnTo>
                  <a:lnTo>
                    <a:pt x="290987" y="54873"/>
                  </a:lnTo>
                  <a:lnTo>
                    <a:pt x="287368" y="51007"/>
                  </a:lnTo>
                  <a:lnTo>
                    <a:pt x="283628" y="47257"/>
                  </a:lnTo>
                  <a:lnTo>
                    <a:pt x="279772" y="43628"/>
                  </a:lnTo>
                  <a:lnTo>
                    <a:pt x="275802" y="40123"/>
                  </a:lnTo>
                  <a:lnTo>
                    <a:pt x="271724" y="36745"/>
                  </a:lnTo>
                  <a:lnTo>
                    <a:pt x="267540" y="33498"/>
                  </a:lnTo>
                  <a:lnTo>
                    <a:pt x="263256" y="30386"/>
                  </a:lnTo>
                  <a:lnTo>
                    <a:pt x="258875" y="27410"/>
                  </a:lnTo>
                  <a:lnTo>
                    <a:pt x="254402" y="24575"/>
                  </a:lnTo>
                  <a:lnTo>
                    <a:pt x="249842" y="21883"/>
                  </a:lnTo>
                  <a:lnTo>
                    <a:pt x="245199" y="19337"/>
                  </a:lnTo>
                  <a:lnTo>
                    <a:pt x="240477" y="16939"/>
                  </a:lnTo>
                  <a:lnTo>
                    <a:pt x="235682" y="14692"/>
                  </a:lnTo>
                  <a:lnTo>
                    <a:pt x="230818" y="12598"/>
                  </a:lnTo>
                  <a:lnTo>
                    <a:pt x="225890" y="10659"/>
                  </a:lnTo>
                  <a:lnTo>
                    <a:pt x="220903" y="8877"/>
                  </a:lnTo>
                  <a:lnTo>
                    <a:pt x="215862" y="7254"/>
                  </a:lnTo>
                  <a:lnTo>
                    <a:pt x="210773" y="5791"/>
                  </a:lnTo>
                  <a:lnTo>
                    <a:pt x="205639" y="4490"/>
                  </a:lnTo>
                  <a:lnTo>
                    <a:pt x="200467" y="3353"/>
                  </a:lnTo>
                  <a:lnTo>
                    <a:pt x="195262" y="2380"/>
                  </a:lnTo>
                  <a:lnTo>
                    <a:pt x="190028" y="1572"/>
                  </a:lnTo>
                  <a:lnTo>
                    <a:pt x="184771" y="931"/>
                  </a:lnTo>
                  <a:lnTo>
                    <a:pt x="179497" y="456"/>
                  </a:lnTo>
                  <a:lnTo>
                    <a:pt x="174210" y="149"/>
                  </a:lnTo>
                  <a:lnTo>
                    <a:pt x="168917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19369" y="4659281"/>
              <a:ext cx="167155" cy="186823"/>
            </a:xfrm>
            <a:custGeom>
              <a:avLst/>
              <a:pathLst>
                <a:path w="167155" h="186823">
                  <a:moveTo>
                    <a:pt x="167155" y="0"/>
                  </a:moveTo>
                  <a:lnTo>
                    <a:pt x="161727" y="88"/>
                  </a:lnTo>
                  <a:lnTo>
                    <a:pt x="156305" y="352"/>
                  </a:lnTo>
                  <a:lnTo>
                    <a:pt x="150895" y="792"/>
                  </a:lnTo>
                  <a:lnTo>
                    <a:pt x="145501" y="1408"/>
                  </a:lnTo>
                  <a:lnTo>
                    <a:pt x="140131" y="2198"/>
                  </a:lnTo>
                  <a:lnTo>
                    <a:pt x="134789" y="3163"/>
                  </a:lnTo>
                  <a:lnTo>
                    <a:pt x="129481" y="4300"/>
                  </a:lnTo>
                  <a:lnTo>
                    <a:pt x="124213" y="5609"/>
                  </a:lnTo>
                  <a:lnTo>
                    <a:pt x="118990" y="7089"/>
                  </a:lnTo>
                  <a:lnTo>
                    <a:pt x="113818" y="8737"/>
                  </a:lnTo>
                  <a:lnTo>
                    <a:pt x="108702" y="10552"/>
                  </a:lnTo>
                  <a:lnTo>
                    <a:pt x="103648" y="12532"/>
                  </a:lnTo>
                  <a:lnTo>
                    <a:pt x="98661" y="14676"/>
                  </a:lnTo>
                  <a:lnTo>
                    <a:pt x="93746" y="16980"/>
                  </a:lnTo>
                  <a:lnTo>
                    <a:pt x="88908" y="19443"/>
                  </a:lnTo>
                  <a:lnTo>
                    <a:pt x="84153" y="22061"/>
                  </a:lnTo>
                  <a:lnTo>
                    <a:pt x="79485" y="24833"/>
                  </a:lnTo>
                  <a:lnTo>
                    <a:pt x="74910" y="27754"/>
                  </a:lnTo>
                  <a:lnTo>
                    <a:pt x="70432" y="30823"/>
                  </a:lnTo>
                  <a:lnTo>
                    <a:pt x="66056" y="34035"/>
                  </a:lnTo>
                  <a:lnTo>
                    <a:pt x="61787" y="37388"/>
                  </a:lnTo>
                  <a:lnTo>
                    <a:pt x="57629" y="40877"/>
                  </a:lnTo>
                  <a:lnTo>
                    <a:pt x="53586" y="44500"/>
                  </a:lnTo>
                  <a:lnTo>
                    <a:pt x="49663" y="48252"/>
                  </a:lnTo>
                  <a:lnTo>
                    <a:pt x="45864" y="52130"/>
                  </a:lnTo>
                  <a:lnTo>
                    <a:pt x="42193" y="56128"/>
                  </a:lnTo>
                  <a:lnTo>
                    <a:pt x="38654" y="60244"/>
                  </a:lnTo>
                  <a:lnTo>
                    <a:pt x="35250" y="64473"/>
                  </a:lnTo>
                  <a:lnTo>
                    <a:pt x="31985" y="68810"/>
                  </a:lnTo>
                  <a:lnTo>
                    <a:pt x="28863" y="73250"/>
                  </a:lnTo>
                  <a:lnTo>
                    <a:pt x="25887" y="77790"/>
                  </a:lnTo>
                  <a:lnTo>
                    <a:pt x="23059" y="82424"/>
                  </a:lnTo>
                  <a:lnTo>
                    <a:pt x="20384" y="87147"/>
                  </a:lnTo>
                  <a:lnTo>
                    <a:pt x="17863" y="91954"/>
                  </a:lnTo>
                  <a:lnTo>
                    <a:pt x="15500" y="96841"/>
                  </a:lnTo>
                  <a:lnTo>
                    <a:pt x="13296" y="101802"/>
                  </a:lnTo>
                  <a:lnTo>
                    <a:pt x="11255" y="106832"/>
                  </a:lnTo>
                  <a:lnTo>
                    <a:pt x="9378" y="111926"/>
                  </a:lnTo>
                  <a:lnTo>
                    <a:pt x="7668" y="117078"/>
                  </a:lnTo>
                  <a:lnTo>
                    <a:pt x="6126" y="122283"/>
                  </a:lnTo>
                  <a:lnTo>
                    <a:pt x="4753" y="127535"/>
                  </a:lnTo>
                  <a:lnTo>
                    <a:pt x="3552" y="132828"/>
                  </a:lnTo>
                  <a:lnTo>
                    <a:pt x="2524" y="138158"/>
                  </a:lnTo>
                  <a:lnTo>
                    <a:pt x="1668" y="143519"/>
                  </a:lnTo>
                  <a:lnTo>
                    <a:pt x="988" y="148905"/>
                  </a:lnTo>
                  <a:lnTo>
                    <a:pt x="483" y="154309"/>
                  </a:lnTo>
                  <a:lnTo>
                    <a:pt x="153" y="159728"/>
                  </a:lnTo>
                  <a:lnTo>
                    <a:pt x="0" y="165154"/>
                  </a:lnTo>
                  <a:lnTo>
                    <a:pt x="22" y="170582"/>
                  </a:lnTo>
                  <a:lnTo>
                    <a:pt x="221" y="176007"/>
                  </a:lnTo>
                  <a:lnTo>
                    <a:pt x="596" y="181422"/>
                  </a:lnTo>
                  <a:lnTo>
                    <a:pt x="1147" y="186823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0517" y="4826449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0517" y="4826449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0517" y="4826449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0517" y="4826449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0517" y="4826449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0517" y="4826449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0517" y="4826449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0517" y="4826449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0517" y="4826449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0517" y="4826449"/>
              <a:ext cx="166007" cy="35311"/>
            </a:xfrm>
            <a:custGeom>
              <a:avLst/>
              <a:pathLst>
                <a:path w="166007" h="35311">
                  <a:moveTo>
                    <a:pt x="0" y="19655"/>
                  </a:moveTo>
                  <a:lnTo>
                    <a:pt x="1120" y="27514"/>
                  </a:lnTo>
                  <a:lnTo>
                    <a:pt x="2612" y="35311"/>
                  </a:lnTo>
                  <a:lnTo>
                    <a:pt x="16600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3129" y="4659281"/>
              <a:ext cx="330547" cy="334333"/>
            </a:xfrm>
            <a:custGeom>
              <a:avLst/>
              <a:pathLst>
                <a:path w="330547" h="334333">
                  <a:moveTo>
                    <a:pt x="0" y="202479"/>
                  </a:moveTo>
                  <a:lnTo>
                    <a:pt x="1200" y="207638"/>
                  </a:lnTo>
                  <a:lnTo>
                    <a:pt x="2564" y="212756"/>
                  </a:lnTo>
                  <a:lnTo>
                    <a:pt x="4089" y="217829"/>
                  </a:lnTo>
                  <a:lnTo>
                    <a:pt x="5774" y="222850"/>
                  </a:lnTo>
                  <a:lnTo>
                    <a:pt x="7617" y="227816"/>
                  </a:lnTo>
                  <a:lnTo>
                    <a:pt x="9617" y="232721"/>
                  </a:lnTo>
                  <a:lnTo>
                    <a:pt x="11771" y="237560"/>
                  </a:lnTo>
                  <a:lnTo>
                    <a:pt x="14077" y="242328"/>
                  </a:lnTo>
                  <a:lnTo>
                    <a:pt x="16533" y="247021"/>
                  </a:lnTo>
                  <a:lnTo>
                    <a:pt x="19137" y="251634"/>
                  </a:lnTo>
                  <a:lnTo>
                    <a:pt x="21885" y="256162"/>
                  </a:lnTo>
                  <a:lnTo>
                    <a:pt x="24776" y="260600"/>
                  </a:lnTo>
                  <a:lnTo>
                    <a:pt x="27806" y="264945"/>
                  </a:lnTo>
                  <a:lnTo>
                    <a:pt x="30972" y="269192"/>
                  </a:lnTo>
                  <a:lnTo>
                    <a:pt x="34270" y="273336"/>
                  </a:lnTo>
                  <a:lnTo>
                    <a:pt x="37699" y="277373"/>
                  </a:lnTo>
                  <a:lnTo>
                    <a:pt x="41253" y="281300"/>
                  </a:lnTo>
                  <a:lnTo>
                    <a:pt x="44931" y="285113"/>
                  </a:lnTo>
                  <a:lnTo>
                    <a:pt x="48727" y="288807"/>
                  </a:lnTo>
                  <a:lnTo>
                    <a:pt x="52638" y="292378"/>
                  </a:lnTo>
                  <a:lnTo>
                    <a:pt x="56661" y="295825"/>
                  </a:lnTo>
                  <a:lnTo>
                    <a:pt x="60790" y="299141"/>
                  </a:lnTo>
                  <a:lnTo>
                    <a:pt x="65023" y="302326"/>
                  </a:lnTo>
                  <a:lnTo>
                    <a:pt x="69354" y="305375"/>
                  </a:lnTo>
                  <a:lnTo>
                    <a:pt x="73780" y="308285"/>
                  </a:lnTo>
                  <a:lnTo>
                    <a:pt x="78296" y="311053"/>
                  </a:lnTo>
                  <a:lnTo>
                    <a:pt x="82897" y="313677"/>
                  </a:lnTo>
                  <a:lnTo>
                    <a:pt x="87579" y="316153"/>
                  </a:lnTo>
                  <a:lnTo>
                    <a:pt x="92338" y="318481"/>
                  </a:lnTo>
                  <a:lnTo>
                    <a:pt x="97167" y="320656"/>
                  </a:lnTo>
                  <a:lnTo>
                    <a:pt x="102063" y="322677"/>
                  </a:lnTo>
                  <a:lnTo>
                    <a:pt x="107021" y="324542"/>
                  </a:lnTo>
                  <a:lnTo>
                    <a:pt x="112035" y="326249"/>
                  </a:lnTo>
                  <a:lnTo>
                    <a:pt x="117101" y="327796"/>
                  </a:lnTo>
                  <a:lnTo>
                    <a:pt x="122213" y="329182"/>
                  </a:lnTo>
                  <a:lnTo>
                    <a:pt x="127367" y="330406"/>
                  </a:lnTo>
                  <a:lnTo>
                    <a:pt x="132556" y="331465"/>
                  </a:lnTo>
                  <a:lnTo>
                    <a:pt x="137777" y="332360"/>
                  </a:lnTo>
                  <a:lnTo>
                    <a:pt x="143024" y="333089"/>
                  </a:lnTo>
                  <a:lnTo>
                    <a:pt x="148291" y="333651"/>
                  </a:lnTo>
                  <a:lnTo>
                    <a:pt x="153573" y="334046"/>
                  </a:lnTo>
                  <a:lnTo>
                    <a:pt x="158865" y="334273"/>
                  </a:lnTo>
                  <a:lnTo>
                    <a:pt x="164161" y="334333"/>
                  </a:lnTo>
                  <a:lnTo>
                    <a:pt x="169457" y="334224"/>
                  </a:lnTo>
                  <a:lnTo>
                    <a:pt x="174746" y="333949"/>
                  </a:lnTo>
                  <a:lnTo>
                    <a:pt x="180025" y="333505"/>
                  </a:lnTo>
                  <a:lnTo>
                    <a:pt x="185286" y="332895"/>
                  </a:lnTo>
                  <a:lnTo>
                    <a:pt x="190526" y="332118"/>
                  </a:lnTo>
                  <a:lnTo>
                    <a:pt x="195738" y="331176"/>
                  </a:lnTo>
                  <a:lnTo>
                    <a:pt x="200918" y="330069"/>
                  </a:lnTo>
                  <a:lnTo>
                    <a:pt x="206060" y="328798"/>
                  </a:lnTo>
                  <a:lnTo>
                    <a:pt x="211159" y="327365"/>
                  </a:lnTo>
                  <a:lnTo>
                    <a:pt x="216211" y="325772"/>
                  </a:lnTo>
                  <a:lnTo>
                    <a:pt x="221209" y="324019"/>
                  </a:lnTo>
                  <a:lnTo>
                    <a:pt x="226149" y="322108"/>
                  </a:lnTo>
                  <a:lnTo>
                    <a:pt x="231027" y="320042"/>
                  </a:lnTo>
                  <a:lnTo>
                    <a:pt x="235836" y="317823"/>
                  </a:lnTo>
                  <a:lnTo>
                    <a:pt x="240573" y="315452"/>
                  </a:lnTo>
                  <a:lnTo>
                    <a:pt x="245232" y="312933"/>
                  </a:lnTo>
                  <a:lnTo>
                    <a:pt x="249809" y="310267"/>
                  </a:lnTo>
                  <a:lnTo>
                    <a:pt x="254299" y="307457"/>
                  </a:lnTo>
                  <a:lnTo>
                    <a:pt x="258698" y="304507"/>
                  </a:lnTo>
                  <a:lnTo>
                    <a:pt x="263001" y="301419"/>
                  </a:lnTo>
                  <a:lnTo>
                    <a:pt x="267205" y="298195"/>
                  </a:lnTo>
                  <a:lnTo>
                    <a:pt x="271304" y="294841"/>
                  </a:lnTo>
                  <a:lnTo>
                    <a:pt x="275295" y="291358"/>
                  </a:lnTo>
                  <a:lnTo>
                    <a:pt x="279173" y="287750"/>
                  </a:lnTo>
                  <a:lnTo>
                    <a:pt x="282935" y="284022"/>
                  </a:lnTo>
                  <a:lnTo>
                    <a:pt x="286577" y="280176"/>
                  </a:lnTo>
                  <a:lnTo>
                    <a:pt x="290096" y="276217"/>
                  </a:lnTo>
                  <a:lnTo>
                    <a:pt x="293487" y="272148"/>
                  </a:lnTo>
                  <a:lnTo>
                    <a:pt x="296748" y="267974"/>
                  </a:lnTo>
                  <a:lnTo>
                    <a:pt x="299874" y="263698"/>
                  </a:lnTo>
                  <a:lnTo>
                    <a:pt x="302864" y="259326"/>
                  </a:lnTo>
                  <a:lnTo>
                    <a:pt x="305714" y="254861"/>
                  </a:lnTo>
                  <a:lnTo>
                    <a:pt x="308421" y="250308"/>
                  </a:lnTo>
                  <a:lnTo>
                    <a:pt x="310982" y="245672"/>
                  </a:lnTo>
                  <a:lnTo>
                    <a:pt x="313395" y="240956"/>
                  </a:lnTo>
                  <a:lnTo>
                    <a:pt x="315658" y="236167"/>
                  </a:lnTo>
                  <a:lnTo>
                    <a:pt x="317767" y="231308"/>
                  </a:lnTo>
                  <a:lnTo>
                    <a:pt x="319722" y="226385"/>
                  </a:lnTo>
                  <a:lnTo>
                    <a:pt x="321519" y="221403"/>
                  </a:lnTo>
                  <a:lnTo>
                    <a:pt x="323158" y="216366"/>
                  </a:lnTo>
                  <a:lnTo>
                    <a:pt x="324637" y="211280"/>
                  </a:lnTo>
                  <a:lnTo>
                    <a:pt x="325953" y="206149"/>
                  </a:lnTo>
                  <a:lnTo>
                    <a:pt x="327107" y="200980"/>
                  </a:lnTo>
                  <a:lnTo>
                    <a:pt x="328096" y="195776"/>
                  </a:lnTo>
                  <a:lnTo>
                    <a:pt x="328920" y="190544"/>
                  </a:lnTo>
                  <a:lnTo>
                    <a:pt x="329577" y="185288"/>
                  </a:lnTo>
                  <a:lnTo>
                    <a:pt x="330068" y="180014"/>
                  </a:lnTo>
                  <a:lnTo>
                    <a:pt x="330391" y="174727"/>
                  </a:lnTo>
                  <a:lnTo>
                    <a:pt x="330547" y="169432"/>
                  </a:lnTo>
                  <a:lnTo>
                    <a:pt x="330535" y="164136"/>
                  </a:lnTo>
                  <a:lnTo>
                    <a:pt x="330355" y="158842"/>
                  </a:lnTo>
                  <a:lnTo>
                    <a:pt x="330007" y="153556"/>
                  </a:lnTo>
                  <a:lnTo>
                    <a:pt x="329492" y="148285"/>
                  </a:lnTo>
                  <a:lnTo>
                    <a:pt x="328811" y="143032"/>
                  </a:lnTo>
                  <a:lnTo>
                    <a:pt x="327963" y="137803"/>
                  </a:lnTo>
                  <a:lnTo>
                    <a:pt x="326950" y="132604"/>
                  </a:lnTo>
                  <a:lnTo>
                    <a:pt x="325773" y="127440"/>
                  </a:lnTo>
                  <a:lnTo>
                    <a:pt x="324433" y="122315"/>
                  </a:lnTo>
                  <a:lnTo>
                    <a:pt x="322931" y="117236"/>
                  </a:lnTo>
                  <a:lnTo>
                    <a:pt x="321269" y="112207"/>
                  </a:lnTo>
                  <a:lnTo>
                    <a:pt x="319449" y="107233"/>
                  </a:lnTo>
                  <a:lnTo>
                    <a:pt x="317472" y="102319"/>
                  </a:lnTo>
                  <a:lnTo>
                    <a:pt x="315340" y="97470"/>
                  </a:lnTo>
                  <a:lnTo>
                    <a:pt x="313055" y="92691"/>
                  </a:lnTo>
                  <a:lnTo>
                    <a:pt x="310621" y="87987"/>
                  </a:lnTo>
                  <a:lnTo>
                    <a:pt x="308038" y="83362"/>
                  </a:lnTo>
                  <a:lnTo>
                    <a:pt x="305310" y="78822"/>
                  </a:lnTo>
                  <a:lnTo>
                    <a:pt x="302440" y="74370"/>
                  </a:lnTo>
                  <a:lnTo>
                    <a:pt x="299431" y="70011"/>
                  </a:lnTo>
                  <a:lnTo>
                    <a:pt x="296284" y="65750"/>
                  </a:lnTo>
                  <a:lnTo>
                    <a:pt x="293004" y="61591"/>
                  </a:lnTo>
                  <a:lnTo>
                    <a:pt x="289595" y="57538"/>
                  </a:lnTo>
                  <a:lnTo>
                    <a:pt x="286058" y="53595"/>
                  </a:lnTo>
                  <a:lnTo>
                    <a:pt x="282398" y="49765"/>
                  </a:lnTo>
                  <a:lnTo>
                    <a:pt x="278619" y="46054"/>
                  </a:lnTo>
                  <a:lnTo>
                    <a:pt x="274724" y="42464"/>
                  </a:lnTo>
                  <a:lnTo>
                    <a:pt x="270717" y="39000"/>
                  </a:lnTo>
                  <a:lnTo>
                    <a:pt x="266603" y="35664"/>
                  </a:lnTo>
                  <a:lnTo>
                    <a:pt x="262385" y="32460"/>
                  </a:lnTo>
                  <a:lnTo>
                    <a:pt x="258068" y="29392"/>
                  </a:lnTo>
                  <a:lnTo>
                    <a:pt x="253655" y="26461"/>
                  </a:lnTo>
                  <a:lnTo>
                    <a:pt x="249152" y="23673"/>
                  </a:lnTo>
                  <a:lnTo>
                    <a:pt x="244563" y="21028"/>
                  </a:lnTo>
                  <a:lnTo>
                    <a:pt x="239892" y="18529"/>
                  </a:lnTo>
                  <a:lnTo>
                    <a:pt x="235145" y="16180"/>
                  </a:lnTo>
                  <a:lnTo>
                    <a:pt x="230325" y="13983"/>
                  </a:lnTo>
                  <a:lnTo>
                    <a:pt x="225438" y="11940"/>
                  </a:lnTo>
                  <a:lnTo>
                    <a:pt x="220489" y="10052"/>
                  </a:lnTo>
                  <a:lnTo>
                    <a:pt x="215483" y="8322"/>
                  </a:lnTo>
                  <a:lnTo>
                    <a:pt x="210424" y="6751"/>
                  </a:lnTo>
                  <a:lnTo>
                    <a:pt x="205319" y="5342"/>
                  </a:lnTo>
                  <a:lnTo>
                    <a:pt x="200171" y="4095"/>
                  </a:lnTo>
                  <a:lnTo>
                    <a:pt x="194986" y="3012"/>
                  </a:lnTo>
                  <a:lnTo>
                    <a:pt x="189769" y="2093"/>
                  </a:lnTo>
                  <a:lnTo>
                    <a:pt x="184526" y="1340"/>
                  </a:lnTo>
                  <a:lnTo>
                    <a:pt x="179262" y="754"/>
                  </a:lnTo>
                  <a:lnTo>
                    <a:pt x="173982" y="335"/>
                  </a:lnTo>
                  <a:lnTo>
                    <a:pt x="168691" y="83"/>
                  </a:lnTo>
                  <a:lnTo>
                    <a:pt x="163395" y="0"/>
                  </a:lnTo>
                  <a:lnTo>
                    <a:pt x="16339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5780" y="5018213"/>
              <a:ext cx="2940" cy="167167"/>
            </a:xfrm>
            <a:custGeom>
              <a:avLst/>
              <a:pathLst>
                <a:path w="2940" h="167167">
                  <a:moveTo>
                    <a:pt x="2940" y="0"/>
                  </a:moveTo>
                  <a:lnTo>
                    <a:pt x="0" y="25"/>
                  </a:lnTo>
                  <a:lnTo>
                    <a:pt x="29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5780" y="5018239"/>
              <a:ext cx="2940" cy="167141"/>
            </a:xfrm>
            <a:custGeom>
              <a:avLst/>
              <a:pathLst>
                <a:path w="2940" h="167141">
                  <a:moveTo>
                    <a:pt x="0" y="0"/>
                  </a:moveTo>
                  <a:lnTo>
                    <a:pt x="294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5780" y="5018239"/>
              <a:ext cx="2940" cy="167141"/>
            </a:xfrm>
            <a:custGeom>
              <a:avLst/>
              <a:pathLst>
                <a:path w="2940" h="167141">
                  <a:moveTo>
                    <a:pt x="0" y="0"/>
                  </a:moveTo>
                  <a:lnTo>
                    <a:pt x="2940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5780" y="5018239"/>
              <a:ext cx="2940" cy="167141"/>
            </a:xfrm>
            <a:custGeom>
              <a:avLst/>
              <a:pathLst>
                <a:path w="2940" h="167141">
                  <a:moveTo>
                    <a:pt x="0" y="0"/>
                  </a:moveTo>
                  <a:lnTo>
                    <a:pt x="294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5780" y="5018239"/>
              <a:ext cx="2940" cy="167141"/>
            </a:xfrm>
            <a:custGeom>
              <a:avLst/>
              <a:pathLst>
                <a:path w="2940" h="167141">
                  <a:moveTo>
                    <a:pt x="0" y="0"/>
                  </a:moveTo>
                  <a:lnTo>
                    <a:pt x="294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5780" y="5018239"/>
              <a:ext cx="2940" cy="167141"/>
            </a:xfrm>
            <a:custGeom>
              <a:avLst/>
              <a:pathLst>
                <a:path w="2940" h="167141">
                  <a:moveTo>
                    <a:pt x="0" y="0"/>
                  </a:moveTo>
                  <a:lnTo>
                    <a:pt x="294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5780" y="5018239"/>
              <a:ext cx="2940" cy="167141"/>
            </a:xfrm>
            <a:custGeom>
              <a:avLst/>
              <a:pathLst>
                <a:path w="2940" h="167141">
                  <a:moveTo>
                    <a:pt x="0" y="0"/>
                  </a:moveTo>
                  <a:lnTo>
                    <a:pt x="294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5780" y="5018239"/>
              <a:ext cx="2940" cy="167141"/>
            </a:xfrm>
            <a:custGeom>
              <a:avLst/>
              <a:pathLst>
                <a:path w="2940" h="167141">
                  <a:moveTo>
                    <a:pt x="0" y="0"/>
                  </a:moveTo>
                  <a:lnTo>
                    <a:pt x="2940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5780" y="5018239"/>
              <a:ext cx="2940" cy="167141"/>
            </a:xfrm>
            <a:custGeom>
              <a:avLst/>
              <a:pathLst>
                <a:path w="2940" h="167141">
                  <a:moveTo>
                    <a:pt x="0" y="0"/>
                  </a:moveTo>
                  <a:lnTo>
                    <a:pt x="2940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321555" y="5018222"/>
              <a:ext cx="334319" cy="334324"/>
            </a:xfrm>
            <a:custGeom>
              <a:avLst/>
              <a:pathLst>
                <a:path w="334319" h="334324">
                  <a:moveTo>
                    <a:pt x="164224" y="16"/>
                  </a:moveTo>
                  <a:lnTo>
                    <a:pt x="158946" y="192"/>
                  </a:lnTo>
                  <a:lnTo>
                    <a:pt x="153677" y="535"/>
                  </a:lnTo>
                  <a:lnTo>
                    <a:pt x="148421" y="1044"/>
                  </a:lnTo>
                  <a:lnTo>
                    <a:pt x="143183" y="1719"/>
                  </a:lnTo>
                  <a:lnTo>
                    <a:pt x="137970" y="2559"/>
                  </a:lnTo>
                  <a:lnTo>
                    <a:pt x="132785" y="3564"/>
                  </a:lnTo>
                  <a:lnTo>
                    <a:pt x="127635" y="4731"/>
                  </a:lnTo>
                  <a:lnTo>
                    <a:pt x="122524" y="6061"/>
                  </a:lnTo>
                  <a:lnTo>
                    <a:pt x="117458" y="7551"/>
                  </a:lnTo>
                  <a:lnTo>
                    <a:pt x="112442" y="9201"/>
                  </a:lnTo>
                  <a:lnTo>
                    <a:pt x="107480" y="11008"/>
                  </a:lnTo>
                  <a:lnTo>
                    <a:pt x="102578" y="12971"/>
                  </a:lnTo>
                  <a:lnTo>
                    <a:pt x="97740" y="15088"/>
                  </a:lnTo>
                  <a:lnTo>
                    <a:pt x="92971" y="17357"/>
                  </a:lnTo>
                  <a:lnTo>
                    <a:pt x="88277" y="19775"/>
                  </a:lnTo>
                  <a:lnTo>
                    <a:pt x="83661" y="22340"/>
                  </a:lnTo>
                  <a:lnTo>
                    <a:pt x="79128" y="25050"/>
                  </a:lnTo>
                  <a:lnTo>
                    <a:pt x="74684" y="27902"/>
                  </a:lnTo>
                  <a:lnTo>
                    <a:pt x="70331" y="30892"/>
                  </a:lnTo>
                  <a:lnTo>
                    <a:pt x="66075" y="34019"/>
                  </a:lnTo>
                  <a:lnTo>
                    <a:pt x="61921" y="37278"/>
                  </a:lnTo>
                  <a:lnTo>
                    <a:pt x="57871" y="40667"/>
                  </a:lnTo>
                  <a:lnTo>
                    <a:pt x="53930" y="44183"/>
                  </a:lnTo>
                  <a:lnTo>
                    <a:pt x="50102" y="47821"/>
                  </a:lnTo>
                  <a:lnTo>
                    <a:pt x="46391" y="51578"/>
                  </a:lnTo>
                  <a:lnTo>
                    <a:pt x="42801" y="55450"/>
                  </a:lnTo>
                  <a:lnTo>
                    <a:pt x="39334" y="59434"/>
                  </a:lnTo>
                  <a:lnTo>
                    <a:pt x="35996" y="63525"/>
                  </a:lnTo>
                  <a:lnTo>
                    <a:pt x="32788" y="67720"/>
                  </a:lnTo>
                  <a:lnTo>
                    <a:pt x="29714" y="72014"/>
                  </a:lnTo>
                  <a:lnTo>
                    <a:pt x="26777" y="76403"/>
                  </a:lnTo>
                  <a:lnTo>
                    <a:pt x="23981" y="80883"/>
                  </a:lnTo>
                  <a:lnTo>
                    <a:pt x="21327" y="85448"/>
                  </a:lnTo>
                  <a:lnTo>
                    <a:pt x="18819" y="90095"/>
                  </a:lnTo>
                  <a:lnTo>
                    <a:pt x="16459" y="94820"/>
                  </a:lnTo>
                  <a:lnTo>
                    <a:pt x="14249" y="99616"/>
                  </a:lnTo>
                  <a:lnTo>
                    <a:pt x="12192" y="104479"/>
                  </a:lnTo>
                  <a:lnTo>
                    <a:pt x="10290" y="109406"/>
                  </a:lnTo>
                  <a:lnTo>
                    <a:pt x="8544" y="114389"/>
                  </a:lnTo>
                  <a:lnTo>
                    <a:pt x="6957" y="119426"/>
                  </a:lnTo>
                  <a:lnTo>
                    <a:pt x="5529" y="124510"/>
                  </a:lnTo>
                  <a:lnTo>
                    <a:pt x="4262" y="129637"/>
                  </a:lnTo>
                  <a:lnTo>
                    <a:pt x="3159" y="134801"/>
                  </a:lnTo>
                  <a:lnTo>
                    <a:pt x="2218" y="139997"/>
                  </a:lnTo>
                  <a:lnTo>
                    <a:pt x="1443" y="145221"/>
                  </a:lnTo>
                  <a:lnTo>
                    <a:pt x="833" y="150466"/>
                  </a:lnTo>
                  <a:lnTo>
                    <a:pt x="388" y="155728"/>
                  </a:lnTo>
                  <a:lnTo>
                    <a:pt x="111" y="161002"/>
                  </a:lnTo>
                  <a:lnTo>
                    <a:pt x="0" y="166281"/>
                  </a:lnTo>
                  <a:lnTo>
                    <a:pt x="55" y="171562"/>
                  </a:lnTo>
                  <a:lnTo>
                    <a:pt x="278" y="176838"/>
                  </a:lnTo>
                  <a:lnTo>
                    <a:pt x="667" y="182104"/>
                  </a:lnTo>
                  <a:lnTo>
                    <a:pt x="1222" y="187356"/>
                  </a:lnTo>
                  <a:lnTo>
                    <a:pt x="1943" y="192587"/>
                  </a:lnTo>
                  <a:lnTo>
                    <a:pt x="2828" y="197793"/>
                  </a:lnTo>
                  <a:lnTo>
                    <a:pt x="3878" y="202969"/>
                  </a:lnTo>
                  <a:lnTo>
                    <a:pt x="5091" y="208108"/>
                  </a:lnTo>
                  <a:lnTo>
                    <a:pt x="6465" y="213207"/>
                  </a:lnTo>
                  <a:lnTo>
                    <a:pt x="8000" y="218260"/>
                  </a:lnTo>
                  <a:lnTo>
                    <a:pt x="9693" y="223262"/>
                  </a:lnTo>
                  <a:lnTo>
                    <a:pt x="11544" y="228208"/>
                  </a:lnTo>
                  <a:lnTo>
                    <a:pt x="13550" y="233093"/>
                  </a:lnTo>
                  <a:lnTo>
                    <a:pt x="15709" y="237912"/>
                  </a:lnTo>
                  <a:lnTo>
                    <a:pt x="18020" y="242661"/>
                  </a:lnTo>
                  <a:lnTo>
                    <a:pt x="20479" y="247334"/>
                  </a:lnTo>
                  <a:lnTo>
                    <a:pt x="23084" y="251927"/>
                  </a:lnTo>
                  <a:lnTo>
                    <a:pt x="25834" y="256436"/>
                  </a:lnTo>
                  <a:lnTo>
                    <a:pt x="28724" y="260855"/>
                  </a:lnTo>
                  <a:lnTo>
                    <a:pt x="31753" y="265181"/>
                  </a:lnTo>
                  <a:lnTo>
                    <a:pt x="34917" y="269409"/>
                  </a:lnTo>
                  <a:lnTo>
                    <a:pt x="38212" y="273535"/>
                  </a:lnTo>
                  <a:lnTo>
                    <a:pt x="41637" y="277555"/>
                  </a:lnTo>
                  <a:lnTo>
                    <a:pt x="45186" y="281465"/>
                  </a:lnTo>
                  <a:lnTo>
                    <a:pt x="48858" y="285261"/>
                  </a:lnTo>
                  <a:lnTo>
                    <a:pt x="52647" y="288939"/>
                  </a:lnTo>
                  <a:lnTo>
                    <a:pt x="56551" y="292495"/>
                  </a:lnTo>
                  <a:lnTo>
                    <a:pt x="60565" y="295927"/>
                  </a:lnTo>
                  <a:lnTo>
                    <a:pt x="64685" y="299229"/>
                  </a:lnTo>
                  <a:lnTo>
                    <a:pt x="68908" y="302400"/>
                  </a:lnTo>
                  <a:lnTo>
                    <a:pt x="73229" y="305436"/>
                  </a:lnTo>
                  <a:lnTo>
                    <a:pt x="77643" y="308334"/>
                  </a:lnTo>
                  <a:lnTo>
                    <a:pt x="82147" y="311092"/>
                  </a:lnTo>
                  <a:lnTo>
                    <a:pt x="86736" y="313705"/>
                  </a:lnTo>
                  <a:lnTo>
                    <a:pt x="91405" y="316172"/>
                  </a:lnTo>
                  <a:lnTo>
                    <a:pt x="96149" y="318491"/>
                  </a:lnTo>
                  <a:lnTo>
                    <a:pt x="100965" y="320659"/>
                  </a:lnTo>
                  <a:lnTo>
                    <a:pt x="105846" y="322673"/>
                  </a:lnTo>
                  <a:lnTo>
                    <a:pt x="110789" y="324532"/>
                  </a:lnTo>
                  <a:lnTo>
                    <a:pt x="115788" y="326234"/>
                  </a:lnTo>
                  <a:lnTo>
                    <a:pt x="120838" y="327778"/>
                  </a:lnTo>
                  <a:lnTo>
                    <a:pt x="125935" y="329161"/>
                  </a:lnTo>
                  <a:lnTo>
                    <a:pt x="131072" y="330382"/>
                  </a:lnTo>
                  <a:lnTo>
                    <a:pt x="136246" y="331441"/>
                  </a:lnTo>
                  <a:lnTo>
                    <a:pt x="141450" y="332335"/>
                  </a:lnTo>
                  <a:lnTo>
                    <a:pt x="146680" y="333065"/>
                  </a:lnTo>
                  <a:lnTo>
                    <a:pt x="151931" y="333630"/>
                  </a:lnTo>
                  <a:lnTo>
                    <a:pt x="157197" y="334028"/>
                  </a:lnTo>
                  <a:lnTo>
                    <a:pt x="162472" y="334259"/>
                  </a:lnTo>
                  <a:lnTo>
                    <a:pt x="167753" y="334324"/>
                  </a:lnTo>
                  <a:lnTo>
                    <a:pt x="173033" y="334222"/>
                  </a:lnTo>
                  <a:lnTo>
                    <a:pt x="178306" y="333953"/>
                  </a:lnTo>
                  <a:lnTo>
                    <a:pt x="183569" y="333518"/>
                  </a:lnTo>
                  <a:lnTo>
                    <a:pt x="188816" y="332917"/>
                  </a:lnTo>
                  <a:lnTo>
                    <a:pt x="194041" y="332150"/>
                  </a:lnTo>
                  <a:lnTo>
                    <a:pt x="199239" y="331219"/>
                  </a:lnTo>
                  <a:lnTo>
                    <a:pt x="204405" y="330124"/>
                  </a:lnTo>
                  <a:lnTo>
                    <a:pt x="209534" y="328867"/>
                  </a:lnTo>
                  <a:lnTo>
                    <a:pt x="214620" y="327448"/>
                  </a:lnTo>
                  <a:lnTo>
                    <a:pt x="219659" y="325869"/>
                  </a:lnTo>
                  <a:lnTo>
                    <a:pt x="224646" y="324132"/>
                  </a:lnTo>
                  <a:lnTo>
                    <a:pt x="229576" y="322238"/>
                  </a:lnTo>
                  <a:lnTo>
                    <a:pt x="234443" y="320189"/>
                  </a:lnTo>
                  <a:lnTo>
                    <a:pt x="239243" y="317988"/>
                  </a:lnTo>
                  <a:lnTo>
                    <a:pt x="243971" y="315636"/>
                  </a:lnTo>
                  <a:lnTo>
                    <a:pt x="248623" y="313136"/>
                  </a:lnTo>
                  <a:lnTo>
                    <a:pt x="253193" y="310490"/>
                  </a:lnTo>
                  <a:lnTo>
                    <a:pt x="257677" y="307701"/>
                  </a:lnTo>
                  <a:lnTo>
                    <a:pt x="262071" y="304772"/>
                  </a:lnTo>
                  <a:lnTo>
                    <a:pt x="266370" y="301706"/>
                  </a:lnTo>
                  <a:lnTo>
                    <a:pt x="270571" y="298505"/>
                  </a:lnTo>
                  <a:lnTo>
                    <a:pt x="274668" y="295173"/>
                  </a:lnTo>
                  <a:lnTo>
                    <a:pt x="278658" y="291714"/>
                  </a:lnTo>
                  <a:lnTo>
                    <a:pt x="282536" y="288130"/>
                  </a:lnTo>
                  <a:lnTo>
                    <a:pt x="286300" y="284426"/>
                  </a:lnTo>
                  <a:lnTo>
                    <a:pt x="289944" y="280604"/>
                  </a:lnTo>
                  <a:lnTo>
                    <a:pt x="293466" y="276669"/>
                  </a:lnTo>
                  <a:lnTo>
                    <a:pt x="296862" y="272625"/>
                  </a:lnTo>
                  <a:lnTo>
                    <a:pt x="300129" y="268476"/>
                  </a:lnTo>
                  <a:lnTo>
                    <a:pt x="303263" y="264226"/>
                  </a:lnTo>
                  <a:lnTo>
                    <a:pt x="306261" y="259879"/>
                  </a:lnTo>
                  <a:lnTo>
                    <a:pt x="309120" y="255439"/>
                  </a:lnTo>
                  <a:lnTo>
                    <a:pt x="311838" y="250911"/>
                  </a:lnTo>
                  <a:lnTo>
                    <a:pt x="314411" y="246300"/>
                  </a:lnTo>
                  <a:lnTo>
                    <a:pt x="316837" y="241609"/>
                  </a:lnTo>
                  <a:lnTo>
                    <a:pt x="319114" y="236845"/>
                  </a:lnTo>
                  <a:lnTo>
                    <a:pt x="321240" y="232010"/>
                  </a:lnTo>
                  <a:lnTo>
                    <a:pt x="323211" y="227111"/>
                  </a:lnTo>
                  <a:lnTo>
                    <a:pt x="325027" y="222153"/>
                  </a:lnTo>
                  <a:lnTo>
                    <a:pt x="326685" y="217139"/>
                  </a:lnTo>
                  <a:lnTo>
                    <a:pt x="328184" y="212075"/>
                  </a:lnTo>
                  <a:lnTo>
                    <a:pt x="329523" y="206967"/>
                  </a:lnTo>
                  <a:lnTo>
                    <a:pt x="330699" y="201819"/>
                  </a:lnTo>
                  <a:lnTo>
                    <a:pt x="331712" y="196636"/>
                  </a:lnTo>
                  <a:lnTo>
                    <a:pt x="332561" y="191424"/>
                  </a:lnTo>
                  <a:lnTo>
                    <a:pt x="333245" y="186188"/>
                  </a:lnTo>
                  <a:lnTo>
                    <a:pt x="333764" y="180933"/>
                  </a:lnTo>
                  <a:lnTo>
                    <a:pt x="334116" y="175664"/>
                  </a:lnTo>
                  <a:lnTo>
                    <a:pt x="334301" y="170386"/>
                  </a:lnTo>
                  <a:lnTo>
                    <a:pt x="334319" y="165105"/>
                  </a:lnTo>
                  <a:lnTo>
                    <a:pt x="334171" y="159827"/>
                  </a:lnTo>
                  <a:lnTo>
                    <a:pt x="333856" y="154555"/>
                  </a:lnTo>
                  <a:lnTo>
                    <a:pt x="333375" y="149296"/>
                  </a:lnTo>
                  <a:lnTo>
                    <a:pt x="332728" y="144055"/>
                  </a:lnTo>
                  <a:lnTo>
                    <a:pt x="331916" y="138837"/>
                  </a:lnTo>
                  <a:lnTo>
                    <a:pt x="330939" y="133648"/>
                  </a:lnTo>
                  <a:lnTo>
                    <a:pt x="329799" y="128492"/>
                  </a:lnTo>
                  <a:lnTo>
                    <a:pt x="328496" y="123374"/>
                  </a:lnTo>
                  <a:lnTo>
                    <a:pt x="327033" y="118300"/>
                  </a:lnTo>
                  <a:lnTo>
                    <a:pt x="325410" y="113275"/>
                  </a:lnTo>
                  <a:lnTo>
                    <a:pt x="323629" y="108303"/>
                  </a:lnTo>
                  <a:lnTo>
                    <a:pt x="321692" y="103391"/>
                  </a:lnTo>
                  <a:lnTo>
                    <a:pt x="319601" y="98542"/>
                  </a:lnTo>
                  <a:lnTo>
                    <a:pt x="317357" y="93761"/>
                  </a:lnTo>
                  <a:lnTo>
                    <a:pt x="314964" y="89054"/>
                  </a:lnTo>
                  <a:lnTo>
                    <a:pt x="312423" y="84424"/>
                  </a:lnTo>
                  <a:lnTo>
                    <a:pt x="309738" y="79877"/>
                  </a:lnTo>
                  <a:lnTo>
                    <a:pt x="306910" y="75418"/>
                  </a:lnTo>
                  <a:lnTo>
                    <a:pt x="303942" y="71049"/>
                  </a:lnTo>
                  <a:lnTo>
                    <a:pt x="300839" y="66777"/>
                  </a:lnTo>
                  <a:lnTo>
                    <a:pt x="297601" y="62605"/>
                  </a:lnTo>
                  <a:lnTo>
                    <a:pt x="294234" y="58537"/>
                  </a:lnTo>
                  <a:lnTo>
                    <a:pt x="290739" y="54578"/>
                  </a:lnTo>
                  <a:lnTo>
                    <a:pt x="287122" y="50731"/>
                  </a:lnTo>
                  <a:lnTo>
                    <a:pt x="283385" y="47000"/>
                  </a:lnTo>
                  <a:lnTo>
                    <a:pt x="279531" y="43389"/>
                  </a:lnTo>
                  <a:lnTo>
                    <a:pt x="275566" y="39902"/>
                  </a:lnTo>
                  <a:lnTo>
                    <a:pt x="271492" y="36541"/>
                  </a:lnTo>
                  <a:lnTo>
                    <a:pt x="267315" y="33311"/>
                  </a:lnTo>
                  <a:lnTo>
                    <a:pt x="263037" y="30214"/>
                  </a:lnTo>
                  <a:lnTo>
                    <a:pt x="258664" y="27255"/>
                  </a:lnTo>
                  <a:lnTo>
                    <a:pt x="254199" y="24434"/>
                  </a:lnTo>
                  <a:lnTo>
                    <a:pt x="249648" y="21756"/>
                  </a:lnTo>
                  <a:lnTo>
                    <a:pt x="245014" y="19224"/>
                  </a:lnTo>
                  <a:lnTo>
                    <a:pt x="240302" y="16839"/>
                  </a:lnTo>
                  <a:lnTo>
                    <a:pt x="235518" y="14603"/>
                  </a:lnTo>
                  <a:lnTo>
                    <a:pt x="230665" y="12521"/>
                  </a:lnTo>
                  <a:lnTo>
                    <a:pt x="225749" y="10592"/>
                  </a:lnTo>
                  <a:lnTo>
                    <a:pt x="220775" y="8820"/>
                  </a:lnTo>
                  <a:lnTo>
                    <a:pt x="215747" y="7205"/>
                  </a:lnTo>
                  <a:lnTo>
                    <a:pt x="210670" y="5751"/>
                  </a:lnTo>
                  <a:lnTo>
                    <a:pt x="205550" y="4457"/>
                  </a:lnTo>
                  <a:lnTo>
                    <a:pt x="200392" y="3326"/>
                  </a:lnTo>
                  <a:lnTo>
                    <a:pt x="195201" y="2358"/>
                  </a:lnTo>
                  <a:lnTo>
                    <a:pt x="189982" y="1555"/>
                  </a:lnTo>
                  <a:lnTo>
                    <a:pt x="184739" y="917"/>
                  </a:lnTo>
                  <a:lnTo>
                    <a:pt x="179480" y="444"/>
                  </a:lnTo>
                  <a:lnTo>
                    <a:pt x="174208" y="139"/>
                  </a:lnTo>
                  <a:lnTo>
                    <a:pt x="168929" y="0"/>
                  </a:lnTo>
                  <a:lnTo>
                    <a:pt x="167165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797347" y="5269756"/>
              <a:ext cx="167153" cy="192068"/>
            </a:xfrm>
            <a:custGeom>
              <a:avLst/>
              <a:pathLst>
                <a:path w="167153" h="192068">
                  <a:moveTo>
                    <a:pt x="167153" y="0"/>
                  </a:moveTo>
                  <a:lnTo>
                    <a:pt x="161728" y="88"/>
                  </a:lnTo>
                  <a:lnTo>
                    <a:pt x="156309" y="352"/>
                  </a:lnTo>
                  <a:lnTo>
                    <a:pt x="150901" y="791"/>
                  </a:lnTo>
                  <a:lnTo>
                    <a:pt x="145510" y="1407"/>
                  </a:lnTo>
                  <a:lnTo>
                    <a:pt x="140142" y="2196"/>
                  </a:lnTo>
                  <a:lnTo>
                    <a:pt x="134802" y="3160"/>
                  </a:lnTo>
                  <a:lnTo>
                    <a:pt x="129497" y="4296"/>
                  </a:lnTo>
                  <a:lnTo>
                    <a:pt x="124231" y="5604"/>
                  </a:lnTo>
                  <a:lnTo>
                    <a:pt x="119011" y="7082"/>
                  </a:lnTo>
                  <a:lnTo>
                    <a:pt x="113841" y="8729"/>
                  </a:lnTo>
                  <a:lnTo>
                    <a:pt x="108727" y="10542"/>
                  </a:lnTo>
                  <a:lnTo>
                    <a:pt x="103675" y="12521"/>
                  </a:lnTo>
                  <a:lnTo>
                    <a:pt x="98689" y="14662"/>
                  </a:lnTo>
                  <a:lnTo>
                    <a:pt x="93776" y="16965"/>
                  </a:lnTo>
                  <a:lnTo>
                    <a:pt x="88940" y="19425"/>
                  </a:lnTo>
                  <a:lnTo>
                    <a:pt x="84187" y="22041"/>
                  </a:lnTo>
                  <a:lnTo>
                    <a:pt x="79521" y="24810"/>
                  </a:lnTo>
                  <a:lnTo>
                    <a:pt x="74947" y="27729"/>
                  </a:lnTo>
                  <a:lnTo>
                    <a:pt x="70470" y="30795"/>
                  </a:lnTo>
                  <a:lnTo>
                    <a:pt x="66096" y="34004"/>
                  </a:lnTo>
                  <a:lnTo>
                    <a:pt x="61827" y="37354"/>
                  </a:lnTo>
                  <a:lnTo>
                    <a:pt x="57670" y="40840"/>
                  </a:lnTo>
                  <a:lnTo>
                    <a:pt x="53628" y="44460"/>
                  </a:lnTo>
                  <a:lnTo>
                    <a:pt x="49706" y="48209"/>
                  </a:lnTo>
                  <a:lnTo>
                    <a:pt x="45907" y="52083"/>
                  </a:lnTo>
                  <a:lnTo>
                    <a:pt x="42236" y="56079"/>
                  </a:lnTo>
                  <a:lnTo>
                    <a:pt x="38697" y="60191"/>
                  </a:lnTo>
                  <a:lnTo>
                    <a:pt x="35293" y="64416"/>
                  </a:lnTo>
                  <a:lnTo>
                    <a:pt x="32028" y="68750"/>
                  </a:lnTo>
                  <a:lnTo>
                    <a:pt x="28905" y="73187"/>
                  </a:lnTo>
                  <a:lnTo>
                    <a:pt x="25928" y="77723"/>
                  </a:lnTo>
                  <a:lnTo>
                    <a:pt x="23099" y="82353"/>
                  </a:lnTo>
                  <a:lnTo>
                    <a:pt x="20423" y="87073"/>
                  </a:lnTo>
                  <a:lnTo>
                    <a:pt x="17901" y="91877"/>
                  </a:lnTo>
                  <a:lnTo>
                    <a:pt x="15536" y="96760"/>
                  </a:lnTo>
                  <a:lnTo>
                    <a:pt x="13331" y="101718"/>
                  </a:lnTo>
                  <a:lnTo>
                    <a:pt x="11288" y="106744"/>
                  </a:lnTo>
                  <a:lnTo>
                    <a:pt x="9409" y="111834"/>
                  </a:lnTo>
                  <a:lnTo>
                    <a:pt x="7696" y="116983"/>
                  </a:lnTo>
                  <a:lnTo>
                    <a:pt x="6152" y="122184"/>
                  </a:lnTo>
                  <a:lnTo>
                    <a:pt x="4777" y="127433"/>
                  </a:lnTo>
                  <a:lnTo>
                    <a:pt x="3573" y="132723"/>
                  </a:lnTo>
                  <a:lnTo>
                    <a:pt x="2541" y="138050"/>
                  </a:lnTo>
                  <a:lnTo>
                    <a:pt x="1683" y="143407"/>
                  </a:lnTo>
                  <a:lnTo>
                    <a:pt x="999" y="148790"/>
                  </a:lnTo>
                  <a:lnTo>
                    <a:pt x="490" y="154192"/>
                  </a:lnTo>
                  <a:lnTo>
                    <a:pt x="157" y="159607"/>
                  </a:lnTo>
                  <a:lnTo>
                    <a:pt x="0" y="165031"/>
                  </a:lnTo>
                  <a:lnTo>
                    <a:pt x="18" y="170457"/>
                  </a:lnTo>
                  <a:lnTo>
                    <a:pt x="213" y="175879"/>
                  </a:lnTo>
                  <a:lnTo>
                    <a:pt x="584" y="181292"/>
                  </a:lnTo>
                  <a:lnTo>
                    <a:pt x="1130" y="186690"/>
                  </a:lnTo>
                  <a:lnTo>
                    <a:pt x="1851" y="19206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799199" y="5269756"/>
              <a:ext cx="332454" cy="334333"/>
            </a:xfrm>
            <a:custGeom>
              <a:avLst/>
              <a:pathLst>
                <a:path w="332454" h="334333">
                  <a:moveTo>
                    <a:pt x="0" y="192068"/>
                  </a:moveTo>
                  <a:lnTo>
                    <a:pt x="871" y="197293"/>
                  </a:lnTo>
                  <a:lnTo>
                    <a:pt x="1908" y="202487"/>
                  </a:lnTo>
                  <a:lnTo>
                    <a:pt x="3109" y="207646"/>
                  </a:lnTo>
                  <a:lnTo>
                    <a:pt x="4473" y="212764"/>
                  </a:lnTo>
                  <a:lnTo>
                    <a:pt x="5998" y="217836"/>
                  </a:lnTo>
                  <a:lnTo>
                    <a:pt x="7684" y="222858"/>
                  </a:lnTo>
                  <a:lnTo>
                    <a:pt x="9527" y="227823"/>
                  </a:lnTo>
                  <a:lnTo>
                    <a:pt x="11527" y="232728"/>
                  </a:lnTo>
                  <a:lnTo>
                    <a:pt x="13681" y="237567"/>
                  </a:lnTo>
                  <a:lnTo>
                    <a:pt x="15988" y="242335"/>
                  </a:lnTo>
                  <a:lnTo>
                    <a:pt x="18444" y="247028"/>
                  </a:lnTo>
                  <a:lnTo>
                    <a:pt x="21048" y="251640"/>
                  </a:lnTo>
                  <a:lnTo>
                    <a:pt x="23797" y="256168"/>
                  </a:lnTo>
                  <a:lnTo>
                    <a:pt x="26687" y="260607"/>
                  </a:lnTo>
                  <a:lnTo>
                    <a:pt x="29717" y="264951"/>
                  </a:lnTo>
                  <a:lnTo>
                    <a:pt x="32883" y="269198"/>
                  </a:lnTo>
                  <a:lnTo>
                    <a:pt x="36182" y="273341"/>
                  </a:lnTo>
                  <a:lnTo>
                    <a:pt x="39611" y="277379"/>
                  </a:lnTo>
                  <a:lnTo>
                    <a:pt x="43165" y="281306"/>
                  </a:lnTo>
                  <a:lnTo>
                    <a:pt x="46843" y="285118"/>
                  </a:lnTo>
                  <a:lnTo>
                    <a:pt x="50639" y="288812"/>
                  </a:lnTo>
                  <a:lnTo>
                    <a:pt x="54551" y="292383"/>
                  </a:lnTo>
                  <a:lnTo>
                    <a:pt x="58573" y="295829"/>
                  </a:lnTo>
                  <a:lnTo>
                    <a:pt x="62703" y="299146"/>
                  </a:lnTo>
                  <a:lnTo>
                    <a:pt x="66936" y="302330"/>
                  </a:lnTo>
                  <a:lnTo>
                    <a:pt x="71267" y="305378"/>
                  </a:lnTo>
                  <a:lnTo>
                    <a:pt x="75693" y="308288"/>
                  </a:lnTo>
                  <a:lnTo>
                    <a:pt x="80209" y="311056"/>
                  </a:lnTo>
                  <a:lnTo>
                    <a:pt x="84810" y="313680"/>
                  </a:lnTo>
                  <a:lnTo>
                    <a:pt x="89492" y="316156"/>
                  </a:lnTo>
                  <a:lnTo>
                    <a:pt x="94251" y="318483"/>
                  </a:lnTo>
                  <a:lnTo>
                    <a:pt x="99080" y="320658"/>
                  </a:lnTo>
                  <a:lnTo>
                    <a:pt x="103976" y="322679"/>
                  </a:lnTo>
                  <a:lnTo>
                    <a:pt x="108934" y="324544"/>
                  </a:lnTo>
                  <a:lnTo>
                    <a:pt x="113948" y="326251"/>
                  </a:lnTo>
                  <a:lnTo>
                    <a:pt x="119014" y="327798"/>
                  </a:lnTo>
                  <a:lnTo>
                    <a:pt x="124126" y="329184"/>
                  </a:lnTo>
                  <a:lnTo>
                    <a:pt x="129280" y="330407"/>
                  </a:lnTo>
                  <a:lnTo>
                    <a:pt x="134470" y="331466"/>
                  </a:lnTo>
                  <a:lnTo>
                    <a:pt x="139690" y="332361"/>
                  </a:lnTo>
                  <a:lnTo>
                    <a:pt x="144937" y="333089"/>
                  </a:lnTo>
                  <a:lnTo>
                    <a:pt x="150203" y="333651"/>
                  </a:lnTo>
                  <a:lnTo>
                    <a:pt x="155485" y="334046"/>
                  </a:lnTo>
                  <a:lnTo>
                    <a:pt x="160777" y="334273"/>
                  </a:lnTo>
                  <a:lnTo>
                    <a:pt x="166074" y="334333"/>
                  </a:lnTo>
                  <a:lnTo>
                    <a:pt x="171369" y="334224"/>
                  </a:lnTo>
                  <a:lnTo>
                    <a:pt x="176659" y="333948"/>
                  </a:lnTo>
                  <a:lnTo>
                    <a:pt x="181937" y="333505"/>
                  </a:lnTo>
                  <a:lnTo>
                    <a:pt x="187199" y="332894"/>
                  </a:lnTo>
                  <a:lnTo>
                    <a:pt x="192438" y="332117"/>
                  </a:lnTo>
                  <a:lnTo>
                    <a:pt x="197650" y="331175"/>
                  </a:lnTo>
                  <a:lnTo>
                    <a:pt x="202830" y="330068"/>
                  </a:lnTo>
                  <a:lnTo>
                    <a:pt x="207972" y="328797"/>
                  </a:lnTo>
                  <a:lnTo>
                    <a:pt x="213071" y="327364"/>
                  </a:lnTo>
                  <a:lnTo>
                    <a:pt x="218123" y="325770"/>
                  </a:lnTo>
                  <a:lnTo>
                    <a:pt x="223121" y="324017"/>
                  </a:lnTo>
                  <a:lnTo>
                    <a:pt x="228061" y="322106"/>
                  </a:lnTo>
                  <a:lnTo>
                    <a:pt x="232938" y="320040"/>
                  </a:lnTo>
                  <a:lnTo>
                    <a:pt x="237747" y="317821"/>
                  </a:lnTo>
                  <a:lnTo>
                    <a:pt x="242484" y="315450"/>
                  </a:lnTo>
                  <a:lnTo>
                    <a:pt x="247143" y="312930"/>
                  </a:lnTo>
                  <a:lnTo>
                    <a:pt x="251720" y="310264"/>
                  </a:lnTo>
                  <a:lnTo>
                    <a:pt x="256210" y="307455"/>
                  </a:lnTo>
                  <a:lnTo>
                    <a:pt x="260609" y="304504"/>
                  </a:lnTo>
                  <a:lnTo>
                    <a:pt x="264912" y="301416"/>
                  </a:lnTo>
                  <a:lnTo>
                    <a:pt x="269115" y="298193"/>
                  </a:lnTo>
                  <a:lnTo>
                    <a:pt x="273214" y="294838"/>
                  </a:lnTo>
                  <a:lnTo>
                    <a:pt x="277205" y="291355"/>
                  </a:lnTo>
                  <a:lnTo>
                    <a:pt x="281083" y="287747"/>
                  </a:lnTo>
                  <a:lnTo>
                    <a:pt x="284845" y="284019"/>
                  </a:lnTo>
                  <a:lnTo>
                    <a:pt x="288487" y="280173"/>
                  </a:lnTo>
                  <a:lnTo>
                    <a:pt x="292006" y="276213"/>
                  </a:lnTo>
                  <a:lnTo>
                    <a:pt x="295397" y="272145"/>
                  </a:lnTo>
                  <a:lnTo>
                    <a:pt x="298657" y="267970"/>
                  </a:lnTo>
                  <a:lnTo>
                    <a:pt x="301784" y="263695"/>
                  </a:lnTo>
                  <a:lnTo>
                    <a:pt x="304773" y="259322"/>
                  </a:lnTo>
                  <a:lnTo>
                    <a:pt x="307623" y="254858"/>
                  </a:lnTo>
                  <a:lnTo>
                    <a:pt x="310330" y="250305"/>
                  </a:lnTo>
                  <a:lnTo>
                    <a:pt x="312891" y="245668"/>
                  </a:lnTo>
                  <a:lnTo>
                    <a:pt x="315304" y="240953"/>
                  </a:lnTo>
                  <a:lnTo>
                    <a:pt x="317566" y="236164"/>
                  </a:lnTo>
                  <a:lnTo>
                    <a:pt x="319676" y="231305"/>
                  </a:lnTo>
                  <a:lnTo>
                    <a:pt x="321630" y="226382"/>
                  </a:lnTo>
                  <a:lnTo>
                    <a:pt x="323428" y="221400"/>
                  </a:lnTo>
                  <a:lnTo>
                    <a:pt x="325066" y="216363"/>
                  </a:lnTo>
                  <a:lnTo>
                    <a:pt x="326545" y="211277"/>
                  </a:lnTo>
                  <a:lnTo>
                    <a:pt x="327861" y="206146"/>
                  </a:lnTo>
                  <a:lnTo>
                    <a:pt x="329015" y="200976"/>
                  </a:lnTo>
                  <a:lnTo>
                    <a:pt x="330004" y="195773"/>
                  </a:lnTo>
                  <a:lnTo>
                    <a:pt x="330827" y="190541"/>
                  </a:lnTo>
                  <a:lnTo>
                    <a:pt x="331485" y="185285"/>
                  </a:lnTo>
                  <a:lnTo>
                    <a:pt x="331975" y="180011"/>
                  </a:lnTo>
                  <a:lnTo>
                    <a:pt x="332298" y="174724"/>
                  </a:lnTo>
                  <a:lnTo>
                    <a:pt x="332454" y="169429"/>
                  </a:lnTo>
                  <a:lnTo>
                    <a:pt x="332442" y="164133"/>
                  </a:lnTo>
                  <a:lnTo>
                    <a:pt x="332262" y="158839"/>
                  </a:lnTo>
                  <a:lnTo>
                    <a:pt x="331914" y="153554"/>
                  </a:lnTo>
                  <a:lnTo>
                    <a:pt x="331399" y="148282"/>
                  </a:lnTo>
                  <a:lnTo>
                    <a:pt x="330718" y="143029"/>
                  </a:lnTo>
                  <a:lnTo>
                    <a:pt x="329870" y="137801"/>
                  </a:lnTo>
                  <a:lnTo>
                    <a:pt x="328857" y="132602"/>
                  </a:lnTo>
                  <a:lnTo>
                    <a:pt x="327680" y="127438"/>
                  </a:lnTo>
                  <a:lnTo>
                    <a:pt x="326339" y="122313"/>
                  </a:lnTo>
                  <a:lnTo>
                    <a:pt x="324838" y="117234"/>
                  </a:lnTo>
                  <a:lnTo>
                    <a:pt x="323176" y="112205"/>
                  </a:lnTo>
                  <a:lnTo>
                    <a:pt x="321355" y="107231"/>
                  </a:lnTo>
                  <a:lnTo>
                    <a:pt x="319378" y="102317"/>
                  </a:lnTo>
                  <a:lnTo>
                    <a:pt x="317246" y="97468"/>
                  </a:lnTo>
                  <a:lnTo>
                    <a:pt x="314962" y="92689"/>
                  </a:lnTo>
                  <a:lnTo>
                    <a:pt x="312527" y="87985"/>
                  </a:lnTo>
                  <a:lnTo>
                    <a:pt x="309944" y="83360"/>
                  </a:lnTo>
                  <a:lnTo>
                    <a:pt x="307217" y="78820"/>
                  </a:lnTo>
                  <a:lnTo>
                    <a:pt x="304346" y="74368"/>
                  </a:lnTo>
                  <a:lnTo>
                    <a:pt x="301337" y="70010"/>
                  </a:lnTo>
                  <a:lnTo>
                    <a:pt x="298190" y="65749"/>
                  </a:lnTo>
                  <a:lnTo>
                    <a:pt x="294911" y="61590"/>
                  </a:lnTo>
                  <a:lnTo>
                    <a:pt x="291501" y="57537"/>
                  </a:lnTo>
                  <a:lnTo>
                    <a:pt x="287964" y="53593"/>
                  </a:lnTo>
                  <a:lnTo>
                    <a:pt x="284304" y="49764"/>
                  </a:lnTo>
                  <a:lnTo>
                    <a:pt x="280525" y="46053"/>
                  </a:lnTo>
                  <a:lnTo>
                    <a:pt x="276630" y="42463"/>
                  </a:lnTo>
                  <a:lnTo>
                    <a:pt x="272624" y="38999"/>
                  </a:lnTo>
                  <a:lnTo>
                    <a:pt x="268509" y="35663"/>
                  </a:lnTo>
                  <a:lnTo>
                    <a:pt x="264291" y="32460"/>
                  </a:lnTo>
                  <a:lnTo>
                    <a:pt x="259974" y="29391"/>
                  </a:lnTo>
                  <a:lnTo>
                    <a:pt x="255561" y="26461"/>
                  </a:lnTo>
                  <a:lnTo>
                    <a:pt x="251058" y="23672"/>
                  </a:lnTo>
                  <a:lnTo>
                    <a:pt x="246469" y="21027"/>
                  </a:lnTo>
                  <a:lnTo>
                    <a:pt x="241798" y="18529"/>
                  </a:lnTo>
                  <a:lnTo>
                    <a:pt x="237051" y="16180"/>
                  </a:lnTo>
                  <a:lnTo>
                    <a:pt x="232232" y="13983"/>
                  </a:lnTo>
                  <a:lnTo>
                    <a:pt x="227345" y="11939"/>
                  </a:lnTo>
                  <a:lnTo>
                    <a:pt x="222396" y="10052"/>
                  </a:lnTo>
                  <a:lnTo>
                    <a:pt x="217390" y="8322"/>
                  </a:lnTo>
                  <a:lnTo>
                    <a:pt x="212331" y="6751"/>
                  </a:lnTo>
                  <a:lnTo>
                    <a:pt x="207225" y="5342"/>
                  </a:lnTo>
                  <a:lnTo>
                    <a:pt x="202077" y="4095"/>
                  </a:lnTo>
                  <a:lnTo>
                    <a:pt x="196893" y="3012"/>
                  </a:lnTo>
                  <a:lnTo>
                    <a:pt x="191676" y="2093"/>
                  </a:lnTo>
                  <a:lnTo>
                    <a:pt x="186433" y="1340"/>
                  </a:lnTo>
                  <a:lnTo>
                    <a:pt x="181169" y="754"/>
                  </a:lnTo>
                  <a:lnTo>
                    <a:pt x="175889" y="335"/>
                  </a:lnTo>
                  <a:lnTo>
                    <a:pt x="170598" y="83"/>
                  </a:lnTo>
                  <a:lnTo>
                    <a:pt x="165302" y="0"/>
                  </a:lnTo>
                  <a:lnTo>
                    <a:pt x="1653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59861" y="5399291"/>
              <a:ext cx="26354" cy="167167"/>
            </a:xfrm>
            <a:custGeom>
              <a:avLst/>
              <a:pathLst>
                <a:path w="26354" h="167167">
                  <a:moveTo>
                    <a:pt x="26354" y="0"/>
                  </a:moveTo>
                  <a:lnTo>
                    <a:pt x="19739" y="130"/>
                  </a:lnTo>
                  <a:lnTo>
                    <a:pt x="13135" y="523"/>
                  </a:lnTo>
                  <a:lnTo>
                    <a:pt x="6552" y="1176"/>
                  </a:lnTo>
                  <a:lnTo>
                    <a:pt x="0" y="2090"/>
                  </a:lnTo>
                  <a:lnTo>
                    <a:pt x="2635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319055" y="5400557"/>
              <a:ext cx="334325" cy="333052"/>
            </a:xfrm>
            <a:custGeom>
              <a:avLst/>
              <a:pathLst>
                <a:path w="334325" h="333052">
                  <a:moveTo>
                    <a:pt x="140806" y="824"/>
                  </a:moveTo>
                  <a:lnTo>
                    <a:pt x="135606" y="1739"/>
                  </a:lnTo>
                  <a:lnTo>
                    <a:pt x="130437" y="2817"/>
                  </a:lnTo>
                  <a:lnTo>
                    <a:pt x="125304" y="4059"/>
                  </a:lnTo>
                  <a:lnTo>
                    <a:pt x="120214" y="5461"/>
                  </a:lnTo>
                  <a:lnTo>
                    <a:pt x="115170" y="7024"/>
                  </a:lnTo>
                  <a:lnTo>
                    <a:pt x="110178" y="8745"/>
                  </a:lnTo>
                  <a:lnTo>
                    <a:pt x="105243" y="10623"/>
                  </a:lnTo>
                  <a:lnTo>
                    <a:pt x="100370" y="12656"/>
                  </a:lnTo>
                  <a:lnTo>
                    <a:pt x="95563" y="14842"/>
                  </a:lnTo>
                  <a:lnTo>
                    <a:pt x="90828" y="17179"/>
                  </a:lnTo>
                  <a:lnTo>
                    <a:pt x="86169" y="19664"/>
                  </a:lnTo>
                  <a:lnTo>
                    <a:pt x="81591" y="22295"/>
                  </a:lnTo>
                  <a:lnTo>
                    <a:pt x="77098" y="25069"/>
                  </a:lnTo>
                  <a:lnTo>
                    <a:pt x="72695" y="27984"/>
                  </a:lnTo>
                  <a:lnTo>
                    <a:pt x="68387" y="31036"/>
                  </a:lnTo>
                  <a:lnTo>
                    <a:pt x="64176" y="34223"/>
                  </a:lnTo>
                  <a:lnTo>
                    <a:pt x="60069" y="37541"/>
                  </a:lnTo>
                  <a:lnTo>
                    <a:pt x="56068" y="40987"/>
                  </a:lnTo>
                  <a:lnTo>
                    <a:pt x="52179" y="44558"/>
                  </a:lnTo>
                  <a:lnTo>
                    <a:pt x="48404" y="48250"/>
                  </a:lnTo>
                  <a:lnTo>
                    <a:pt x="44747" y="52059"/>
                  </a:lnTo>
                  <a:lnTo>
                    <a:pt x="41213" y="55982"/>
                  </a:lnTo>
                  <a:lnTo>
                    <a:pt x="37804" y="60015"/>
                  </a:lnTo>
                  <a:lnTo>
                    <a:pt x="34524" y="64153"/>
                  </a:lnTo>
                  <a:lnTo>
                    <a:pt x="31377" y="68393"/>
                  </a:lnTo>
                  <a:lnTo>
                    <a:pt x="28365" y="72730"/>
                  </a:lnTo>
                  <a:lnTo>
                    <a:pt x="25492" y="77160"/>
                  </a:lnTo>
                  <a:lnTo>
                    <a:pt x="22760" y="81679"/>
                  </a:lnTo>
                  <a:lnTo>
                    <a:pt x="20172" y="86281"/>
                  </a:lnTo>
                  <a:lnTo>
                    <a:pt x="17730" y="90963"/>
                  </a:lnTo>
                  <a:lnTo>
                    <a:pt x="15438" y="95720"/>
                  </a:lnTo>
                  <a:lnTo>
                    <a:pt x="13297" y="100547"/>
                  </a:lnTo>
                  <a:lnTo>
                    <a:pt x="11310" y="105439"/>
                  </a:lnTo>
                  <a:lnTo>
                    <a:pt x="9478" y="110391"/>
                  </a:lnTo>
                  <a:lnTo>
                    <a:pt x="7804" y="115399"/>
                  </a:lnTo>
                  <a:lnTo>
                    <a:pt x="6288" y="120457"/>
                  </a:lnTo>
                  <a:lnTo>
                    <a:pt x="4933" y="125561"/>
                  </a:lnTo>
                  <a:lnTo>
                    <a:pt x="3740" y="130704"/>
                  </a:lnTo>
                  <a:lnTo>
                    <a:pt x="2710" y="135883"/>
                  </a:lnTo>
                  <a:lnTo>
                    <a:pt x="1844" y="141092"/>
                  </a:lnTo>
                  <a:lnTo>
                    <a:pt x="1143" y="146326"/>
                  </a:lnTo>
                  <a:lnTo>
                    <a:pt x="607" y="151579"/>
                  </a:lnTo>
                  <a:lnTo>
                    <a:pt x="238" y="156846"/>
                  </a:lnTo>
                  <a:lnTo>
                    <a:pt x="35" y="162122"/>
                  </a:lnTo>
                  <a:lnTo>
                    <a:pt x="0" y="167402"/>
                  </a:lnTo>
                  <a:lnTo>
                    <a:pt x="130" y="172681"/>
                  </a:lnTo>
                  <a:lnTo>
                    <a:pt x="428" y="177953"/>
                  </a:lnTo>
                  <a:lnTo>
                    <a:pt x="892" y="183213"/>
                  </a:lnTo>
                  <a:lnTo>
                    <a:pt x="1521" y="188456"/>
                  </a:lnTo>
                  <a:lnTo>
                    <a:pt x="2316" y="193676"/>
                  </a:lnTo>
                  <a:lnTo>
                    <a:pt x="3276" y="198868"/>
                  </a:lnTo>
                  <a:lnTo>
                    <a:pt x="4399" y="204028"/>
                  </a:lnTo>
                  <a:lnTo>
                    <a:pt x="5684" y="209149"/>
                  </a:lnTo>
                  <a:lnTo>
                    <a:pt x="7130" y="214227"/>
                  </a:lnTo>
                  <a:lnTo>
                    <a:pt x="8736" y="219257"/>
                  </a:lnTo>
                  <a:lnTo>
                    <a:pt x="10501" y="224234"/>
                  </a:lnTo>
                  <a:lnTo>
                    <a:pt x="12421" y="229153"/>
                  </a:lnTo>
                  <a:lnTo>
                    <a:pt x="14496" y="234008"/>
                  </a:lnTo>
                  <a:lnTo>
                    <a:pt x="16723" y="238796"/>
                  </a:lnTo>
                  <a:lnTo>
                    <a:pt x="19100" y="243511"/>
                  </a:lnTo>
                  <a:lnTo>
                    <a:pt x="21625" y="248148"/>
                  </a:lnTo>
                  <a:lnTo>
                    <a:pt x="24296" y="252704"/>
                  </a:lnTo>
                  <a:lnTo>
                    <a:pt x="27108" y="257173"/>
                  </a:lnTo>
                  <a:lnTo>
                    <a:pt x="30061" y="261550"/>
                  </a:lnTo>
                  <a:lnTo>
                    <a:pt x="33150" y="265833"/>
                  </a:lnTo>
                  <a:lnTo>
                    <a:pt x="36373" y="270015"/>
                  </a:lnTo>
                  <a:lnTo>
                    <a:pt x="39727" y="274094"/>
                  </a:lnTo>
                  <a:lnTo>
                    <a:pt x="43207" y="278065"/>
                  </a:lnTo>
                  <a:lnTo>
                    <a:pt x="46811" y="281923"/>
                  </a:lnTo>
                  <a:lnTo>
                    <a:pt x="50536" y="285666"/>
                  </a:lnTo>
                  <a:lnTo>
                    <a:pt x="54376" y="289290"/>
                  </a:lnTo>
                  <a:lnTo>
                    <a:pt x="58330" y="292791"/>
                  </a:lnTo>
                  <a:lnTo>
                    <a:pt x="62391" y="296164"/>
                  </a:lnTo>
                  <a:lnTo>
                    <a:pt x="66558" y="299408"/>
                  </a:lnTo>
                  <a:lnTo>
                    <a:pt x="70825" y="302519"/>
                  </a:lnTo>
                  <a:lnTo>
                    <a:pt x="75187" y="305493"/>
                  </a:lnTo>
                  <a:lnTo>
                    <a:pt x="79642" y="308329"/>
                  </a:lnTo>
                  <a:lnTo>
                    <a:pt x="84184" y="311022"/>
                  </a:lnTo>
                  <a:lnTo>
                    <a:pt x="88809" y="313570"/>
                  </a:lnTo>
                  <a:lnTo>
                    <a:pt x="93512" y="315971"/>
                  </a:lnTo>
                  <a:lnTo>
                    <a:pt x="98288" y="318222"/>
                  </a:lnTo>
                  <a:lnTo>
                    <a:pt x="103133" y="320321"/>
                  </a:lnTo>
                  <a:lnTo>
                    <a:pt x="108042" y="322266"/>
                  </a:lnTo>
                  <a:lnTo>
                    <a:pt x="113010" y="324055"/>
                  </a:lnTo>
                  <a:lnTo>
                    <a:pt x="118032" y="325687"/>
                  </a:lnTo>
                  <a:lnTo>
                    <a:pt x="123103" y="327159"/>
                  </a:lnTo>
                  <a:lnTo>
                    <a:pt x="128218" y="328470"/>
                  </a:lnTo>
                  <a:lnTo>
                    <a:pt x="133372" y="329618"/>
                  </a:lnTo>
                  <a:lnTo>
                    <a:pt x="138559" y="330604"/>
                  </a:lnTo>
                  <a:lnTo>
                    <a:pt x="143775" y="331425"/>
                  </a:lnTo>
                  <a:lnTo>
                    <a:pt x="149014" y="332081"/>
                  </a:lnTo>
                  <a:lnTo>
                    <a:pt x="154272" y="332571"/>
                  </a:lnTo>
                  <a:lnTo>
                    <a:pt x="159542" y="332895"/>
                  </a:lnTo>
                  <a:lnTo>
                    <a:pt x="164820" y="333052"/>
                  </a:lnTo>
                  <a:lnTo>
                    <a:pt x="170101" y="333043"/>
                  </a:lnTo>
                  <a:lnTo>
                    <a:pt x="175378" y="332867"/>
                  </a:lnTo>
                  <a:lnTo>
                    <a:pt x="180647" y="332524"/>
                  </a:lnTo>
                  <a:lnTo>
                    <a:pt x="185903" y="332015"/>
                  </a:lnTo>
                  <a:lnTo>
                    <a:pt x="191140" y="331340"/>
                  </a:lnTo>
                  <a:lnTo>
                    <a:pt x="196353" y="330500"/>
                  </a:lnTo>
                  <a:lnTo>
                    <a:pt x="201537" y="329496"/>
                  </a:lnTo>
                  <a:lnTo>
                    <a:pt x="206686" y="328329"/>
                  </a:lnTo>
                  <a:lnTo>
                    <a:pt x="211797" y="326999"/>
                  </a:lnTo>
                  <a:lnTo>
                    <a:pt x="216862" y="325509"/>
                  </a:lnTo>
                  <a:lnTo>
                    <a:pt x="221878" y="323860"/>
                  </a:lnTo>
                  <a:lnTo>
                    <a:pt x="226840" y="322053"/>
                  </a:lnTo>
                  <a:lnTo>
                    <a:pt x="231742" y="320090"/>
                  </a:lnTo>
                  <a:lnTo>
                    <a:pt x="236579" y="317974"/>
                  </a:lnTo>
                  <a:lnTo>
                    <a:pt x="241347" y="315705"/>
                  </a:lnTo>
                  <a:lnTo>
                    <a:pt x="246042" y="313287"/>
                  </a:lnTo>
                  <a:lnTo>
                    <a:pt x="250657" y="310723"/>
                  </a:lnTo>
                  <a:lnTo>
                    <a:pt x="255189" y="308013"/>
                  </a:lnTo>
                  <a:lnTo>
                    <a:pt x="259634" y="305162"/>
                  </a:lnTo>
                  <a:lnTo>
                    <a:pt x="263986" y="302172"/>
                  </a:lnTo>
                  <a:lnTo>
                    <a:pt x="268241" y="299046"/>
                  </a:lnTo>
                  <a:lnTo>
                    <a:pt x="272396" y="295787"/>
                  </a:lnTo>
                  <a:lnTo>
                    <a:pt x="276446" y="292399"/>
                  </a:lnTo>
                  <a:lnTo>
                    <a:pt x="280386" y="288884"/>
                  </a:lnTo>
                  <a:lnTo>
                    <a:pt x="284214" y="285247"/>
                  </a:lnTo>
                  <a:lnTo>
                    <a:pt x="287925" y="281490"/>
                  </a:lnTo>
                  <a:lnTo>
                    <a:pt x="291515" y="277619"/>
                  </a:lnTo>
                  <a:lnTo>
                    <a:pt x="294982" y="273635"/>
                  </a:lnTo>
                  <a:lnTo>
                    <a:pt x="298320" y="269545"/>
                  </a:lnTo>
                  <a:lnTo>
                    <a:pt x="301528" y="265350"/>
                  </a:lnTo>
                  <a:lnTo>
                    <a:pt x="304602" y="261057"/>
                  </a:lnTo>
                  <a:lnTo>
                    <a:pt x="307539" y="256669"/>
                  </a:lnTo>
                  <a:lnTo>
                    <a:pt x="310336" y="252190"/>
                  </a:lnTo>
                  <a:lnTo>
                    <a:pt x="312989" y="247625"/>
                  </a:lnTo>
                  <a:lnTo>
                    <a:pt x="315498" y="242979"/>
                  </a:lnTo>
                  <a:lnTo>
                    <a:pt x="317858" y="238255"/>
                  </a:lnTo>
                  <a:lnTo>
                    <a:pt x="320068" y="233460"/>
                  </a:lnTo>
                  <a:lnTo>
                    <a:pt x="322126" y="228597"/>
                  </a:lnTo>
                  <a:lnTo>
                    <a:pt x="324028" y="223671"/>
                  </a:lnTo>
                  <a:lnTo>
                    <a:pt x="325775" y="218688"/>
                  </a:lnTo>
                  <a:lnTo>
                    <a:pt x="327363" y="213652"/>
                  </a:lnTo>
                  <a:lnTo>
                    <a:pt x="328791" y="208569"/>
                  </a:lnTo>
                  <a:lnTo>
                    <a:pt x="330058" y="203443"/>
                  </a:lnTo>
                  <a:lnTo>
                    <a:pt x="331162" y="198279"/>
                  </a:lnTo>
                  <a:lnTo>
                    <a:pt x="332103" y="193083"/>
                  </a:lnTo>
                  <a:lnTo>
                    <a:pt x="332879" y="187860"/>
                  </a:lnTo>
                  <a:lnTo>
                    <a:pt x="333490" y="182616"/>
                  </a:lnTo>
                  <a:lnTo>
                    <a:pt x="333935" y="177354"/>
                  </a:lnTo>
                  <a:lnTo>
                    <a:pt x="334213" y="172081"/>
                  </a:lnTo>
                  <a:lnTo>
                    <a:pt x="334325" y="166802"/>
                  </a:lnTo>
                  <a:lnTo>
                    <a:pt x="334270" y="161522"/>
                  </a:lnTo>
                  <a:lnTo>
                    <a:pt x="334049" y="156246"/>
                  </a:lnTo>
                  <a:lnTo>
                    <a:pt x="333660" y="150980"/>
                  </a:lnTo>
                  <a:lnTo>
                    <a:pt x="333106" y="145729"/>
                  </a:lnTo>
                  <a:lnTo>
                    <a:pt x="332386" y="140498"/>
                  </a:lnTo>
                  <a:lnTo>
                    <a:pt x="331502" y="135293"/>
                  </a:lnTo>
                  <a:lnTo>
                    <a:pt x="330453" y="130118"/>
                  </a:lnTo>
                  <a:lnTo>
                    <a:pt x="329241" y="124978"/>
                  </a:lnTo>
                  <a:lnTo>
                    <a:pt x="327868" y="119880"/>
                  </a:lnTo>
                  <a:lnTo>
                    <a:pt x="326334" y="114827"/>
                  </a:lnTo>
                  <a:lnTo>
                    <a:pt x="324642" y="109825"/>
                  </a:lnTo>
                  <a:lnTo>
                    <a:pt x="322792" y="104880"/>
                  </a:lnTo>
                  <a:lnTo>
                    <a:pt x="320787" y="99995"/>
                  </a:lnTo>
                  <a:lnTo>
                    <a:pt x="318629" y="95176"/>
                  </a:lnTo>
                  <a:lnTo>
                    <a:pt x="316320" y="90427"/>
                  </a:lnTo>
                  <a:lnTo>
                    <a:pt x="313862" y="85754"/>
                  </a:lnTo>
                  <a:lnTo>
                    <a:pt x="311257" y="81160"/>
                  </a:lnTo>
                  <a:lnTo>
                    <a:pt x="308509" y="76652"/>
                  </a:lnTo>
                  <a:lnTo>
                    <a:pt x="305620" y="72232"/>
                  </a:lnTo>
                  <a:lnTo>
                    <a:pt x="302592" y="67906"/>
                  </a:lnTo>
                  <a:lnTo>
                    <a:pt x="299430" y="63677"/>
                  </a:lnTo>
                  <a:lnTo>
                    <a:pt x="296135" y="59551"/>
                  </a:lnTo>
                  <a:lnTo>
                    <a:pt x="292712" y="55531"/>
                  </a:lnTo>
                  <a:lnTo>
                    <a:pt x="289164" y="51620"/>
                  </a:lnTo>
                  <a:lnTo>
                    <a:pt x="285493" y="47824"/>
                  </a:lnTo>
                  <a:lnTo>
                    <a:pt x="281705" y="44146"/>
                  </a:lnTo>
                  <a:lnTo>
                    <a:pt x="277803" y="40589"/>
                  </a:lnTo>
                  <a:lnTo>
                    <a:pt x="273790" y="37157"/>
                  </a:lnTo>
                  <a:lnTo>
                    <a:pt x="269670" y="33854"/>
                  </a:lnTo>
                  <a:lnTo>
                    <a:pt x="265449" y="30682"/>
                  </a:lnTo>
                  <a:lnTo>
                    <a:pt x="261129" y="27645"/>
                  </a:lnTo>
                  <a:lnTo>
                    <a:pt x="256716" y="24746"/>
                  </a:lnTo>
                  <a:lnTo>
                    <a:pt x="252213" y="21988"/>
                  </a:lnTo>
                  <a:lnTo>
                    <a:pt x="247625" y="19374"/>
                  </a:lnTo>
                  <a:lnTo>
                    <a:pt x="242957" y="16906"/>
                  </a:lnTo>
                  <a:lnTo>
                    <a:pt x="238214" y="14586"/>
                  </a:lnTo>
                  <a:lnTo>
                    <a:pt x="233400" y="12417"/>
                  </a:lnTo>
                  <a:lnTo>
                    <a:pt x="228519" y="10402"/>
                  </a:lnTo>
                  <a:lnTo>
                    <a:pt x="223577" y="8542"/>
                  </a:lnTo>
                  <a:lnTo>
                    <a:pt x="218579" y="6838"/>
                  </a:lnTo>
                  <a:lnTo>
                    <a:pt x="213530" y="5294"/>
                  </a:lnTo>
                  <a:lnTo>
                    <a:pt x="208434" y="3909"/>
                  </a:lnTo>
                  <a:lnTo>
                    <a:pt x="203298" y="2687"/>
                  </a:lnTo>
                  <a:lnTo>
                    <a:pt x="198125" y="1627"/>
                  </a:lnTo>
                  <a:lnTo>
                    <a:pt x="192921" y="731"/>
                  </a:lnTo>
                  <a:lnTo>
                    <a:pt x="187692" y="0"/>
                  </a:lnTo>
                  <a:lnTo>
                    <a:pt x="167160" y="1659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20531" cy="167167"/>
            </a:xfrm>
            <a:custGeom>
              <a:avLst/>
              <a:pathLst>
                <a:path w="20531" h="167167">
                  <a:moveTo>
                    <a:pt x="20531" y="1265"/>
                  </a:moveTo>
                  <a:lnTo>
                    <a:pt x="10285" y="3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856376" y="5399291"/>
              <a:ext cx="167167" cy="290752"/>
            </a:xfrm>
            <a:custGeom>
              <a:avLst/>
              <a:pathLst>
                <a:path w="167167" h="290752">
                  <a:moveTo>
                    <a:pt x="167167" y="0"/>
                  </a:moveTo>
                  <a:lnTo>
                    <a:pt x="161812" y="85"/>
                  </a:lnTo>
                  <a:lnTo>
                    <a:pt x="156463" y="343"/>
                  </a:lnTo>
                  <a:lnTo>
                    <a:pt x="151125" y="771"/>
                  </a:lnTo>
                  <a:lnTo>
                    <a:pt x="145803" y="1370"/>
                  </a:lnTo>
                  <a:lnTo>
                    <a:pt x="140503" y="2140"/>
                  </a:lnTo>
                  <a:lnTo>
                    <a:pt x="135231" y="3078"/>
                  </a:lnTo>
                  <a:lnTo>
                    <a:pt x="129991" y="4186"/>
                  </a:lnTo>
                  <a:lnTo>
                    <a:pt x="124789" y="5460"/>
                  </a:lnTo>
                  <a:lnTo>
                    <a:pt x="119631" y="6900"/>
                  </a:lnTo>
                  <a:lnTo>
                    <a:pt x="114522" y="8505"/>
                  </a:lnTo>
                  <a:lnTo>
                    <a:pt x="109467" y="10273"/>
                  </a:lnTo>
                  <a:lnTo>
                    <a:pt x="104471" y="12202"/>
                  </a:lnTo>
                  <a:lnTo>
                    <a:pt x="99539" y="14290"/>
                  </a:lnTo>
                  <a:lnTo>
                    <a:pt x="94677" y="16534"/>
                  </a:lnTo>
                  <a:lnTo>
                    <a:pt x="89889" y="18934"/>
                  </a:lnTo>
                  <a:lnTo>
                    <a:pt x="85181" y="21485"/>
                  </a:lnTo>
                  <a:lnTo>
                    <a:pt x="80556" y="24186"/>
                  </a:lnTo>
                  <a:lnTo>
                    <a:pt x="76021" y="27034"/>
                  </a:lnTo>
                  <a:lnTo>
                    <a:pt x="71579" y="30025"/>
                  </a:lnTo>
                  <a:lnTo>
                    <a:pt x="67235" y="33157"/>
                  </a:lnTo>
                  <a:lnTo>
                    <a:pt x="62994" y="36427"/>
                  </a:lnTo>
                  <a:lnTo>
                    <a:pt x="58859" y="39831"/>
                  </a:lnTo>
                  <a:lnTo>
                    <a:pt x="54836" y="43366"/>
                  </a:lnTo>
                  <a:lnTo>
                    <a:pt x="50928" y="47028"/>
                  </a:lnTo>
                  <a:lnTo>
                    <a:pt x="47139" y="50813"/>
                  </a:lnTo>
                  <a:lnTo>
                    <a:pt x="43474" y="54717"/>
                  </a:lnTo>
                  <a:lnTo>
                    <a:pt x="39935" y="58737"/>
                  </a:lnTo>
                  <a:lnTo>
                    <a:pt x="36527" y="62868"/>
                  </a:lnTo>
                  <a:lnTo>
                    <a:pt x="33254" y="67106"/>
                  </a:lnTo>
                  <a:lnTo>
                    <a:pt x="30117" y="71447"/>
                  </a:lnTo>
                  <a:lnTo>
                    <a:pt x="27121" y="75886"/>
                  </a:lnTo>
                  <a:lnTo>
                    <a:pt x="24269" y="80419"/>
                  </a:lnTo>
                  <a:lnTo>
                    <a:pt x="21564" y="85041"/>
                  </a:lnTo>
                  <a:lnTo>
                    <a:pt x="19008" y="89747"/>
                  </a:lnTo>
                  <a:lnTo>
                    <a:pt x="16604" y="94532"/>
                  </a:lnTo>
                  <a:lnTo>
                    <a:pt x="14355" y="99392"/>
                  </a:lnTo>
                  <a:lnTo>
                    <a:pt x="12262" y="104322"/>
                  </a:lnTo>
                  <a:lnTo>
                    <a:pt x="10329" y="109316"/>
                  </a:lnTo>
                  <a:lnTo>
                    <a:pt x="8556" y="114370"/>
                  </a:lnTo>
                  <a:lnTo>
                    <a:pt x="6946" y="119477"/>
                  </a:lnTo>
                  <a:lnTo>
                    <a:pt x="5501" y="124634"/>
                  </a:lnTo>
                  <a:lnTo>
                    <a:pt x="4221" y="129834"/>
                  </a:lnTo>
                  <a:lnTo>
                    <a:pt x="3109" y="135073"/>
                  </a:lnTo>
                  <a:lnTo>
                    <a:pt x="2165" y="140345"/>
                  </a:lnTo>
                  <a:lnTo>
                    <a:pt x="1391" y="145644"/>
                  </a:lnTo>
                  <a:lnTo>
                    <a:pt x="786" y="150965"/>
                  </a:lnTo>
                  <a:lnTo>
                    <a:pt x="353" y="156303"/>
                  </a:lnTo>
                  <a:lnTo>
                    <a:pt x="90" y="161652"/>
                  </a:lnTo>
                  <a:lnTo>
                    <a:pt x="0" y="167006"/>
                  </a:lnTo>
                  <a:lnTo>
                    <a:pt x="80" y="172361"/>
                  </a:lnTo>
                  <a:lnTo>
                    <a:pt x="332" y="177710"/>
                  </a:lnTo>
                  <a:lnTo>
                    <a:pt x="756" y="183049"/>
                  </a:lnTo>
                  <a:lnTo>
                    <a:pt x="1350" y="188371"/>
                  </a:lnTo>
                  <a:lnTo>
                    <a:pt x="2114" y="193672"/>
                  </a:lnTo>
                  <a:lnTo>
                    <a:pt x="3048" y="198945"/>
                  </a:lnTo>
                  <a:lnTo>
                    <a:pt x="4150" y="204186"/>
                  </a:lnTo>
                  <a:lnTo>
                    <a:pt x="5419" y="209389"/>
                  </a:lnTo>
                  <a:lnTo>
                    <a:pt x="6855" y="214548"/>
                  </a:lnTo>
                  <a:lnTo>
                    <a:pt x="8455" y="219659"/>
                  </a:lnTo>
                  <a:lnTo>
                    <a:pt x="10218" y="224716"/>
                  </a:lnTo>
                  <a:lnTo>
                    <a:pt x="12142" y="229714"/>
                  </a:lnTo>
                  <a:lnTo>
                    <a:pt x="14225" y="234648"/>
                  </a:lnTo>
                  <a:lnTo>
                    <a:pt x="16465" y="239512"/>
                  </a:lnTo>
                  <a:lnTo>
                    <a:pt x="18859" y="244302"/>
                  </a:lnTo>
                  <a:lnTo>
                    <a:pt x="21406" y="249013"/>
                  </a:lnTo>
                  <a:lnTo>
                    <a:pt x="24103" y="253640"/>
                  </a:lnTo>
                  <a:lnTo>
                    <a:pt x="26946" y="258178"/>
                  </a:lnTo>
                  <a:lnTo>
                    <a:pt x="29933" y="262623"/>
                  </a:lnTo>
                  <a:lnTo>
                    <a:pt x="33061" y="266970"/>
                  </a:lnTo>
                  <a:lnTo>
                    <a:pt x="36327" y="271215"/>
                  </a:lnTo>
                  <a:lnTo>
                    <a:pt x="39727" y="275352"/>
                  </a:lnTo>
                  <a:lnTo>
                    <a:pt x="43258" y="279379"/>
                  </a:lnTo>
                  <a:lnTo>
                    <a:pt x="46916" y="283290"/>
                  </a:lnTo>
                  <a:lnTo>
                    <a:pt x="50697" y="287083"/>
                  </a:lnTo>
                  <a:lnTo>
                    <a:pt x="54598" y="29075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910975" y="5566459"/>
              <a:ext cx="112568" cy="123584"/>
            </a:xfrm>
            <a:custGeom>
              <a:avLst/>
              <a:pathLst>
                <a:path w="112568" h="123584">
                  <a:moveTo>
                    <a:pt x="0" y="123584"/>
                  </a:moveTo>
                  <a:lnTo>
                    <a:pt x="1125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910975" y="5566459"/>
              <a:ext cx="112568" cy="123584"/>
            </a:xfrm>
            <a:custGeom>
              <a:avLst/>
              <a:pathLst>
                <a:path w="112568" h="123584">
                  <a:moveTo>
                    <a:pt x="0" y="123584"/>
                  </a:moveTo>
                  <a:lnTo>
                    <a:pt x="1125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910975" y="5566459"/>
              <a:ext cx="112568" cy="123584"/>
            </a:xfrm>
            <a:custGeom>
              <a:avLst/>
              <a:pathLst>
                <a:path w="112568" h="123584">
                  <a:moveTo>
                    <a:pt x="0" y="123584"/>
                  </a:moveTo>
                  <a:lnTo>
                    <a:pt x="1125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10975" y="5566459"/>
              <a:ext cx="112568" cy="123584"/>
            </a:xfrm>
            <a:custGeom>
              <a:avLst/>
              <a:pathLst>
                <a:path w="112568" h="123584">
                  <a:moveTo>
                    <a:pt x="0" y="123584"/>
                  </a:moveTo>
                  <a:lnTo>
                    <a:pt x="11256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10975" y="5566459"/>
              <a:ext cx="112568" cy="123584"/>
            </a:xfrm>
            <a:custGeom>
              <a:avLst/>
              <a:pathLst>
                <a:path w="112568" h="123584">
                  <a:moveTo>
                    <a:pt x="0" y="123584"/>
                  </a:moveTo>
                  <a:lnTo>
                    <a:pt x="11256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10975" y="5566459"/>
              <a:ext cx="112568" cy="155891"/>
            </a:xfrm>
            <a:custGeom>
              <a:avLst/>
              <a:pathLst>
                <a:path w="112568" h="155891">
                  <a:moveTo>
                    <a:pt x="0" y="123584"/>
                  </a:moveTo>
                  <a:lnTo>
                    <a:pt x="4640" y="127657"/>
                  </a:lnTo>
                  <a:lnTo>
                    <a:pt x="9429" y="131556"/>
                  </a:lnTo>
                  <a:lnTo>
                    <a:pt x="14357" y="135275"/>
                  </a:lnTo>
                  <a:lnTo>
                    <a:pt x="19420" y="138810"/>
                  </a:lnTo>
                  <a:lnTo>
                    <a:pt x="24610" y="142155"/>
                  </a:lnTo>
                  <a:lnTo>
                    <a:pt x="29920" y="145307"/>
                  </a:lnTo>
                  <a:lnTo>
                    <a:pt x="35343" y="148260"/>
                  </a:lnTo>
                  <a:lnTo>
                    <a:pt x="40871" y="151011"/>
                  </a:lnTo>
                  <a:lnTo>
                    <a:pt x="46497" y="153556"/>
                  </a:lnTo>
                  <a:lnTo>
                    <a:pt x="52213" y="155891"/>
                  </a:lnTo>
                  <a:lnTo>
                    <a:pt x="11256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63188" y="5399291"/>
              <a:ext cx="227519" cy="334319"/>
            </a:xfrm>
            <a:custGeom>
              <a:avLst/>
              <a:pathLst>
                <a:path w="227519" h="334319">
                  <a:moveTo>
                    <a:pt x="0" y="323058"/>
                  </a:moveTo>
                  <a:lnTo>
                    <a:pt x="5005" y="324905"/>
                  </a:lnTo>
                  <a:lnTo>
                    <a:pt x="10067" y="326591"/>
                  </a:lnTo>
                  <a:lnTo>
                    <a:pt x="15180" y="328115"/>
                  </a:lnTo>
                  <a:lnTo>
                    <a:pt x="20340" y="329474"/>
                  </a:lnTo>
                  <a:lnTo>
                    <a:pt x="25540" y="330669"/>
                  </a:lnTo>
                  <a:lnTo>
                    <a:pt x="30775" y="331697"/>
                  </a:lnTo>
                  <a:lnTo>
                    <a:pt x="36041" y="332557"/>
                  </a:lnTo>
                  <a:lnTo>
                    <a:pt x="41331" y="333248"/>
                  </a:lnTo>
                  <a:lnTo>
                    <a:pt x="46641" y="333771"/>
                  </a:lnTo>
                  <a:lnTo>
                    <a:pt x="51965" y="334124"/>
                  </a:lnTo>
                  <a:lnTo>
                    <a:pt x="57297" y="334306"/>
                  </a:lnTo>
                  <a:lnTo>
                    <a:pt x="62633" y="334319"/>
                  </a:lnTo>
                  <a:lnTo>
                    <a:pt x="67966" y="334161"/>
                  </a:lnTo>
                  <a:lnTo>
                    <a:pt x="73291" y="333833"/>
                  </a:lnTo>
                  <a:lnTo>
                    <a:pt x="78603" y="333335"/>
                  </a:lnTo>
                  <a:lnTo>
                    <a:pt x="83897" y="332668"/>
                  </a:lnTo>
                  <a:lnTo>
                    <a:pt x="89166" y="331833"/>
                  </a:lnTo>
                  <a:lnTo>
                    <a:pt x="94407" y="330830"/>
                  </a:lnTo>
                  <a:lnTo>
                    <a:pt x="99612" y="329660"/>
                  </a:lnTo>
                  <a:lnTo>
                    <a:pt x="104778" y="328324"/>
                  </a:lnTo>
                  <a:lnTo>
                    <a:pt x="109898" y="326824"/>
                  </a:lnTo>
                  <a:lnTo>
                    <a:pt x="114968" y="325162"/>
                  </a:lnTo>
                  <a:lnTo>
                    <a:pt x="119982" y="323339"/>
                  </a:lnTo>
                  <a:lnTo>
                    <a:pt x="124936" y="321356"/>
                  </a:lnTo>
                  <a:lnTo>
                    <a:pt x="129823" y="319217"/>
                  </a:lnTo>
                  <a:lnTo>
                    <a:pt x="134640" y="316922"/>
                  </a:lnTo>
                  <a:lnTo>
                    <a:pt x="139381" y="314475"/>
                  </a:lnTo>
                  <a:lnTo>
                    <a:pt x="144042" y="311878"/>
                  </a:lnTo>
                  <a:lnTo>
                    <a:pt x="148618" y="309134"/>
                  </a:lnTo>
                  <a:lnTo>
                    <a:pt x="153103" y="306245"/>
                  </a:lnTo>
                  <a:lnTo>
                    <a:pt x="157494" y="303214"/>
                  </a:lnTo>
                  <a:lnTo>
                    <a:pt x="161787" y="300045"/>
                  </a:lnTo>
                  <a:lnTo>
                    <a:pt x="165975" y="296741"/>
                  </a:lnTo>
                  <a:lnTo>
                    <a:pt x="170057" y="293304"/>
                  </a:lnTo>
                  <a:lnTo>
                    <a:pt x="174026" y="289739"/>
                  </a:lnTo>
                  <a:lnTo>
                    <a:pt x="177880" y="286049"/>
                  </a:lnTo>
                  <a:lnTo>
                    <a:pt x="181614" y="282238"/>
                  </a:lnTo>
                  <a:lnTo>
                    <a:pt x="185224" y="278309"/>
                  </a:lnTo>
                  <a:lnTo>
                    <a:pt x="188707" y="274268"/>
                  </a:lnTo>
                  <a:lnTo>
                    <a:pt x="192060" y="270117"/>
                  </a:lnTo>
                  <a:lnTo>
                    <a:pt x="195278" y="265862"/>
                  </a:lnTo>
                  <a:lnTo>
                    <a:pt x="198359" y="261506"/>
                  </a:lnTo>
                  <a:lnTo>
                    <a:pt x="201299" y="257054"/>
                  </a:lnTo>
                  <a:lnTo>
                    <a:pt x="204096" y="252510"/>
                  </a:lnTo>
                  <a:lnTo>
                    <a:pt x="206747" y="247879"/>
                  </a:lnTo>
                  <a:lnTo>
                    <a:pt x="209248" y="243167"/>
                  </a:lnTo>
                  <a:lnTo>
                    <a:pt x="211597" y="238376"/>
                  </a:lnTo>
                  <a:lnTo>
                    <a:pt x="213793" y="233513"/>
                  </a:lnTo>
                  <a:lnTo>
                    <a:pt x="215832" y="228583"/>
                  </a:lnTo>
                  <a:lnTo>
                    <a:pt x="217713" y="223590"/>
                  </a:lnTo>
                  <a:lnTo>
                    <a:pt x="219433" y="218540"/>
                  </a:lnTo>
                  <a:lnTo>
                    <a:pt x="220991" y="213437"/>
                  </a:lnTo>
                  <a:lnTo>
                    <a:pt x="222386" y="208287"/>
                  </a:lnTo>
                  <a:lnTo>
                    <a:pt x="223616" y="203095"/>
                  </a:lnTo>
                  <a:lnTo>
                    <a:pt x="224679" y="197867"/>
                  </a:lnTo>
                  <a:lnTo>
                    <a:pt x="225575" y="192607"/>
                  </a:lnTo>
                  <a:lnTo>
                    <a:pt x="226303" y="187322"/>
                  </a:lnTo>
                  <a:lnTo>
                    <a:pt x="226862" y="182016"/>
                  </a:lnTo>
                  <a:lnTo>
                    <a:pt x="227251" y="176694"/>
                  </a:lnTo>
                  <a:lnTo>
                    <a:pt x="227470" y="171363"/>
                  </a:lnTo>
                  <a:lnTo>
                    <a:pt x="227519" y="166028"/>
                  </a:lnTo>
                  <a:lnTo>
                    <a:pt x="227397" y="160694"/>
                  </a:lnTo>
                  <a:lnTo>
                    <a:pt x="227106" y="155367"/>
                  </a:lnTo>
                  <a:lnTo>
                    <a:pt x="226644" y="150051"/>
                  </a:lnTo>
                  <a:lnTo>
                    <a:pt x="226013" y="144753"/>
                  </a:lnTo>
                  <a:lnTo>
                    <a:pt x="225213" y="139478"/>
                  </a:lnTo>
                  <a:lnTo>
                    <a:pt x="224246" y="134231"/>
                  </a:lnTo>
                  <a:lnTo>
                    <a:pt x="223111" y="129018"/>
                  </a:lnTo>
                  <a:lnTo>
                    <a:pt x="221811" y="123843"/>
                  </a:lnTo>
                  <a:lnTo>
                    <a:pt x="220346" y="118713"/>
                  </a:lnTo>
                  <a:lnTo>
                    <a:pt x="218718" y="113632"/>
                  </a:lnTo>
                  <a:lnTo>
                    <a:pt x="216929" y="108605"/>
                  </a:lnTo>
                  <a:lnTo>
                    <a:pt x="214981" y="103638"/>
                  </a:lnTo>
                  <a:lnTo>
                    <a:pt x="212875" y="98736"/>
                  </a:lnTo>
                  <a:lnTo>
                    <a:pt x="210613" y="93904"/>
                  </a:lnTo>
                  <a:lnTo>
                    <a:pt x="208198" y="89146"/>
                  </a:lnTo>
                  <a:lnTo>
                    <a:pt x="205633" y="84468"/>
                  </a:lnTo>
                  <a:lnTo>
                    <a:pt x="202920" y="79873"/>
                  </a:lnTo>
                  <a:lnTo>
                    <a:pt x="200062" y="75368"/>
                  </a:lnTo>
                  <a:lnTo>
                    <a:pt x="197061" y="70957"/>
                  </a:lnTo>
                  <a:lnTo>
                    <a:pt x="193921" y="66643"/>
                  </a:lnTo>
                  <a:lnTo>
                    <a:pt x="190645" y="62432"/>
                  </a:lnTo>
                  <a:lnTo>
                    <a:pt x="187236" y="58327"/>
                  </a:lnTo>
                  <a:lnTo>
                    <a:pt x="183698" y="54334"/>
                  </a:lnTo>
                  <a:lnTo>
                    <a:pt x="180035" y="50455"/>
                  </a:lnTo>
                  <a:lnTo>
                    <a:pt x="176249" y="46695"/>
                  </a:lnTo>
                  <a:lnTo>
                    <a:pt x="172346" y="43058"/>
                  </a:lnTo>
                  <a:lnTo>
                    <a:pt x="168328" y="39547"/>
                  </a:lnTo>
                  <a:lnTo>
                    <a:pt x="164200" y="36166"/>
                  </a:lnTo>
                  <a:lnTo>
                    <a:pt x="159967" y="32919"/>
                  </a:lnTo>
                  <a:lnTo>
                    <a:pt x="155632" y="29809"/>
                  </a:lnTo>
                  <a:lnTo>
                    <a:pt x="151200" y="26838"/>
                  </a:lnTo>
                  <a:lnTo>
                    <a:pt x="146675" y="24011"/>
                  </a:lnTo>
                  <a:lnTo>
                    <a:pt x="142063" y="21329"/>
                  </a:lnTo>
                  <a:lnTo>
                    <a:pt x="137367" y="18795"/>
                  </a:lnTo>
                  <a:lnTo>
                    <a:pt x="132593" y="16413"/>
                  </a:lnTo>
                  <a:lnTo>
                    <a:pt x="127745" y="14185"/>
                  </a:lnTo>
                  <a:lnTo>
                    <a:pt x="122829" y="12112"/>
                  </a:lnTo>
                  <a:lnTo>
                    <a:pt x="117849" y="10197"/>
                  </a:lnTo>
                  <a:lnTo>
                    <a:pt x="112810" y="8443"/>
                  </a:lnTo>
                  <a:lnTo>
                    <a:pt x="107718" y="6850"/>
                  </a:lnTo>
                  <a:lnTo>
                    <a:pt x="102578" y="5420"/>
                  </a:lnTo>
                  <a:lnTo>
                    <a:pt x="97395" y="4155"/>
                  </a:lnTo>
                  <a:lnTo>
                    <a:pt x="92174" y="3056"/>
                  </a:lnTo>
                  <a:lnTo>
                    <a:pt x="86920" y="2124"/>
                  </a:lnTo>
                  <a:lnTo>
                    <a:pt x="81640" y="1360"/>
                  </a:lnTo>
                  <a:lnTo>
                    <a:pt x="76338" y="765"/>
                  </a:lnTo>
                  <a:lnTo>
                    <a:pt x="71019" y="340"/>
                  </a:lnTo>
                  <a:lnTo>
                    <a:pt x="65690" y="85"/>
                  </a:lnTo>
                  <a:lnTo>
                    <a:pt x="60355" y="0"/>
                  </a:lnTo>
                  <a:lnTo>
                    <a:pt x="603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378614" y="5269756"/>
              <a:ext cx="166644" cy="167167"/>
            </a:xfrm>
            <a:custGeom>
              <a:avLst/>
              <a:pathLst>
                <a:path w="166644" h="167167">
                  <a:moveTo>
                    <a:pt x="166644" y="0"/>
                  </a:moveTo>
                  <a:lnTo>
                    <a:pt x="161224" y="87"/>
                  </a:lnTo>
                  <a:lnTo>
                    <a:pt x="155810" y="351"/>
                  </a:lnTo>
                  <a:lnTo>
                    <a:pt x="150407" y="790"/>
                  </a:lnTo>
                  <a:lnTo>
                    <a:pt x="145021" y="1404"/>
                  </a:lnTo>
                  <a:lnTo>
                    <a:pt x="139658" y="2192"/>
                  </a:lnTo>
                  <a:lnTo>
                    <a:pt x="134324" y="3154"/>
                  </a:lnTo>
                  <a:lnTo>
                    <a:pt x="129023" y="4288"/>
                  </a:lnTo>
                  <a:lnTo>
                    <a:pt x="123762" y="5593"/>
                  </a:lnTo>
                  <a:lnTo>
                    <a:pt x="118547" y="7068"/>
                  </a:lnTo>
                  <a:lnTo>
                    <a:pt x="113381" y="8712"/>
                  </a:lnTo>
                  <a:lnTo>
                    <a:pt x="108272" y="10522"/>
                  </a:lnTo>
                  <a:lnTo>
                    <a:pt x="103224" y="12497"/>
                  </a:lnTo>
                  <a:lnTo>
                    <a:pt x="98243" y="14634"/>
                  </a:lnTo>
                  <a:lnTo>
                    <a:pt x="93333" y="16932"/>
                  </a:lnTo>
                  <a:lnTo>
                    <a:pt x="88501" y="19388"/>
                  </a:lnTo>
                  <a:lnTo>
                    <a:pt x="83751" y="21999"/>
                  </a:lnTo>
                  <a:lnTo>
                    <a:pt x="79088" y="24763"/>
                  </a:lnTo>
                  <a:lnTo>
                    <a:pt x="74517" y="27676"/>
                  </a:lnTo>
                  <a:lnTo>
                    <a:pt x="70043" y="30736"/>
                  </a:lnTo>
                  <a:lnTo>
                    <a:pt x="65671" y="33940"/>
                  </a:lnTo>
                  <a:lnTo>
                    <a:pt x="61404" y="37284"/>
                  </a:lnTo>
                  <a:lnTo>
                    <a:pt x="57249" y="40764"/>
                  </a:lnTo>
                  <a:lnTo>
                    <a:pt x="53208" y="44377"/>
                  </a:lnTo>
                  <a:lnTo>
                    <a:pt x="49287" y="48119"/>
                  </a:lnTo>
                  <a:lnTo>
                    <a:pt x="45489" y="51987"/>
                  </a:lnTo>
                  <a:lnTo>
                    <a:pt x="41818" y="55975"/>
                  </a:lnTo>
                  <a:lnTo>
                    <a:pt x="38279" y="60081"/>
                  </a:lnTo>
                  <a:lnTo>
                    <a:pt x="34874" y="64299"/>
                  </a:lnTo>
                  <a:lnTo>
                    <a:pt x="31608" y="68625"/>
                  </a:lnTo>
                  <a:lnTo>
                    <a:pt x="28485" y="73055"/>
                  </a:lnTo>
                  <a:lnTo>
                    <a:pt x="25506" y="77584"/>
                  </a:lnTo>
                  <a:lnTo>
                    <a:pt x="22676" y="82207"/>
                  </a:lnTo>
                  <a:lnTo>
                    <a:pt x="19997" y="86919"/>
                  </a:lnTo>
                  <a:lnTo>
                    <a:pt x="17472" y="91716"/>
                  </a:lnTo>
                  <a:lnTo>
                    <a:pt x="15104" y="96592"/>
                  </a:lnTo>
                  <a:lnTo>
                    <a:pt x="12896" y="101542"/>
                  </a:lnTo>
                  <a:lnTo>
                    <a:pt x="10849" y="106561"/>
                  </a:lnTo>
                  <a:lnTo>
                    <a:pt x="8966" y="111644"/>
                  </a:lnTo>
                  <a:lnTo>
                    <a:pt x="7249" y="116785"/>
                  </a:lnTo>
                  <a:lnTo>
                    <a:pt x="5699" y="121980"/>
                  </a:lnTo>
                  <a:lnTo>
                    <a:pt x="4319" y="127221"/>
                  </a:lnTo>
                  <a:lnTo>
                    <a:pt x="3109" y="132505"/>
                  </a:lnTo>
                  <a:lnTo>
                    <a:pt x="2071" y="137825"/>
                  </a:lnTo>
                  <a:lnTo>
                    <a:pt x="1206" y="143176"/>
                  </a:lnTo>
                  <a:lnTo>
                    <a:pt x="516" y="148553"/>
                  </a:lnTo>
                  <a:lnTo>
                    <a:pt x="0" y="153949"/>
                  </a:lnTo>
                  <a:lnTo>
                    <a:pt x="1666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378614" y="5423705"/>
              <a:ext cx="166644" cy="13218"/>
            </a:xfrm>
            <a:custGeom>
              <a:avLst/>
              <a:pathLst>
                <a:path w="166644" h="13218">
                  <a:moveTo>
                    <a:pt x="0" y="0"/>
                  </a:moveTo>
                  <a:lnTo>
                    <a:pt x="166644" y="13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378614" y="5423705"/>
              <a:ext cx="166644" cy="13218"/>
            </a:xfrm>
            <a:custGeom>
              <a:avLst/>
              <a:pathLst>
                <a:path w="166644" h="13218">
                  <a:moveTo>
                    <a:pt x="0" y="0"/>
                  </a:moveTo>
                  <a:lnTo>
                    <a:pt x="166644" y="13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78614" y="5423705"/>
              <a:ext cx="166644" cy="13218"/>
            </a:xfrm>
            <a:custGeom>
              <a:avLst/>
              <a:pathLst>
                <a:path w="166644" h="13218">
                  <a:moveTo>
                    <a:pt x="0" y="0"/>
                  </a:moveTo>
                  <a:lnTo>
                    <a:pt x="166644" y="132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8614" y="5423705"/>
              <a:ext cx="166644" cy="13218"/>
            </a:xfrm>
            <a:custGeom>
              <a:avLst/>
              <a:pathLst>
                <a:path w="166644" h="13218">
                  <a:moveTo>
                    <a:pt x="0" y="0"/>
                  </a:moveTo>
                  <a:lnTo>
                    <a:pt x="166644" y="132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78091" y="5423705"/>
              <a:ext cx="167167" cy="39282"/>
            </a:xfrm>
            <a:custGeom>
              <a:avLst/>
              <a:pathLst>
                <a:path w="167167" h="39282">
                  <a:moveTo>
                    <a:pt x="523" y="0"/>
                  </a:moveTo>
                  <a:lnTo>
                    <a:pt x="132" y="6555"/>
                  </a:lnTo>
                  <a:lnTo>
                    <a:pt x="0" y="13120"/>
                  </a:lnTo>
                  <a:lnTo>
                    <a:pt x="125" y="19685"/>
                  </a:lnTo>
                  <a:lnTo>
                    <a:pt x="508" y="26241"/>
                  </a:lnTo>
                  <a:lnTo>
                    <a:pt x="1148" y="32776"/>
                  </a:lnTo>
                  <a:lnTo>
                    <a:pt x="2044" y="39282"/>
                  </a:lnTo>
                  <a:lnTo>
                    <a:pt x="167167" y="132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80135" y="5269756"/>
              <a:ext cx="332280" cy="334327"/>
            </a:xfrm>
            <a:custGeom>
              <a:avLst/>
              <a:pathLst>
                <a:path w="332280" h="334327">
                  <a:moveTo>
                    <a:pt x="0" y="193231"/>
                  </a:moveTo>
                  <a:lnTo>
                    <a:pt x="907" y="198441"/>
                  </a:lnTo>
                  <a:lnTo>
                    <a:pt x="1978" y="203620"/>
                  </a:lnTo>
                  <a:lnTo>
                    <a:pt x="3213" y="208762"/>
                  </a:lnTo>
                  <a:lnTo>
                    <a:pt x="4610" y="213863"/>
                  </a:lnTo>
                  <a:lnTo>
                    <a:pt x="6167" y="218917"/>
                  </a:lnTo>
                  <a:lnTo>
                    <a:pt x="7884" y="223919"/>
                  </a:lnTo>
                  <a:lnTo>
                    <a:pt x="9757" y="228865"/>
                  </a:lnTo>
                  <a:lnTo>
                    <a:pt x="11787" y="233748"/>
                  </a:lnTo>
                  <a:lnTo>
                    <a:pt x="13970" y="238565"/>
                  </a:lnTo>
                  <a:lnTo>
                    <a:pt x="16304" y="243311"/>
                  </a:lnTo>
                  <a:lnTo>
                    <a:pt x="18787" y="247980"/>
                  </a:lnTo>
                  <a:lnTo>
                    <a:pt x="21417" y="252569"/>
                  </a:lnTo>
                  <a:lnTo>
                    <a:pt x="24190" y="257072"/>
                  </a:lnTo>
                  <a:lnTo>
                    <a:pt x="27104" y="261485"/>
                  </a:lnTo>
                  <a:lnTo>
                    <a:pt x="30157" y="265804"/>
                  </a:lnTo>
                  <a:lnTo>
                    <a:pt x="33345" y="270024"/>
                  </a:lnTo>
                  <a:lnTo>
                    <a:pt x="36664" y="274141"/>
                  </a:lnTo>
                  <a:lnTo>
                    <a:pt x="40112" y="278151"/>
                  </a:lnTo>
                  <a:lnTo>
                    <a:pt x="43686" y="282049"/>
                  </a:lnTo>
                  <a:lnTo>
                    <a:pt x="47380" y="285833"/>
                  </a:lnTo>
                  <a:lnTo>
                    <a:pt x="51193" y="289498"/>
                  </a:lnTo>
                  <a:lnTo>
                    <a:pt x="55120" y="293041"/>
                  </a:lnTo>
                  <a:lnTo>
                    <a:pt x="59156" y="296458"/>
                  </a:lnTo>
                  <a:lnTo>
                    <a:pt x="63299" y="299745"/>
                  </a:lnTo>
                  <a:lnTo>
                    <a:pt x="67544" y="302900"/>
                  </a:lnTo>
                  <a:lnTo>
                    <a:pt x="71886" y="305918"/>
                  </a:lnTo>
                  <a:lnTo>
                    <a:pt x="76322" y="308798"/>
                  </a:lnTo>
                  <a:lnTo>
                    <a:pt x="80847" y="311536"/>
                  </a:lnTo>
                  <a:lnTo>
                    <a:pt x="85456" y="314130"/>
                  </a:lnTo>
                  <a:lnTo>
                    <a:pt x="90144" y="316576"/>
                  </a:lnTo>
                  <a:lnTo>
                    <a:pt x="94908" y="318873"/>
                  </a:lnTo>
                  <a:lnTo>
                    <a:pt x="99742" y="321019"/>
                  </a:lnTo>
                  <a:lnTo>
                    <a:pt x="104641" y="323010"/>
                  </a:lnTo>
                  <a:lnTo>
                    <a:pt x="109601" y="324845"/>
                  </a:lnTo>
                  <a:lnTo>
                    <a:pt x="114617" y="326522"/>
                  </a:lnTo>
                  <a:lnTo>
                    <a:pt x="119683" y="328040"/>
                  </a:lnTo>
                  <a:lnTo>
                    <a:pt x="124794" y="329397"/>
                  </a:lnTo>
                  <a:lnTo>
                    <a:pt x="129946" y="330592"/>
                  </a:lnTo>
                  <a:lnTo>
                    <a:pt x="135134" y="331622"/>
                  </a:lnTo>
                  <a:lnTo>
                    <a:pt x="140351" y="332489"/>
                  </a:lnTo>
                  <a:lnTo>
                    <a:pt x="145593" y="333190"/>
                  </a:lnTo>
                  <a:lnTo>
                    <a:pt x="150854" y="333724"/>
                  </a:lnTo>
                  <a:lnTo>
                    <a:pt x="156130" y="334092"/>
                  </a:lnTo>
                  <a:lnTo>
                    <a:pt x="161415" y="334293"/>
                  </a:lnTo>
                  <a:lnTo>
                    <a:pt x="166703" y="334327"/>
                  </a:lnTo>
                  <a:lnTo>
                    <a:pt x="171990" y="334193"/>
                  </a:lnTo>
                  <a:lnTo>
                    <a:pt x="177270" y="333892"/>
                  </a:lnTo>
                  <a:lnTo>
                    <a:pt x="182538" y="333425"/>
                  </a:lnTo>
                  <a:lnTo>
                    <a:pt x="187788" y="332791"/>
                  </a:lnTo>
                  <a:lnTo>
                    <a:pt x="193016" y="331991"/>
                  </a:lnTo>
                  <a:lnTo>
                    <a:pt x="198216" y="331026"/>
                  </a:lnTo>
                  <a:lnTo>
                    <a:pt x="203383" y="329897"/>
                  </a:lnTo>
                  <a:lnTo>
                    <a:pt x="208511" y="328605"/>
                  </a:lnTo>
                  <a:lnTo>
                    <a:pt x="213596" y="327152"/>
                  </a:lnTo>
                  <a:lnTo>
                    <a:pt x="218632" y="325539"/>
                  </a:lnTo>
                  <a:lnTo>
                    <a:pt x="223615" y="323767"/>
                  </a:lnTo>
                  <a:lnTo>
                    <a:pt x="228540" y="321838"/>
                  </a:lnTo>
                  <a:lnTo>
                    <a:pt x="233401" y="319755"/>
                  </a:lnTo>
                  <a:lnTo>
                    <a:pt x="238193" y="317519"/>
                  </a:lnTo>
                  <a:lnTo>
                    <a:pt x="242913" y="315132"/>
                  </a:lnTo>
                  <a:lnTo>
                    <a:pt x="247554" y="312597"/>
                  </a:lnTo>
                  <a:lnTo>
                    <a:pt x="252113" y="309917"/>
                  </a:lnTo>
                  <a:lnTo>
                    <a:pt x="256585" y="307094"/>
                  </a:lnTo>
                  <a:lnTo>
                    <a:pt x="260966" y="304131"/>
                  </a:lnTo>
                  <a:lnTo>
                    <a:pt x="265250" y="301030"/>
                  </a:lnTo>
                  <a:lnTo>
                    <a:pt x="269435" y="297796"/>
                  </a:lnTo>
                  <a:lnTo>
                    <a:pt x="273515" y="294431"/>
                  </a:lnTo>
                  <a:lnTo>
                    <a:pt x="277486" y="290939"/>
                  </a:lnTo>
                  <a:lnTo>
                    <a:pt x="281345" y="287322"/>
                  </a:lnTo>
                  <a:lnTo>
                    <a:pt x="285088" y="283586"/>
                  </a:lnTo>
                  <a:lnTo>
                    <a:pt x="288710" y="279733"/>
                  </a:lnTo>
                  <a:lnTo>
                    <a:pt x="292209" y="275767"/>
                  </a:lnTo>
                  <a:lnTo>
                    <a:pt x="295581" y="271693"/>
                  </a:lnTo>
                  <a:lnTo>
                    <a:pt x="298822" y="267514"/>
                  </a:lnTo>
                  <a:lnTo>
                    <a:pt x="301929" y="263234"/>
                  </a:lnTo>
                  <a:lnTo>
                    <a:pt x="304900" y="258859"/>
                  </a:lnTo>
                  <a:lnTo>
                    <a:pt x="307730" y="254391"/>
                  </a:lnTo>
                  <a:lnTo>
                    <a:pt x="310418" y="249836"/>
                  </a:lnTo>
                  <a:lnTo>
                    <a:pt x="312960" y="245199"/>
                  </a:lnTo>
                  <a:lnTo>
                    <a:pt x="315355" y="240484"/>
                  </a:lnTo>
                  <a:lnTo>
                    <a:pt x="317599" y="235695"/>
                  </a:lnTo>
                  <a:lnTo>
                    <a:pt x="319690" y="230837"/>
                  </a:lnTo>
                  <a:lnTo>
                    <a:pt x="321627" y="225916"/>
                  </a:lnTo>
                  <a:lnTo>
                    <a:pt x="323407" y="220936"/>
                  </a:lnTo>
                  <a:lnTo>
                    <a:pt x="325028" y="215902"/>
                  </a:lnTo>
                  <a:lnTo>
                    <a:pt x="326490" y="210820"/>
                  </a:lnTo>
                  <a:lnTo>
                    <a:pt x="327790" y="205693"/>
                  </a:lnTo>
                  <a:lnTo>
                    <a:pt x="328927" y="200528"/>
                  </a:lnTo>
                  <a:lnTo>
                    <a:pt x="329901" y="195330"/>
                  </a:lnTo>
                  <a:lnTo>
                    <a:pt x="330709" y="190104"/>
                  </a:lnTo>
                  <a:lnTo>
                    <a:pt x="331352" y="184854"/>
                  </a:lnTo>
                  <a:lnTo>
                    <a:pt x="331828" y="179587"/>
                  </a:lnTo>
                  <a:lnTo>
                    <a:pt x="332137" y="174308"/>
                  </a:lnTo>
                  <a:lnTo>
                    <a:pt x="332280" y="169021"/>
                  </a:lnTo>
                  <a:lnTo>
                    <a:pt x="332255" y="163733"/>
                  </a:lnTo>
                  <a:lnTo>
                    <a:pt x="332062" y="158447"/>
                  </a:lnTo>
                  <a:lnTo>
                    <a:pt x="331703" y="153171"/>
                  </a:lnTo>
                  <a:lnTo>
                    <a:pt x="331177" y="147909"/>
                  </a:lnTo>
                  <a:lnTo>
                    <a:pt x="330485" y="142666"/>
                  </a:lnTo>
                  <a:lnTo>
                    <a:pt x="329627" y="137447"/>
                  </a:lnTo>
                  <a:lnTo>
                    <a:pt x="328605" y="132258"/>
                  </a:lnTo>
                  <a:lnTo>
                    <a:pt x="327418" y="127104"/>
                  </a:lnTo>
                  <a:lnTo>
                    <a:pt x="326070" y="121991"/>
                  </a:lnTo>
                  <a:lnTo>
                    <a:pt x="324560" y="116922"/>
                  </a:lnTo>
                  <a:lnTo>
                    <a:pt x="322891" y="111904"/>
                  </a:lnTo>
                  <a:lnTo>
                    <a:pt x="321064" y="106941"/>
                  </a:lnTo>
                  <a:lnTo>
                    <a:pt x="319081" y="102038"/>
                  </a:lnTo>
                  <a:lnTo>
                    <a:pt x="316944" y="97201"/>
                  </a:lnTo>
                  <a:lnTo>
                    <a:pt x="314655" y="92433"/>
                  </a:lnTo>
                  <a:lnTo>
                    <a:pt x="312216" y="87741"/>
                  </a:lnTo>
                  <a:lnTo>
                    <a:pt x="309630" y="83127"/>
                  </a:lnTo>
                  <a:lnTo>
                    <a:pt x="306899" y="78598"/>
                  </a:lnTo>
                  <a:lnTo>
                    <a:pt x="304026" y="74158"/>
                  </a:lnTo>
                  <a:lnTo>
                    <a:pt x="301015" y="69811"/>
                  </a:lnTo>
                  <a:lnTo>
                    <a:pt x="297867" y="65561"/>
                  </a:lnTo>
                  <a:lnTo>
                    <a:pt x="294587" y="61412"/>
                  </a:lnTo>
                  <a:lnTo>
                    <a:pt x="291177" y="57370"/>
                  </a:lnTo>
                  <a:lnTo>
                    <a:pt x="287640" y="53438"/>
                  </a:lnTo>
                  <a:lnTo>
                    <a:pt x="283982" y="49619"/>
                  </a:lnTo>
                  <a:lnTo>
                    <a:pt x="280204" y="45918"/>
                  </a:lnTo>
                  <a:lnTo>
                    <a:pt x="276311" y="42338"/>
                  </a:lnTo>
                  <a:lnTo>
                    <a:pt x="272306" y="38884"/>
                  </a:lnTo>
                  <a:lnTo>
                    <a:pt x="268195" y="35557"/>
                  </a:lnTo>
                  <a:lnTo>
                    <a:pt x="263980" y="32363"/>
                  </a:lnTo>
                  <a:lnTo>
                    <a:pt x="259667" y="29303"/>
                  </a:lnTo>
                  <a:lnTo>
                    <a:pt x="255258" y="26382"/>
                  </a:lnTo>
                  <a:lnTo>
                    <a:pt x="250760" y="23601"/>
                  </a:lnTo>
                  <a:lnTo>
                    <a:pt x="246176" y="20964"/>
                  </a:lnTo>
                  <a:lnTo>
                    <a:pt x="241510" y="18473"/>
                  </a:lnTo>
                  <a:lnTo>
                    <a:pt x="236768" y="16131"/>
                  </a:lnTo>
                  <a:lnTo>
                    <a:pt x="231955" y="13940"/>
                  </a:lnTo>
                  <a:lnTo>
                    <a:pt x="227075" y="11903"/>
                  </a:lnTo>
                  <a:lnTo>
                    <a:pt x="222132" y="10021"/>
                  </a:lnTo>
                  <a:lnTo>
                    <a:pt x="217133" y="8296"/>
                  </a:lnTo>
                  <a:lnTo>
                    <a:pt x="212081" y="6731"/>
                  </a:lnTo>
                  <a:lnTo>
                    <a:pt x="206983" y="5325"/>
                  </a:lnTo>
                  <a:lnTo>
                    <a:pt x="201842" y="4082"/>
                  </a:lnTo>
                  <a:lnTo>
                    <a:pt x="196665" y="3002"/>
                  </a:lnTo>
                  <a:lnTo>
                    <a:pt x="191456" y="2087"/>
                  </a:lnTo>
                  <a:lnTo>
                    <a:pt x="186221" y="1336"/>
                  </a:lnTo>
                  <a:lnTo>
                    <a:pt x="180965" y="752"/>
                  </a:lnTo>
                  <a:lnTo>
                    <a:pt x="175693" y="334"/>
                  </a:lnTo>
                  <a:lnTo>
                    <a:pt x="170411" y="83"/>
                  </a:lnTo>
                  <a:lnTo>
                    <a:pt x="165123" y="0"/>
                  </a:lnTo>
                  <a:lnTo>
                    <a:pt x="1651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92625" y="5018213"/>
              <a:ext cx="128414" cy="167167"/>
            </a:xfrm>
            <a:custGeom>
              <a:avLst/>
              <a:pathLst>
                <a:path w="128414" h="167167">
                  <a:moveTo>
                    <a:pt x="128414" y="0"/>
                  </a:moveTo>
                  <a:lnTo>
                    <a:pt x="122782" y="94"/>
                  </a:lnTo>
                  <a:lnTo>
                    <a:pt x="117158" y="379"/>
                  </a:lnTo>
                  <a:lnTo>
                    <a:pt x="111546" y="853"/>
                  </a:lnTo>
                  <a:lnTo>
                    <a:pt x="105953" y="1515"/>
                  </a:lnTo>
                  <a:lnTo>
                    <a:pt x="100386" y="2366"/>
                  </a:lnTo>
                  <a:lnTo>
                    <a:pt x="94850" y="3404"/>
                  </a:lnTo>
                  <a:lnTo>
                    <a:pt x="89353" y="4627"/>
                  </a:lnTo>
                  <a:lnTo>
                    <a:pt x="83900" y="6035"/>
                  </a:lnTo>
                  <a:lnTo>
                    <a:pt x="78497" y="7626"/>
                  </a:lnTo>
                  <a:lnTo>
                    <a:pt x="73151" y="9398"/>
                  </a:lnTo>
                  <a:lnTo>
                    <a:pt x="67868" y="11349"/>
                  </a:lnTo>
                  <a:lnTo>
                    <a:pt x="62654" y="13477"/>
                  </a:lnTo>
                  <a:lnTo>
                    <a:pt x="57514" y="15779"/>
                  </a:lnTo>
                  <a:lnTo>
                    <a:pt x="52455" y="18254"/>
                  </a:lnTo>
                  <a:lnTo>
                    <a:pt x="47481" y="20897"/>
                  </a:lnTo>
                  <a:lnTo>
                    <a:pt x="42600" y="23706"/>
                  </a:lnTo>
                  <a:lnTo>
                    <a:pt x="37816" y="26678"/>
                  </a:lnTo>
                  <a:lnTo>
                    <a:pt x="33135" y="29810"/>
                  </a:lnTo>
                  <a:lnTo>
                    <a:pt x="28562" y="33097"/>
                  </a:lnTo>
                  <a:lnTo>
                    <a:pt x="24103" y="36537"/>
                  </a:lnTo>
                  <a:lnTo>
                    <a:pt x="19762" y="40125"/>
                  </a:lnTo>
                  <a:lnTo>
                    <a:pt x="15544" y="43857"/>
                  </a:lnTo>
                  <a:lnTo>
                    <a:pt x="11454" y="47729"/>
                  </a:lnTo>
                  <a:lnTo>
                    <a:pt x="7497" y="51736"/>
                  </a:lnTo>
                  <a:lnTo>
                    <a:pt x="3678" y="55875"/>
                  </a:lnTo>
                  <a:lnTo>
                    <a:pt x="0" y="60140"/>
                  </a:lnTo>
                  <a:lnTo>
                    <a:pt x="12841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92625" y="5078353"/>
              <a:ext cx="128414" cy="107027"/>
            </a:xfrm>
            <a:custGeom>
              <a:avLst/>
              <a:pathLst>
                <a:path w="128414" h="107027">
                  <a:moveTo>
                    <a:pt x="0" y="0"/>
                  </a:moveTo>
                  <a:lnTo>
                    <a:pt x="128414" y="10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92625" y="5078353"/>
              <a:ext cx="128414" cy="107027"/>
            </a:xfrm>
            <a:custGeom>
              <a:avLst/>
              <a:pathLst>
                <a:path w="128414" h="107027">
                  <a:moveTo>
                    <a:pt x="0" y="0"/>
                  </a:moveTo>
                  <a:lnTo>
                    <a:pt x="128414" y="107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92625" y="5078353"/>
              <a:ext cx="128414" cy="107027"/>
            </a:xfrm>
            <a:custGeom>
              <a:avLst/>
              <a:pathLst>
                <a:path w="128414" h="107027">
                  <a:moveTo>
                    <a:pt x="0" y="0"/>
                  </a:moveTo>
                  <a:lnTo>
                    <a:pt x="128414" y="107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84056" y="5078353"/>
              <a:ext cx="136982" cy="107027"/>
            </a:xfrm>
            <a:custGeom>
              <a:avLst/>
              <a:pathLst>
                <a:path w="136982" h="107027">
                  <a:moveTo>
                    <a:pt x="8568" y="0"/>
                  </a:moveTo>
                  <a:lnTo>
                    <a:pt x="0" y="11210"/>
                  </a:lnTo>
                  <a:lnTo>
                    <a:pt x="136982" y="107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3877" y="5018213"/>
              <a:ext cx="334314" cy="334332"/>
            </a:xfrm>
            <a:custGeom>
              <a:avLst/>
              <a:pathLst>
                <a:path w="334314" h="334332">
                  <a:moveTo>
                    <a:pt x="30179" y="71351"/>
                  </a:moveTo>
                  <a:lnTo>
                    <a:pt x="27212" y="75738"/>
                  </a:lnTo>
                  <a:lnTo>
                    <a:pt x="24386" y="80217"/>
                  </a:lnTo>
                  <a:lnTo>
                    <a:pt x="21703" y="84784"/>
                  </a:lnTo>
                  <a:lnTo>
                    <a:pt x="19167" y="89433"/>
                  </a:lnTo>
                  <a:lnTo>
                    <a:pt x="16778" y="94160"/>
                  </a:lnTo>
                  <a:lnTo>
                    <a:pt x="14541" y="98960"/>
                  </a:lnTo>
                  <a:lnTo>
                    <a:pt x="12457" y="103829"/>
                  </a:lnTo>
                  <a:lnTo>
                    <a:pt x="10528" y="108762"/>
                  </a:lnTo>
                  <a:lnTo>
                    <a:pt x="8757" y="113753"/>
                  </a:lnTo>
                  <a:lnTo>
                    <a:pt x="7144" y="118797"/>
                  </a:lnTo>
                  <a:lnTo>
                    <a:pt x="5692" y="123891"/>
                  </a:lnTo>
                  <a:lnTo>
                    <a:pt x="4403" y="129027"/>
                  </a:lnTo>
                  <a:lnTo>
                    <a:pt x="3276" y="134202"/>
                  </a:lnTo>
                  <a:lnTo>
                    <a:pt x="2314" y="139410"/>
                  </a:lnTo>
                  <a:lnTo>
                    <a:pt x="1518" y="144646"/>
                  </a:lnTo>
                  <a:lnTo>
                    <a:pt x="887" y="149905"/>
                  </a:lnTo>
                  <a:lnTo>
                    <a:pt x="424" y="155181"/>
                  </a:lnTo>
                  <a:lnTo>
                    <a:pt x="128" y="160469"/>
                  </a:lnTo>
                  <a:lnTo>
                    <a:pt x="0" y="165763"/>
                  </a:lnTo>
                  <a:lnTo>
                    <a:pt x="39" y="171059"/>
                  </a:lnTo>
                  <a:lnTo>
                    <a:pt x="246" y="176351"/>
                  </a:lnTo>
                  <a:lnTo>
                    <a:pt x="621" y="181634"/>
                  </a:lnTo>
                  <a:lnTo>
                    <a:pt x="1163" y="186903"/>
                  </a:lnTo>
                  <a:lnTo>
                    <a:pt x="1871" y="192151"/>
                  </a:lnTo>
                  <a:lnTo>
                    <a:pt x="2746" y="197375"/>
                  </a:lnTo>
                  <a:lnTo>
                    <a:pt x="3785" y="202568"/>
                  </a:lnTo>
                  <a:lnTo>
                    <a:pt x="4988" y="207725"/>
                  </a:lnTo>
                  <a:lnTo>
                    <a:pt x="6355" y="212842"/>
                  </a:lnTo>
                  <a:lnTo>
                    <a:pt x="7882" y="217913"/>
                  </a:lnTo>
                  <a:lnTo>
                    <a:pt x="9570" y="222934"/>
                  </a:lnTo>
                  <a:lnTo>
                    <a:pt x="11415" y="227898"/>
                  </a:lnTo>
                  <a:lnTo>
                    <a:pt x="13417" y="232801"/>
                  </a:lnTo>
                  <a:lnTo>
                    <a:pt x="15574" y="237638"/>
                  </a:lnTo>
                  <a:lnTo>
                    <a:pt x="17882" y="242405"/>
                  </a:lnTo>
                  <a:lnTo>
                    <a:pt x="20340" y="247096"/>
                  </a:lnTo>
                  <a:lnTo>
                    <a:pt x="22946" y="251707"/>
                  </a:lnTo>
                  <a:lnTo>
                    <a:pt x="25696" y="256233"/>
                  </a:lnTo>
                  <a:lnTo>
                    <a:pt x="28589" y="260669"/>
                  </a:lnTo>
                  <a:lnTo>
                    <a:pt x="31620" y="265012"/>
                  </a:lnTo>
                  <a:lnTo>
                    <a:pt x="34788" y="269257"/>
                  </a:lnTo>
                  <a:lnTo>
                    <a:pt x="38088" y="273399"/>
                  </a:lnTo>
                  <a:lnTo>
                    <a:pt x="41518" y="277434"/>
                  </a:lnTo>
                  <a:lnTo>
                    <a:pt x="45074" y="281359"/>
                  </a:lnTo>
                  <a:lnTo>
                    <a:pt x="48753" y="285169"/>
                  </a:lnTo>
                  <a:lnTo>
                    <a:pt x="52550" y="288861"/>
                  </a:lnTo>
                  <a:lnTo>
                    <a:pt x="56463" y="292430"/>
                  </a:lnTo>
                  <a:lnTo>
                    <a:pt x="60487" y="295874"/>
                  </a:lnTo>
                  <a:lnTo>
                    <a:pt x="64617" y="299189"/>
                  </a:lnTo>
                  <a:lnTo>
                    <a:pt x="68851" y="302371"/>
                  </a:lnTo>
                  <a:lnTo>
                    <a:pt x="73183" y="305417"/>
                  </a:lnTo>
                  <a:lnTo>
                    <a:pt x="77610" y="308325"/>
                  </a:lnTo>
                  <a:lnTo>
                    <a:pt x="82126" y="311091"/>
                  </a:lnTo>
                  <a:lnTo>
                    <a:pt x="86728" y="313712"/>
                  </a:lnTo>
                  <a:lnTo>
                    <a:pt x="91411" y="316187"/>
                  </a:lnTo>
                  <a:lnTo>
                    <a:pt x="96170" y="318511"/>
                  </a:lnTo>
                  <a:lnTo>
                    <a:pt x="100999" y="320684"/>
                  </a:lnTo>
                  <a:lnTo>
                    <a:pt x="105896" y="322703"/>
                  </a:lnTo>
                  <a:lnTo>
                    <a:pt x="110854" y="324566"/>
                  </a:lnTo>
                  <a:lnTo>
                    <a:pt x="115868" y="326271"/>
                  </a:lnTo>
                  <a:lnTo>
                    <a:pt x="120934" y="327816"/>
                  </a:lnTo>
                  <a:lnTo>
                    <a:pt x="126046" y="329199"/>
                  </a:lnTo>
                  <a:lnTo>
                    <a:pt x="131199" y="330420"/>
                  </a:lnTo>
                  <a:lnTo>
                    <a:pt x="136389" y="331478"/>
                  </a:lnTo>
                  <a:lnTo>
                    <a:pt x="141609" y="332370"/>
                  </a:lnTo>
                  <a:lnTo>
                    <a:pt x="146855" y="333097"/>
                  </a:lnTo>
                  <a:lnTo>
                    <a:pt x="152122" y="333657"/>
                  </a:lnTo>
                  <a:lnTo>
                    <a:pt x="157403" y="334049"/>
                  </a:lnTo>
                  <a:lnTo>
                    <a:pt x="162695" y="334275"/>
                  </a:lnTo>
                  <a:lnTo>
                    <a:pt x="167991" y="334332"/>
                  </a:lnTo>
                  <a:lnTo>
                    <a:pt x="173286" y="334222"/>
                  </a:lnTo>
                  <a:lnTo>
                    <a:pt x="178575" y="333944"/>
                  </a:lnTo>
                  <a:lnTo>
                    <a:pt x="183852" y="333499"/>
                  </a:lnTo>
                  <a:lnTo>
                    <a:pt x="189113" y="332887"/>
                  </a:lnTo>
                  <a:lnTo>
                    <a:pt x="194351" y="332108"/>
                  </a:lnTo>
                  <a:lnTo>
                    <a:pt x="199563" y="331164"/>
                  </a:lnTo>
                  <a:lnTo>
                    <a:pt x="204741" y="330055"/>
                  </a:lnTo>
                  <a:lnTo>
                    <a:pt x="209883" y="328783"/>
                  </a:lnTo>
                  <a:lnTo>
                    <a:pt x="214981" y="327349"/>
                  </a:lnTo>
                  <a:lnTo>
                    <a:pt x="220031" y="325754"/>
                  </a:lnTo>
                  <a:lnTo>
                    <a:pt x="225028" y="323999"/>
                  </a:lnTo>
                  <a:lnTo>
                    <a:pt x="229967" y="322087"/>
                  </a:lnTo>
                  <a:lnTo>
                    <a:pt x="234843" y="320020"/>
                  </a:lnTo>
                  <a:lnTo>
                    <a:pt x="239651" y="317799"/>
                  </a:lnTo>
                  <a:lnTo>
                    <a:pt x="244387" y="315427"/>
                  </a:lnTo>
                  <a:lnTo>
                    <a:pt x="249044" y="312907"/>
                  </a:lnTo>
                  <a:lnTo>
                    <a:pt x="253620" y="310240"/>
                  </a:lnTo>
                  <a:lnTo>
                    <a:pt x="258109" y="307429"/>
                  </a:lnTo>
                  <a:lnTo>
                    <a:pt x="262506" y="304478"/>
                  </a:lnTo>
                  <a:lnTo>
                    <a:pt x="266808" y="301388"/>
                  </a:lnTo>
                  <a:lnTo>
                    <a:pt x="271010" y="298164"/>
                  </a:lnTo>
                  <a:lnTo>
                    <a:pt x="275108" y="294809"/>
                  </a:lnTo>
                  <a:lnTo>
                    <a:pt x="279097" y="291325"/>
                  </a:lnTo>
                  <a:lnTo>
                    <a:pt x="282974" y="287717"/>
                  </a:lnTo>
                  <a:lnTo>
                    <a:pt x="286734" y="283988"/>
                  </a:lnTo>
                  <a:lnTo>
                    <a:pt x="290375" y="280141"/>
                  </a:lnTo>
                  <a:lnTo>
                    <a:pt x="293892" y="276182"/>
                  </a:lnTo>
                  <a:lnTo>
                    <a:pt x="297282" y="272112"/>
                  </a:lnTo>
                  <a:lnTo>
                    <a:pt x="300541" y="267938"/>
                  </a:lnTo>
                  <a:lnTo>
                    <a:pt x="303666" y="263662"/>
                  </a:lnTo>
                  <a:lnTo>
                    <a:pt x="306654" y="259289"/>
                  </a:lnTo>
                  <a:lnTo>
                    <a:pt x="309503" y="254824"/>
                  </a:lnTo>
                  <a:lnTo>
                    <a:pt x="312208" y="250271"/>
                  </a:lnTo>
                  <a:lnTo>
                    <a:pt x="314768" y="245635"/>
                  </a:lnTo>
                  <a:lnTo>
                    <a:pt x="317179" y="240919"/>
                  </a:lnTo>
                  <a:lnTo>
                    <a:pt x="319440" y="236130"/>
                  </a:lnTo>
                  <a:lnTo>
                    <a:pt x="321549" y="231272"/>
                  </a:lnTo>
                  <a:lnTo>
                    <a:pt x="323502" y="226349"/>
                  </a:lnTo>
                  <a:lnTo>
                    <a:pt x="325298" y="221367"/>
                  </a:lnTo>
                  <a:lnTo>
                    <a:pt x="326936" y="216330"/>
                  </a:lnTo>
                  <a:lnTo>
                    <a:pt x="328413" y="211244"/>
                  </a:lnTo>
                  <a:lnTo>
                    <a:pt x="329728" y="206114"/>
                  </a:lnTo>
                  <a:lnTo>
                    <a:pt x="330880" y="200944"/>
                  </a:lnTo>
                  <a:lnTo>
                    <a:pt x="331868" y="195741"/>
                  </a:lnTo>
                  <a:lnTo>
                    <a:pt x="332691" y="190509"/>
                  </a:lnTo>
                  <a:lnTo>
                    <a:pt x="333347" y="185254"/>
                  </a:lnTo>
                  <a:lnTo>
                    <a:pt x="333837" y="179981"/>
                  </a:lnTo>
                  <a:lnTo>
                    <a:pt x="334159" y="174694"/>
                  </a:lnTo>
                  <a:lnTo>
                    <a:pt x="334314" y="169400"/>
                  </a:lnTo>
                  <a:lnTo>
                    <a:pt x="334300" y="164104"/>
                  </a:lnTo>
                  <a:lnTo>
                    <a:pt x="334120" y="158811"/>
                  </a:lnTo>
                  <a:lnTo>
                    <a:pt x="333771" y="153526"/>
                  </a:lnTo>
                  <a:lnTo>
                    <a:pt x="333255" y="148255"/>
                  </a:lnTo>
                  <a:lnTo>
                    <a:pt x="332573" y="143003"/>
                  </a:lnTo>
                  <a:lnTo>
                    <a:pt x="331724" y="137776"/>
                  </a:lnTo>
                  <a:lnTo>
                    <a:pt x="330711" y="132577"/>
                  </a:lnTo>
                  <a:lnTo>
                    <a:pt x="329533" y="127414"/>
                  </a:lnTo>
                  <a:lnTo>
                    <a:pt x="328192" y="122290"/>
                  </a:lnTo>
                  <a:lnTo>
                    <a:pt x="326690" y="117212"/>
                  </a:lnTo>
                  <a:lnTo>
                    <a:pt x="325027" y="112183"/>
                  </a:lnTo>
                  <a:lnTo>
                    <a:pt x="323206" y="107210"/>
                  </a:lnTo>
                  <a:lnTo>
                    <a:pt x="321229" y="102297"/>
                  </a:lnTo>
                  <a:lnTo>
                    <a:pt x="319096" y="97449"/>
                  </a:lnTo>
                  <a:lnTo>
                    <a:pt x="316812" y="92671"/>
                  </a:lnTo>
                  <a:lnTo>
                    <a:pt x="314377" y="87968"/>
                  </a:lnTo>
                  <a:lnTo>
                    <a:pt x="311794" y="83344"/>
                  </a:lnTo>
                  <a:lnTo>
                    <a:pt x="309066" y="78804"/>
                  </a:lnTo>
                  <a:lnTo>
                    <a:pt x="306196" y="74353"/>
                  </a:lnTo>
                  <a:lnTo>
                    <a:pt x="303186" y="69996"/>
                  </a:lnTo>
                  <a:lnTo>
                    <a:pt x="300039" y="65735"/>
                  </a:lnTo>
                  <a:lnTo>
                    <a:pt x="296759" y="61577"/>
                  </a:lnTo>
                  <a:lnTo>
                    <a:pt x="293349" y="57525"/>
                  </a:lnTo>
                  <a:lnTo>
                    <a:pt x="289813" y="53582"/>
                  </a:lnTo>
                  <a:lnTo>
                    <a:pt x="286153" y="49754"/>
                  </a:lnTo>
                  <a:lnTo>
                    <a:pt x="282374" y="46043"/>
                  </a:lnTo>
                  <a:lnTo>
                    <a:pt x="278479" y="42455"/>
                  </a:lnTo>
                  <a:lnTo>
                    <a:pt x="274473" y="38991"/>
                  </a:lnTo>
                  <a:lnTo>
                    <a:pt x="270359" y="35656"/>
                  </a:lnTo>
                  <a:lnTo>
                    <a:pt x="266141" y="32453"/>
                  </a:lnTo>
                  <a:lnTo>
                    <a:pt x="261824" y="29385"/>
                  </a:lnTo>
                  <a:lnTo>
                    <a:pt x="257412" y="26455"/>
                  </a:lnTo>
                  <a:lnTo>
                    <a:pt x="252909" y="23667"/>
                  </a:lnTo>
                  <a:lnTo>
                    <a:pt x="248320" y="21023"/>
                  </a:lnTo>
                  <a:lnTo>
                    <a:pt x="243650" y="18525"/>
                  </a:lnTo>
                  <a:lnTo>
                    <a:pt x="238903" y="16177"/>
                  </a:lnTo>
                  <a:lnTo>
                    <a:pt x="234084" y="13980"/>
                  </a:lnTo>
                  <a:lnTo>
                    <a:pt x="229198" y="11937"/>
                  </a:lnTo>
                  <a:lnTo>
                    <a:pt x="224249" y="10049"/>
                  </a:lnTo>
                  <a:lnTo>
                    <a:pt x="219243" y="8320"/>
                  </a:lnTo>
                  <a:lnTo>
                    <a:pt x="214185" y="6750"/>
                  </a:lnTo>
                  <a:lnTo>
                    <a:pt x="209080" y="5341"/>
                  </a:lnTo>
                  <a:lnTo>
                    <a:pt x="203933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256078" y="4659281"/>
              <a:ext cx="334323" cy="334327"/>
            </a:xfrm>
            <a:custGeom>
              <a:avLst/>
              <a:pathLst>
                <a:path w="334323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20" y="761"/>
                  </a:lnTo>
                  <a:lnTo>
                    <a:pt x="145933" y="1352"/>
                  </a:lnTo>
                  <a:lnTo>
                    <a:pt x="140668" y="2111"/>
                  </a:lnTo>
                  <a:lnTo>
                    <a:pt x="135429" y="3038"/>
                  </a:lnTo>
                  <a:lnTo>
                    <a:pt x="130222" y="4131"/>
                  </a:lnTo>
                  <a:lnTo>
                    <a:pt x="125053" y="5388"/>
                  </a:lnTo>
                  <a:lnTo>
                    <a:pt x="119927" y="6810"/>
                  </a:lnTo>
                  <a:lnTo>
                    <a:pt x="114848" y="8394"/>
                  </a:lnTo>
                  <a:lnTo>
                    <a:pt x="109823" y="10139"/>
                  </a:lnTo>
                  <a:lnTo>
                    <a:pt x="104855" y="12043"/>
                  </a:lnTo>
                  <a:lnTo>
                    <a:pt x="99950" y="14104"/>
                  </a:lnTo>
                  <a:lnTo>
                    <a:pt x="95114" y="16320"/>
                  </a:lnTo>
                  <a:lnTo>
                    <a:pt x="90351" y="18688"/>
                  </a:lnTo>
                  <a:lnTo>
                    <a:pt x="85665" y="21208"/>
                  </a:lnTo>
                  <a:lnTo>
                    <a:pt x="81062" y="23875"/>
                  </a:lnTo>
                  <a:lnTo>
                    <a:pt x="76546" y="26687"/>
                  </a:lnTo>
                  <a:lnTo>
                    <a:pt x="72122" y="29641"/>
                  </a:lnTo>
                  <a:lnTo>
                    <a:pt x="67794" y="32735"/>
                  </a:lnTo>
                  <a:lnTo>
                    <a:pt x="63566" y="35964"/>
                  </a:lnTo>
                  <a:lnTo>
                    <a:pt x="59444" y="39327"/>
                  </a:lnTo>
                  <a:lnTo>
                    <a:pt x="55431" y="42819"/>
                  </a:lnTo>
                  <a:lnTo>
                    <a:pt x="51531" y="46437"/>
                  </a:lnTo>
                  <a:lnTo>
                    <a:pt x="47747" y="50178"/>
                  </a:lnTo>
                  <a:lnTo>
                    <a:pt x="44085" y="54036"/>
                  </a:lnTo>
                  <a:lnTo>
                    <a:pt x="40548" y="58010"/>
                  </a:lnTo>
                  <a:lnTo>
                    <a:pt x="37139" y="62094"/>
                  </a:lnTo>
                  <a:lnTo>
                    <a:pt x="33861" y="66284"/>
                  </a:lnTo>
                  <a:lnTo>
                    <a:pt x="30718" y="70577"/>
                  </a:lnTo>
                  <a:lnTo>
                    <a:pt x="27714" y="74967"/>
                  </a:lnTo>
                  <a:lnTo>
                    <a:pt x="24851" y="79451"/>
                  </a:lnTo>
                  <a:lnTo>
                    <a:pt x="22132" y="84023"/>
                  </a:lnTo>
                  <a:lnTo>
                    <a:pt x="19560" y="88680"/>
                  </a:lnTo>
                  <a:lnTo>
                    <a:pt x="17137" y="93416"/>
                  </a:lnTo>
                  <a:lnTo>
                    <a:pt x="14866" y="98227"/>
                  </a:lnTo>
                  <a:lnTo>
                    <a:pt x="12750" y="103108"/>
                  </a:lnTo>
                  <a:lnTo>
                    <a:pt x="10789" y="108054"/>
                  </a:lnTo>
                  <a:lnTo>
                    <a:pt x="8988" y="113059"/>
                  </a:lnTo>
                  <a:lnTo>
                    <a:pt x="7346" y="118119"/>
                  </a:lnTo>
                  <a:lnTo>
                    <a:pt x="5866" y="123229"/>
                  </a:lnTo>
                  <a:lnTo>
                    <a:pt x="4550" y="128384"/>
                  </a:lnTo>
                  <a:lnTo>
                    <a:pt x="3398" y="133578"/>
                  </a:lnTo>
                  <a:lnTo>
                    <a:pt x="2412" y="138805"/>
                  </a:lnTo>
                  <a:lnTo>
                    <a:pt x="1593" y="144062"/>
                  </a:lnTo>
                  <a:lnTo>
                    <a:pt x="942" y="149342"/>
                  </a:lnTo>
                  <a:lnTo>
                    <a:pt x="459" y="154640"/>
                  </a:lnTo>
                  <a:lnTo>
                    <a:pt x="145" y="159950"/>
                  </a:lnTo>
                  <a:lnTo>
                    <a:pt x="0" y="165268"/>
                  </a:lnTo>
                  <a:lnTo>
                    <a:pt x="24" y="170588"/>
                  </a:lnTo>
                  <a:lnTo>
                    <a:pt x="217" y="175905"/>
                  </a:lnTo>
                  <a:lnTo>
                    <a:pt x="580" y="181212"/>
                  </a:lnTo>
                  <a:lnTo>
                    <a:pt x="1111" y="186505"/>
                  </a:lnTo>
                  <a:lnTo>
                    <a:pt x="1810" y="191779"/>
                  </a:lnTo>
                  <a:lnTo>
                    <a:pt x="2677" y="197028"/>
                  </a:lnTo>
                  <a:lnTo>
                    <a:pt x="3711" y="202247"/>
                  </a:lnTo>
                  <a:lnTo>
                    <a:pt x="4910" y="207430"/>
                  </a:lnTo>
                  <a:lnTo>
                    <a:pt x="6273" y="212572"/>
                  </a:lnTo>
                  <a:lnTo>
                    <a:pt x="7799" y="217668"/>
                  </a:lnTo>
                  <a:lnTo>
                    <a:pt x="9487" y="222713"/>
                  </a:lnTo>
                  <a:lnTo>
                    <a:pt x="11334" y="227702"/>
                  </a:lnTo>
                  <a:lnTo>
                    <a:pt x="13340" y="232630"/>
                  </a:lnTo>
                  <a:lnTo>
                    <a:pt x="15500" y="237491"/>
                  </a:lnTo>
                  <a:lnTo>
                    <a:pt x="17815" y="242281"/>
                  </a:lnTo>
                  <a:lnTo>
                    <a:pt x="20281" y="246995"/>
                  </a:lnTo>
                  <a:lnTo>
                    <a:pt x="22895" y="251628"/>
                  </a:lnTo>
                  <a:lnTo>
                    <a:pt x="25656" y="256176"/>
                  </a:lnTo>
                  <a:lnTo>
                    <a:pt x="28560" y="260633"/>
                  </a:lnTo>
                  <a:lnTo>
                    <a:pt x="31604" y="264996"/>
                  </a:lnTo>
                  <a:lnTo>
                    <a:pt x="34786" y="269260"/>
                  </a:lnTo>
                  <a:lnTo>
                    <a:pt x="38101" y="273420"/>
                  </a:lnTo>
                  <a:lnTo>
                    <a:pt x="41547" y="277473"/>
                  </a:lnTo>
                  <a:lnTo>
                    <a:pt x="45121" y="281414"/>
                  </a:lnTo>
                  <a:lnTo>
                    <a:pt x="48818" y="285239"/>
                  </a:lnTo>
                  <a:lnTo>
                    <a:pt x="52635" y="288945"/>
                  </a:lnTo>
                  <a:lnTo>
                    <a:pt x="56568" y="292527"/>
                  </a:lnTo>
                  <a:lnTo>
                    <a:pt x="60613" y="295983"/>
                  </a:lnTo>
                  <a:lnTo>
                    <a:pt x="64766" y="299308"/>
                  </a:lnTo>
                  <a:lnTo>
                    <a:pt x="69022" y="302499"/>
                  </a:lnTo>
                  <a:lnTo>
                    <a:pt x="73378" y="305553"/>
                  </a:lnTo>
                  <a:lnTo>
                    <a:pt x="77829" y="308467"/>
                  </a:lnTo>
                  <a:lnTo>
                    <a:pt x="82371" y="311238"/>
                  </a:lnTo>
                  <a:lnTo>
                    <a:pt x="86998" y="313863"/>
                  </a:lnTo>
                  <a:lnTo>
                    <a:pt x="91706" y="316339"/>
                  </a:lnTo>
                  <a:lnTo>
                    <a:pt x="96491" y="318664"/>
                  </a:lnTo>
                  <a:lnTo>
                    <a:pt x="101348" y="320836"/>
                  </a:lnTo>
                  <a:lnTo>
                    <a:pt x="106271" y="322852"/>
                  </a:lnTo>
                  <a:lnTo>
                    <a:pt x="111255" y="324711"/>
                  </a:lnTo>
                  <a:lnTo>
                    <a:pt x="116297" y="326410"/>
                  </a:lnTo>
                  <a:lnTo>
                    <a:pt x="121390" y="327947"/>
                  </a:lnTo>
                  <a:lnTo>
                    <a:pt x="126529" y="329322"/>
                  </a:lnTo>
                  <a:lnTo>
                    <a:pt x="131709" y="330533"/>
                  </a:lnTo>
                  <a:lnTo>
                    <a:pt x="136925" y="331578"/>
                  </a:lnTo>
                  <a:lnTo>
                    <a:pt x="142172" y="332457"/>
                  </a:lnTo>
                  <a:lnTo>
                    <a:pt x="147444" y="333168"/>
                  </a:lnTo>
                  <a:lnTo>
                    <a:pt x="152736" y="333711"/>
                  </a:lnTo>
                  <a:lnTo>
                    <a:pt x="158043" y="334086"/>
                  </a:lnTo>
                  <a:lnTo>
                    <a:pt x="163359" y="334291"/>
                  </a:lnTo>
                  <a:lnTo>
                    <a:pt x="168679" y="334327"/>
                  </a:lnTo>
                  <a:lnTo>
                    <a:pt x="173997" y="334194"/>
                  </a:lnTo>
                  <a:lnTo>
                    <a:pt x="179309" y="333892"/>
                  </a:lnTo>
                  <a:lnTo>
                    <a:pt x="184608" y="333421"/>
                  </a:lnTo>
                  <a:lnTo>
                    <a:pt x="189889" y="332781"/>
                  </a:lnTo>
                  <a:lnTo>
                    <a:pt x="195147" y="331974"/>
                  </a:lnTo>
                  <a:lnTo>
                    <a:pt x="200377" y="331000"/>
                  </a:lnTo>
                  <a:lnTo>
                    <a:pt x="205574" y="329860"/>
                  </a:lnTo>
                  <a:lnTo>
                    <a:pt x="210731" y="328555"/>
                  </a:lnTo>
                  <a:lnTo>
                    <a:pt x="215844" y="327087"/>
                  </a:lnTo>
                  <a:lnTo>
                    <a:pt x="220908" y="325457"/>
                  </a:lnTo>
                  <a:lnTo>
                    <a:pt x="225918" y="323666"/>
                  </a:lnTo>
                  <a:lnTo>
                    <a:pt x="230868" y="321717"/>
                  </a:lnTo>
                  <a:lnTo>
                    <a:pt x="235753" y="319612"/>
                  </a:lnTo>
                  <a:lnTo>
                    <a:pt x="240569" y="317352"/>
                  </a:lnTo>
                  <a:lnTo>
                    <a:pt x="245311" y="314940"/>
                  </a:lnTo>
                  <a:lnTo>
                    <a:pt x="249974" y="312378"/>
                  </a:lnTo>
                  <a:lnTo>
                    <a:pt x="254552" y="309669"/>
                  </a:lnTo>
                  <a:lnTo>
                    <a:pt x="259042" y="306816"/>
                  </a:lnTo>
                  <a:lnTo>
                    <a:pt x="263440" y="303821"/>
                  </a:lnTo>
                  <a:lnTo>
                    <a:pt x="267739" y="300689"/>
                  </a:lnTo>
                  <a:lnTo>
                    <a:pt x="271937" y="297420"/>
                  </a:lnTo>
                  <a:lnTo>
                    <a:pt x="276028" y="294020"/>
                  </a:lnTo>
                  <a:lnTo>
                    <a:pt x="280010" y="290492"/>
                  </a:lnTo>
                  <a:lnTo>
                    <a:pt x="283877" y="286838"/>
                  </a:lnTo>
                  <a:lnTo>
                    <a:pt x="287626" y="283064"/>
                  </a:lnTo>
                  <a:lnTo>
                    <a:pt x="291252" y="279172"/>
                  </a:lnTo>
                  <a:lnTo>
                    <a:pt x="294754" y="275166"/>
                  </a:lnTo>
                  <a:lnTo>
                    <a:pt x="298125" y="271051"/>
                  </a:lnTo>
                  <a:lnTo>
                    <a:pt x="301365" y="266831"/>
                  </a:lnTo>
                  <a:lnTo>
                    <a:pt x="304468" y="262510"/>
                  </a:lnTo>
                  <a:lnTo>
                    <a:pt x="307432" y="258093"/>
                  </a:lnTo>
                  <a:lnTo>
                    <a:pt x="310255" y="253583"/>
                  </a:lnTo>
                  <a:lnTo>
                    <a:pt x="312932" y="248986"/>
                  </a:lnTo>
                  <a:lnTo>
                    <a:pt x="315462" y="244306"/>
                  </a:lnTo>
                  <a:lnTo>
                    <a:pt x="317841" y="239548"/>
                  </a:lnTo>
                  <a:lnTo>
                    <a:pt x="320068" y="234717"/>
                  </a:lnTo>
                  <a:lnTo>
                    <a:pt x="322140" y="229817"/>
                  </a:lnTo>
                  <a:lnTo>
                    <a:pt x="324055" y="224853"/>
                  </a:lnTo>
                  <a:lnTo>
                    <a:pt x="325811" y="219832"/>
                  </a:lnTo>
                  <a:lnTo>
                    <a:pt x="327406" y="214757"/>
                  </a:lnTo>
                  <a:lnTo>
                    <a:pt x="328840" y="209633"/>
                  </a:lnTo>
                  <a:lnTo>
                    <a:pt x="330109" y="204467"/>
                  </a:lnTo>
                  <a:lnTo>
                    <a:pt x="331213" y="199263"/>
                  </a:lnTo>
                  <a:lnTo>
                    <a:pt x="332152" y="194027"/>
                  </a:lnTo>
                  <a:lnTo>
                    <a:pt x="332923" y="188763"/>
                  </a:lnTo>
                  <a:lnTo>
                    <a:pt x="333526" y="183477"/>
                  </a:lnTo>
                  <a:lnTo>
                    <a:pt x="333961" y="178175"/>
                  </a:lnTo>
                  <a:lnTo>
                    <a:pt x="334227" y="172862"/>
                  </a:lnTo>
                  <a:lnTo>
                    <a:pt x="334323" y="167543"/>
                  </a:lnTo>
                  <a:lnTo>
                    <a:pt x="334250" y="162223"/>
                  </a:lnTo>
                  <a:lnTo>
                    <a:pt x="334009" y="156909"/>
                  </a:lnTo>
                  <a:lnTo>
                    <a:pt x="333598" y="15160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810887"/>
              <a:ext cx="166441" cy="15562"/>
            </a:xfrm>
            <a:custGeom>
              <a:avLst/>
              <a:pathLst>
                <a:path w="166441" h="15562">
                  <a:moveTo>
                    <a:pt x="166441" y="0"/>
                  </a:moveTo>
                  <a:lnTo>
                    <a:pt x="0" y="155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810887"/>
              <a:ext cx="166441" cy="15562"/>
            </a:xfrm>
            <a:custGeom>
              <a:avLst/>
              <a:pathLst>
                <a:path w="166441" h="15562">
                  <a:moveTo>
                    <a:pt x="166441" y="0"/>
                  </a:moveTo>
                  <a:lnTo>
                    <a:pt x="0" y="155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737493"/>
              <a:ext cx="166441" cy="88956"/>
            </a:xfrm>
            <a:custGeom>
              <a:avLst/>
              <a:pathLst>
                <a:path w="166441" h="88956">
                  <a:moveTo>
                    <a:pt x="166441" y="73394"/>
                  </a:moveTo>
                  <a:lnTo>
                    <a:pt x="165773" y="67414"/>
                  </a:lnTo>
                  <a:lnTo>
                    <a:pt x="164891" y="61463"/>
                  </a:lnTo>
                  <a:lnTo>
                    <a:pt x="163795" y="55547"/>
                  </a:lnTo>
                  <a:lnTo>
                    <a:pt x="162486" y="49675"/>
                  </a:lnTo>
                  <a:lnTo>
                    <a:pt x="160968" y="43854"/>
                  </a:lnTo>
                  <a:lnTo>
                    <a:pt x="159240" y="38090"/>
                  </a:lnTo>
                  <a:lnTo>
                    <a:pt x="157307" y="32393"/>
                  </a:lnTo>
                  <a:lnTo>
                    <a:pt x="155170" y="26769"/>
                  </a:lnTo>
                  <a:lnTo>
                    <a:pt x="152831" y="21226"/>
                  </a:lnTo>
                  <a:lnTo>
                    <a:pt x="150295" y="15770"/>
                  </a:lnTo>
                  <a:lnTo>
                    <a:pt x="147564" y="10409"/>
                  </a:lnTo>
                  <a:lnTo>
                    <a:pt x="144642" y="5150"/>
                  </a:lnTo>
                  <a:lnTo>
                    <a:pt x="141533" y="0"/>
                  </a:lnTo>
                  <a:lnTo>
                    <a:pt x="0" y="889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141533" cy="167167"/>
            </a:xfrm>
            <a:custGeom>
              <a:avLst/>
              <a:pathLst>
                <a:path w="141533" h="167167">
                  <a:moveTo>
                    <a:pt x="141533" y="78211"/>
                  </a:moveTo>
                  <a:lnTo>
                    <a:pt x="138561" y="73649"/>
                  </a:lnTo>
                  <a:lnTo>
                    <a:pt x="135442" y="69186"/>
                  </a:lnTo>
                  <a:lnTo>
                    <a:pt x="132180" y="64828"/>
                  </a:lnTo>
                  <a:lnTo>
                    <a:pt x="128777" y="60578"/>
                  </a:lnTo>
                  <a:lnTo>
                    <a:pt x="125238" y="56441"/>
                  </a:lnTo>
                  <a:lnTo>
                    <a:pt x="121566" y="52421"/>
                  </a:lnTo>
                  <a:lnTo>
                    <a:pt x="117765" y="48523"/>
                  </a:lnTo>
                  <a:lnTo>
                    <a:pt x="113839" y="44751"/>
                  </a:lnTo>
                  <a:lnTo>
                    <a:pt x="109792" y="41109"/>
                  </a:lnTo>
                  <a:lnTo>
                    <a:pt x="105629" y="37601"/>
                  </a:lnTo>
                  <a:lnTo>
                    <a:pt x="101353" y="34230"/>
                  </a:lnTo>
                  <a:lnTo>
                    <a:pt x="96971" y="31000"/>
                  </a:lnTo>
                  <a:lnTo>
                    <a:pt x="92485" y="27914"/>
                  </a:lnTo>
                  <a:lnTo>
                    <a:pt x="87901" y="24976"/>
                  </a:lnTo>
                  <a:lnTo>
                    <a:pt x="83224" y="22189"/>
                  </a:lnTo>
                  <a:lnTo>
                    <a:pt x="78459" y="19556"/>
                  </a:lnTo>
                  <a:lnTo>
                    <a:pt x="73611" y="17079"/>
                  </a:lnTo>
                  <a:lnTo>
                    <a:pt x="68684" y="14762"/>
                  </a:lnTo>
                  <a:lnTo>
                    <a:pt x="63685" y="12606"/>
                  </a:lnTo>
                  <a:lnTo>
                    <a:pt x="58618" y="10614"/>
                  </a:lnTo>
                  <a:lnTo>
                    <a:pt x="53489" y="8788"/>
                  </a:lnTo>
                  <a:lnTo>
                    <a:pt x="48303" y="7130"/>
                  </a:lnTo>
                  <a:lnTo>
                    <a:pt x="43066" y="5642"/>
                  </a:lnTo>
                  <a:lnTo>
                    <a:pt x="37783" y="4325"/>
                  </a:lnTo>
                  <a:lnTo>
                    <a:pt x="32460" y="3181"/>
                  </a:lnTo>
                  <a:lnTo>
                    <a:pt x="27103" y="2211"/>
                  </a:lnTo>
                  <a:lnTo>
                    <a:pt x="21717" y="1416"/>
                  </a:lnTo>
                  <a:lnTo>
                    <a:pt x="16307" y="797"/>
                  </a:lnTo>
                  <a:lnTo>
                    <a:pt x="10881" y="354"/>
                  </a:lnTo>
                  <a:lnTo>
                    <a:pt x="5443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561310" y="4213821"/>
              <a:ext cx="167161" cy="268679"/>
            </a:xfrm>
            <a:custGeom>
              <a:avLst/>
              <a:pathLst>
                <a:path w="167161" h="268679">
                  <a:moveTo>
                    <a:pt x="167161" y="0"/>
                  </a:moveTo>
                  <a:lnTo>
                    <a:pt x="161776" y="86"/>
                  </a:lnTo>
                  <a:lnTo>
                    <a:pt x="156396" y="347"/>
                  </a:lnTo>
                  <a:lnTo>
                    <a:pt x="151027" y="780"/>
                  </a:lnTo>
                  <a:lnTo>
                    <a:pt x="145674" y="1386"/>
                  </a:lnTo>
                  <a:lnTo>
                    <a:pt x="140345" y="2164"/>
                  </a:lnTo>
                  <a:lnTo>
                    <a:pt x="135043" y="3114"/>
                  </a:lnTo>
                  <a:lnTo>
                    <a:pt x="129774" y="4234"/>
                  </a:lnTo>
                  <a:lnTo>
                    <a:pt x="124544" y="5523"/>
                  </a:lnTo>
                  <a:lnTo>
                    <a:pt x="119358" y="6980"/>
                  </a:lnTo>
                  <a:lnTo>
                    <a:pt x="114222" y="8603"/>
                  </a:lnTo>
                  <a:lnTo>
                    <a:pt x="109141" y="10391"/>
                  </a:lnTo>
                  <a:lnTo>
                    <a:pt x="104121" y="12342"/>
                  </a:lnTo>
                  <a:lnTo>
                    <a:pt x="99165" y="14453"/>
                  </a:lnTo>
                  <a:lnTo>
                    <a:pt x="94280" y="16723"/>
                  </a:lnTo>
                  <a:lnTo>
                    <a:pt x="89471" y="19149"/>
                  </a:lnTo>
                  <a:lnTo>
                    <a:pt x="84743" y="21729"/>
                  </a:lnTo>
                  <a:lnTo>
                    <a:pt x="80100" y="24460"/>
                  </a:lnTo>
                  <a:lnTo>
                    <a:pt x="75548" y="27339"/>
                  </a:lnTo>
                  <a:lnTo>
                    <a:pt x="71090" y="30363"/>
                  </a:lnTo>
                  <a:lnTo>
                    <a:pt x="66733" y="33529"/>
                  </a:lnTo>
                  <a:lnTo>
                    <a:pt x="62479" y="36834"/>
                  </a:lnTo>
                  <a:lnTo>
                    <a:pt x="58335" y="40274"/>
                  </a:lnTo>
                  <a:lnTo>
                    <a:pt x="54303" y="43846"/>
                  </a:lnTo>
                  <a:lnTo>
                    <a:pt x="50389" y="47546"/>
                  </a:lnTo>
                  <a:lnTo>
                    <a:pt x="46595" y="51371"/>
                  </a:lnTo>
                  <a:lnTo>
                    <a:pt x="42927" y="55315"/>
                  </a:lnTo>
                  <a:lnTo>
                    <a:pt x="39388" y="59376"/>
                  </a:lnTo>
                  <a:lnTo>
                    <a:pt x="35982" y="63548"/>
                  </a:lnTo>
                  <a:lnTo>
                    <a:pt x="32711" y="67828"/>
                  </a:lnTo>
                  <a:lnTo>
                    <a:pt x="29581" y="72211"/>
                  </a:lnTo>
                  <a:lnTo>
                    <a:pt x="26593" y="76693"/>
                  </a:lnTo>
                  <a:lnTo>
                    <a:pt x="23751" y="81269"/>
                  </a:lnTo>
                  <a:lnTo>
                    <a:pt x="21058" y="85934"/>
                  </a:lnTo>
                  <a:lnTo>
                    <a:pt x="18517" y="90683"/>
                  </a:lnTo>
                  <a:lnTo>
                    <a:pt x="16130" y="95512"/>
                  </a:lnTo>
                  <a:lnTo>
                    <a:pt x="13900" y="100415"/>
                  </a:lnTo>
                  <a:lnTo>
                    <a:pt x="11829" y="105387"/>
                  </a:lnTo>
                  <a:lnTo>
                    <a:pt x="9919" y="110424"/>
                  </a:lnTo>
                  <a:lnTo>
                    <a:pt x="8173" y="115519"/>
                  </a:lnTo>
                  <a:lnTo>
                    <a:pt x="6591" y="120668"/>
                  </a:lnTo>
                  <a:lnTo>
                    <a:pt x="5176" y="125865"/>
                  </a:lnTo>
                  <a:lnTo>
                    <a:pt x="3930" y="131106"/>
                  </a:lnTo>
                  <a:lnTo>
                    <a:pt x="2853" y="136383"/>
                  </a:lnTo>
                  <a:lnTo>
                    <a:pt x="1946" y="141693"/>
                  </a:lnTo>
                  <a:lnTo>
                    <a:pt x="1211" y="147029"/>
                  </a:lnTo>
                  <a:lnTo>
                    <a:pt x="649" y="152386"/>
                  </a:lnTo>
                  <a:lnTo>
                    <a:pt x="259" y="157758"/>
                  </a:lnTo>
                  <a:lnTo>
                    <a:pt x="42" y="163140"/>
                  </a:lnTo>
                  <a:lnTo>
                    <a:pt x="0" y="168526"/>
                  </a:lnTo>
                  <a:lnTo>
                    <a:pt x="130" y="173911"/>
                  </a:lnTo>
                  <a:lnTo>
                    <a:pt x="434" y="179289"/>
                  </a:lnTo>
                  <a:lnTo>
                    <a:pt x="911" y="184654"/>
                  </a:lnTo>
                  <a:lnTo>
                    <a:pt x="1561" y="190001"/>
                  </a:lnTo>
                  <a:lnTo>
                    <a:pt x="2382" y="195325"/>
                  </a:lnTo>
                  <a:lnTo>
                    <a:pt x="3375" y="200619"/>
                  </a:lnTo>
                  <a:lnTo>
                    <a:pt x="4538" y="205878"/>
                  </a:lnTo>
                  <a:lnTo>
                    <a:pt x="5870" y="211097"/>
                  </a:lnTo>
                  <a:lnTo>
                    <a:pt x="7369" y="216271"/>
                  </a:lnTo>
                  <a:lnTo>
                    <a:pt x="9034" y="221394"/>
                  </a:lnTo>
                  <a:lnTo>
                    <a:pt x="10863" y="226460"/>
                  </a:lnTo>
                  <a:lnTo>
                    <a:pt x="12854" y="231465"/>
                  </a:lnTo>
                  <a:lnTo>
                    <a:pt x="15006" y="236403"/>
                  </a:lnTo>
                  <a:lnTo>
                    <a:pt x="17315" y="241269"/>
                  </a:lnTo>
                  <a:lnTo>
                    <a:pt x="19781" y="246058"/>
                  </a:lnTo>
                  <a:lnTo>
                    <a:pt x="22399" y="250765"/>
                  </a:lnTo>
                  <a:lnTo>
                    <a:pt x="25167" y="255386"/>
                  </a:lnTo>
                  <a:lnTo>
                    <a:pt x="28083" y="259915"/>
                  </a:lnTo>
                  <a:lnTo>
                    <a:pt x="31143" y="264347"/>
                  </a:lnTo>
                  <a:lnTo>
                    <a:pt x="34345" y="26867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595655" y="4380988"/>
              <a:ext cx="132816" cy="101512"/>
            </a:xfrm>
            <a:custGeom>
              <a:avLst/>
              <a:pathLst>
                <a:path w="132816" h="101512">
                  <a:moveTo>
                    <a:pt x="0" y="101512"/>
                  </a:moveTo>
                  <a:lnTo>
                    <a:pt x="1328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595655" y="4380988"/>
              <a:ext cx="132816" cy="133350"/>
            </a:xfrm>
            <a:custGeom>
              <a:avLst/>
              <a:pathLst>
                <a:path w="132816" h="133350">
                  <a:moveTo>
                    <a:pt x="0" y="101512"/>
                  </a:moveTo>
                  <a:lnTo>
                    <a:pt x="4026" y="106574"/>
                  </a:lnTo>
                  <a:lnTo>
                    <a:pt x="8246" y="111477"/>
                  </a:lnTo>
                  <a:lnTo>
                    <a:pt x="12652" y="116213"/>
                  </a:lnTo>
                  <a:lnTo>
                    <a:pt x="17238" y="120775"/>
                  </a:lnTo>
                  <a:lnTo>
                    <a:pt x="21997" y="125156"/>
                  </a:lnTo>
                  <a:lnTo>
                    <a:pt x="26922" y="129350"/>
                  </a:lnTo>
                  <a:lnTo>
                    <a:pt x="32006" y="133350"/>
                  </a:lnTo>
                  <a:lnTo>
                    <a:pt x="13281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627662" y="4213821"/>
              <a:ext cx="267967" cy="334325"/>
            </a:xfrm>
            <a:custGeom>
              <a:avLst/>
              <a:pathLst>
                <a:path w="267967" h="334325">
                  <a:moveTo>
                    <a:pt x="0" y="300517"/>
                  </a:moveTo>
                  <a:lnTo>
                    <a:pt x="4296" y="303659"/>
                  </a:lnTo>
                  <a:lnTo>
                    <a:pt x="8690" y="306662"/>
                  </a:lnTo>
                  <a:lnTo>
                    <a:pt x="13177" y="309524"/>
                  </a:lnTo>
                  <a:lnTo>
                    <a:pt x="17753" y="312242"/>
                  </a:lnTo>
                  <a:lnTo>
                    <a:pt x="22414" y="314812"/>
                  </a:lnTo>
                  <a:lnTo>
                    <a:pt x="27154" y="317233"/>
                  </a:lnTo>
                  <a:lnTo>
                    <a:pt x="31968" y="319502"/>
                  </a:lnTo>
                  <a:lnTo>
                    <a:pt x="36853" y="321616"/>
                  </a:lnTo>
                  <a:lnTo>
                    <a:pt x="41802" y="323574"/>
                  </a:lnTo>
                  <a:lnTo>
                    <a:pt x="46811" y="325373"/>
                  </a:lnTo>
                  <a:lnTo>
                    <a:pt x="51874" y="327012"/>
                  </a:lnTo>
                  <a:lnTo>
                    <a:pt x="56988" y="328488"/>
                  </a:lnTo>
                  <a:lnTo>
                    <a:pt x="62146" y="329802"/>
                  </a:lnTo>
                  <a:lnTo>
                    <a:pt x="67342" y="330950"/>
                  </a:lnTo>
                  <a:lnTo>
                    <a:pt x="72573" y="331932"/>
                  </a:lnTo>
                  <a:lnTo>
                    <a:pt x="77833" y="332748"/>
                  </a:lnTo>
                  <a:lnTo>
                    <a:pt x="83116" y="333395"/>
                  </a:lnTo>
                  <a:lnTo>
                    <a:pt x="88416" y="333874"/>
                  </a:lnTo>
                  <a:lnTo>
                    <a:pt x="93730" y="334184"/>
                  </a:lnTo>
                  <a:lnTo>
                    <a:pt x="99050" y="334325"/>
                  </a:lnTo>
                  <a:lnTo>
                    <a:pt x="104372" y="334296"/>
                  </a:lnTo>
                  <a:lnTo>
                    <a:pt x="109691" y="334098"/>
                  </a:lnTo>
                  <a:lnTo>
                    <a:pt x="115001" y="333731"/>
                  </a:lnTo>
                  <a:lnTo>
                    <a:pt x="120296" y="333195"/>
                  </a:lnTo>
                  <a:lnTo>
                    <a:pt x="125571" y="332490"/>
                  </a:lnTo>
                  <a:lnTo>
                    <a:pt x="130822" y="331618"/>
                  </a:lnTo>
                  <a:lnTo>
                    <a:pt x="136042" y="330579"/>
                  </a:lnTo>
                  <a:lnTo>
                    <a:pt x="141226" y="329375"/>
                  </a:lnTo>
                  <a:lnTo>
                    <a:pt x="146369" y="328006"/>
                  </a:lnTo>
                  <a:lnTo>
                    <a:pt x="151466" y="326474"/>
                  </a:lnTo>
                  <a:lnTo>
                    <a:pt x="156512" y="324781"/>
                  </a:lnTo>
                  <a:lnTo>
                    <a:pt x="161501" y="322928"/>
                  </a:lnTo>
                  <a:lnTo>
                    <a:pt x="166429" y="320917"/>
                  </a:lnTo>
                  <a:lnTo>
                    <a:pt x="171290" y="318750"/>
                  </a:lnTo>
                  <a:lnTo>
                    <a:pt x="176080" y="316429"/>
                  </a:lnTo>
                  <a:lnTo>
                    <a:pt x="180794" y="313958"/>
                  </a:lnTo>
                  <a:lnTo>
                    <a:pt x="185426" y="311337"/>
                  </a:lnTo>
                  <a:lnTo>
                    <a:pt x="189973" y="308570"/>
                  </a:lnTo>
                  <a:lnTo>
                    <a:pt x="194429" y="305660"/>
                  </a:lnTo>
                  <a:lnTo>
                    <a:pt x="198790" y="302610"/>
                  </a:lnTo>
                  <a:lnTo>
                    <a:pt x="203052" y="299422"/>
                  </a:lnTo>
                  <a:lnTo>
                    <a:pt x="207211" y="296100"/>
                  </a:lnTo>
                  <a:lnTo>
                    <a:pt x="211261" y="292647"/>
                  </a:lnTo>
                  <a:lnTo>
                    <a:pt x="215200" y="289068"/>
                  </a:lnTo>
                  <a:lnTo>
                    <a:pt x="219022" y="285364"/>
                  </a:lnTo>
                  <a:lnTo>
                    <a:pt x="222725" y="281541"/>
                  </a:lnTo>
                  <a:lnTo>
                    <a:pt x="226305" y="277602"/>
                  </a:lnTo>
                  <a:lnTo>
                    <a:pt x="229757" y="273551"/>
                  </a:lnTo>
                  <a:lnTo>
                    <a:pt x="233078" y="269392"/>
                  </a:lnTo>
                  <a:lnTo>
                    <a:pt x="236265" y="265130"/>
                  </a:lnTo>
                  <a:lnTo>
                    <a:pt x="239315" y="260768"/>
                  </a:lnTo>
                  <a:lnTo>
                    <a:pt x="242224" y="256311"/>
                  </a:lnTo>
                  <a:lnTo>
                    <a:pt x="244991" y="251764"/>
                  </a:lnTo>
                  <a:lnTo>
                    <a:pt x="247611" y="247132"/>
                  </a:lnTo>
                  <a:lnTo>
                    <a:pt x="250082" y="242418"/>
                  </a:lnTo>
                  <a:lnTo>
                    <a:pt x="252402" y="237628"/>
                  </a:lnTo>
                  <a:lnTo>
                    <a:pt x="254568" y="232766"/>
                  </a:lnTo>
                  <a:lnTo>
                    <a:pt x="256578" y="227838"/>
                  </a:lnTo>
                  <a:lnTo>
                    <a:pt x="258431" y="222849"/>
                  </a:lnTo>
                  <a:lnTo>
                    <a:pt x="260123" y="217803"/>
                  </a:lnTo>
                  <a:lnTo>
                    <a:pt x="261655" y="212705"/>
                  </a:lnTo>
                  <a:lnTo>
                    <a:pt x="263023" y="207562"/>
                  </a:lnTo>
                  <a:lnTo>
                    <a:pt x="264227" y="202377"/>
                  </a:lnTo>
                  <a:lnTo>
                    <a:pt x="265265" y="197157"/>
                  </a:lnTo>
                  <a:lnTo>
                    <a:pt x="266136" y="191907"/>
                  </a:lnTo>
                  <a:lnTo>
                    <a:pt x="266840" y="186631"/>
                  </a:lnTo>
                  <a:lnTo>
                    <a:pt x="267375" y="181336"/>
                  </a:lnTo>
                  <a:lnTo>
                    <a:pt x="267742" y="176026"/>
                  </a:lnTo>
                  <a:lnTo>
                    <a:pt x="267939" y="170708"/>
                  </a:lnTo>
                  <a:lnTo>
                    <a:pt x="267967" y="165385"/>
                  </a:lnTo>
                  <a:lnTo>
                    <a:pt x="267826" y="160065"/>
                  </a:lnTo>
                  <a:lnTo>
                    <a:pt x="267515" y="154752"/>
                  </a:lnTo>
                  <a:lnTo>
                    <a:pt x="267035" y="149451"/>
                  </a:lnTo>
                  <a:lnTo>
                    <a:pt x="266387" y="144168"/>
                  </a:lnTo>
                  <a:lnTo>
                    <a:pt x="265571" y="138909"/>
                  </a:lnTo>
                  <a:lnTo>
                    <a:pt x="264588" y="133678"/>
                  </a:lnTo>
                  <a:lnTo>
                    <a:pt x="263439" y="128481"/>
                  </a:lnTo>
                  <a:lnTo>
                    <a:pt x="262125" y="123324"/>
                  </a:lnTo>
                  <a:lnTo>
                    <a:pt x="260648" y="118211"/>
                  </a:lnTo>
                  <a:lnTo>
                    <a:pt x="259008" y="113147"/>
                  </a:lnTo>
                  <a:lnTo>
                    <a:pt x="257208" y="108139"/>
                  </a:lnTo>
                  <a:lnTo>
                    <a:pt x="255250" y="103190"/>
                  </a:lnTo>
                  <a:lnTo>
                    <a:pt x="253135" y="98306"/>
                  </a:lnTo>
                  <a:lnTo>
                    <a:pt x="250866" y="93491"/>
                  </a:lnTo>
                  <a:lnTo>
                    <a:pt x="248444" y="88752"/>
                  </a:lnTo>
                  <a:lnTo>
                    <a:pt x="245873" y="84092"/>
                  </a:lnTo>
                  <a:lnTo>
                    <a:pt x="243155" y="79516"/>
                  </a:lnTo>
                  <a:lnTo>
                    <a:pt x="240292" y="75029"/>
                  </a:lnTo>
                  <a:lnTo>
                    <a:pt x="237289" y="70635"/>
                  </a:lnTo>
                  <a:lnTo>
                    <a:pt x="234146" y="66339"/>
                  </a:lnTo>
                  <a:lnTo>
                    <a:pt x="230869" y="62146"/>
                  </a:lnTo>
                  <a:lnTo>
                    <a:pt x="227460" y="58059"/>
                  </a:lnTo>
                  <a:lnTo>
                    <a:pt x="223922" y="54082"/>
                  </a:lnTo>
                  <a:lnTo>
                    <a:pt x="220260" y="50220"/>
                  </a:lnTo>
                  <a:lnTo>
                    <a:pt x="216476" y="46477"/>
                  </a:lnTo>
                  <a:lnTo>
                    <a:pt x="212576" y="42856"/>
                  </a:lnTo>
                  <a:lnTo>
                    <a:pt x="208562" y="39361"/>
                  </a:lnTo>
                  <a:lnTo>
                    <a:pt x="204439" y="35995"/>
                  </a:lnTo>
                  <a:lnTo>
                    <a:pt x="200210" y="32763"/>
                  </a:lnTo>
                  <a:lnTo>
                    <a:pt x="195881" y="29667"/>
                  </a:lnTo>
                  <a:lnTo>
                    <a:pt x="191456" y="26710"/>
                  </a:lnTo>
                  <a:lnTo>
                    <a:pt x="186939" y="23895"/>
                  </a:lnTo>
                  <a:lnTo>
                    <a:pt x="182334" y="21226"/>
                  </a:lnTo>
                  <a:lnTo>
                    <a:pt x="177647" y="18705"/>
                  </a:lnTo>
                  <a:lnTo>
                    <a:pt x="172882" y="16334"/>
                  </a:lnTo>
                  <a:lnTo>
                    <a:pt x="168044" y="14116"/>
                  </a:lnTo>
                  <a:lnTo>
                    <a:pt x="163137" y="12053"/>
                  </a:lnTo>
                  <a:lnTo>
                    <a:pt x="158168" y="10148"/>
                  </a:lnTo>
                  <a:lnTo>
                    <a:pt x="153140" y="8402"/>
                  </a:lnTo>
                  <a:lnTo>
                    <a:pt x="148059" y="6816"/>
                  </a:lnTo>
                  <a:lnTo>
                    <a:pt x="142931" y="5393"/>
                  </a:lnTo>
                  <a:lnTo>
                    <a:pt x="137759" y="4134"/>
                  </a:lnTo>
                  <a:lnTo>
                    <a:pt x="132551" y="3041"/>
                  </a:lnTo>
                  <a:lnTo>
                    <a:pt x="127310" y="2113"/>
                  </a:lnTo>
                  <a:lnTo>
                    <a:pt x="122042" y="1353"/>
                  </a:lnTo>
                  <a:lnTo>
                    <a:pt x="116753" y="762"/>
                  </a:lnTo>
                  <a:lnTo>
                    <a:pt x="111447" y="338"/>
                  </a:lnTo>
                  <a:lnTo>
                    <a:pt x="106131" y="84"/>
                  </a:lnTo>
                  <a:lnTo>
                    <a:pt x="100809" y="0"/>
                  </a:lnTo>
                  <a:lnTo>
                    <a:pt x="10080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751864" y="3707720"/>
              <a:ext cx="209038" cy="334334"/>
            </a:xfrm>
            <a:custGeom>
              <a:avLst/>
              <a:pathLst>
                <a:path w="209038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8" y="2099"/>
                  </a:lnTo>
                  <a:lnTo>
                    <a:pt x="135515" y="3019"/>
                  </a:lnTo>
                  <a:lnTo>
                    <a:pt x="130324" y="4105"/>
                  </a:lnTo>
                  <a:lnTo>
                    <a:pt x="125170" y="5356"/>
                  </a:lnTo>
                  <a:lnTo>
                    <a:pt x="120058" y="6769"/>
                  </a:lnTo>
                  <a:lnTo>
                    <a:pt x="114993" y="8343"/>
                  </a:lnTo>
                  <a:lnTo>
                    <a:pt x="109981" y="10078"/>
                  </a:lnTo>
                  <a:lnTo>
                    <a:pt x="105027" y="11970"/>
                  </a:lnTo>
                  <a:lnTo>
                    <a:pt x="100135" y="14019"/>
                  </a:lnTo>
                  <a:lnTo>
                    <a:pt x="95310" y="16222"/>
                  </a:lnTo>
                  <a:lnTo>
                    <a:pt x="90558" y="18576"/>
                  </a:lnTo>
                  <a:lnTo>
                    <a:pt x="85883" y="21081"/>
                  </a:lnTo>
                  <a:lnTo>
                    <a:pt x="81289" y="23732"/>
                  </a:lnTo>
                  <a:lnTo>
                    <a:pt x="76783" y="26528"/>
                  </a:lnTo>
                  <a:lnTo>
                    <a:pt x="72367" y="29465"/>
                  </a:lnTo>
                  <a:lnTo>
                    <a:pt x="68046" y="32541"/>
                  </a:lnTo>
                  <a:lnTo>
                    <a:pt x="63825" y="35753"/>
                  </a:lnTo>
                  <a:lnTo>
                    <a:pt x="59708" y="39097"/>
                  </a:lnTo>
                  <a:lnTo>
                    <a:pt x="55700" y="42569"/>
                  </a:lnTo>
                  <a:lnTo>
                    <a:pt x="51803" y="46167"/>
                  </a:lnTo>
                  <a:lnTo>
                    <a:pt x="48023" y="49887"/>
                  </a:lnTo>
                  <a:lnTo>
                    <a:pt x="44362" y="53725"/>
                  </a:lnTo>
                  <a:lnTo>
                    <a:pt x="40826" y="57677"/>
                  </a:lnTo>
                  <a:lnTo>
                    <a:pt x="37416" y="61740"/>
                  </a:lnTo>
                  <a:lnTo>
                    <a:pt x="34137" y="65908"/>
                  </a:lnTo>
                  <a:lnTo>
                    <a:pt x="30991" y="70179"/>
                  </a:lnTo>
                  <a:lnTo>
                    <a:pt x="27983" y="74547"/>
                  </a:lnTo>
                  <a:lnTo>
                    <a:pt x="25115" y="79008"/>
                  </a:lnTo>
                  <a:lnTo>
                    <a:pt x="22390" y="83558"/>
                  </a:lnTo>
                  <a:lnTo>
                    <a:pt x="19811" y="88192"/>
                  </a:lnTo>
                  <a:lnTo>
                    <a:pt x="17379" y="92906"/>
                  </a:lnTo>
                  <a:lnTo>
                    <a:pt x="15099" y="97694"/>
                  </a:lnTo>
                  <a:lnTo>
                    <a:pt x="12972" y="102552"/>
                  </a:lnTo>
                  <a:lnTo>
                    <a:pt x="11000" y="107476"/>
                  </a:lnTo>
                  <a:lnTo>
                    <a:pt x="9185" y="112459"/>
                  </a:lnTo>
                  <a:lnTo>
                    <a:pt x="7529" y="117498"/>
                  </a:lnTo>
                  <a:lnTo>
                    <a:pt x="6033" y="122586"/>
                  </a:lnTo>
                  <a:lnTo>
                    <a:pt x="4700" y="127719"/>
                  </a:lnTo>
                  <a:lnTo>
                    <a:pt x="3531" y="132893"/>
                  </a:lnTo>
                  <a:lnTo>
                    <a:pt x="2526" y="138100"/>
                  </a:lnTo>
                  <a:lnTo>
                    <a:pt x="1686" y="143337"/>
                  </a:lnTo>
                  <a:lnTo>
                    <a:pt x="1014" y="148598"/>
                  </a:lnTo>
                  <a:lnTo>
                    <a:pt x="508" y="153877"/>
                  </a:lnTo>
                  <a:lnTo>
                    <a:pt x="171" y="159170"/>
                  </a:lnTo>
                  <a:lnTo>
                    <a:pt x="1" y="164471"/>
                  </a:lnTo>
                  <a:lnTo>
                    <a:pt x="0" y="169775"/>
                  </a:lnTo>
                  <a:lnTo>
                    <a:pt x="166" y="175076"/>
                  </a:lnTo>
                  <a:lnTo>
                    <a:pt x="501" y="180369"/>
                  </a:lnTo>
                  <a:lnTo>
                    <a:pt x="1004" y="185649"/>
                  </a:lnTo>
                  <a:lnTo>
                    <a:pt x="1674" y="190910"/>
                  </a:lnTo>
                  <a:lnTo>
                    <a:pt x="2510" y="196147"/>
                  </a:lnTo>
                  <a:lnTo>
                    <a:pt x="3513" y="201355"/>
                  </a:lnTo>
                  <a:lnTo>
                    <a:pt x="4679" y="206529"/>
                  </a:lnTo>
                  <a:lnTo>
                    <a:pt x="6010" y="211663"/>
                  </a:lnTo>
                  <a:lnTo>
                    <a:pt x="7502" y="216752"/>
                  </a:lnTo>
                  <a:lnTo>
                    <a:pt x="9156" y="221792"/>
                  </a:lnTo>
                  <a:lnTo>
                    <a:pt x="10968" y="226776"/>
                  </a:lnTo>
                  <a:lnTo>
                    <a:pt x="12938" y="231700"/>
                  </a:lnTo>
                  <a:lnTo>
                    <a:pt x="15063" y="236560"/>
                  </a:lnTo>
                  <a:lnTo>
                    <a:pt x="17340" y="241349"/>
                  </a:lnTo>
                  <a:lnTo>
                    <a:pt x="19769" y="246064"/>
                  </a:lnTo>
                  <a:lnTo>
                    <a:pt x="22346" y="250700"/>
                  </a:lnTo>
                  <a:lnTo>
                    <a:pt x="25069" y="255251"/>
                  </a:lnTo>
                  <a:lnTo>
                    <a:pt x="27935" y="259714"/>
                  </a:lnTo>
                  <a:lnTo>
                    <a:pt x="30940" y="264084"/>
                  </a:lnTo>
                  <a:lnTo>
                    <a:pt x="34083" y="268356"/>
                  </a:lnTo>
                  <a:lnTo>
                    <a:pt x="37360" y="272526"/>
                  </a:lnTo>
                  <a:lnTo>
                    <a:pt x="40768" y="276590"/>
                  </a:lnTo>
                  <a:lnTo>
                    <a:pt x="44303" y="280544"/>
                  </a:lnTo>
                  <a:lnTo>
                    <a:pt x="47961" y="284384"/>
                  </a:lnTo>
                  <a:lnTo>
                    <a:pt x="51740" y="288106"/>
                  </a:lnTo>
                  <a:lnTo>
                    <a:pt x="55634" y="291706"/>
                  </a:lnTo>
                  <a:lnTo>
                    <a:pt x="59641" y="295181"/>
                  </a:lnTo>
                  <a:lnTo>
                    <a:pt x="63756" y="298527"/>
                  </a:lnTo>
                  <a:lnTo>
                    <a:pt x="67975" y="301740"/>
                  </a:lnTo>
                  <a:lnTo>
                    <a:pt x="72294" y="304819"/>
                  </a:lnTo>
                  <a:lnTo>
                    <a:pt x="76709" y="307758"/>
                  </a:lnTo>
                  <a:lnTo>
                    <a:pt x="81214" y="310556"/>
                  </a:lnTo>
                  <a:lnTo>
                    <a:pt x="85806" y="313210"/>
                  </a:lnTo>
                  <a:lnTo>
                    <a:pt x="90480" y="315717"/>
                  </a:lnTo>
                  <a:lnTo>
                    <a:pt x="95231" y="318074"/>
                  </a:lnTo>
                  <a:lnTo>
                    <a:pt x="100054" y="320280"/>
                  </a:lnTo>
                  <a:lnTo>
                    <a:pt x="104945" y="322331"/>
                  </a:lnTo>
                  <a:lnTo>
                    <a:pt x="109899" y="324226"/>
                  </a:lnTo>
                  <a:lnTo>
                    <a:pt x="114910" y="325963"/>
                  </a:lnTo>
                  <a:lnTo>
                    <a:pt x="119973" y="327540"/>
                  </a:lnTo>
                  <a:lnTo>
                    <a:pt x="125085" y="328956"/>
                  </a:lnTo>
                  <a:lnTo>
                    <a:pt x="130238" y="330209"/>
                  </a:lnTo>
                  <a:lnTo>
                    <a:pt x="135429" y="331298"/>
                  </a:lnTo>
                  <a:lnTo>
                    <a:pt x="140651" y="332221"/>
                  </a:lnTo>
                  <a:lnTo>
                    <a:pt x="145901" y="332979"/>
                  </a:lnTo>
                  <a:lnTo>
                    <a:pt x="151171" y="333569"/>
                  </a:lnTo>
                  <a:lnTo>
                    <a:pt x="156458" y="333992"/>
                  </a:lnTo>
                  <a:lnTo>
                    <a:pt x="161756" y="334247"/>
                  </a:lnTo>
                  <a:lnTo>
                    <a:pt x="167059" y="334334"/>
                  </a:lnTo>
                  <a:lnTo>
                    <a:pt x="172362" y="334253"/>
                  </a:lnTo>
                  <a:lnTo>
                    <a:pt x="177659" y="334003"/>
                  </a:lnTo>
                  <a:lnTo>
                    <a:pt x="182947" y="333586"/>
                  </a:lnTo>
                  <a:lnTo>
                    <a:pt x="188218" y="333001"/>
                  </a:lnTo>
                  <a:lnTo>
                    <a:pt x="193468" y="332249"/>
                  </a:lnTo>
                  <a:lnTo>
                    <a:pt x="198692" y="331331"/>
                  </a:lnTo>
                  <a:lnTo>
                    <a:pt x="203883" y="330248"/>
                  </a:lnTo>
                  <a:lnTo>
                    <a:pt x="209038" y="32900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167167" cy="329000"/>
            </a:xfrm>
            <a:custGeom>
              <a:avLst/>
              <a:pathLst>
                <a:path w="167167" h="329000">
                  <a:moveTo>
                    <a:pt x="41891" y="329000"/>
                  </a:moveTo>
                  <a:lnTo>
                    <a:pt x="47062" y="327573"/>
                  </a:lnTo>
                  <a:lnTo>
                    <a:pt x="52185" y="325980"/>
                  </a:lnTo>
                  <a:lnTo>
                    <a:pt x="57254" y="324224"/>
                  </a:lnTo>
                  <a:lnTo>
                    <a:pt x="62264" y="322306"/>
                  </a:lnTo>
                  <a:lnTo>
                    <a:pt x="67210" y="320228"/>
                  </a:lnTo>
                  <a:lnTo>
                    <a:pt x="72086" y="317993"/>
                  </a:lnTo>
                  <a:lnTo>
                    <a:pt x="76889" y="315602"/>
                  </a:lnTo>
                  <a:lnTo>
                    <a:pt x="81612" y="313059"/>
                  </a:lnTo>
                  <a:lnTo>
                    <a:pt x="86251" y="310365"/>
                  </a:lnTo>
                  <a:lnTo>
                    <a:pt x="90801" y="307524"/>
                  </a:lnTo>
                  <a:lnTo>
                    <a:pt x="95258" y="304538"/>
                  </a:lnTo>
                  <a:lnTo>
                    <a:pt x="99617" y="301410"/>
                  </a:lnTo>
                  <a:lnTo>
                    <a:pt x="103873" y="298145"/>
                  </a:lnTo>
                  <a:lnTo>
                    <a:pt x="108022" y="294745"/>
                  </a:lnTo>
                  <a:lnTo>
                    <a:pt x="112060" y="291213"/>
                  </a:lnTo>
                  <a:lnTo>
                    <a:pt x="115983" y="287553"/>
                  </a:lnTo>
                  <a:lnTo>
                    <a:pt x="119786" y="283770"/>
                  </a:lnTo>
                  <a:lnTo>
                    <a:pt x="123465" y="279866"/>
                  </a:lnTo>
                  <a:lnTo>
                    <a:pt x="127018" y="275847"/>
                  </a:lnTo>
                  <a:lnTo>
                    <a:pt x="130440" y="271715"/>
                  </a:lnTo>
                  <a:lnTo>
                    <a:pt x="133727" y="267476"/>
                  </a:lnTo>
                  <a:lnTo>
                    <a:pt x="136877" y="263133"/>
                  </a:lnTo>
                  <a:lnTo>
                    <a:pt x="139886" y="258692"/>
                  </a:lnTo>
                  <a:lnTo>
                    <a:pt x="142750" y="254156"/>
                  </a:lnTo>
                  <a:lnTo>
                    <a:pt x="145468" y="249531"/>
                  </a:lnTo>
                  <a:lnTo>
                    <a:pt x="148036" y="244821"/>
                  </a:lnTo>
                  <a:lnTo>
                    <a:pt x="150451" y="240031"/>
                  </a:lnTo>
                  <a:lnTo>
                    <a:pt x="152712" y="235166"/>
                  </a:lnTo>
                  <a:lnTo>
                    <a:pt x="154815" y="230231"/>
                  </a:lnTo>
                  <a:lnTo>
                    <a:pt x="156759" y="225231"/>
                  </a:lnTo>
                  <a:lnTo>
                    <a:pt x="158541" y="220171"/>
                  </a:lnTo>
                  <a:lnTo>
                    <a:pt x="160160" y="215057"/>
                  </a:lnTo>
                  <a:lnTo>
                    <a:pt x="161615" y="209893"/>
                  </a:lnTo>
                  <a:lnTo>
                    <a:pt x="162902" y="204685"/>
                  </a:lnTo>
                  <a:lnTo>
                    <a:pt x="164022" y="199439"/>
                  </a:lnTo>
                  <a:lnTo>
                    <a:pt x="164973" y="194160"/>
                  </a:lnTo>
                  <a:lnTo>
                    <a:pt x="165754" y="188852"/>
                  </a:lnTo>
                  <a:lnTo>
                    <a:pt x="166365" y="183523"/>
                  </a:lnTo>
                  <a:lnTo>
                    <a:pt x="166804" y="178176"/>
                  </a:lnTo>
                  <a:lnTo>
                    <a:pt x="167071" y="172818"/>
                  </a:lnTo>
                  <a:lnTo>
                    <a:pt x="167167" y="167454"/>
                  </a:lnTo>
                  <a:lnTo>
                    <a:pt x="167090" y="162090"/>
                  </a:lnTo>
                  <a:lnTo>
                    <a:pt x="166841" y="156732"/>
                  </a:lnTo>
                  <a:lnTo>
                    <a:pt x="166420" y="151384"/>
                  </a:lnTo>
                  <a:lnTo>
                    <a:pt x="165828" y="146052"/>
                  </a:lnTo>
                  <a:lnTo>
                    <a:pt x="165065" y="140742"/>
                  </a:lnTo>
                  <a:lnTo>
                    <a:pt x="164132" y="135459"/>
                  </a:lnTo>
                  <a:lnTo>
                    <a:pt x="163030" y="130209"/>
                  </a:lnTo>
                  <a:lnTo>
                    <a:pt x="161761" y="124997"/>
                  </a:lnTo>
                  <a:lnTo>
                    <a:pt x="160324" y="119828"/>
                  </a:lnTo>
                  <a:lnTo>
                    <a:pt x="158723" y="114708"/>
                  </a:lnTo>
                  <a:lnTo>
                    <a:pt x="156958" y="109642"/>
                  </a:lnTo>
                  <a:lnTo>
                    <a:pt x="155031" y="104636"/>
                  </a:lnTo>
                  <a:lnTo>
                    <a:pt x="152945" y="99694"/>
                  </a:lnTo>
                  <a:lnTo>
                    <a:pt x="150701" y="94821"/>
                  </a:lnTo>
                  <a:lnTo>
                    <a:pt x="148302" y="90023"/>
                  </a:lnTo>
                  <a:lnTo>
                    <a:pt x="145751" y="85304"/>
                  </a:lnTo>
                  <a:lnTo>
                    <a:pt x="143049" y="80669"/>
                  </a:lnTo>
                  <a:lnTo>
                    <a:pt x="140200" y="76124"/>
                  </a:lnTo>
                  <a:lnTo>
                    <a:pt x="137206" y="71672"/>
                  </a:lnTo>
                  <a:lnTo>
                    <a:pt x="134071" y="67319"/>
                  </a:lnTo>
                  <a:lnTo>
                    <a:pt x="130799" y="63068"/>
                  </a:lnTo>
                  <a:lnTo>
                    <a:pt x="127391" y="58925"/>
                  </a:lnTo>
                  <a:lnTo>
                    <a:pt x="123852" y="54893"/>
                  </a:lnTo>
                  <a:lnTo>
                    <a:pt x="120186" y="50977"/>
                  </a:lnTo>
                  <a:lnTo>
                    <a:pt x="116396" y="47180"/>
                  </a:lnTo>
                  <a:lnTo>
                    <a:pt x="112486" y="43507"/>
                  </a:lnTo>
                  <a:lnTo>
                    <a:pt x="108460" y="39962"/>
                  </a:lnTo>
                  <a:lnTo>
                    <a:pt x="104323" y="36547"/>
                  </a:lnTo>
                  <a:lnTo>
                    <a:pt x="100078" y="33267"/>
                  </a:lnTo>
                  <a:lnTo>
                    <a:pt x="95730" y="30125"/>
                  </a:lnTo>
                  <a:lnTo>
                    <a:pt x="91284" y="27124"/>
                  </a:lnTo>
                  <a:lnTo>
                    <a:pt x="86743" y="24267"/>
                  </a:lnTo>
                  <a:lnTo>
                    <a:pt x="82113" y="21557"/>
                  </a:lnTo>
                  <a:lnTo>
                    <a:pt x="77399" y="18997"/>
                  </a:lnTo>
                  <a:lnTo>
                    <a:pt x="72605" y="16590"/>
                  </a:lnTo>
                  <a:lnTo>
                    <a:pt x="67736" y="14338"/>
                  </a:lnTo>
                  <a:lnTo>
                    <a:pt x="62797" y="12243"/>
                  </a:lnTo>
                  <a:lnTo>
                    <a:pt x="57794" y="10308"/>
                  </a:lnTo>
                  <a:lnTo>
                    <a:pt x="52731" y="8534"/>
                  </a:lnTo>
                  <a:lnTo>
                    <a:pt x="47614" y="6924"/>
                  </a:lnTo>
                  <a:lnTo>
                    <a:pt x="42448" y="5479"/>
                  </a:lnTo>
                  <a:lnTo>
                    <a:pt x="37238" y="4200"/>
                  </a:lnTo>
                  <a:lnTo>
                    <a:pt x="31990" y="3089"/>
                  </a:lnTo>
                  <a:lnTo>
                    <a:pt x="26708" y="2147"/>
                  </a:lnTo>
                  <a:lnTo>
                    <a:pt x="21400" y="1375"/>
                  </a:lnTo>
                  <a:lnTo>
                    <a:pt x="16069" y="774"/>
                  </a:lnTo>
                  <a:lnTo>
                    <a:pt x="10722" y="344"/>
                  </a:lnTo>
                  <a:lnTo>
                    <a:pt x="536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tx80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2025-06-05T11:52:59Z</dcterms:modified>
  <cp:category/>
</cp:coreProperties>
</file>