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254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4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6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33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03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326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47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281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107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15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198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9452" y="1556381"/>
              <a:ext cx="2536502" cy="147484"/>
            </a:xfrm>
            <a:custGeom>
              <a:avLst/>
              <a:pathLst>
                <a:path w="2536502" h="147484">
                  <a:moveTo>
                    <a:pt x="2536502" y="0"/>
                  </a:moveTo>
                  <a:lnTo>
                    <a:pt x="0" y="147484"/>
                  </a:lnTo>
                </a:path>
              </a:pathLst>
            </a:custGeom>
            <a:ln w="1635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53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59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0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24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24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08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35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03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99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49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38" y="3170392"/>
              <a:ext cx="1640" cy="167167"/>
            </a:xfrm>
            <a:custGeom>
              <a:avLst/>
              <a:pathLst>
                <a:path w="1640" h="167167">
                  <a:moveTo>
                    <a:pt x="1640" y="0"/>
                  </a:moveTo>
                  <a:lnTo>
                    <a:pt x="0" y="8"/>
                  </a:lnTo>
                  <a:lnTo>
                    <a:pt x="164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38" y="3170400"/>
              <a:ext cx="1640" cy="167159"/>
            </a:xfrm>
            <a:custGeom>
              <a:avLst/>
              <a:pathLst>
                <a:path w="1640" h="167159">
                  <a:moveTo>
                    <a:pt x="0" y="0"/>
                  </a:moveTo>
                  <a:lnTo>
                    <a:pt x="1640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16621" y="3170400"/>
              <a:ext cx="334315" cy="334326"/>
            </a:xfrm>
            <a:custGeom>
              <a:avLst/>
              <a:pathLst>
                <a:path w="334315" h="334326">
                  <a:moveTo>
                    <a:pt x="165516" y="0"/>
                  </a:moveTo>
                  <a:lnTo>
                    <a:pt x="160230" y="135"/>
                  </a:lnTo>
                  <a:lnTo>
                    <a:pt x="154951" y="438"/>
                  </a:lnTo>
                  <a:lnTo>
                    <a:pt x="149684" y="907"/>
                  </a:lnTo>
                  <a:lnTo>
                    <a:pt x="144434" y="1543"/>
                  </a:lnTo>
                  <a:lnTo>
                    <a:pt x="139208" y="2344"/>
                  </a:lnTo>
                  <a:lnTo>
                    <a:pt x="134009" y="3311"/>
                  </a:lnTo>
                  <a:lnTo>
                    <a:pt x="128843" y="4441"/>
                  </a:lnTo>
                  <a:lnTo>
                    <a:pt x="123716" y="5735"/>
                  </a:lnTo>
                  <a:lnTo>
                    <a:pt x="118632" y="7189"/>
                  </a:lnTo>
                  <a:lnTo>
                    <a:pt x="113597" y="8804"/>
                  </a:lnTo>
                  <a:lnTo>
                    <a:pt x="108615" y="10577"/>
                  </a:lnTo>
                  <a:lnTo>
                    <a:pt x="103692" y="12507"/>
                  </a:lnTo>
                  <a:lnTo>
                    <a:pt x="98832" y="14592"/>
                  </a:lnTo>
                  <a:lnTo>
                    <a:pt x="94041" y="16829"/>
                  </a:lnTo>
                  <a:lnTo>
                    <a:pt x="89323" y="19217"/>
                  </a:lnTo>
                  <a:lnTo>
                    <a:pt x="84683" y="21753"/>
                  </a:lnTo>
                  <a:lnTo>
                    <a:pt x="80125" y="24434"/>
                  </a:lnTo>
                  <a:lnTo>
                    <a:pt x="75655" y="27258"/>
                  </a:lnTo>
                  <a:lnTo>
                    <a:pt x="71276" y="30222"/>
                  </a:lnTo>
                  <a:lnTo>
                    <a:pt x="66992" y="33323"/>
                  </a:lnTo>
                  <a:lnTo>
                    <a:pt x="62810" y="36558"/>
                  </a:lnTo>
                  <a:lnTo>
                    <a:pt x="58731" y="39924"/>
                  </a:lnTo>
                  <a:lnTo>
                    <a:pt x="54761" y="43417"/>
                  </a:lnTo>
                  <a:lnTo>
                    <a:pt x="50904" y="47033"/>
                  </a:lnTo>
                  <a:lnTo>
                    <a:pt x="47162" y="50770"/>
                  </a:lnTo>
                  <a:lnTo>
                    <a:pt x="43541" y="54624"/>
                  </a:lnTo>
                  <a:lnTo>
                    <a:pt x="40044" y="58590"/>
                  </a:lnTo>
                  <a:lnTo>
                    <a:pt x="36674" y="62665"/>
                  </a:lnTo>
                  <a:lnTo>
                    <a:pt x="33434" y="66844"/>
                  </a:lnTo>
                  <a:lnTo>
                    <a:pt x="30328" y="71123"/>
                  </a:lnTo>
                  <a:lnTo>
                    <a:pt x="27359" y="75499"/>
                  </a:lnTo>
                  <a:lnTo>
                    <a:pt x="24530" y="79966"/>
                  </a:lnTo>
                  <a:lnTo>
                    <a:pt x="21844" y="84521"/>
                  </a:lnTo>
                  <a:lnTo>
                    <a:pt x="19303" y="89158"/>
                  </a:lnTo>
                  <a:lnTo>
                    <a:pt x="16910" y="93874"/>
                  </a:lnTo>
                  <a:lnTo>
                    <a:pt x="14667" y="98663"/>
                  </a:lnTo>
                  <a:lnTo>
                    <a:pt x="12577" y="103520"/>
                  </a:lnTo>
                  <a:lnTo>
                    <a:pt x="10641" y="108441"/>
                  </a:lnTo>
                  <a:lnTo>
                    <a:pt x="8863" y="113420"/>
                  </a:lnTo>
                  <a:lnTo>
                    <a:pt x="7242" y="118454"/>
                  </a:lnTo>
                  <a:lnTo>
                    <a:pt x="5782" y="123536"/>
                  </a:lnTo>
                  <a:lnTo>
                    <a:pt x="4483" y="128662"/>
                  </a:lnTo>
                  <a:lnTo>
                    <a:pt x="3346" y="133826"/>
                  </a:lnTo>
                  <a:lnTo>
                    <a:pt x="2374" y="139024"/>
                  </a:lnTo>
                  <a:lnTo>
                    <a:pt x="1567" y="144250"/>
                  </a:lnTo>
                  <a:lnTo>
                    <a:pt x="925" y="149499"/>
                  </a:lnTo>
                  <a:lnTo>
                    <a:pt x="450" y="154765"/>
                  </a:lnTo>
                  <a:lnTo>
                    <a:pt x="141" y="160044"/>
                  </a:lnTo>
                  <a:lnTo>
                    <a:pt x="0" y="165330"/>
                  </a:lnTo>
                  <a:lnTo>
                    <a:pt x="25" y="170618"/>
                  </a:lnTo>
                  <a:lnTo>
                    <a:pt x="218" y="175902"/>
                  </a:lnTo>
                  <a:lnTo>
                    <a:pt x="578" y="181178"/>
                  </a:lnTo>
                  <a:lnTo>
                    <a:pt x="1105" y="186439"/>
                  </a:lnTo>
                  <a:lnTo>
                    <a:pt x="1798" y="191681"/>
                  </a:lnTo>
                  <a:lnTo>
                    <a:pt x="2656" y="196899"/>
                  </a:lnTo>
                  <a:lnTo>
                    <a:pt x="3679" y="202087"/>
                  </a:lnTo>
                  <a:lnTo>
                    <a:pt x="4866" y="207240"/>
                  </a:lnTo>
                  <a:lnTo>
                    <a:pt x="6215" y="212353"/>
                  </a:lnTo>
                  <a:lnTo>
                    <a:pt x="7724" y="217421"/>
                  </a:lnTo>
                  <a:lnTo>
                    <a:pt x="9394" y="222438"/>
                  </a:lnTo>
                  <a:lnTo>
                    <a:pt x="11221" y="227400"/>
                  </a:lnTo>
                  <a:lnTo>
                    <a:pt x="13205" y="232302"/>
                  </a:lnTo>
                  <a:lnTo>
                    <a:pt x="15342" y="237139"/>
                  </a:lnTo>
                  <a:lnTo>
                    <a:pt x="17631" y="241905"/>
                  </a:lnTo>
                  <a:lnTo>
                    <a:pt x="20070" y="246597"/>
                  </a:lnTo>
                  <a:lnTo>
                    <a:pt x="22656" y="251209"/>
                  </a:lnTo>
                  <a:lnTo>
                    <a:pt x="25387" y="255738"/>
                  </a:lnTo>
                  <a:lnTo>
                    <a:pt x="28259" y="260177"/>
                  </a:lnTo>
                  <a:lnTo>
                    <a:pt x="31271" y="264524"/>
                  </a:lnTo>
                  <a:lnTo>
                    <a:pt x="34418" y="268773"/>
                  </a:lnTo>
                  <a:lnTo>
                    <a:pt x="37699" y="272920"/>
                  </a:lnTo>
                  <a:lnTo>
                    <a:pt x="41108" y="276962"/>
                  </a:lnTo>
                  <a:lnTo>
                    <a:pt x="44644" y="280894"/>
                  </a:lnTo>
                  <a:lnTo>
                    <a:pt x="48303" y="284712"/>
                  </a:lnTo>
                  <a:lnTo>
                    <a:pt x="52080" y="288412"/>
                  </a:lnTo>
                  <a:lnTo>
                    <a:pt x="55973" y="291991"/>
                  </a:lnTo>
                  <a:lnTo>
                    <a:pt x="59977" y="295445"/>
                  </a:lnTo>
                  <a:lnTo>
                    <a:pt x="64088" y="298771"/>
                  </a:lnTo>
                  <a:lnTo>
                    <a:pt x="68302" y="301965"/>
                  </a:lnTo>
                  <a:lnTo>
                    <a:pt x="72615" y="305024"/>
                  </a:lnTo>
                  <a:lnTo>
                    <a:pt x="77023" y="307945"/>
                  </a:lnTo>
                  <a:lnTo>
                    <a:pt x="81521" y="310726"/>
                  </a:lnTo>
                  <a:lnTo>
                    <a:pt x="86104" y="313362"/>
                  </a:lnTo>
                  <a:lnTo>
                    <a:pt x="90769" y="315853"/>
                  </a:lnTo>
                  <a:lnTo>
                    <a:pt x="95510" y="318194"/>
                  </a:lnTo>
                  <a:lnTo>
                    <a:pt x="100323" y="320385"/>
                  </a:lnTo>
                  <a:lnTo>
                    <a:pt x="105203" y="322422"/>
                  </a:lnTo>
                  <a:lnTo>
                    <a:pt x="110144" y="324304"/>
                  </a:lnTo>
                  <a:lnTo>
                    <a:pt x="115143" y="326028"/>
                  </a:lnTo>
                  <a:lnTo>
                    <a:pt x="120194" y="327594"/>
                  </a:lnTo>
                  <a:lnTo>
                    <a:pt x="125292" y="328999"/>
                  </a:lnTo>
                  <a:lnTo>
                    <a:pt x="130431" y="330242"/>
                  </a:lnTo>
                  <a:lnTo>
                    <a:pt x="135608" y="331322"/>
                  </a:lnTo>
                  <a:lnTo>
                    <a:pt x="140816" y="332238"/>
                  </a:lnTo>
                  <a:lnTo>
                    <a:pt x="146050" y="332988"/>
                  </a:lnTo>
                  <a:lnTo>
                    <a:pt x="151305" y="333573"/>
                  </a:lnTo>
                  <a:lnTo>
                    <a:pt x="156577" y="333991"/>
                  </a:lnTo>
                  <a:lnTo>
                    <a:pt x="161859" y="334242"/>
                  </a:lnTo>
                  <a:lnTo>
                    <a:pt x="167146" y="334326"/>
                  </a:lnTo>
                  <a:lnTo>
                    <a:pt x="172433" y="334243"/>
                  </a:lnTo>
                  <a:lnTo>
                    <a:pt x="177715" y="333993"/>
                  </a:lnTo>
                  <a:lnTo>
                    <a:pt x="182986" y="333575"/>
                  </a:lnTo>
                  <a:lnTo>
                    <a:pt x="188242" y="332991"/>
                  </a:lnTo>
                  <a:lnTo>
                    <a:pt x="193476" y="332241"/>
                  </a:lnTo>
                  <a:lnTo>
                    <a:pt x="198684" y="331326"/>
                  </a:lnTo>
                  <a:lnTo>
                    <a:pt x="203861" y="330247"/>
                  </a:lnTo>
                  <a:lnTo>
                    <a:pt x="209001" y="329005"/>
                  </a:lnTo>
                  <a:lnTo>
                    <a:pt x="214099" y="327600"/>
                  </a:lnTo>
                  <a:lnTo>
                    <a:pt x="219150" y="326035"/>
                  </a:lnTo>
                  <a:lnTo>
                    <a:pt x="224149" y="324311"/>
                  </a:lnTo>
                  <a:lnTo>
                    <a:pt x="229091" y="322430"/>
                  </a:lnTo>
                  <a:lnTo>
                    <a:pt x="233971" y="320394"/>
                  </a:lnTo>
                  <a:lnTo>
                    <a:pt x="238784" y="318204"/>
                  </a:lnTo>
                  <a:lnTo>
                    <a:pt x="243525" y="315863"/>
                  </a:lnTo>
                  <a:lnTo>
                    <a:pt x="248190" y="313373"/>
                  </a:lnTo>
                  <a:lnTo>
                    <a:pt x="252774" y="310737"/>
                  </a:lnTo>
                  <a:lnTo>
                    <a:pt x="257272" y="307957"/>
                  </a:lnTo>
                  <a:lnTo>
                    <a:pt x="261680" y="305037"/>
                  </a:lnTo>
                  <a:lnTo>
                    <a:pt x="265994" y="301978"/>
                  </a:lnTo>
                  <a:lnTo>
                    <a:pt x="270209" y="298785"/>
                  </a:lnTo>
                  <a:lnTo>
                    <a:pt x="274320" y="295459"/>
                  </a:lnTo>
                  <a:lnTo>
                    <a:pt x="278324" y="292006"/>
                  </a:lnTo>
                  <a:lnTo>
                    <a:pt x="282217" y="288427"/>
                  </a:lnTo>
                  <a:lnTo>
                    <a:pt x="285995" y="284727"/>
                  </a:lnTo>
                  <a:lnTo>
                    <a:pt x="289654" y="280910"/>
                  </a:lnTo>
                  <a:lnTo>
                    <a:pt x="293191" y="276979"/>
                  </a:lnTo>
                  <a:lnTo>
                    <a:pt x="296601" y="272938"/>
                  </a:lnTo>
                  <a:lnTo>
                    <a:pt x="299882" y="268791"/>
                  </a:lnTo>
                  <a:lnTo>
                    <a:pt x="303030" y="264542"/>
                  </a:lnTo>
                  <a:lnTo>
                    <a:pt x="306042" y="260196"/>
                  </a:lnTo>
                  <a:lnTo>
                    <a:pt x="308915" y="255756"/>
                  </a:lnTo>
                  <a:lnTo>
                    <a:pt x="311646" y="251229"/>
                  </a:lnTo>
                  <a:lnTo>
                    <a:pt x="314233" y="246617"/>
                  </a:lnTo>
                  <a:lnTo>
                    <a:pt x="316673" y="241925"/>
                  </a:lnTo>
                  <a:lnTo>
                    <a:pt x="318963" y="237159"/>
                  </a:lnTo>
                  <a:lnTo>
                    <a:pt x="321101" y="232322"/>
                  </a:lnTo>
                  <a:lnTo>
                    <a:pt x="323085" y="227421"/>
                  </a:lnTo>
                  <a:lnTo>
                    <a:pt x="324913" y="222459"/>
                  </a:lnTo>
                  <a:lnTo>
                    <a:pt x="326583" y="217442"/>
                  </a:lnTo>
                  <a:lnTo>
                    <a:pt x="328093" y="212374"/>
                  </a:lnTo>
                  <a:lnTo>
                    <a:pt x="329443" y="207262"/>
                  </a:lnTo>
                  <a:lnTo>
                    <a:pt x="330630" y="202109"/>
                  </a:lnTo>
                  <a:lnTo>
                    <a:pt x="331654" y="196921"/>
                  </a:lnTo>
                  <a:lnTo>
                    <a:pt x="332513" y="191703"/>
                  </a:lnTo>
                  <a:lnTo>
                    <a:pt x="333206" y="186461"/>
                  </a:lnTo>
                  <a:lnTo>
                    <a:pt x="333734" y="181200"/>
                  </a:lnTo>
                  <a:lnTo>
                    <a:pt x="334094" y="175924"/>
                  </a:lnTo>
                  <a:lnTo>
                    <a:pt x="334288" y="170640"/>
                  </a:lnTo>
                  <a:lnTo>
                    <a:pt x="334315" y="165352"/>
                  </a:lnTo>
                  <a:lnTo>
                    <a:pt x="334174" y="160066"/>
                  </a:lnTo>
                  <a:lnTo>
                    <a:pt x="333866" y="154787"/>
                  </a:lnTo>
                  <a:lnTo>
                    <a:pt x="333391" y="149521"/>
                  </a:lnTo>
                  <a:lnTo>
                    <a:pt x="332750" y="144272"/>
                  </a:lnTo>
                  <a:lnTo>
                    <a:pt x="331943" y="139046"/>
                  </a:lnTo>
                  <a:lnTo>
                    <a:pt x="330972" y="133848"/>
                  </a:lnTo>
                  <a:lnTo>
                    <a:pt x="329836" y="128683"/>
                  </a:lnTo>
                  <a:lnTo>
                    <a:pt x="328538" y="123557"/>
                  </a:lnTo>
                  <a:lnTo>
                    <a:pt x="327078" y="118475"/>
                  </a:lnTo>
                  <a:lnTo>
                    <a:pt x="325458" y="113441"/>
                  </a:lnTo>
                  <a:lnTo>
                    <a:pt x="323680" y="108461"/>
                  </a:lnTo>
                  <a:lnTo>
                    <a:pt x="321746" y="103540"/>
                  </a:lnTo>
                  <a:lnTo>
                    <a:pt x="319656" y="98683"/>
                  </a:lnTo>
                  <a:lnTo>
                    <a:pt x="317414" y="93894"/>
                  </a:lnTo>
                  <a:lnTo>
                    <a:pt x="315022" y="89178"/>
                  </a:lnTo>
                  <a:lnTo>
                    <a:pt x="312481" y="84540"/>
                  </a:lnTo>
                  <a:lnTo>
                    <a:pt x="309795" y="79985"/>
                  </a:lnTo>
                  <a:lnTo>
                    <a:pt x="306967" y="75518"/>
                  </a:lnTo>
                  <a:lnTo>
                    <a:pt x="303999" y="71142"/>
                  </a:lnTo>
                  <a:lnTo>
                    <a:pt x="300893" y="66861"/>
                  </a:lnTo>
                  <a:lnTo>
                    <a:pt x="297654" y="62682"/>
                  </a:lnTo>
                  <a:lnTo>
                    <a:pt x="294284" y="58607"/>
                  </a:lnTo>
                  <a:lnTo>
                    <a:pt x="290787" y="54640"/>
                  </a:lnTo>
                  <a:lnTo>
                    <a:pt x="287167" y="50786"/>
                  </a:lnTo>
                  <a:lnTo>
                    <a:pt x="283426" y="47049"/>
                  </a:lnTo>
                  <a:lnTo>
                    <a:pt x="279569" y="43432"/>
                  </a:lnTo>
                  <a:lnTo>
                    <a:pt x="275600" y="39938"/>
                  </a:lnTo>
                  <a:lnTo>
                    <a:pt x="271522" y="36572"/>
                  </a:lnTo>
                  <a:lnTo>
                    <a:pt x="267339" y="33336"/>
                  </a:lnTo>
                  <a:lnTo>
                    <a:pt x="263056" y="30235"/>
                  </a:lnTo>
                  <a:lnTo>
                    <a:pt x="258678" y="27270"/>
                  </a:lnTo>
                  <a:lnTo>
                    <a:pt x="254208" y="24445"/>
                  </a:lnTo>
                  <a:lnTo>
                    <a:pt x="249650" y="21764"/>
                  </a:lnTo>
                  <a:lnTo>
                    <a:pt x="245010" y="19227"/>
                  </a:lnTo>
                  <a:lnTo>
                    <a:pt x="240293" y="16839"/>
                  </a:lnTo>
                  <a:lnTo>
                    <a:pt x="235502" y="14601"/>
                  </a:lnTo>
                  <a:lnTo>
                    <a:pt x="230642" y="12516"/>
                  </a:lnTo>
                  <a:lnTo>
                    <a:pt x="225720" y="10585"/>
                  </a:lnTo>
                  <a:lnTo>
                    <a:pt x="220738" y="8811"/>
                  </a:lnTo>
                  <a:lnTo>
                    <a:pt x="215703" y="7196"/>
                  </a:lnTo>
                  <a:lnTo>
                    <a:pt x="210619" y="5740"/>
                  </a:lnTo>
                  <a:lnTo>
                    <a:pt x="205492" y="4446"/>
                  </a:lnTo>
                  <a:lnTo>
                    <a:pt x="200327" y="3315"/>
                  </a:lnTo>
                  <a:lnTo>
                    <a:pt x="195128" y="2348"/>
                  </a:lnTo>
                  <a:lnTo>
                    <a:pt x="189902" y="1546"/>
                  </a:lnTo>
                  <a:lnTo>
                    <a:pt x="184652" y="909"/>
                  </a:lnTo>
                  <a:lnTo>
                    <a:pt x="179385" y="439"/>
                  </a:lnTo>
                  <a:lnTo>
                    <a:pt x="16715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3779" y="3170392"/>
              <a:ext cx="12228" cy="167167"/>
            </a:xfrm>
            <a:custGeom>
              <a:avLst/>
              <a:pathLst>
                <a:path w="12228" h="167167">
                  <a:moveTo>
                    <a:pt x="12228" y="4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6356" y="2655501"/>
              <a:ext cx="27138" cy="167167"/>
            </a:xfrm>
            <a:custGeom>
              <a:avLst/>
              <a:pathLst>
                <a:path w="27138" h="167167">
                  <a:moveTo>
                    <a:pt x="27138" y="0"/>
                  </a:moveTo>
                  <a:lnTo>
                    <a:pt x="20325" y="138"/>
                  </a:lnTo>
                  <a:lnTo>
                    <a:pt x="13524" y="555"/>
                  </a:lnTo>
                  <a:lnTo>
                    <a:pt x="6745" y="1248"/>
                  </a:lnTo>
                  <a:lnTo>
                    <a:pt x="0" y="2217"/>
                  </a:lnTo>
                  <a:lnTo>
                    <a:pt x="271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6356" y="2657719"/>
              <a:ext cx="27138" cy="164949"/>
            </a:xfrm>
            <a:custGeom>
              <a:avLst/>
              <a:pathLst>
                <a:path w="27138" h="164949">
                  <a:moveTo>
                    <a:pt x="0" y="0"/>
                  </a:moveTo>
                  <a:lnTo>
                    <a:pt x="27138" y="164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56336" y="2657719"/>
              <a:ext cx="334321" cy="332113"/>
            </a:xfrm>
            <a:custGeom>
              <a:avLst/>
              <a:pathLst>
                <a:path w="334321" h="332113">
                  <a:moveTo>
                    <a:pt x="140020" y="0"/>
                  </a:moveTo>
                  <a:lnTo>
                    <a:pt x="134795" y="945"/>
                  </a:lnTo>
                  <a:lnTo>
                    <a:pt x="129603" y="2055"/>
                  </a:lnTo>
                  <a:lnTo>
                    <a:pt x="124449" y="3330"/>
                  </a:lnTo>
                  <a:lnTo>
                    <a:pt x="119338" y="4768"/>
                  </a:lnTo>
                  <a:lnTo>
                    <a:pt x="114275" y="6367"/>
                  </a:lnTo>
                  <a:lnTo>
                    <a:pt x="109266" y="8127"/>
                  </a:lnTo>
                  <a:lnTo>
                    <a:pt x="104315" y="10044"/>
                  </a:lnTo>
                  <a:lnTo>
                    <a:pt x="99427" y="12118"/>
                  </a:lnTo>
                  <a:lnTo>
                    <a:pt x="94608" y="14346"/>
                  </a:lnTo>
                  <a:lnTo>
                    <a:pt x="89861" y="16726"/>
                  </a:lnTo>
                  <a:lnTo>
                    <a:pt x="85193" y="19256"/>
                  </a:lnTo>
                  <a:lnTo>
                    <a:pt x="80608" y="21932"/>
                  </a:lnTo>
                  <a:lnTo>
                    <a:pt x="76110" y="24753"/>
                  </a:lnTo>
                  <a:lnTo>
                    <a:pt x="71703" y="27715"/>
                  </a:lnTo>
                  <a:lnTo>
                    <a:pt x="67393" y="30816"/>
                  </a:lnTo>
                  <a:lnTo>
                    <a:pt x="63184" y="34051"/>
                  </a:lnTo>
                  <a:lnTo>
                    <a:pt x="59079" y="37419"/>
                  </a:lnTo>
                  <a:lnTo>
                    <a:pt x="55084" y="40916"/>
                  </a:lnTo>
                  <a:lnTo>
                    <a:pt x="51201" y="44538"/>
                  </a:lnTo>
                  <a:lnTo>
                    <a:pt x="47436" y="48281"/>
                  </a:lnTo>
                  <a:lnTo>
                    <a:pt x="43791" y="52142"/>
                  </a:lnTo>
                  <a:lnTo>
                    <a:pt x="40271" y="56116"/>
                  </a:lnTo>
                  <a:lnTo>
                    <a:pt x="36879" y="60201"/>
                  </a:lnTo>
                  <a:lnTo>
                    <a:pt x="33618" y="64391"/>
                  </a:lnTo>
                  <a:lnTo>
                    <a:pt x="30492" y="68683"/>
                  </a:lnTo>
                  <a:lnTo>
                    <a:pt x="27504" y="73071"/>
                  </a:lnTo>
                  <a:lnTo>
                    <a:pt x="24656" y="77553"/>
                  </a:lnTo>
                  <a:lnTo>
                    <a:pt x="21953" y="82122"/>
                  </a:lnTo>
                  <a:lnTo>
                    <a:pt x="19396" y="86775"/>
                  </a:lnTo>
                  <a:lnTo>
                    <a:pt x="16988" y="91507"/>
                  </a:lnTo>
                  <a:lnTo>
                    <a:pt x="14731" y="96313"/>
                  </a:lnTo>
                  <a:lnTo>
                    <a:pt x="12628" y="101189"/>
                  </a:lnTo>
                  <a:lnTo>
                    <a:pt x="10681" y="106128"/>
                  </a:lnTo>
                  <a:lnTo>
                    <a:pt x="8892" y="111127"/>
                  </a:lnTo>
                  <a:lnTo>
                    <a:pt x="7263" y="116180"/>
                  </a:lnTo>
                  <a:lnTo>
                    <a:pt x="5795" y="121283"/>
                  </a:lnTo>
                  <a:lnTo>
                    <a:pt x="4489" y="126429"/>
                  </a:lnTo>
                  <a:lnTo>
                    <a:pt x="3348" y="131615"/>
                  </a:lnTo>
                  <a:lnTo>
                    <a:pt x="2372" y="136834"/>
                  </a:lnTo>
                  <a:lnTo>
                    <a:pt x="1562" y="142081"/>
                  </a:lnTo>
                  <a:lnTo>
                    <a:pt x="920" y="147351"/>
                  </a:lnTo>
                  <a:lnTo>
                    <a:pt x="445" y="152640"/>
                  </a:lnTo>
                  <a:lnTo>
                    <a:pt x="138" y="157940"/>
                  </a:lnTo>
                  <a:lnTo>
                    <a:pt x="0" y="163248"/>
                  </a:lnTo>
                  <a:lnTo>
                    <a:pt x="30" y="168557"/>
                  </a:lnTo>
                  <a:lnTo>
                    <a:pt x="229" y="173863"/>
                  </a:lnTo>
                  <a:lnTo>
                    <a:pt x="596" y="179160"/>
                  </a:lnTo>
                  <a:lnTo>
                    <a:pt x="1131" y="184442"/>
                  </a:lnTo>
                  <a:lnTo>
                    <a:pt x="1834" y="189705"/>
                  </a:lnTo>
                  <a:lnTo>
                    <a:pt x="2704" y="194942"/>
                  </a:lnTo>
                  <a:lnTo>
                    <a:pt x="3739" y="200150"/>
                  </a:lnTo>
                  <a:lnTo>
                    <a:pt x="4939" y="205322"/>
                  </a:lnTo>
                  <a:lnTo>
                    <a:pt x="6303" y="210453"/>
                  </a:lnTo>
                  <a:lnTo>
                    <a:pt x="7829" y="215538"/>
                  </a:lnTo>
                  <a:lnTo>
                    <a:pt x="9516" y="220573"/>
                  </a:lnTo>
                  <a:lnTo>
                    <a:pt x="11362" y="225551"/>
                  </a:lnTo>
                  <a:lnTo>
                    <a:pt x="13365" y="230468"/>
                  </a:lnTo>
                  <a:lnTo>
                    <a:pt x="15524" y="235319"/>
                  </a:lnTo>
                  <a:lnTo>
                    <a:pt x="17835" y="240099"/>
                  </a:lnTo>
                  <a:lnTo>
                    <a:pt x="20297" y="244803"/>
                  </a:lnTo>
                  <a:lnTo>
                    <a:pt x="22907" y="249427"/>
                  </a:lnTo>
                  <a:lnTo>
                    <a:pt x="25662" y="253965"/>
                  </a:lnTo>
                  <a:lnTo>
                    <a:pt x="28561" y="258414"/>
                  </a:lnTo>
                  <a:lnTo>
                    <a:pt x="31599" y="262768"/>
                  </a:lnTo>
                  <a:lnTo>
                    <a:pt x="34773" y="267024"/>
                  </a:lnTo>
                  <a:lnTo>
                    <a:pt x="38082" y="271177"/>
                  </a:lnTo>
                  <a:lnTo>
                    <a:pt x="41520" y="275222"/>
                  </a:lnTo>
                  <a:lnTo>
                    <a:pt x="45086" y="279156"/>
                  </a:lnTo>
                  <a:lnTo>
                    <a:pt x="48774" y="282975"/>
                  </a:lnTo>
                  <a:lnTo>
                    <a:pt x="52582" y="286675"/>
                  </a:lnTo>
                  <a:lnTo>
                    <a:pt x="56506" y="290253"/>
                  </a:lnTo>
                  <a:lnTo>
                    <a:pt x="60541" y="293704"/>
                  </a:lnTo>
                  <a:lnTo>
                    <a:pt x="64683" y="297024"/>
                  </a:lnTo>
                  <a:lnTo>
                    <a:pt x="68929" y="300212"/>
                  </a:lnTo>
                  <a:lnTo>
                    <a:pt x="73274" y="303263"/>
                  </a:lnTo>
                  <a:lnTo>
                    <a:pt x="77714" y="306175"/>
                  </a:lnTo>
                  <a:lnTo>
                    <a:pt x="82244" y="308944"/>
                  </a:lnTo>
                  <a:lnTo>
                    <a:pt x="86860" y="311568"/>
                  </a:lnTo>
                  <a:lnTo>
                    <a:pt x="91557" y="314044"/>
                  </a:lnTo>
                  <a:lnTo>
                    <a:pt x="96330" y="316370"/>
                  </a:lnTo>
                  <a:lnTo>
                    <a:pt x="101174" y="318543"/>
                  </a:lnTo>
                  <a:lnTo>
                    <a:pt x="106085" y="320561"/>
                  </a:lnTo>
                  <a:lnTo>
                    <a:pt x="111058" y="322422"/>
                  </a:lnTo>
                  <a:lnTo>
                    <a:pt x="116087" y="324124"/>
                  </a:lnTo>
                  <a:lnTo>
                    <a:pt x="121168" y="325666"/>
                  </a:lnTo>
                  <a:lnTo>
                    <a:pt x="126295" y="327045"/>
                  </a:lnTo>
                  <a:lnTo>
                    <a:pt x="131463" y="328261"/>
                  </a:lnTo>
                  <a:lnTo>
                    <a:pt x="136667" y="329313"/>
                  </a:lnTo>
                  <a:lnTo>
                    <a:pt x="141902" y="330198"/>
                  </a:lnTo>
                  <a:lnTo>
                    <a:pt x="147163" y="330917"/>
                  </a:lnTo>
                  <a:lnTo>
                    <a:pt x="152444" y="331468"/>
                  </a:lnTo>
                  <a:lnTo>
                    <a:pt x="157739" y="331851"/>
                  </a:lnTo>
                  <a:lnTo>
                    <a:pt x="163044" y="332066"/>
                  </a:lnTo>
                  <a:lnTo>
                    <a:pt x="168354" y="332113"/>
                  </a:lnTo>
                  <a:lnTo>
                    <a:pt x="173662" y="331990"/>
                  </a:lnTo>
                  <a:lnTo>
                    <a:pt x="178963" y="331699"/>
                  </a:lnTo>
                  <a:lnTo>
                    <a:pt x="184253" y="331240"/>
                  </a:lnTo>
                  <a:lnTo>
                    <a:pt x="189525" y="330614"/>
                  </a:lnTo>
                  <a:lnTo>
                    <a:pt x="194775" y="329820"/>
                  </a:lnTo>
                  <a:lnTo>
                    <a:pt x="199997" y="328860"/>
                  </a:lnTo>
                  <a:lnTo>
                    <a:pt x="205185" y="327734"/>
                  </a:lnTo>
                  <a:lnTo>
                    <a:pt x="210336" y="326444"/>
                  </a:lnTo>
                  <a:lnTo>
                    <a:pt x="215443" y="324992"/>
                  </a:lnTo>
                  <a:lnTo>
                    <a:pt x="220501" y="323378"/>
                  </a:lnTo>
                  <a:lnTo>
                    <a:pt x="225505" y="321604"/>
                  </a:lnTo>
                  <a:lnTo>
                    <a:pt x="230451" y="319672"/>
                  </a:lnTo>
                  <a:lnTo>
                    <a:pt x="235332" y="317584"/>
                  </a:lnTo>
                  <a:lnTo>
                    <a:pt x="240145" y="315342"/>
                  </a:lnTo>
                  <a:lnTo>
                    <a:pt x="244884" y="312948"/>
                  </a:lnTo>
                  <a:lnTo>
                    <a:pt x="249545" y="310405"/>
                  </a:lnTo>
                  <a:lnTo>
                    <a:pt x="254123" y="307715"/>
                  </a:lnTo>
                  <a:lnTo>
                    <a:pt x="258613" y="304881"/>
                  </a:lnTo>
                  <a:lnTo>
                    <a:pt x="263011" y="301907"/>
                  </a:lnTo>
                  <a:lnTo>
                    <a:pt x="267312" y="298793"/>
                  </a:lnTo>
                  <a:lnTo>
                    <a:pt x="271512" y="295545"/>
                  </a:lnTo>
                  <a:lnTo>
                    <a:pt x="275606" y="292166"/>
                  </a:lnTo>
                  <a:lnTo>
                    <a:pt x="279592" y="288657"/>
                  </a:lnTo>
                  <a:lnTo>
                    <a:pt x="283464" y="285024"/>
                  </a:lnTo>
                  <a:lnTo>
                    <a:pt x="287218" y="281270"/>
                  </a:lnTo>
                  <a:lnTo>
                    <a:pt x="290852" y="277399"/>
                  </a:lnTo>
                  <a:lnTo>
                    <a:pt x="294360" y="273414"/>
                  </a:lnTo>
                  <a:lnTo>
                    <a:pt x="297741" y="269320"/>
                  </a:lnTo>
                  <a:lnTo>
                    <a:pt x="300989" y="265120"/>
                  </a:lnTo>
                  <a:lnTo>
                    <a:pt x="304103" y="260820"/>
                  </a:lnTo>
                  <a:lnTo>
                    <a:pt x="307079" y="256422"/>
                  </a:lnTo>
                  <a:lnTo>
                    <a:pt x="309913" y="251933"/>
                  </a:lnTo>
                  <a:lnTo>
                    <a:pt x="312603" y="247355"/>
                  </a:lnTo>
                  <a:lnTo>
                    <a:pt x="315147" y="242695"/>
                  </a:lnTo>
                  <a:lnTo>
                    <a:pt x="317541" y="237956"/>
                  </a:lnTo>
                  <a:lnTo>
                    <a:pt x="319784" y="233143"/>
                  </a:lnTo>
                  <a:lnTo>
                    <a:pt x="321872" y="228262"/>
                  </a:lnTo>
                  <a:lnTo>
                    <a:pt x="323805" y="223317"/>
                  </a:lnTo>
                  <a:lnTo>
                    <a:pt x="325580" y="218313"/>
                  </a:lnTo>
                  <a:lnTo>
                    <a:pt x="327194" y="213255"/>
                  </a:lnTo>
                  <a:lnTo>
                    <a:pt x="328648" y="208148"/>
                  </a:lnTo>
                  <a:lnTo>
                    <a:pt x="329938" y="202998"/>
                  </a:lnTo>
                  <a:lnTo>
                    <a:pt x="331064" y="197809"/>
                  </a:lnTo>
                  <a:lnTo>
                    <a:pt x="332025" y="192587"/>
                  </a:lnTo>
                  <a:lnTo>
                    <a:pt x="332820" y="187338"/>
                  </a:lnTo>
                  <a:lnTo>
                    <a:pt x="333447" y="182065"/>
                  </a:lnTo>
                  <a:lnTo>
                    <a:pt x="333907" y="176776"/>
                  </a:lnTo>
                  <a:lnTo>
                    <a:pt x="334198" y="171475"/>
                  </a:lnTo>
                  <a:lnTo>
                    <a:pt x="334321" y="166166"/>
                  </a:lnTo>
                  <a:lnTo>
                    <a:pt x="334276" y="160857"/>
                  </a:lnTo>
                  <a:lnTo>
                    <a:pt x="334061" y="155552"/>
                  </a:lnTo>
                  <a:lnTo>
                    <a:pt x="333679" y="150257"/>
                  </a:lnTo>
                  <a:lnTo>
                    <a:pt x="333128" y="144976"/>
                  </a:lnTo>
                  <a:lnTo>
                    <a:pt x="332410" y="139715"/>
                  </a:lnTo>
                  <a:lnTo>
                    <a:pt x="331525" y="134480"/>
                  </a:lnTo>
                  <a:lnTo>
                    <a:pt x="330475" y="129275"/>
                  </a:lnTo>
                  <a:lnTo>
                    <a:pt x="329260" y="124107"/>
                  </a:lnTo>
                  <a:lnTo>
                    <a:pt x="327881" y="118980"/>
                  </a:lnTo>
                  <a:lnTo>
                    <a:pt x="326340" y="113899"/>
                  </a:lnTo>
                  <a:lnTo>
                    <a:pt x="324638" y="108869"/>
                  </a:lnTo>
                  <a:lnTo>
                    <a:pt x="322778" y="103896"/>
                  </a:lnTo>
                  <a:lnTo>
                    <a:pt x="320761" y="98985"/>
                  </a:lnTo>
                  <a:lnTo>
                    <a:pt x="318588" y="94140"/>
                  </a:lnTo>
                  <a:lnTo>
                    <a:pt x="316263" y="89367"/>
                  </a:lnTo>
                  <a:lnTo>
                    <a:pt x="313788" y="84670"/>
                  </a:lnTo>
                  <a:lnTo>
                    <a:pt x="311164" y="80054"/>
                  </a:lnTo>
                  <a:lnTo>
                    <a:pt x="308396" y="75524"/>
                  </a:lnTo>
                  <a:lnTo>
                    <a:pt x="305485" y="71083"/>
                  </a:lnTo>
                  <a:lnTo>
                    <a:pt x="302434" y="66738"/>
                  </a:lnTo>
                  <a:lnTo>
                    <a:pt x="299247" y="62492"/>
                  </a:lnTo>
                  <a:lnTo>
                    <a:pt x="295926" y="58348"/>
                  </a:lnTo>
                  <a:lnTo>
                    <a:pt x="292476" y="54313"/>
                  </a:lnTo>
                  <a:lnTo>
                    <a:pt x="288899" y="50389"/>
                  </a:lnTo>
                  <a:lnTo>
                    <a:pt x="285200" y="46581"/>
                  </a:lnTo>
                  <a:lnTo>
                    <a:pt x="281381" y="42892"/>
                  </a:lnTo>
                  <a:lnTo>
                    <a:pt x="277447" y="39326"/>
                  </a:lnTo>
                  <a:lnTo>
                    <a:pt x="273402" y="35887"/>
                  </a:lnTo>
                  <a:lnTo>
                    <a:pt x="269250" y="32578"/>
                  </a:lnTo>
                  <a:lnTo>
                    <a:pt x="264995" y="29402"/>
                  </a:lnTo>
                  <a:lnTo>
                    <a:pt x="260641" y="26364"/>
                  </a:lnTo>
                  <a:lnTo>
                    <a:pt x="167158" y="1649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95" y="2655501"/>
              <a:ext cx="93482" cy="167167"/>
            </a:xfrm>
            <a:custGeom>
              <a:avLst/>
              <a:pathLst>
                <a:path w="93482" h="167167">
                  <a:moveTo>
                    <a:pt x="93482" y="28581"/>
                  </a:moveTo>
                  <a:lnTo>
                    <a:pt x="88588" y="25403"/>
                  </a:lnTo>
                  <a:lnTo>
                    <a:pt x="83587" y="22398"/>
                  </a:lnTo>
                  <a:lnTo>
                    <a:pt x="78483" y="19569"/>
                  </a:lnTo>
                  <a:lnTo>
                    <a:pt x="73284" y="16919"/>
                  </a:lnTo>
                  <a:lnTo>
                    <a:pt x="67996" y="14453"/>
                  </a:lnTo>
                  <a:lnTo>
                    <a:pt x="62624" y="12173"/>
                  </a:lnTo>
                  <a:lnTo>
                    <a:pt x="57177" y="10082"/>
                  </a:lnTo>
                  <a:lnTo>
                    <a:pt x="51659" y="8182"/>
                  </a:lnTo>
                  <a:lnTo>
                    <a:pt x="46079" y="6476"/>
                  </a:lnTo>
                  <a:lnTo>
                    <a:pt x="40443" y="4966"/>
                  </a:lnTo>
                  <a:lnTo>
                    <a:pt x="34757" y="3653"/>
                  </a:lnTo>
                  <a:lnTo>
                    <a:pt x="29029" y="2539"/>
                  </a:lnTo>
                  <a:lnTo>
                    <a:pt x="23266" y="1627"/>
                  </a:lnTo>
                  <a:lnTo>
                    <a:pt x="17474" y="915"/>
                  </a:lnTo>
                  <a:lnTo>
                    <a:pt x="11661" y="407"/>
                  </a:lnTo>
                  <a:lnTo>
                    <a:pt x="583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0056" y="2168369"/>
              <a:ext cx="5836" cy="167167"/>
            </a:xfrm>
            <a:custGeom>
              <a:avLst/>
              <a:pathLst>
                <a:path w="5836" h="167167">
                  <a:moveTo>
                    <a:pt x="5836" y="0"/>
                  </a:moveTo>
                  <a:lnTo>
                    <a:pt x="0" y="101"/>
                  </a:lnTo>
                  <a:lnTo>
                    <a:pt x="583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056" y="2168471"/>
              <a:ext cx="5836" cy="167065"/>
            </a:xfrm>
            <a:custGeom>
              <a:avLst/>
              <a:pathLst>
                <a:path w="5836" h="167065">
                  <a:moveTo>
                    <a:pt x="0" y="0"/>
                  </a:moveTo>
                  <a:lnTo>
                    <a:pt x="5836" y="167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78733" y="2168471"/>
              <a:ext cx="322023" cy="334226"/>
            </a:xfrm>
            <a:custGeom>
              <a:avLst/>
              <a:pathLst>
                <a:path w="322023" h="334226">
                  <a:moveTo>
                    <a:pt x="161322" y="0"/>
                  </a:moveTo>
                  <a:lnTo>
                    <a:pt x="156015" y="269"/>
                  </a:lnTo>
                  <a:lnTo>
                    <a:pt x="150720" y="708"/>
                  </a:lnTo>
                  <a:lnTo>
                    <a:pt x="145441" y="1314"/>
                  </a:lnTo>
                  <a:lnTo>
                    <a:pt x="140183" y="2088"/>
                  </a:lnTo>
                  <a:lnTo>
                    <a:pt x="134954" y="3029"/>
                  </a:lnTo>
                  <a:lnTo>
                    <a:pt x="129756" y="4135"/>
                  </a:lnTo>
                  <a:lnTo>
                    <a:pt x="124597" y="5407"/>
                  </a:lnTo>
                  <a:lnTo>
                    <a:pt x="119480" y="6841"/>
                  </a:lnTo>
                  <a:lnTo>
                    <a:pt x="114412" y="8437"/>
                  </a:lnTo>
                  <a:lnTo>
                    <a:pt x="109397" y="10194"/>
                  </a:lnTo>
                  <a:lnTo>
                    <a:pt x="104440" y="12109"/>
                  </a:lnTo>
                  <a:lnTo>
                    <a:pt x="99547" y="14181"/>
                  </a:lnTo>
                  <a:lnTo>
                    <a:pt x="94722" y="16407"/>
                  </a:lnTo>
                  <a:lnTo>
                    <a:pt x="89970" y="18785"/>
                  </a:lnTo>
                  <a:lnTo>
                    <a:pt x="85297" y="21313"/>
                  </a:lnTo>
                  <a:lnTo>
                    <a:pt x="80706" y="23989"/>
                  </a:lnTo>
                  <a:lnTo>
                    <a:pt x="76202" y="26809"/>
                  </a:lnTo>
                  <a:lnTo>
                    <a:pt x="71790" y="29770"/>
                  </a:lnTo>
                  <a:lnTo>
                    <a:pt x="67475" y="32871"/>
                  </a:lnTo>
                  <a:lnTo>
                    <a:pt x="63260" y="36107"/>
                  </a:lnTo>
                  <a:lnTo>
                    <a:pt x="59150" y="39475"/>
                  </a:lnTo>
                  <a:lnTo>
                    <a:pt x="55149" y="42973"/>
                  </a:lnTo>
                  <a:lnTo>
                    <a:pt x="51262" y="46595"/>
                  </a:lnTo>
                  <a:lnTo>
                    <a:pt x="47492" y="50340"/>
                  </a:lnTo>
                  <a:lnTo>
                    <a:pt x="43842" y="54202"/>
                  </a:lnTo>
                  <a:lnTo>
                    <a:pt x="40317" y="58178"/>
                  </a:lnTo>
                  <a:lnTo>
                    <a:pt x="36921" y="62265"/>
                  </a:lnTo>
                  <a:lnTo>
                    <a:pt x="33656" y="66457"/>
                  </a:lnTo>
                  <a:lnTo>
                    <a:pt x="30526" y="70751"/>
                  </a:lnTo>
                  <a:lnTo>
                    <a:pt x="27533" y="75142"/>
                  </a:lnTo>
                  <a:lnTo>
                    <a:pt x="24682" y="79626"/>
                  </a:lnTo>
                  <a:lnTo>
                    <a:pt x="21975" y="84199"/>
                  </a:lnTo>
                  <a:lnTo>
                    <a:pt x="19415" y="88855"/>
                  </a:lnTo>
                  <a:lnTo>
                    <a:pt x="17004" y="93590"/>
                  </a:lnTo>
                  <a:lnTo>
                    <a:pt x="14744" y="98400"/>
                  </a:lnTo>
                  <a:lnTo>
                    <a:pt x="12639" y="103279"/>
                  </a:lnTo>
                  <a:lnTo>
                    <a:pt x="10690" y="108222"/>
                  </a:lnTo>
                  <a:lnTo>
                    <a:pt x="8899" y="113225"/>
                  </a:lnTo>
                  <a:lnTo>
                    <a:pt x="7267" y="118282"/>
                  </a:lnTo>
                  <a:lnTo>
                    <a:pt x="5798" y="123388"/>
                  </a:lnTo>
                  <a:lnTo>
                    <a:pt x="4491" y="128539"/>
                  </a:lnTo>
                  <a:lnTo>
                    <a:pt x="3349" y="133728"/>
                  </a:lnTo>
                  <a:lnTo>
                    <a:pt x="2372" y="138952"/>
                  </a:lnTo>
                  <a:lnTo>
                    <a:pt x="1562" y="144203"/>
                  </a:lnTo>
                  <a:lnTo>
                    <a:pt x="919" y="149478"/>
                  </a:lnTo>
                  <a:lnTo>
                    <a:pt x="444" y="154770"/>
                  </a:lnTo>
                  <a:lnTo>
                    <a:pt x="137" y="160075"/>
                  </a:lnTo>
                  <a:lnTo>
                    <a:pt x="0" y="165387"/>
                  </a:lnTo>
                  <a:lnTo>
                    <a:pt x="31" y="170701"/>
                  </a:lnTo>
                  <a:lnTo>
                    <a:pt x="231" y="176011"/>
                  </a:lnTo>
                  <a:lnTo>
                    <a:pt x="599" y="181312"/>
                  </a:lnTo>
                  <a:lnTo>
                    <a:pt x="1136" y="186598"/>
                  </a:lnTo>
                  <a:lnTo>
                    <a:pt x="1841" y="191865"/>
                  </a:lnTo>
                  <a:lnTo>
                    <a:pt x="2713" y="197107"/>
                  </a:lnTo>
                  <a:lnTo>
                    <a:pt x="3751" y="202318"/>
                  </a:lnTo>
                  <a:lnTo>
                    <a:pt x="4954" y="207494"/>
                  </a:lnTo>
                  <a:lnTo>
                    <a:pt x="6321" y="212629"/>
                  </a:lnTo>
                  <a:lnTo>
                    <a:pt x="7850" y="217718"/>
                  </a:lnTo>
                  <a:lnTo>
                    <a:pt x="9540" y="222756"/>
                  </a:lnTo>
                  <a:lnTo>
                    <a:pt x="11390" y="227737"/>
                  </a:lnTo>
                  <a:lnTo>
                    <a:pt x="13397" y="232657"/>
                  </a:lnTo>
                  <a:lnTo>
                    <a:pt x="15559" y="237511"/>
                  </a:lnTo>
                  <a:lnTo>
                    <a:pt x="17875" y="242294"/>
                  </a:lnTo>
                  <a:lnTo>
                    <a:pt x="20341" y="247001"/>
                  </a:lnTo>
                  <a:lnTo>
                    <a:pt x="22956" y="251626"/>
                  </a:lnTo>
                  <a:lnTo>
                    <a:pt x="25717" y="256167"/>
                  </a:lnTo>
                  <a:lnTo>
                    <a:pt x="28620" y="260617"/>
                  </a:lnTo>
                  <a:lnTo>
                    <a:pt x="31663" y="264973"/>
                  </a:lnTo>
                  <a:lnTo>
                    <a:pt x="34844" y="269230"/>
                  </a:lnTo>
                  <a:lnTo>
                    <a:pt x="38158" y="273384"/>
                  </a:lnTo>
                  <a:lnTo>
                    <a:pt x="41602" y="277430"/>
                  </a:lnTo>
                  <a:lnTo>
                    <a:pt x="45173" y="281365"/>
                  </a:lnTo>
                  <a:lnTo>
                    <a:pt x="48867" y="285184"/>
                  </a:lnTo>
                  <a:lnTo>
                    <a:pt x="52681" y="288884"/>
                  </a:lnTo>
                  <a:lnTo>
                    <a:pt x="56611" y="292461"/>
                  </a:lnTo>
                  <a:lnTo>
                    <a:pt x="60652" y="295911"/>
                  </a:lnTo>
                  <a:lnTo>
                    <a:pt x="64801" y="299231"/>
                  </a:lnTo>
                  <a:lnTo>
                    <a:pt x="69054" y="302418"/>
                  </a:lnTo>
                  <a:lnTo>
                    <a:pt x="73405" y="305468"/>
                  </a:lnTo>
                  <a:lnTo>
                    <a:pt x="77851" y="308377"/>
                  </a:lnTo>
                  <a:lnTo>
                    <a:pt x="82388" y="311144"/>
                  </a:lnTo>
                  <a:lnTo>
                    <a:pt x="87010" y="313766"/>
                  </a:lnTo>
                  <a:lnTo>
                    <a:pt x="91713" y="316239"/>
                  </a:lnTo>
                  <a:lnTo>
                    <a:pt x="96492" y="318562"/>
                  </a:lnTo>
                  <a:lnTo>
                    <a:pt x="101343" y="320731"/>
                  </a:lnTo>
                  <a:lnTo>
                    <a:pt x="106260" y="322745"/>
                  </a:lnTo>
                  <a:lnTo>
                    <a:pt x="111239" y="324602"/>
                  </a:lnTo>
                  <a:lnTo>
                    <a:pt x="116274" y="326300"/>
                  </a:lnTo>
                  <a:lnTo>
                    <a:pt x="121361" y="327837"/>
                  </a:lnTo>
                  <a:lnTo>
                    <a:pt x="126494" y="329211"/>
                  </a:lnTo>
                  <a:lnTo>
                    <a:pt x="131668" y="330422"/>
                  </a:lnTo>
                  <a:lnTo>
                    <a:pt x="136878" y="331467"/>
                  </a:lnTo>
                  <a:lnTo>
                    <a:pt x="142118" y="332346"/>
                  </a:lnTo>
                  <a:lnTo>
                    <a:pt x="147384" y="333059"/>
                  </a:lnTo>
                  <a:lnTo>
                    <a:pt x="152670" y="333603"/>
                  </a:lnTo>
                  <a:lnTo>
                    <a:pt x="157970" y="333980"/>
                  </a:lnTo>
                  <a:lnTo>
                    <a:pt x="163280" y="334187"/>
                  </a:lnTo>
                  <a:lnTo>
                    <a:pt x="168593" y="334226"/>
                  </a:lnTo>
                  <a:lnTo>
                    <a:pt x="173906" y="334096"/>
                  </a:lnTo>
                  <a:lnTo>
                    <a:pt x="179211" y="333797"/>
                  </a:lnTo>
                  <a:lnTo>
                    <a:pt x="184504" y="333330"/>
                  </a:lnTo>
                  <a:lnTo>
                    <a:pt x="189780" y="332695"/>
                  </a:lnTo>
                  <a:lnTo>
                    <a:pt x="195032" y="331892"/>
                  </a:lnTo>
                  <a:lnTo>
                    <a:pt x="200257" y="330923"/>
                  </a:lnTo>
                  <a:lnTo>
                    <a:pt x="205448" y="329788"/>
                  </a:lnTo>
                  <a:lnTo>
                    <a:pt x="210601" y="328489"/>
                  </a:lnTo>
                  <a:lnTo>
                    <a:pt x="215709" y="327027"/>
                  </a:lnTo>
                  <a:lnTo>
                    <a:pt x="220769" y="325403"/>
                  </a:lnTo>
                  <a:lnTo>
                    <a:pt x="225774" y="323619"/>
                  </a:lnTo>
                  <a:lnTo>
                    <a:pt x="230720" y="321677"/>
                  </a:lnTo>
                  <a:lnTo>
                    <a:pt x="235602" y="319579"/>
                  </a:lnTo>
                  <a:lnTo>
                    <a:pt x="240415" y="317326"/>
                  </a:lnTo>
                  <a:lnTo>
                    <a:pt x="245154" y="314922"/>
                  </a:lnTo>
                  <a:lnTo>
                    <a:pt x="249814" y="312368"/>
                  </a:lnTo>
                  <a:lnTo>
                    <a:pt x="254390" y="309668"/>
                  </a:lnTo>
                  <a:lnTo>
                    <a:pt x="258878" y="306823"/>
                  </a:lnTo>
                  <a:lnTo>
                    <a:pt x="263274" y="303838"/>
                  </a:lnTo>
                  <a:lnTo>
                    <a:pt x="267572" y="300714"/>
                  </a:lnTo>
                  <a:lnTo>
                    <a:pt x="271770" y="297455"/>
                  </a:lnTo>
                  <a:lnTo>
                    <a:pt x="275861" y="294064"/>
                  </a:lnTo>
                  <a:lnTo>
                    <a:pt x="279842" y="290545"/>
                  </a:lnTo>
                  <a:lnTo>
                    <a:pt x="283710" y="286901"/>
                  </a:lnTo>
                  <a:lnTo>
                    <a:pt x="287460" y="283136"/>
                  </a:lnTo>
                  <a:lnTo>
                    <a:pt x="291088" y="279254"/>
                  </a:lnTo>
                  <a:lnTo>
                    <a:pt x="294591" y="275259"/>
                  </a:lnTo>
                  <a:lnTo>
                    <a:pt x="297966" y="271154"/>
                  </a:lnTo>
                  <a:lnTo>
                    <a:pt x="301208" y="266944"/>
                  </a:lnTo>
                  <a:lnTo>
                    <a:pt x="304314" y="262633"/>
                  </a:lnTo>
                  <a:lnTo>
                    <a:pt x="307283" y="258225"/>
                  </a:lnTo>
                  <a:lnTo>
                    <a:pt x="310109" y="253726"/>
                  </a:lnTo>
                  <a:lnTo>
                    <a:pt x="312791" y="249139"/>
                  </a:lnTo>
                  <a:lnTo>
                    <a:pt x="315326" y="244468"/>
                  </a:lnTo>
                  <a:lnTo>
                    <a:pt x="317711" y="239720"/>
                  </a:lnTo>
                  <a:lnTo>
                    <a:pt x="319945" y="234898"/>
                  </a:lnTo>
                  <a:lnTo>
                    <a:pt x="322023" y="230008"/>
                  </a:lnTo>
                  <a:lnTo>
                    <a:pt x="167159" y="1670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5892" y="2168369"/>
              <a:ext cx="167167" cy="230110"/>
            </a:xfrm>
            <a:custGeom>
              <a:avLst/>
              <a:pathLst>
                <a:path w="167167" h="230110">
                  <a:moveTo>
                    <a:pt x="154864" y="230110"/>
                  </a:moveTo>
                  <a:lnTo>
                    <a:pt x="156803" y="225111"/>
                  </a:lnTo>
                  <a:lnTo>
                    <a:pt x="158581" y="220051"/>
                  </a:lnTo>
                  <a:lnTo>
                    <a:pt x="160196" y="214938"/>
                  </a:lnTo>
                  <a:lnTo>
                    <a:pt x="161646" y="209775"/>
                  </a:lnTo>
                  <a:lnTo>
                    <a:pt x="162929" y="204569"/>
                  </a:lnTo>
                  <a:lnTo>
                    <a:pt x="164045" y="199324"/>
                  </a:lnTo>
                  <a:lnTo>
                    <a:pt x="164992" y="194046"/>
                  </a:lnTo>
                  <a:lnTo>
                    <a:pt x="165769" y="188740"/>
                  </a:lnTo>
                  <a:lnTo>
                    <a:pt x="166376" y="183412"/>
                  </a:lnTo>
                  <a:lnTo>
                    <a:pt x="166811" y="178067"/>
                  </a:lnTo>
                  <a:lnTo>
                    <a:pt x="167075" y="172711"/>
                  </a:lnTo>
                  <a:lnTo>
                    <a:pt x="167167" y="167350"/>
                  </a:lnTo>
                  <a:lnTo>
                    <a:pt x="167087" y="161988"/>
                  </a:lnTo>
                  <a:lnTo>
                    <a:pt x="166835" y="156631"/>
                  </a:lnTo>
                  <a:lnTo>
                    <a:pt x="166411" y="151286"/>
                  </a:lnTo>
                  <a:lnTo>
                    <a:pt x="165816" y="145956"/>
                  </a:lnTo>
                  <a:lnTo>
                    <a:pt x="165050" y="140649"/>
                  </a:lnTo>
                  <a:lnTo>
                    <a:pt x="164115" y="135369"/>
                  </a:lnTo>
                  <a:lnTo>
                    <a:pt x="163010" y="130121"/>
                  </a:lnTo>
                  <a:lnTo>
                    <a:pt x="161738" y="124912"/>
                  </a:lnTo>
                  <a:lnTo>
                    <a:pt x="160300" y="119746"/>
                  </a:lnTo>
                  <a:lnTo>
                    <a:pt x="158696" y="114629"/>
                  </a:lnTo>
                  <a:lnTo>
                    <a:pt x="156930" y="109566"/>
                  </a:lnTo>
                  <a:lnTo>
                    <a:pt x="155002" y="104562"/>
                  </a:lnTo>
                  <a:lnTo>
                    <a:pt x="152914" y="99623"/>
                  </a:lnTo>
                  <a:lnTo>
                    <a:pt x="150669" y="94753"/>
                  </a:lnTo>
                  <a:lnTo>
                    <a:pt x="148269" y="89958"/>
                  </a:lnTo>
                  <a:lnTo>
                    <a:pt x="145716" y="85242"/>
                  </a:lnTo>
                  <a:lnTo>
                    <a:pt x="143013" y="80611"/>
                  </a:lnTo>
                  <a:lnTo>
                    <a:pt x="140164" y="76068"/>
                  </a:lnTo>
                  <a:lnTo>
                    <a:pt x="137170" y="71619"/>
                  </a:lnTo>
                  <a:lnTo>
                    <a:pt x="134034" y="67269"/>
                  </a:lnTo>
                  <a:lnTo>
                    <a:pt x="130761" y="63021"/>
                  </a:lnTo>
                  <a:lnTo>
                    <a:pt x="127354" y="58881"/>
                  </a:lnTo>
                  <a:lnTo>
                    <a:pt x="123815" y="54852"/>
                  </a:lnTo>
                  <a:lnTo>
                    <a:pt x="120149" y="50938"/>
                  </a:lnTo>
                  <a:lnTo>
                    <a:pt x="116359" y="47145"/>
                  </a:lnTo>
                  <a:lnTo>
                    <a:pt x="112450" y="43474"/>
                  </a:lnTo>
                  <a:lnTo>
                    <a:pt x="108425" y="39931"/>
                  </a:lnTo>
                  <a:lnTo>
                    <a:pt x="104288" y="36519"/>
                  </a:lnTo>
                  <a:lnTo>
                    <a:pt x="100044" y="33241"/>
                  </a:lnTo>
                  <a:lnTo>
                    <a:pt x="95697" y="30101"/>
                  </a:lnTo>
                  <a:lnTo>
                    <a:pt x="91251" y="27103"/>
                  </a:lnTo>
                  <a:lnTo>
                    <a:pt x="86712" y="24248"/>
                  </a:lnTo>
                  <a:lnTo>
                    <a:pt x="82083" y="21540"/>
                  </a:lnTo>
                  <a:lnTo>
                    <a:pt x="77370" y="18982"/>
                  </a:lnTo>
                  <a:lnTo>
                    <a:pt x="72578" y="16577"/>
                  </a:lnTo>
                  <a:lnTo>
                    <a:pt x="67710" y="14327"/>
                  </a:lnTo>
                  <a:lnTo>
                    <a:pt x="62773" y="12233"/>
                  </a:lnTo>
                  <a:lnTo>
                    <a:pt x="57772" y="10300"/>
                  </a:lnTo>
                  <a:lnTo>
                    <a:pt x="52711" y="8527"/>
                  </a:lnTo>
                  <a:lnTo>
                    <a:pt x="47595" y="6918"/>
                  </a:lnTo>
                  <a:lnTo>
                    <a:pt x="42431" y="5474"/>
                  </a:lnTo>
                  <a:lnTo>
                    <a:pt x="37223" y="4197"/>
                  </a:lnTo>
                  <a:lnTo>
                    <a:pt x="31977" y="3086"/>
                  </a:lnTo>
                  <a:lnTo>
                    <a:pt x="26698" y="2145"/>
                  </a:lnTo>
                  <a:lnTo>
                    <a:pt x="21391" y="1374"/>
                  </a:lnTo>
                  <a:lnTo>
                    <a:pt x="16063" y="773"/>
                  </a:lnTo>
                  <a:lnTo>
                    <a:pt x="10717" y="343"/>
                  </a:lnTo>
                  <a:lnTo>
                    <a:pt x="536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45394" y="1735255"/>
              <a:ext cx="15152" cy="167167"/>
            </a:xfrm>
            <a:custGeom>
              <a:avLst/>
              <a:pathLst>
                <a:path w="15152" h="167167">
                  <a:moveTo>
                    <a:pt x="15152" y="0"/>
                  </a:moveTo>
                  <a:lnTo>
                    <a:pt x="0" y="688"/>
                  </a:lnTo>
                  <a:lnTo>
                    <a:pt x="1515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5394" y="1735943"/>
              <a:ext cx="15152" cy="166479"/>
            </a:xfrm>
            <a:custGeom>
              <a:avLst/>
              <a:pathLst>
                <a:path w="15152" h="166479">
                  <a:moveTo>
                    <a:pt x="0" y="0"/>
                  </a:moveTo>
                  <a:lnTo>
                    <a:pt x="15152" y="1664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93387" y="1735414"/>
              <a:ext cx="334324" cy="334170"/>
            </a:xfrm>
            <a:custGeom>
              <a:avLst/>
              <a:pathLst>
                <a:path w="334324" h="334170">
                  <a:moveTo>
                    <a:pt x="152007" y="529"/>
                  </a:moveTo>
                  <a:lnTo>
                    <a:pt x="146739" y="1093"/>
                  </a:lnTo>
                  <a:lnTo>
                    <a:pt x="141491" y="1823"/>
                  </a:lnTo>
                  <a:lnTo>
                    <a:pt x="136270" y="2719"/>
                  </a:lnTo>
                  <a:lnTo>
                    <a:pt x="131079" y="3781"/>
                  </a:lnTo>
                  <a:lnTo>
                    <a:pt x="125924" y="5006"/>
                  </a:lnTo>
                  <a:lnTo>
                    <a:pt x="120811" y="6394"/>
                  </a:lnTo>
                  <a:lnTo>
                    <a:pt x="115745" y="7944"/>
                  </a:lnTo>
                  <a:lnTo>
                    <a:pt x="110730" y="9653"/>
                  </a:lnTo>
                  <a:lnTo>
                    <a:pt x="105772" y="11520"/>
                  </a:lnTo>
                  <a:lnTo>
                    <a:pt x="100875" y="13544"/>
                  </a:lnTo>
                  <a:lnTo>
                    <a:pt x="96045" y="15721"/>
                  </a:lnTo>
                  <a:lnTo>
                    <a:pt x="91287" y="18051"/>
                  </a:lnTo>
                  <a:lnTo>
                    <a:pt x="86604" y="20530"/>
                  </a:lnTo>
                  <a:lnTo>
                    <a:pt x="82003" y="23156"/>
                  </a:lnTo>
                  <a:lnTo>
                    <a:pt x="77487" y="25927"/>
                  </a:lnTo>
                  <a:lnTo>
                    <a:pt x="73061" y="28840"/>
                  </a:lnTo>
                  <a:lnTo>
                    <a:pt x="68730" y="31891"/>
                  </a:lnTo>
                  <a:lnTo>
                    <a:pt x="64498" y="35078"/>
                  </a:lnTo>
                  <a:lnTo>
                    <a:pt x="60368" y="38398"/>
                  </a:lnTo>
                  <a:lnTo>
                    <a:pt x="56346" y="41846"/>
                  </a:lnTo>
                  <a:lnTo>
                    <a:pt x="52436" y="45421"/>
                  </a:lnTo>
                  <a:lnTo>
                    <a:pt x="48640" y="49117"/>
                  </a:lnTo>
                  <a:lnTo>
                    <a:pt x="44964" y="52933"/>
                  </a:lnTo>
                  <a:lnTo>
                    <a:pt x="41410" y="56862"/>
                  </a:lnTo>
                  <a:lnTo>
                    <a:pt x="37983" y="60902"/>
                  </a:lnTo>
                  <a:lnTo>
                    <a:pt x="34685" y="65049"/>
                  </a:lnTo>
                  <a:lnTo>
                    <a:pt x="31521" y="69299"/>
                  </a:lnTo>
                  <a:lnTo>
                    <a:pt x="28492" y="73646"/>
                  </a:lnTo>
                  <a:lnTo>
                    <a:pt x="25604" y="78087"/>
                  </a:lnTo>
                  <a:lnTo>
                    <a:pt x="22857" y="82618"/>
                  </a:lnTo>
                  <a:lnTo>
                    <a:pt x="20255" y="87233"/>
                  </a:lnTo>
                  <a:lnTo>
                    <a:pt x="17801" y="91928"/>
                  </a:lnTo>
                  <a:lnTo>
                    <a:pt x="15496" y="96699"/>
                  </a:lnTo>
                  <a:lnTo>
                    <a:pt x="13344" y="101541"/>
                  </a:lnTo>
                  <a:lnTo>
                    <a:pt x="11347" y="106448"/>
                  </a:lnTo>
                  <a:lnTo>
                    <a:pt x="9506" y="111416"/>
                  </a:lnTo>
                  <a:lnTo>
                    <a:pt x="7824" y="116440"/>
                  </a:lnTo>
                  <a:lnTo>
                    <a:pt x="6301" y="121515"/>
                  </a:lnTo>
                  <a:lnTo>
                    <a:pt x="4940" y="126635"/>
                  </a:lnTo>
                  <a:lnTo>
                    <a:pt x="3742" y="131796"/>
                  </a:lnTo>
                  <a:lnTo>
                    <a:pt x="2709" y="136992"/>
                  </a:lnTo>
                  <a:lnTo>
                    <a:pt x="1840" y="142219"/>
                  </a:lnTo>
                  <a:lnTo>
                    <a:pt x="1137" y="147470"/>
                  </a:lnTo>
                  <a:lnTo>
                    <a:pt x="602" y="152741"/>
                  </a:lnTo>
                  <a:lnTo>
                    <a:pt x="233" y="158026"/>
                  </a:lnTo>
                  <a:lnTo>
                    <a:pt x="32" y="163321"/>
                  </a:lnTo>
                  <a:lnTo>
                    <a:pt x="0" y="168619"/>
                  </a:lnTo>
                  <a:lnTo>
                    <a:pt x="134" y="173915"/>
                  </a:lnTo>
                  <a:lnTo>
                    <a:pt x="437" y="179205"/>
                  </a:lnTo>
                  <a:lnTo>
                    <a:pt x="907" y="184482"/>
                  </a:lnTo>
                  <a:lnTo>
                    <a:pt x="1545" y="189742"/>
                  </a:lnTo>
                  <a:lnTo>
                    <a:pt x="2348" y="194978"/>
                  </a:lnTo>
                  <a:lnTo>
                    <a:pt x="3317" y="200187"/>
                  </a:lnTo>
                  <a:lnTo>
                    <a:pt x="4451" y="205363"/>
                  </a:lnTo>
                  <a:lnTo>
                    <a:pt x="5748" y="210500"/>
                  </a:lnTo>
                  <a:lnTo>
                    <a:pt x="7208" y="215593"/>
                  </a:lnTo>
                  <a:lnTo>
                    <a:pt x="8828" y="220637"/>
                  </a:lnTo>
                  <a:lnTo>
                    <a:pt x="10607" y="225628"/>
                  </a:lnTo>
                  <a:lnTo>
                    <a:pt x="12543" y="230559"/>
                  </a:lnTo>
                  <a:lnTo>
                    <a:pt x="14634" y="235427"/>
                  </a:lnTo>
                  <a:lnTo>
                    <a:pt x="16879" y="240226"/>
                  </a:lnTo>
                  <a:lnTo>
                    <a:pt x="19275" y="244952"/>
                  </a:lnTo>
                  <a:lnTo>
                    <a:pt x="21819" y="249599"/>
                  </a:lnTo>
                  <a:lnTo>
                    <a:pt x="24510" y="254163"/>
                  </a:lnTo>
                  <a:lnTo>
                    <a:pt x="27343" y="258640"/>
                  </a:lnTo>
                  <a:lnTo>
                    <a:pt x="30317" y="263025"/>
                  </a:lnTo>
                  <a:lnTo>
                    <a:pt x="33429" y="267313"/>
                  </a:lnTo>
                  <a:lnTo>
                    <a:pt x="36674" y="271501"/>
                  </a:lnTo>
                  <a:lnTo>
                    <a:pt x="40051" y="275583"/>
                  </a:lnTo>
                  <a:lnTo>
                    <a:pt x="43556" y="279557"/>
                  </a:lnTo>
                  <a:lnTo>
                    <a:pt x="47185" y="283417"/>
                  </a:lnTo>
                  <a:lnTo>
                    <a:pt x="50934" y="287161"/>
                  </a:lnTo>
                  <a:lnTo>
                    <a:pt x="54800" y="290783"/>
                  </a:lnTo>
                  <a:lnTo>
                    <a:pt x="58779" y="294282"/>
                  </a:lnTo>
                  <a:lnTo>
                    <a:pt x="62866" y="297652"/>
                  </a:lnTo>
                  <a:lnTo>
                    <a:pt x="67059" y="300892"/>
                  </a:lnTo>
                  <a:lnTo>
                    <a:pt x="71352" y="303997"/>
                  </a:lnTo>
                  <a:lnTo>
                    <a:pt x="75741" y="306964"/>
                  </a:lnTo>
                  <a:lnTo>
                    <a:pt x="80222" y="309791"/>
                  </a:lnTo>
                  <a:lnTo>
                    <a:pt x="84790" y="312474"/>
                  </a:lnTo>
                  <a:lnTo>
                    <a:pt x="89442" y="315011"/>
                  </a:lnTo>
                  <a:lnTo>
                    <a:pt x="94171" y="317400"/>
                  </a:lnTo>
                  <a:lnTo>
                    <a:pt x="98973" y="319637"/>
                  </a:lnTo>
                  <a:lnTo>
                    <a:pt x="103844" y="321721"/>
                  </a:lnTo>
                  <a:lnTo>
                    <a:pt x="108779" y="323650"/>
                  </a:lnTo>
                  <a:lnTo>
                    <a:pt x="113772" y="325421"/>
                  </a:lnTo>
                  <a:lnTo>
                    <a:pt x="118819" y="327034"/>
                  </a:lnTo>
                  <a:lnTo>
                    <a:pt x="123915" y="328485"/>
                  </a:lnTo>
                  <a:lnTo>
                    <a:pt x="129053" y="329775"/>
                  </a:lnTo>
                  <a:lnTo>
                    <a:pt x="134231" y="330900"/>
                  </a:lnTo>
                  <a:lnTo>
                    <a:pt x="139441" y="331862"/>
                  </a:lnTo>
                  <a:lnTo>
                    <a:pt x="144679" y="332657"/>
                  </a:lnTo>
                  <a:lnTo>
                    <a:pt x="149940" y="333286"/>
                  </a:lnTo>
                  <a:lnTo>
                    <a:pt x="155217" y="333749"/>
                  </a:lnTo>
                  <a:lnTo>
                    <a:pt x="160507" y="334043"/>
                  </a:lnTo>
                  <a:lnTo>
                    <a:pt x="165804" y="334170"/>
                  </a:lnTo>
                  <a:lnTo>
                    <a:pt x="171102" y="334129"/>
                  </a:lnTo>
                  <a:lnTo>
                    <a:pt x="176396" y="333920"/>
                  </a:lnTo>
                  <a:lnTo>
                    <a:pt x="181681" y="333544"/>
                  </a:lnTo>
                  <a:lnTo>
                    <a:pt x="186951" y="333000"/>
                  </a:lnTo>
                  <a:lnTo>
                    <a:pt x="192201" y="332289"/>
                  </a:lnTo>
                  <a:lnTo>
                    <a:pt x="197426" y="331413"/>
                  </a:lnTo>
                  <a:lnTo>
                    <a:pt x="202621" y="330371"/>
                  </a:lnTo>
                  <a:lnTo>
                    <a:pt x="207780" y="329165"/>
                  </a:lnTo>
                  <a:lnTo>
                    <a:pt x="212899" y="327796"/>
                  </a:lnTo>
                  <a:lnTo>
                    <a:pt x="217971" y="326266"/>
                  </a:lnTo>
                  <a:lnTo>
                    <a:pt x="222992" y="324576"/>
                  </a:lnTo>
                  <a:lnTo>
                    <a:pt x="227957" y="322728"/>
                  </a:lnTo>
                  <a:lnTo>
                    <a:pt x="232862" y="320723"/>
                  </a:lnTo>
                  <a:lnTo>
                    <a:pt x="237700" y="318563"/>
                  </a:lnTo>
                  <a:lnTo>
                    <a:pt x="242467" y="316252"/>
                  </a:lnTo>
                  <a:lnTo>
                    <a:pt x="247159" y="313790"/>
                  </a:lnTo>
                  <a:lnTo>
                    <a:pt x="251770" y="311181"/>
                  </a:lnTo>
                  <a:lnTo>
                    <a:pt x="256296" y="308428"/>
                  </a:lnTo>
                  <a:lnTo>
                    <a:pt x="260733" y="305532"/>
                  </a:lnTo>
                  <a:lnTo>
                    <a:pt x="265076" y="302497"/>
                  </a:lnTo>
                  <a:lnTo>
                    <a:pt x="269320" y="299326"/>
                  </a:lnTo>
                  <a:lnTo>
                    <a:pt x="273462" y="296022"/>
                  </a:lnTo>
                  <a:lnTo>
                    <a:pt x="277497" y="292589"/>
                  </a:lnTo>
                  <a:lnTo>
                    <a:pt x="281421" y="289029"/>
                  </a:lnTo>
                  <a:lnTo>
                    <a:pt x="285231" y="285347"/>
                  </a:lnTo>
                  <a:lnTo>
                    <a:pt x="288922" y="281546"/>
                  </a:lnTo>
                  <a:lnTo>
                    <a:pt x="292490" y="277630"/>
                  </a:lnTo>
                  <a:lnTo>
                    <a:pt x="295933" y="273602"/>
                  </a:lnTo>
                  <a:lnTo>
                    <a:pt x="299246" y="269468"/>
                  </a:lnTo>
                  <a:lnTo>
                    <a:pt x="302427" y="265231"/>
                  </a:lnTo>
                  <a:lnTo>
                    <a:pt x="305471" y="260895"/>
                  </a:lnTo>
                  <a:lnTo>
                    <a:pt x="308377" y="256465"/>
                  </a:lnTo>
                  <a:lnTo>
                    <a:pt x="311141" y="251945"/>
                  </a:lnTo>
                  <a:lnTo>
                    <a:pt x="313760" y="247339"/>
                  </a:lnTo>
                  <a:lnTo>
                    <a:pt x="316232" y="242653"/>
                  </a:lnTo>
                  <a:lnTo>
                    <a:pt x="318555" y="237891"/>
                  </a:lnTo>
                  <a:lnTo>
                    <a:pt x="320725" y="233058"/>
                  </a:lnTo>
                  <a:lnTo>
                    <a:pt x="322741" y="228158"/>
                  </a:lnTo>
                  <a:lnTo>
                    <a:pt x="324601" y="223197"/>
                  </a:lnTo>
                  <a:lnTo>
                    <a:pt x="326302" y="218180"/>
                  </a:lnTo>
                  <a:lnTo>
                    <a:pt x="327844" y="213111"/>
                  </a:lnTo>
                  <a:lnTo>
                    <a:pt x="329224" y="207995"/>
                  </a:lnTo>
                  <a:lnTo>
                    <a:pt x="330441" y="202839"/>
                  </a:lnTo>
                  <a:lnTo>
                    <a:pt x="331495" y="197647"/>
                  </a:lnTo>
                  <a:lnTo>
                    <a:pt x="332383" y="192424"/>
                  </a:lnTo>
                  <a:lnTo>
                    <a:pt x="333106" y="187175"/>
                  </a:lnTo>
                  <a:lnTo>
                    <a:pt x="333661" y="181906"/>
                  </a:lnTo>
                  <a:lnTo>
                    <a:pt x="334050" y="176622"/>
                  </a:lnTo>
                  <a:lnTo>
                    <a:pt x="334271" y="171329"/>
                  </a:lnTo>
                  <a:lnTo>
                    <a:pt x="334324" y="166031"/>
                  </a:lnTo>
                  <a:lnTo>
                    <a:pt x="334209" y="160734"/>
                  </a:lnTo>
                  <a:lnTo>
                    <a:pt x="333926" y="155443"/>
                  </a:lnTo>
                  <a:lnTo>
                    <a:pt x="333476" y="150164"/>
                  </a:lnTo>
                  <a:lnTo>
                    <a:pt x="332859" y="144902"/>
                  </a:lnTo>
                  <a:lnTo>
                    <a:pt x="332075" y="139662"/>
                  </a:lnTo>
                  <a:lnTo>
                    <a:pt x="331125" y="134450"/>
                  </a:lnTo>
                  <a:lnTo>
                    <a:pt x="330011" y="129270"/>
                  </a:lnTo>
                  <a:lnTo>
                    <a:pt x="328734" y="124128"/>
                  </a:lnTo>
                  <a:lnTo>
                    <a:pt x="327294" y="119030"/>
                  </a:lnTo>
                  <a:lnTo>
                    <a:pt x="325693" y="113979"/>
                  </a:lnTo>
                  <a:lnTo>
                    <a:pt x="323933" y="108982"/>
                  </a:lnTo>
                  <a:lnTo>
                    <a:pt x="322015" y="104043"/>
                  </a:lnTo>
                  <a:lnTo>
                    <a:pt x="319942" y="99167"/>
                  </a:lnTo>
                  <a:lnTo>
                    <a:pt x="317715" y="94360"/>
                  </a:lnTo>
                  <a:lnTo>
                    <a:pt x="315337" y="89625"/>
                  </a:lnTo>
                  <a:lnTo>
                    <a:pt x="312811" y="84968"/>
                  </a:lnTo>
                  <a:lnTo>
                    <a:pt x="310138" y="80394"/>
                  </a:lnTo>
                  <a:lnTo>
                    <a:pt x="307321" y="75906"/>
                  </a:lnTo>
                  <a:lnTo>
                    <a:pt x="304364" y="71510"/>
                  </a:lnTo>
                  <a:lnTo>
                    <a:pt x="301269" y="67210"/>
                  </a:lnTo>
                  <a:lnTo>
                    <a:pt x="298039" y="63011"/>
                  </a:lnTo>
                  <a:lnTo>
                    <a:pt x="294677" y="58915"/>
                  </a:lnTo>
                  <a:lnTo>
                    <a:pt x="291188" y="54929"/>
                  </a:lnTo>
                  <a:lnTo>
                    <a:pt x="287574" y="51054"/>
                  </a:lnTo>
                  <a:lnTo>
                    <a:pt x="283839" y="47297"/>
                  </a:lnTo>
                  <a:lnTo>
                    <a:pt x="279987" y="43659"/>
                  </a:lnTo>
                  <a:lnTo>
                    <a:pt x="276021" y="40146"/>
                  </a:lnTo>
                  <a:lnTo>
                    <a:pt x="271946" y="36760"/>
                  </a:lnTo>
                  <a:lnTo>
                    <a:pt x="267766" y="33504"/>
                  </a:lnTo>
                  <a:lnTo>
                    <a:pt x="263485" y="30383"/>
                  </a:lnTo>
                  <a:lnTo>
                    <a:pt x="259107" y="27399"/>
                  </a:lnTo>
                  <a:lnTo>
                    <a:pt x="254636" y="24556"/>
                  </a:lnTo>
                  <a:lnTo>
                    <a:pt x="250078" y="21855"/>
                  </a:lnTo>
                  <a:lnTo>
                    <a:pt x="245437" y="19300"/>
                  </a:lnTo>
                  <a:lnTo>
                    <a:pt x="240717" y="16894"/>
                  </a:lnTo>
                  <a:lnTo>
                    <a:pt x="235923" y="14638"/>
                  </a:lnTo>
                  <a:lnTo>
                    <a:pt x="231059" y="12536"/>
                  </a:lnTo>
                  <a:lnTo>
                    <a:pt x="226132" y="10588"/>
                  </a:lnTo>
                  <a:lnTo>
                    <a:pt x="221146" y="8798"/>
                  </a:lnTo>
                  <a:lnTo>
                    <a:pt x="216105" y="7167"/>
                  </a:lnTo>
                  <a:lnTo>
                    <a:pt x="211015" y="5696"/>
                  </a:lnTo>
                  <a:lnTo>
                    <a:pt x="205881" y="4387"/>
                  </a:lnTo>
                  <a:lnTo>
                    <a:pt x="200708" y="3242"/>
                  </a:lnTo>
                  <a:lnTo>
                    <a:pt x="195502" y="2261"/>
                  </a:lnTo>
                  <a:lnTo>
                    <a:pt x="190267" y="1445"/>
                  </a:lnTo>
                  <a:lnTo>
                    <a:pt x="185008" y="796"/>
                  </a:lnTo>
                  <a:lnTo>
                    <a:pt x="179732" y="314"/>
                  </a:lnTo>
                  <a:lnTo>
                    <a:pt x="174443" y="0"/>
                  </a:lnTo>
                  <a:lnTo>
                    <a:pt x="167159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60546" y="1735255"/>
              <a:ext cx="7284" cy="167167"/>
            </a:xfrm>
            <a:custGeom>
              <a:avLst/>
              <a:pathLst>
                <a:path w="7284" h="167167">
                  <a:moveTo>
                    <a:pt x="7284" y="1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15690" y="1379510"/>
              <a:ext cx="167150" cy="191124"/>
            </a:xfrm>
            <a:custGeom>
              <a:avLst/>
              <a:pathLst>
                <a:path w="167150" h="191124">
                  <a:moveTo>
                    <a:pt x="167150" y="0"/>
                  </a:moveTo>
                  <a:lnTo>
                    <a:pt x="161743" y="87"/>
                  </a:lnTo>
                  <a:lnTo>
                    <a:pt x="156341" y="349"/>
                  </a:lnTo>
                  <a:lnTo>
                    <a:pt x="150951" y="786"/>
                  </a:lnTo>
                  <a:lnTo>
                    <a:pt x="145578" y="1397"/>
                  </a:lnTo>
                  <a:lnTo>
                    <a:pt x="140227" y="2182"/>
                  </a:lnTo>
                  <a:lnTo>
                    <a:pt x="134905" y="3139"/>
                  </a:lnTo>
                  <a:lnTo>
                    <a:pt x="129616" y="4268"/>
                  </a:lnTo>
                  <a:lnTo>
                    <a:pt x="124367" y="5567"/>
                  </a:lnTo>
                  <a:lnTo>
                    <a:pt x="119162" y="7035"/>
                  </a:lnTo>
                  <a:lnTo>
                    <a:pt x="114008" y="8671"/>
                  </a:lnTo>
                  <a:lnTo>
                    <a:pt x="108909" y="10473"/>
                  </a:lnTo>
                  <a:lnTo>
                    <a:pt x="103871" y="12439"/>
                  </a:lnTo>
                  <a:lnTo>
                    <a:pt x="98899" y="14567"/>
                  </a:lnTo>
                  <a:lnTo>
                    <a:pt x="93999" y="16854"/>
                  </a:lnTo>
                  <a:lnTo>
                    <a:pt x="89176" y="19299"/>
                  </a:lnTo>
                  <a:lnTo>
                    <a:pt x="84434" y="21898"/>
                  </a:lnTo>
                  <a:lnTo>
                    <a:pt x="79778" y="24650"/>
                  </a:lnTo>
                  <a:lnTo>
                    <a:pt x="75214" y="27550"/>
                  </a:lnTo>
                  <a:lnTo>
                    <a:pt x="70746" y="30597"/>
                  </a:lnTo>
                  <a:lnTo>
                    <a:pt x="66379" y="33787"/>
                  </a:lnTo>
                  <a:lnTo>
                    <a:pt x="62118" y="37116"/>
                  </a:lnTo>
                  <a:lnTo>
                    <a:pt x="57966" y="40581"/>
                  </a:lnTo>
                  <a:lnTo>
                    <a:pt x="53929" y="44179"/>
                  </a:lnTo>
                  <a:lnTo>
                    <a:pt x="50010" y="47906"/>
                  </a:lnTo>
                  <a:lnTo>
                    <a:pt x="46214" y="51757"/>
                  </a:lnTo>
                  <a:lnTo>
                    <a:pt x="42544" y="55729"/>
                  </a:lnTo>
                  <a:lnTo>
                    <a:pt x="39005" y="59818"/>
                  </a:lnTo>
                  <a:lnTo>
                    <a:pt x="35599" y="64019"/>
                  </a:lnTo>
                  <a:lnTo>
                    <a:pt x="32332" y="68328"/>
                  </a:lnTo>
                  <a:lnTo>
                    <a:pt x="29206" y="72740"/>
                  </a:lnTo>
                  <a:lnTo>
                    <a:pt x="26223" y="77252"/>
                  </a:lnTo>
                  <a:lnTo>
                    <a:pt x="23389" y="81857"/>
                  </a:lnTo>
                  <a:lnTo>
                    <a:pt x="20705" y="86552"/>
                  </a:lnTo>
                  <a:lnTo>
                    <a:pt x="18174" y="91331"/>
                  </a:lnTo>
                  <a:lnTo>
                    <a:pt x="15799" y="96189"/>
                  </a:lnTo>
                  <a:lnTo>
                    <a:pt x="13582" y="101122"/>
                  </a:lnTo>
                  <a:lnTo>
                    <a:pt x="11526" y="106123"/>
                  </a:lnTo>
                  <a:lnTo>
                    <a:pt x="9633" y="111189"/>
                  </a:lnTo>
                  <a:lnTo>
                    <a:pt x="7905" y="116313"/>
                  </a:lnTo>
                  <a:lnTo>
                    <a:pt x="6343" y="121491"/>
                  </a:lnTo>
                  <a:lnTo>
                    <a:pt x="4950" y="126716"/>
                  </a:lnTo>
                  <a:lnTo>
                    <a:pt x="3727" y="131983"/>
                  </a:lnTo>
                  <a:lnTo>
                    <a:pt x="2674" y="137288"/>
                  </a:lnTo>
                  <a:lnTo>
                    <a:pt x="1794" y="142623"/>
                  </a:lnTo>
                  <a:lnTo>
                    <a:pt x="1086" y="147985"/>
                  </a:lnTo>
                  <a:lnTo>
                    <a:pt x="553" y="153366"/>
                  </a:lnTo>
                  <a:lnTo>
                    <a:pt x="194" y="158762"/>
                  </a:lnTo>
                  <a:lnTo>
                    <a:pt x="9" y="164167"/>
                  </a:lnTo>
                  <a:lnTo>
                    <a:pt x="0" y="169574"/>
                  </a:lnTo>
                  <a:lnTo>
                    <a:pt x="165" y="174980"/>
                  </a:lnTo>
                  <a:lnTo>
                    <a:pt x="505" y="180377"/>
                  </a:lnTo>
                  <a:lnTo>
                    <a:pt x="1019" y="185760"/>
                  </a:lnTo>
                  <a:lnTo>
                    <a:pt x="1708" y="19112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7398" y="1546678"/>
              <a:ext cx="165441" cy="23956"/>
            </a:xfrm>
            <a:custGeom>
              <a:avLst/>
              <a:pathLst>
                <a:path w="165441" h="23956">
                  <a:moveTo>
                    <a:pt x="0" y="23956"/>
                  </a:moveTo>
                  <a:lnTo>
                    <a:pt x="1654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7398" y="1546678"/>
              <a:ext cx="314050" cy="167159"/>
            </a:xfrm>
            <a:custGeom>
              <a:avLst/>
              <a:pathLst>
                <a:path w="314050" h="167159">
                  <a:moveTo>
                    <a:pt x="0" y="23956"/>
                  </a:moveTo>
                  <a:lnTo>
                    <a:pt x="849" y="29225"/>
                  </a:lnTo>
                  <a:lnTo>
                    <a:pt x="1865" y="34464"/>
                  </a:lnTo>
                  <a:lnTo>
                    <a:pt x="3049" y="39668"/>
                  </a:lnTo>
                  <a:lnTo>
                    <a:pt x="4398" y="44831"/>
                  </a:lnTo>
                  <a:lnTo>
                    <a:pt x="5911" y="49949"/>
                  </a:lnTo>
                  <a:lnTo>
                    <a:pt x="7586" y="55016"/>
                  </a:lnTo>
                  <a:lnTo>
                    <a:pt x="9423" y="60026"/>
                  </a:lnTo>
                  <a:lnTo>
                    <a:pt x="11419" y="64976"/>
                  </a:lnTo>
                  <a:lnTo>
                    <a:pt x="13571" y="69859"/>
                  </a:lnTo>
                  <a:lnTo>
                    <a:pt x="15878" y="74671"/>
                  </a:lnTo>
                  <a:lnTo>
                    <a:pt x="18338" y="79407"/>
                  </a:lnTo>
                  <a:lnTo>
                    <a:pt x="20948" y="84062"/>
                  </a:lnTo>
                  <a:lnTo>
                    <a:pt x="23705" y="88632"/>
                  </a:lnTo>
                  <a:lnTo>
                    <a:pt x="26606" y="93111"/>
                  </a:lnTo>
                  <a:lnTo>
                    <a:pt x="29649" y="97495"/>
                  </a:lnTo>
                  <a:lnTo>
                    <a:pt x="32830" y="101780"/>
                  </a:lnTo>
                  <a:lnTo>
                    <a:pt x="36147" y="105961"/>
                  </a:lnTo>
                  <a:lnTo>
                    <a:pt x="39595" y="110034"/>
                  </a:lnTo>
                  <a:lnTo>
                    <a:pt x="43171" y="113995"/>
                  </a:lnTo>
                  <a:lnTo>
                    <a:pt x="46872" y="117840"/>
                  </a:lnTo>
                  <a:lnTo>
                    <a:pt x="50694" y="121564"/>
                  </a:lnTo>
                  <a:lnTo>
                    <a:pt x="54633" y="125165"/>
                  </a:lnTo>
                  <a:lnTo>
                    <a:pt x="58685" y="128638"/>
                  </a:lnTo>
                  <a:lnTo>
                    <a:pt x="62845" y="131980"/>
                  </a:lnTo>
                  <a:lnTo>
                    <a:pt x="67110" y="135188"/>
                  </a:lnTo>
                  <a:lnTo>
                    <a:pt x="71476" y="138258"/>
                  </a:lnTo>
                  <a:lnTo>
                    <a:pt x="75937" y="141187"/>
                  </a:lnTo>
                  <a:lnTo>
                    <a:pt x="80489" y="143972"/>
                  </a:lnTo>
                  <a:lnTo>
                    <a:pt x="85128" y="146610"/>
                  </a:lnTo>
                  <a:lnTo>
                    <a:pt x="89849" y="149099"/>
                  </a:lnTo>
                  <a:lnTo>
                    <a:pt x="94646" y="151436"/>
                  </a:lnTo>
                  <a:lnTo>
                    <a:pt x="99516" y="153619"/>
                  </a:lnTo>
                  <a:lnTo>
                    <a:pt x="104453" y="155645"/>
                  </a:lnTo>
                  <a:lnTo>
                    <a:pt x="109453" y="157512"/>
                  </a:lnTo>
                  <a:lnTo>
                    <a:pt x="114509" y="159219"/>
                  </a:lnTo>
                  <a:lnTo>
                    <a:pt x="119617" y="160764"/>
                  </a:lnTo>
                  <a:lnTo>
                    <a:pt x="124772" y="162144"/>
                  </a:lnTo>
                  <a:lnTo>
                    <a:pt x="129969" y="163360"/>
                  </a:lnTo>
                  <a:lnTo>
                    <a:pt x="135201" y="164409"/>
                  </a:lnTo>
                  <a:lnTo>
                    <a:pt x="140464" y="165290"/>
                  </a:lnTo>
                  <a:lnTo>
                    <a:pt x="145753" y="166004"/>
                  </a:lnTo>
                  <a:lnTo>
                    <a:pt x="151062" y="166547"/>
                  </a:lnTo>
                  <a:lnTo>
                    <a:pt x="156386" y="166921"/>
                  </a:lnTo>
                  <a:lnTo>
                    <a:pt x="161718" y="167125"/>
                  </a:lnTo>
                  <a:lnTo>
                    <a:pt x="167055" y="167159"/>
                  </a:lnTo>
                  <a:lnTo>
                    <a:pt x="172390" y="167022"/>
                  </a:lnTo>
                  <a:lnTo>
                    <a:pt x="177718" y="166716"/>
                  </a:lnTo>
                  <a:lnTo>
                    <a:pt x="183033" y="166239"/>
                  </a:lnTo>
                  <a:lnTo>
                    <a:pt x="188330" y="165593"/>
                  </a:lnTo>
                  <a:lnTo>
                    <a:pt x="193605" y="164778"/>
                  </a:lnTo>
                  <a:lnTo>
                    <a:pt x="198850" y="163795"/>
                  </a:lnTo>
                  <a:lnTo>
                    <a:pt x="204061" y="162645"/>
                  </a:lnTo>
                  <a:lnTo>
                    <a:pt x="209233" y="161329"/>
                  </a:lnTo>
                  <a:lnTo>
                    <a:pt x="214360" y="159849"/>
                  </a:lnTo>
                  <a:lnTo>
                    <a:pt x="219438" y="158206"/>
                  </a:lnTo>
                  <a:lnTo>
                    <a:pt x="224460" y="156402"/>
                  </a:lnTo>
                  <a:lnTo>
                    <a:pt x="229423" y="154438"/>
                  </a:lnTo>
                  <a:lnTo>
                    <a:pt x="234320" y="152317"/>
                  </a:lnTo>
                  <a:lnTo>
                    <a:pt x="239147" y="150041"/>
                  </a:lnTo>
                  <a:lnTo>
                    <a:pt x="243898" y="147612"/>
                  </a:lnTo>
                  <a:lnTo>
                    <a:pt x="248570" y="145032"/>
                  </a:lnTo>
                  <a:lnTo>
                    <a:pt x="253157" y="142305"/>
                  </a:lnTo>
                  <a:lnTo>
                    <a:pt x="257655" y="139433"/>
                  </a:lnTo>
                  <a:lnTo>
                    <a:pt x="262059" y="136418"/>
                  </a:lnTo>
                  <a:lnTo>
                    <a:pt x="266364" y="133265"/>
                  </a:lnTo>
                  <a:lnTo>
                    <a:pt x="270566" y="129975"/>
                  </a:lnTo>
                  <a:lnTo>
                    <a:pt x="274662" y="126553"/>
                  </a:lnTo>
                  <a:lnTo>
                    <a:pt x="278646" y="123003"/>
                  </a:lnTo>
                  <a:lnTo>
                    <a:pt x="282514" y="119327"/>
                  </a:lnTo>
                  <a:lnTo>
                    <a:pt x="286263" y="115529"/>
                  </a:lnTo>
                  <a:lnTo>
                    <a:pt x="289889" y="111613"/>
                  </a:lnTo>
                  <a:lnTo>
                    <a:pt x="293389" y="107584"/>
                  </a:lnTo>
                  <a:lnTo>
                    <a:pt x="296758" y="103445"/>
                  </a:lnTo>
                  <a:lnTo>
                    <a:pt x="299993" y="99201"/>
                  </a:lnTo>
                  <a:lnTo>
                    <a:pt x="303091" y="94855"/>
                  </a:lnTo>
                  <a:lnTo>
                    <a:pt x="306048" y="90413"/>
                  </a:lnTo>
                  <a:lnTo>
                    <a:pt x="308863" y="85879"/>
                  </a:lnTo>
                  <a:lnTo>
                    <a:pt x="311531" y="81257"/>
                  </a:lnTo>
                  <a:lnTo>
                    <a:pt x="314050" y="76553"/>
                  </a:lnTo>
                  <a:lnTo>
                    <a:pt x="1654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82840" y="1379510"/>
              <a:ext cx="167166" cy="243720"/>
            </a:xfrm>
            <a:custGeom>
              <a:avLst/>
              <a:pathLst>
                <a:path w="167166" h="243720">
                  <a:moveTo>
                    <a:pt x="148608" y="243720"/>
                  </a:moveTo>
                  <a:lnTo>
                    <a:pt x="150980" y="238930"/>
                  </a:lnTo>
                  <a:lnTo>
                    <a:pt x="153197" y="234066"/>
                  </a:lnTo>
                  <a:lnTo>
                    <a:pt x="155257" y="229134"/>
                  </a:lnTo>
                  <a:lnTo>
                    <a:pt x="157159" y="224139"/>
                  </a:lnTo>
                  <a:lnTo>
                    <a:pt x="158900" y="219085"/>
                  </a:lnTo>
                  <a:lnTo>
                    <a:pt x="160479" y="213978"/>
                  </a:lnTo>
                  <a:lnTo>
                    <a:pt x="161893" y="208824"/>
                  </a:lnTo>
                  <a:lnTo>
                    <a:pt x="163143" y="203627"/>
                  </a:lnTo>
                  <a:lnTo>
                    <a:pt x="164225" y="198392"/>
                  </a:lnTo>
                  <a:lnTo>
                    <a:pt x="165139" y="193126"/>
                  </a:lnTo>
                  <a:lnTo>
                    <a:pt x="165885" y="187833"/>
                  </a:lnTo>
                  <a:lnTo>
                    <a:pt x="166461" y="182519"/>
                  </a:lnTo>
                  <a:lnTo>
                    <a:pt x="166866" y="177189"/>
                  </a:lnTo>
                  <a:lnTo>
                    <a:pt x="167101" y="171849"/>
                  </a:lnTo>
                  <a:lnTo>
                    <a:pt x="167166" y="166504"/>
                  </a:lnTo>
                  <a:lnTo>
                    <a:pt x="167059" y="161160"/>
                  </a:lnTo>
                  <a:lnTo>
                    <a:pt x="166782" y="155822"/>
                  </a:lnTo>
                  <a:lnTo>
                    <a:pt x="166334" y="150496"/>
                  </a:lnTo>
                  <a:lnTo>
                    <a:pt x="165716" y="145187"/>
                  </a:lnTo>
                  <a:lnTo>
                    <a:pt x="164928" y="139900"/>
                  </a:lnTo>
                  <a:lnTo>
                    <a:pt x="163972" y="134641"/>
                  </a:lnTo>
                  <a:lnTo>
                    <a:pt x="162848" y="129415"/>
                  </a:lnTo>
                  <a:lnTo>
                    <a:pt x="161558" y="124228"/>
                  </a:lnTo>
                  <a:lnTo>
                    <a:pt x="160103" y="119085"/>
                  </a:lnTo>
                  <a:lnTo>
                    <a:pt x="158484" y="113991"/>
                  </a:lnTo>
                  <a:lnTo>
                    <a:pt x="156703" y="108951"/>
                  </a:lnTo>
                  <a:lnTo>
                    <a:pt x="154761" y="103971"/>
                  </a:lnTo>
                  <a:lnTo>
                    <a:pt x="152662" y="99056"/>
                  </a:lnTo>
                  <a:lnTo>
                    <a:pt x="150406" y="94210"/>
                  </a:lnTo>
                  <a:lnTo>
                    <a:pt x="147997" y="89438"/>
                  </a:lnTo>
                  <a:lnTo>
                    <a:pt x="145436" y="84746"/>
                  </a:lnTo>
                  <a:lnTo>
                    <a:pt x="142727" y="80139"/>
                  </a:lnTo>
                  <a:lnTo>
                    <a:pt x="139871" y="75620"/>
                  </a:lnTo>
                  <a:lnTo>
                    <a:pt x="136873" y="71195"/>
                  </a:lnTo>
                  <a:lnTo>
                    <a:pt x="133735" y="66868"/>
                  </a:lnTo>
                  <a:lnTo>
                    <a:pt x="130460" y="62644"/>
                  </a:lnTo>
                  <a:lnTo>
                    <a:pt x="127052" y="58527"/>
                  </a:lnTo>
                  <a:lnTo>
                    <a:pt x="123513" y="54520"/>
                  </a:lnTo>
                  <a:lnTo>
                    <a:pt x="119849" y="50629"/>
                  </a:lnTo>
                  <a:lnTo>
                    <a:pt x="116062" y="46857"/>
                  </a:lnTo>
                  <a:lnTo>
                    <a:pt x="112156" y="43208"/>
                  </a:lnTo>
                  <a:lnTo>
                    <a:pt x="108136" y="39685"/>
                  </a:lnTo>
                  <a:lnTo>
                    <a:pt x="104005" y="36293"/>
                  </a:lnTo>
                  <a:lnTo>
                    <a:pt x="99767" y="33035"/>
                  </a:lnTo>
                  <a:lnTo>
                    <a:pt x="95428" y="29914"/>
                  </a:lnTo>
                  <a:lnTo>
                    <a:pt x="90991" y="26933"/>
                  </a:lnTo>
                  <a:lnTo>
                    <a:pt x="86461" y="24096"/>
                  </a:lnTo>
                  <a:lnTo>
                    <a:pt x="81843" y="21405"/>
                  </a:lnTo>
                  <a:lnTo>
                    <a:pt x="77141" y="18863"/>
                  </a:lnTo>
                  <a:lnTo>
                    <a:pt x="72360" y="16472"/>
                  </a:lnTo>
                  <a:lnTo>
                    <a:pt x="67505" y="14236"/>
                  </a:lnTo>
                  <a:lnTo>
                    <a:pt x="62582" y="12156"/>
                  </a:lnTo>
                  <a:lnTo>
                    <a:pt x="57594" y="10234"/>
                  </a:lnTo>
                  <a:lnTo>
                    <a:pt x="52547" y="8473"/>
                  </a:lnTo>
                  <a:lnTo>
                    <a:pt x="47447" y="6874"/>
                  </a:lnTo>
                  <a:lnTo>
                    <a:pt x="42298" y="5439"/>
                  </a:lnTo>
                  <a:lnTo>
                    <a:pt x="37105" y="4170"/>
                  </a:lnTo>
                  <a:lnTo>
                    <a:pt x="31875" y="3067"/>
                  </a:lnTo>
                  <a:lnTo>
                    <a:pt x="26613" y="2132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65970" y="1120312"/>
              <a:ext cx="167164" cy="303379"/>
            </a:xfrm>
            <a:custGeom>
              <a:avLst/>
              <a:pathLst>
                <a:path w="167164" h="303379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100" y="4160"/>
                  </a:lnTo>
                  <a:lnTo>
                    <a:pt x="124914" y="5427"/>
                  </a:lnTo>
                  <a:lnTo>
                    <a:pt x="119770" y="6859"/>
                  </a:lnTo>
                  <a:lnTo>
                    <a:pt x="114675" y="8454"/>
                  </a:lnTo>
                  <a:lnTo>
                    <a:pt x="109633" y="10211"/>
                  </a:lnTo>
                  <a:lnTo>
                    <a:pt x="104650" y="12128"/>
                  </a:lnTo>
                  <a:lnTo>
                    <a:pt x="99731" y="14204"/>
                  </a:lnTo>
                  <a:lnTo>
                    <a:pt x="94881" y="16435"/>
                  </a:lnTo>
                  <a:lnTo>
                    <a:pt x="90104" y="18820"/>
                  </a:lnTo>
                  <a:lnTo>
                    <a:pt x="85406" y="21357"/>
                  </a:lnTo>
                  <a:lnTo>
                    <a:pt x="80792" y="24042"/>
                  </a:lnTo>
                  <a:lnTo>
                    <a:pt x="76265" y="26873"/>
                  </a:lnTo>
                  <a:lnTo>
                    <a:pt x="71831" y="29848"/>
                  </a:lnTo>
                  <a:lnTo>
                    <a:pt x="67495" y="32962"/>
                  </a:lnTo>
                  <a:lnTo>
                    <a:pt x="63260" y="36213"/>
                  </a:lnTo>
                  <a:lnTo>
                    <a:pt x="59131" y="39598"/>
                  </a:lnTo>
                  <a:lnTo>
                    <a:pt x="55112" y="43113"/>
                  </a:lnTo>
                  <a:lnTo>
                    <a:pt x="51208" y="46755"/>
                  </a:lnTo>
                  <a:lnTo>
                    <a:pt x="47422" y="50519"/>
                  </a:lnTo>
                  <a:lnTo>
                    <a:pt x="43758" y="54402"/>
                  </a:lnTo>
                  <a:lnTo>
                    <a:pt x="40220" y="58401"/>
                  </a:lnTo>
                  <a:lnTo>
                    <a:pt x="36811" y="62510"/>
                  </a:lnTo>
                  <a:lnTo>
                    <a:pt x="33536" y="66726"/>
                  </a:lnTo>
                  <a:lnTo>
                    <a:pt x="30396" y="71045"/>
                  </a:lnTo>
                  <a:lnTo>
                    <a:pt x="27396" y="75461"/>
                  </a:lnTo>
                  <a:lnTo>
                    <a:pt x="24539" y="79971"/>
                  </a:lnTo>
                  <a:lnTo>
                    <a:pt x="21827" y="84570"/>
                  </a:lnTo>
                  <a:lnTo>
                    <a:pt x="19264" y="89254"/>
                  </a:lnTo>
                  <a:lnTo>
                    <a:pt x="16851" y="94016"/>
                  </a:lnTo>
                  <a:lnTo>
                    <a:pt x="14592" y="98854"/>
                  </a:lnTo>
                  <a:lnTo>
                    <a:pt x="12488" y="103761"/>
                  </a:lnTo>
                  <a:lnTo>
                    <a:pt x="10542" y="108733"/>
                  </a:lnTo>
                  <a:lnTo>
                    <a:pt x="8756" y="113764"/>
                  </a:lnTo>
                  <a:lnTo>
                    <a:pt x="7132" y="118850"/>
                  </a:lnTo>
                  <a:lnTo>
                    <a:pt x="5670" y="123985"/>
                  </a:lnTo>
                  <a:lnTo>
                    <a:pt x="4374" y="129164"/>
                  </a:lnTo>
                  <a:lnTo>
                    <a:pt x="3243" y="134382"/>
                  </a:lnTo>
                  <a:lnTo>
                    <a:pt x="2280" y="139634"/>
                  </a:lnTo>
                  <a:lnTo>
                    <a:pt x="1485" y="144913"/>
                  </a:lnTo>
                  <a:lnTo>
                    <a:pt x="858" y="150215"/>
                  </a:lnTo>
                  <a:lnTo>
                    <a:pt x="402" y="155535"/>
                  </a:lnTo>
                  <a:lnTo>
                    <a:pt x="116" y="160866"/>
                  </a:lnTo>
                  <a:lnTo>
                    <a:pt x="0" y="166204"/>
                  </a:lnTo>
                  <a:lnTo>
                    <a:pt x="54" y="171543"/>
                  </a:lnTo>
                  <a:lnTo>
                    <a:pt x="279" y="176877"/>
                  </a:lnTo>
                  <a:lnTo>
                    <a:pt x="674" y="182201"/>
                  </a:lnTo>
                  <a:lnTo>
                    <a:pt x="1239" y="187510"/>
                  </a:lnTo>
                  <a:lnTo>
                    <a:pt x="1973" y="192798"/>
                  </a:lnTo>
                  <a:lnTo>
                    <a:pt x="2876" y="198061"/>
                  </a:lnTo>
                  <a:lnTo>
                    <a:pt x="3947" y="203291"/>
                  </a:lnTo>
                  <a:lnTo>
                    <a:pt x="5183" y="208485"/>
                  </a:lnTo>
                  <a:lnTo>
                    <a:pt x="6585" y="213637"/>
                  </a:lnTo>
                  <a:lnTo>
                    <a:pt x="8151" y="218741"/>
                  </a:lnTo>
                  <a:lnTo>
                    <a:pt x="9879" y="223792"/>
                  </a:lnTo>
                  <a:lnTo>
                    <a:pt x="11768" y="228786"/>
                  </a:lnTo>
                  <a:lnTo>
                    <a:pt x="13815" y="233717"/>
                  </a:lnTo>
                  <a:lnTo>
                    <a:pt x="16018" y="238580"/>
                  </a:lnTo>
                  <a:lnTo>
                    <a:pt x="18376" y="243371"/>
                  </a:lnTo>
                  <a:lnTo>
                    <a:pt x="20885" y="248083"/>
                  </a:lnTo>
                  <a:lnTo>
                    <a:pt x="23544" y="252713"/>
                  </a:lnTo>
                  <a:lnTo>
                    <a:pt x="26349" y="257256"/>
                  </a:lnTo>
                  <a:lnTo>
                    <a:pt x="29298" y="261707"/>
                  </a:lnTo>
                  <a:lnTo>
                    <a:pt x="32387" y="266061"/>
                  </a:lnTo>
                  <a:lnTo>
                    <a:pt x="35614" y="270315"/>
                  </a:lnTo>
                  <a:lnTo>
                    <a:pt x="38975" y="274463"/>
                  </a:lnTo>
                  <a:lnTo>
                    <a:pt x="42467" y="278502"/>
                  </a:lnTo>
                  <a:lnTo>
                    <a:pt x="46086" y="282427"/>
                  </a:lnTo>
                  <a:lnTo>
                    <a:pt x="49828" y="286235"/>
                  </a:lnTo>
                  <a:lnTo>
                    <a:pt x="53690" y="289921"/>
                  </a:lnTo>
                  <a:lnTo>
                    <a:pt x="57668" y="293482"/>
                  </a:lnTo>
                  <a:lnTo>
                    <a:pt x="61758" y="296915"/>
                  </a:lnTo>
                  <a:lnTo>
                    <a:pt x="65955" y="300215"/>
                  </a:lnTo>
                  <a:lnTo>
                    <a:pt x="70255" y="303379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36226" y="1287480"/>
              <a:ext cx="96908" cy="136211"/>
            </a:xfrm>
            <a:custGeom>
              <a:avLst/>
              <a:pathLst>
                <a:path w="96908" h="136211">
                  <a:moveTo>
                    <a:pt x="0" y="136211"/>
                  </a:moveTo>
                  <a:lnTo>
                    <a:pt x="969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36226" y="1122135"/>
              <a:ext cx="264056" cy="332501"/>
            </a:xfrm>
            <a:custGeom>
              <a:avLst/>
              <a:pathLst>
                <a:path w="264056" h="332501">
                  <a:moveTo>
                    <a:pt x="0" y="301556"/>
                  </a:moveTo>
                  <a:lnTo>
                    <a:pt x="4402" y="304584"/>
                  </a:lnTo>
                  <a:lnTo>
                    <a:pt x="8900" y="307469"/>
                  </a:lnTo>
                  <a:lnTo>
                    <a:pt x="13487" y="310209"/>
                  </a:lnTo>
                  <a:lnTo>
                    <a:pt x="18160" y="312801"/>
                  </a:lnTo>
                  <a:lnTo>
                    <a:pt x="22913" y="315243"/>
                  </a:lnTo>
                  <a:lnTo>
                    <a:pt x="27741" y="317531"/>
                  </a:lnTo>
                  <a:lnTo>
                    <a:pt x="32641" y="319664"/>
                  </a:lnTo>
                  <a:lnTo>
                    <a:pt x="37606" y="321639"/>
                  </a:lnTo>
                  <a:lnTo>
                    <a:pt x="42631" y="323455"/>
                  </a:lnTo>
                  <a:lnTo>
                    <a:pt x="47712" y="325109"/>
                  </a:lnTo>
                  <a:lnTo>
                    <a:pt x="52844" y="326599"/>
                  </a:lnTo>
                  <a:lnTo>
                    <a:pt x="58020" y="327925"/>
                  </a:lnTo>
                  <a:lnTo>
                    <a:pt x="63236" y="329085"/>
                  </a:lnTo>
                  <a:lnTo>
                    <a:pt x="68486" y="330078"/>
                  </a:lnTo>
                  <a:lnTo>
                    <a:pt x="73766" y="330902"/>
                  </a:lnTo>
                  <a:lnTo>
                    <a:pt x="79069" y="331557"/>
                  </a:lnTo>
                  <a:lnTo>
                    <a:pt x="84390" y="332042"/>
                  </a:lnTo>
                  <a:lnTo>
                    <a:pt x="89725" y="332357"/>
                  </a:lnTo>
                  <a:lnTo>
                    <a:pt x="95066" y="332501"/>
                  </a:lnTo>
                  <a:lnTo>
                    <a:pt x="100409" y="332475"/>
                  </a:lnTo>
                  <a:lnTo>
                    <a:pt x="105749" y="332278"/>
                  </a:lnTo>
                  <a:lnTo>
                    <a:pt x="111080" y="331910"/>
                  </a:lnTo>
                  <a:lnTo>
                    <a:pt x="116396" y="331372"/>
                  </a:lnTo>
                  <a:lnTo>
                    <a:pt x="121693" y="330664"/>
                  </a:lnTo>
                  <a:lnTo>
                    <a:pt x="126964" y="329787"/>
                  </a:lnTo>
                  <a:lnTo>
                    <a:pt x="132204" y="328743"/>
                  </a:lnTo>
                  <a:lnTo>
                    <a:pt x="137408" y="327531"/>
                  </a:lnTo>
                  <a:lnTo>
                    <a:pt x="142571" y="326154"/>
                  </a:lnTo>
                  <a:lnTo>
                    <a:pt x="147687" y="324612"/>
                  </a:lnTo>
                  <a:lnTo>
                    <a:pt x="152752" y="322908"/>
                  </a:lnTo>
                  <a:lnTo>
                    <a:pt x="157759" y="321043"/>
                  </a:lnTo>
                  <a:lnTo>
                    <a:pt x="162704" y="319019"/>
                  </a:lnTo>
                  <a:lnTo>
                    <a:pt x="167582" y="316837"/>
                  </a:lnTo>
                  <a:lnTo>
                    <a:pt x="172388" y="314501"/>
                  </a:lnTo>
                  <a:lnTo>
                    <a:pt x="177116" y="312012"/>
                  </a:lnTo>
                  <a:lnTo>
                    <a:pt x="181763" y="309374"/>
                  </a:lnTo>
                  <a:lnTo>
                    <a:pt x="186323" y="306588"/>
                  </a:lnTo>
                  <a:lnTo>
                    <a:pt x="190792" y="303659"/>
                  </a:lnTo>
                  <a:lnTo>
                    <a:pt x="195164" y="300587"/>
                  </a:lnTo>
                  <a:lnTo>
                    <a:pt x="199436" y="297378"/>
                  </a:lnTo>
                  <a:lnTo>
                    <a:pt x="203604" y="294034"/>
                  </a:lnTo>
                  <a:lnTo>
                    <a:pt x="207662" y="290558"/>
                  </a:lnTo>
                  <a:lnTo>
                    <a:pt x="211608" y="286954"/>
                  </a:lnTo>
                  <a:lnTo>
                    <a:pt x="215436" y="283226"/>
                  </a:lnTo>
                  <a:lnTo>
                    <a:pt x="219143" y="279378"/>
                  </a:lnTo>
                  <a:lnTo>
                    <a:pt x="222725" y="275413"/>
                  </a:lnTo>
                  <a:lnTo>
                    <a:pt x="226179" y="271335"/>
                  </a:lnTo>
                  <a:lnTo>
                    <a:pt x="229500" y="267150"/>
                  </a:lnTo>
                  <a:lnTo>
                    <a:pt x="232686" y="262860"/>
                  </a:lnTo>
                  <a:lnTo>
                    <a:pt x="235733" y="258471"/>
                  </a:lnTo>
                  <a:lnTo>
                    <a:pt x="238639" y="253986"/>
                  </a:lnTo>
                  <a:lnTo>
                    <a:pt x="241399" y="249411"/>
                  </a:lnTo>
                  <a:lnTo>
                    <a:pt x="244012" y="244750"/>
                  </a:lnTo>
                  <a:lnTo>
                    <a:pt x="246475" y="240008"/>
                  </a:lnTo>
                  <a:lnTo>
                    <a:pt x="248785" y="235190"/>
                  </a:lnTo>
                  <a:lnTo>
                    <a:pt x="250940" y="230300"/>
                  </a:lnTo>
                  <a:lnTo>
                    <a:pt x="252937" y="225344"/>
                  </a:lnTo>
                  <a:lnTo>
                    <a:pt x="254775" y="220326"/>
                  </a:lnTo>
                  <a:lnTo>
                    <a:pt x="256452" y="215253"/>
                  </a:lnTo>
                  <a:lnTo>
                    <a:pt x="257965" y="210128"/>
                  </a:lnTo>
                  <a:lnTo>
                    <a:pt x="259314" y="204958"/>
                  </a:lnTo>
                  <a:lnTo>
                    <a:pt x="260497" y="199747"/>
                  </a:lnTo>
                  <a:lnTo>
                    <a:pt x="261513" y="194501"/>
                  </a:lnTo>
                  <a:lnTo>
                    <a:pt x="262361" y="189225"/>
                  </a:lnTo>
                  <a:lnTo>
                    <a:pt x="263040" y="183925"/>
                  </a:lnTo>
                  <a:lnTo>
                    <a:pt x="263549" y="178606"/>
                  </a:lnTo>
                  <a:lnTo>
                    <a:pt x="263888" y="173273"/>
                  </a:lnTo>
                  <a:lnTo>
                    <a:pt x="264056" y="167932"/>
                  </a:lnTo>
                  <a:lnTo>
                    <a:pt x="264053" y="162589"/>
                  </a:lnTo>
                  <a:lnTo>
                    <a:pt x="263880" y="157248"/>
                  </a:lnTo>
                  <a:lnTo>
                    <a:pt x="263535" y="151916"/>
                  </a:lnTo>
                  <a:lnTo>
                    <a:pt x="263021" y="146597"/>
                  </a:lnTo>
                  <a:lnTo>
                    <a:pt x="262337" y="141298"/>
                  </a:lnTo>
                  <a:lnTo>
                    <a:pt x="261484" y="136023"/>
                  </a:lnTo>
                  <a:lnTo>
                    <a:pt x="260463" y="130778"/>
                  </a:lnTo>
                  <a:lnTo>
                    <a:pt x="259275" y="125568"/>
                  </a:lnTo>
                  <a:lnTo>
                    <a:pt x="257920" y="120399"/>
                  </a:lnTo>
                  <a:lnTo>
                    <a:pt x="256402" y="115276"/>
                  </a:lnTo>
                  <a:lnTo>
                    <a:pt x="254720" y="110204"/>
                  </a:lnTo>
                  <a:lnTo>
                    <a:pt x="252877" y="105189"/>
                  </a:lnTo>
                  <a:lnTo>
                    <a:pt x="250875" y="100235"/>
                  </a:lnTo>
                  <a:lnTo>
                    <a:pt x="248715" y="95347"/>
                  </a:lnTo>
                  <a:lnTo>
                    <a:pt x="246401" y="90531"/>
                  </a:lnTo>
                  <a:lnTo>
                    <a:pt x="243933" y="85791"/>
                  </a:lnTo>
                  <a:lnTo>
                    <a:pt x="241316" y="81133"/>
                  </a:lnTo>
                  <a:lnTo>
                    <a:pt x="238550" y="76561"/>
                  </a:lnTo>
                  <a:lnTo>
                    <a:pt x="235640" y="72079"/>
                  </a:lnTo>
                  <a:lnTo>
                    <a:pt x="232589" y="67693"/>
                  </a:lnTo>
                  <a:lnTo>
                    <a:pt x="229398" y="63406"/>
                  </a:lnTo>
                  <a:lnTo>
                    <a:pt x="226073" y="59224"/>
                  </a:lnTo>
                  <a:lnTo>
                    <a:pt x="222615" y="55150"/>
                  </a:lnTo>
                  <a:lnTo>
                    <a:pt x="219029" y="51189"/>
                  </a:lnTo>
                  <a:lnTo>
                    <a:pt x="215318" y="47344"/>
                  </a:lnTo>
                  <a:lnTo>
                    <a:pt x="211486" y="43620"/>
                  </a:lnTo>
                  <a:lnTo>
                    <a:pt x="207537" y="40020"/>
                  </a:lnTo>
                  <a:lnTo>
                    <a:pt x="203476" y="36548"/>
                  </a:lnTo>
                  <a:lnTo>
                    <a:pt x="199305" y="33208"/>
                  </a:lnTo>
                  <a:lnTo>
                    <a:pt x="195029" y="30003"/>
                  </a:lnTo>
                  <a:lnTo>
                    <a:pt x="190654" y="26936"/>
                  </a:lnTo>
                  <a:lnTo>
                    <a:pt x="186182" y="24011"/>
                  </a:lnTo>
                  <a:lnTo>
                    <a:pt x="181619" y="21230"/>
                  </a:lnTo>
                  <a:lnTo>
                    <a:pt x="176970" y="18596"/>
                  </a:lnTo>
                  <a:lnTo>
                    <a:pt x="172239" y="16112"/>
                  </a:lnTo>
                  <a:lnTo>
                    <a:pt x="167431" y="13781"/>
                  </a:lnTo>
                  <a:lnTo>
                    <a:pt x="162551" y="11604"/>
                  </a:lnTo>
                  <a:lnTo>
                    <a:pt x="157604" y="9585"/>
                  </a:lnTo>
                  <a:lnTo>
                    <a:pt x="152595" y="7724"/>
                  </a:lnTo>
                  <a:lnTo>
                    <a:pt x="147529" y="6025"/>
                  </a:lnTo>
                  <a:lnTo>
                    <a:pt x="142411" y="4489"/>
                  </a:lnTo>
                  <a:lnTo>
                    <a:pt x="137247" y="3117"/>
                  </a:lnTo>
                  <a:lnTo>
                    <a:pt x="132041" y="1910"/>
                  </a:lnTo>
                  <a:lnTo>
                    <a:pt x="126800" y="871"/>
                  </a:lnTo>
                  <a:lnTo>
                    <a:pt x="121528" y="0"/>
                  </a:lnTo>
                  <a:lnTo>
                    <a:pt x="9690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633135" y="1120312"/>
              <a:ext cx="24619" cy="167167"/>
            </a:xfrm>
            <a:custGeom>
              <a:avLst/>
              <a:pathLst>
                <a:path w="24619" h="167167">
                  <a:moveTo>
                    <a:pt x="24619" y="1822"/>
                  </a:moveTo>
                  <a:lnTo>
                    <a:pt x="16446" y="810"/>
                  </a:lnTo>
                  <a:lnTo>
                    <a:pt x="8233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68525" y="971635"/>
              <a:ext cx="167150" cy="256569"/>
            </a:xfrm>
            <a:custGeom>
              <a:avLst/>
              <a:pathLst>
                <a:path w="167150" h="256569">
                  <a:moveTo>
                    <a:pt x="167150" y="0"/>
                  </a:moveTo>
                  <a:lnTo>
                    <a:pt x="161743" y="87"/>
                  </a:lnTo>
                  <a:lnTo>
                    <a:pt x="156342" y="349"/>
                  </a:lnTo>
                  <a:lnTo>
                    <a:pt x="150952" y="786"/>
                  </a:lnTo>
                  <a:lnTo>
                    <a:pt x="145579" y="1397"/>
                  </a:lnTo>
                  <a:lnTo>
                    <a:pt x="140229" y="2181"/>
                  </a:lnTo>
                  <a:lnTo>
                    <a:pt x="134906" y="3139"/>
                  </a:lnTo>
                  <a:lnTo>
                    <a:pt x="129618" y="4267"/>
                  </a:lnTo>
                  <a:lnTo>
                    <a:pt x="124369" y="5566"/>
                  </a:lnTo>
                  <a:lnTo>
                    <a:pt x="119164" y="7035"/>
                  </a:lnTo>
                  <a:lnTo>
                    <a:pt x="114010" y="8670"/>
                  </a:lnTo>
                  <a:lnTo>
                    <a:pt x="108912" y="10472"/>
                  </a:lnTo>
                  <a:lnTo>
                    <a:pt x="103874" y="12438"/>
                  </a:lnTo>
                  <a:lnTo>
                    <a:pt x="98902" y="14565"/>
                  </a:lnTo>
                  <a:lnTo>
                    <a:pt x="94002" y="16853"/>
                  </a:lnTo>
                  <a:lnTo>
                    <a:pt x="89179" y="19297"/>
                  </a:lnTo>
                  <a:lnTo>
                    <a:pt x="84437" y="21896"/>
                  </a:lnTo>
                  <a:lnTo>
                    <a:pt x="79782" y="24648"/>
                  </a:lnTo>
                  <a:lnTo>
                    <a:pt x="75218" y="27548"/>
                  </a:lnTo>
                  <a:lnTo>
                    <a:pt x="70750" y="30594"/>
                  </a:lnTo>
                  <a:lnTo>
                    <a:pt x="66383" y="33784"/>
                  </a:lnTo>
                  <a:lnTo>
                    <a:pt x="62122" y="37113"/>
                  </a:lnTo>
                  <a:lnTo>
                    <a:pt x="57970" y="40578"/>
                  </a:lnTo>
                  <a:lnTo>
                    <a:pt x="53933" y="44175"/>
                  </a:lnTo>
                  <a:lnTo>
                    <a:pt x="50014" y="47902"/>
                  </a:lnTo>
                  <a:lnTo>
                    <a:pt x="46218" y="51753"/>
                  </a:lnTo>
                  <a:lnTo>
                    <a:pt x="42548" y="55724"/>
                  </a:lnTo>
                  <a:lnTo>
                    <a:pt x="39009" y="59813"/>
                  </a:lnTo>
                  <a:lnTo>
                    <a:pt x="35604" y="64014"/>
                  </a:lnTo>
                  <a:lnTo>
                    <a:pt x="32336" y="68322"/>
                  </a:lnTo>
                  <a:lnTo>
                    <a:pt x="29210" y="72734"/>
                  </a:lnTo>
                  <a:lnTo>
                    <a:pt x="26228" y="77245"/>
                  </a:lnTo>
                  <a:lnTo>
                    <a:pt x="23393" y="81850"/>
                  </a:lnTo>
                  <a:lnTo>
                    <a:pt x="20709" y="86545"/>
                  </a:lnTo>
                  <a:lnTo>
                    <a:pt x="18178" y="91323"/>
                  </a:lnTo>
                  <a:lnTo>
                    <a:pt x="15803" y="96181"/>
                  </a:lnTo>
                  <a:lnTo>
                    <a:pt x="13586" y="101114"/>
                  </a:lnTo>
                  <a:lnTo>
                    <a:pt x="11530" y="106115"/>
                  </a:lnTo>
                  <a:lnTo>
                    <a:pt x="9636" y="111180"/>
                  </a:lnTo>
                  <a:lnTo>
                    <a:pt x="7908" y="116304"/>
                  </a:lnTo>
                  <a:lnTo>
                    <a:pt x="6346" y="121481"/>
                  </a:lnTo>
                  <a:lnTo>
                    <a:pt x="4953" y="126706"/>
                  </a:lnTo>
                  <a:lnTo>
                    <a:pt x="3729" y="131973"/>
                  </a:lnTo>
                  <a:lnTo>
                    <a:pt x="2676" y="137278"/>
                  </a:lnTo>
                  <a:lnTo>
                    <a:pt x="1795" y="142613"/>
                  </a:lnTo>
                  <a:lnTo>
                    <a:pt x="1088" y="147974"/>
                  </a:lnTo>
                  <a:lnTo>
                    <a:pt x="554" y="153355"/>
                  </a:lnTo>
                  <a:lnTo>
                    <a:pt x="194" y="158751"/>
                  </a:lnTo>
                  <a:lnTo>
                    <a:pt x="9" y="164155"/>
                  </a:lnTo>
                  <a:lnTo>
                    <a:pt x="0" y="169563"/>
                  </a:lnTo>
                  <a:lnTo>
                    <a:pt x="164" y="174968"/>
                  </a:lnTo>
                  <a:lnTo>
                    <a:pt x="504" y="180365"/>
                  </a:lnTo>
                  <a:lnTo>
                    <a:pt x="1018" y="185748"/>
                  </a:lnTo>
                  <a:lnTo>
                    <a:pt x="1706" y="191111"/>
                  </a:lnTo>
                  <a:lnTo>
                    <a:pt x="2567" y="196450"/>
                  </a:lnTo>
                  <a:lnTo>
                    <a:pt x="3600" y="201758"/>
                  </a:lnTo>
                  <a:lnTo>
                    <a:pt x="4805" y="207029"/>
                  </a:lnTo>
                  <a:lnTo>
                    <a:pt x="6179" y="212259"/>
                  </a:lnTo>
                  <a:lnTo>
                    <a:pt x="7722" y="217442"/>
                  </a:lnTo>
                  <a:lnTo>
                    <a:pt x="9431" y="222573"/>
                  </a:lnTo>
                  <a:lnTo>
                    <a:pt x="11306" y="227645"/>
                  </a:lnTo>
                  <a:lnTo>
                    <a:pt x="13343" y="232654"/>
                  </a:lnTo>
                  <a:lnTo>
                    <a:pt x="15542" y="237594"/>
                  </a:lnTo>
                  <a:lnTo>
                    <a:pt x="17899" y="242461"/>
                  </a:lnTo>
                  <a:lnTo>
                    <a:pt x="20412" y="247249"/>
                  </a:lnTo>
                  <a:lnTo>
                    <a:pt x="23079" y="251953"/>
                  </a:lnTo>
                  <a:lnTo>
                    <a:pt x="25897" y="25656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94423" y="1138802"/>
              <a:ext cx="141252" cy="89401"/>
            </a:xfrm>
            <a:custGeom>
              <a:avLst/>
              <a:pathLst>
                <a:path w="141252" h="89401">
                  <a:moveTo>
                    <a:pt x="0" y="89401"/>
                  </a:moveTo>
                  <a:lnTo>
                    <a:pt x="1412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94423" y="1017828"/>
              <a:ext cx="308411" cy="288120"/>
            </a:xfrm>
            <a:custGeom>
              <a:avLst/>
              <a:pathLst>
                <a:path w="308411" h="288120">
                  <a:moveTo>
                    <a:pt x="0" y="210375"/>
                  </a:moveTo>
                  <a:lnTo>
                    <a:pt x="2927" y="214841"/>
                  </a:lnTo>
                  <a:lnTo>
                    <a:pt x="5996" y="219212"/>
                  </a:lnTo>
                  <a:lnTo>
                    <a:pt x="9203" y="223482"/>
                  </a:lnTo>
                  <a:lnTo>
                    <a:pt x="12545" y="227648"/>
                  </a:lnTo>
                  <a:lnTo>
                    <a:pt x="16018" y="231704"/>
                  </a:lnTo>
                  <a:lnTo>
                    <a:pt x="19619" y="235648"/>
                  </a:lnTo>
                  <a:lnTo>
                    <a:pt x="23344" y="239475"/>
                  </a:lnTo>
                  <a:lnTo>
                    <a:pt x="27189" y="243181"/>
                  </a:lnTo>
                  <a:lnTo>
                    <a:pt x="31151" y="246762"/>
                  </a:lnTo>
                  <a:lnTo>
                    <a:pt x="35225" y="250214"/>
                  </a:lnTo>
                  <a:lnTo>
                    <a:pt x="39407" y="253535"/>
                  </a:lnTo>
                  <a:lnTo>
                    <a:pt x="43693" y="256721"/>
                  </a:lnTo>
                  <a:lnTo>
                    <a:pt x="48079" y="259768"/>
                  </a:lnTo>
                  <a:lnTo>
                    <a:pt x="52560" y="262673"/>
                  </a:lnTo>
                  <a:lnTo>
                    <a:pt x="57132" y="265434"/>
                  </a:lnTo>
                  <a:lnTo>
                    <a:pt x="61789" y="268047"/>
                  </a:lnTo>
                  <a:lnTo>
                    <a:pt x="66527" y="270510"/>
                  </a:lnTo>
                  <a:lnTo>
                    <a:pt x="71342" y="272821"/>
                  </a:lnTo>
                  <a:lnTo>
                    <a:pt x="76228" y="274976"/>
                  </a:lnTo>
                  <a:lnTo>
                    <a:pt x="81180" y="276975"/>
                  </a:lnTo>
                  <a:lnTo>
                    <a:pt x="86194" y="278814"/>
                  </a:lnTo>
                  <a:lnTo>
                    <a:pt x="91264" y="280492"/>
                  </a:lnTo>
                  <a:lnTo>
                    <a:pt x="96384" y="282007"/>
                  </a:lnTo>
                  <a:lnTo>
                    <a:pt x="101551" y="283358"/>
                  </a:lnTo>
                  <a:lnTo>
                    <a:pt x="106758" y="284544"/>
                  </a:lnTo>
                  <a:lnTo>
                    <a:pt x="112000" y="285562"/>
                  </a:lnTo>
                  <a:lnTo>
                    <a:pt x="117273" y="286412"/>
                  </a:lnTo>
                  <a:lnTo>
                    <a:pt x="122569" y="287094"/>
                  </a:lnTo>
                  <a:lnTo>
                    <a:pt x="127885" y="287606"/>
                  </a:lnTo>
                  <a:lnTo>
                    <a:pt x="133214" y="287948"/>
                  </a:lnTo>
                  <a:lnTo>
                    <a:pt x="138552" y="288119"/>
                  </a:lnTo>
                  <a:lnTo>
                    <a:pt x="143892" y="288120"/>
                  </a:lnTo>
                  <a:lnTo>
                    <a:pt x="149230" y="287951"/>
                  </a:lnTo>
                  <a:lnTo>
                    <a:pt x="154560" y="287611"/>
                  </a:lnTo>
                  <a:lnTo>
                    <a:pt x="159875" y="287100"/>
                  </a:lnTo>
                  <a:lnTo>
                    <a:pt x="165172" y="286421"/>
                  </a:lnTo>
                  <a:lnTo>
                    <a:pt x="170445" y="285572"/>
                  </a:lnTo>
                  <a:lnTo>
                    <a:pt x="175688" y="284556"/>
                  </a:lnTo>
                  <a:lnTo>
                    <a:pt x="180895" y="283372"/>
                  </a:lnTo>
                  <a:lnTo>
                    <a:pt x="186062" y="282023"/>
                  </a:lnTo>
                  <a:lnTo>
                    <a:pt x="191184" y="280510"/>
                  </a:lnTo>
                  <a:lnTo>
                    <a:pt x="196254" y="278834"/>
                  </a:lnTo>
                  <a:lnTo>
                    <a:pt x="201268" y="276996"/>
                  </a:lnTo>
                  <a:lnTo>
                    <a:pt x="206221" y="274999"/>
                  </a:lnTo>
                  <a:lnTo>
                    <a:pt x="211108" y="272846"/>
                  </a:lnTo>
                  <a:lnTo>
                    <a:pt x="215924" y="270537"/>
                  </a:lnTo>
                  <a:lnTo>
                    <a:pt x="220663" y="268075"/>
                  </a:lnTo>
                  <a:lnTo>
                    <a:pt x="225321" y="265464"/>
                  </a:lnTo>
                  <a:lnTo>
                    <a:pt x="229893" y="262705"/>
                  </a:lnTo>
                  <a:lnTo>
                    <a:pt x="234375" y="259801"/>
                  </a:lnTo>
                  <a:lnTo>
                    <a:pt x="238762" y="256756"/>
                  </a:lnTo>
                  <a:lnTo>
                    <a:pt x="243050" y="253572"/>
                  </a:lnTo>
                  <a:lnTo>
                    <a:pt x="247233" y="250252"/>
                  </a:lnTo>
                  <a:lnTo>
                    <a:pt x="251308" y="246801"/>
                  </a:lnTo>
                  <a:lnTo>
                    <a:pt x="255271" y="243222"/>
                  </a:lnTo>
                  <a:lnTo>
                    <a:pt x="259118" y="239517"/>
                  </a:lnTo>
                  <a:lnTo>
                    <a:pt x="262844" y="235692"/>
                  </a:lnTo>
                  <a:lnTo>
                    <a:pt x="266447" y="231749"/>
                  </a:lnTo>
                  <a:lnTo>
                    <a:pt x="269921" y="227694"/>
                  </a:lnTo>
                  <a:lnTo>
                    <a:pt x="273264" y="223529"/>
                  </a:lnTo>
                  <a:lnTo>
                    <a:pt x="276473" y="219260"/>
                  </a:lnTo>
                  <a:lnTo>
                    <a:pt x="279543" y="214891"/>
                  </a:lnTo>
                  <a:lnTo>
                    <a:pt x="282473" y="210426"/>
                  </a:lnTo>
                  <a:lnTo>
                    <a:pt x="285258" y="205869"/>
                  </a:lnTo>
                  <a:lnTo>
                    <a:pt x="287896" y="201226"/>
                  </a:lnTo>
                  <a:lnTo>
                    <a:pt x="290385" y="196501"/>
                  </a:lnTo>
                  <a:lnTo>
                    <a:pt x="292721" y="191699"/>
                  </a:lnTo>
                  <a:lnTo>
                    <a:pt x="294903" y="186825"/>
                  </a:lnTo>
                  <a:lnTo>
                    <a:pt x="296928" y="181883"/>
                  </a:lnTo>
                  <a:lnTo>
                    <a:pt x="298794" y="176879"/>
                  </a:lnTo>
                  <a:lnTo>
                    <a:pt x="300500" y="171819"/>
                  </a:lnTo>
                  <a:lnTo>
                    <a:pt x="302042" y="166706"/>
                  </a:lnTo>
                  <a:lnTo>
                    <a:pt x="303421" y="161547"/>
                  </a:lnTo>
                  <a:lnTo>
                    <a:pt x="304634" y="156346"/>
                  </a:lnTo>
                  <a:lnTo>
                    <a:pt x="305681" y="151109"/>
                  </a:lnTo>
                  <a:lnTo>
                    <a:pt x="306560" y="145842"/>
                  </a:lnTo>
                  <a:lnTo>
                    <a:pt x="307270" y="140549"/>
                  </a:lnTo>
                  <a:lnTo>
                    <a:pt x="307810" y="135236"/>
                  </a:lnTo>
                  <a:lnTo>
                    <a:pt x="308181" y="129908"/>
                  </a:lnTo>
                  <a:lnTo>
                    <a:pt x="308381" y="124572"/>
                  </a:lnTo>
                  <a:lnTo>
                    <a:pt x="308411" y="119232"/>
                  </a:lnTo>
                  <a:lnTo>
                    <a:pt x="308270" y="113893"/>
                  </a:lnTo>
                  <a:lnTo>
                    <a:pt x="307958" y="108562"/>
                  </a:lnTo>
                  <a:lnTo>
                    <a:pt x="307477" y="103243"/>
                  </a:lnTo>
                  <a:lnTo>
                    <a:pt x="306826" y="97943"/>
                  </a:lnTo>
                  <a:lnTo>
                    <a:pt x="306005" y="92666"/>
                  </a:lnTo>
                  <a:lnTo>
                    <a:pt x="305017" y="87418"/>
                  </a:lnTo>
                  <a:lnTo>
                    <a:pt x="303862" y="82204"/>
                  </a:lnTo>
                  <a:lnTo>
                    <a:pt x="302540" y="77030"/>
                  </a:lnTo>
                  <a:lnTo>
                    <a:pt x="301054" y="71900"/>
                  </a:lnTo>
                  <a:lnTo>
                    <a:pt x="299405" y="66821"/>
                  </a:lnTo>
                  <a:lnTo>
                    <a:pt x="297595" y="61797"/>
                  </a:lnTo>
                  <a:lnTo>
                    <a:pt x="295625" y="56833"/>
                  </a:lnTo>
                  <a:lnTo>
                    <a:pt x="293497" y="51935"/>
                  </a:lnTo>
                  <a:lnTo>
                    <a:pt x="291214" y="47107"/>
                  </a:lnTo>
                  <a:lnTo>
                    <a:pt x="288778" y="42355"/>
                  </a:lnTo>
                  <a:lnTo>
                    <a:pt x="286192" y="37682"/>
                  </a:lnTo>
                  <a:lnTo>
                    <a:pt x="283457" y="33095"/>
                  </a:lnTo>
                  <a:lnTo>
                    <a:pt x="280578" y="28598"/>
                  </a:lnTo>
                  <a:lnTo>
                    <a:pt x="277556" y="24195"/>
                  </a:lnTo>
                  <a:lnTo>
                    <a:pt x="274395" y="19890"/>
                  </a:lnTo>
                  <a:lnTo>
                    <a:pt x="271099" y="15689"/>
                  </a:lnTo>
                  <a:lnTo>
                    <a:pt x="267669" y="11595"/>
                  </a:lnTo>
                  <a:lnTo>
                    <a:pt x="264111" y="7613"/>
                  </a:lnTo>
                  <a:lnTo>
                    <a:pt x="260427" y="3746"/>
                  </a:lnTo>
                  <a:lnTo>
                    <a:pt x="256622" y="0"/>
                  </a:lnTo>
                  <a:lnTo>
                    <a:pt x="141252" y="1209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135676" y="971635"/>
              <a:ext cx="115369" cy="167167"/>
            </a:xfrm>
            <a:custGeom>
              <a:avLst/>
              <a:pathLst>
                <a:path w="115369" h="167167">
                  <a:moveTo>
                    <a:pt x="115369" y="46193"/>
                  </a:moveTo>
                  <a:lnTo>
                    <a:pt x="111301" y="42439"/>
                  </a:lnTo>
                  <a:lnTo>
                    <a:pt x="107110" y="38822"/>
                  </a:lnTo>
                  <a:lnTo>
                    <a:pt x="102801" y="35346"/>
                  </a:lnTo>
                  <a:lnTo>
                    <a:pt x="98380" y="32015"/>
                  </a:lnTo>
                  <a:lnTo>
                    <a:pt x="93851" y="28831"/>
                  </a:lnTo>
                  <a:lnTo>
                    <a:pt x="89219" y="25799"/>
                  </a:lnTo>
                  <a:lnTo>
                    <a:pt x="84490" y="22923"/>
                  </a:lnTo>
                  <a:lnTo>
                    <a:pt x="79667" y="20204"/>
                  </a:lnTo>
                  <a:lnTo>
                    <a:pt x="74758" y="17647"/>
                  </a:lnTo>
                  <a:lnTo>
                    <a:pt x="69766" y="15254"/>
                  </a:lnTo>
                  <a:lnTo>
                    <a:pt x="64698" y="13027"/>
                  </a:lnTo>
                  <a:lnTo>
                    <a:pt x="59558" y="10969"/>
                  </a:lnTo>
                  <a:lnTo>
                    <a:pt x="54354" y="9083"/>
                  </a:lnTo>
                  <a:lnTo>
                    <a:pt x="49090" y="7370"/>
                  </a:lnTo>
                  <a:lnTo>
                    <a:pt x="43772" y="5832"/>
                  </a:lnTo>
                  <a:lnTo>
                    <a:pt x="38406" y="4471"/>
                  </a:lnTo>
                  <a:lnTo>
                    <a:pt x="32998" y="3289"/>
                  </a:lnTo>
                  <a:lnTo>
                    <a:pt x="27554" y="2286"/>
                  </a:lnTo>
                  <a:lnTo>
                    <a:pt x="22079" y="1464"/>
                  </a:lnTo>
                  <a:lnTo>
                    <a:pt x="16580" y="824"/>
                  </a:lnTo>
                  <a:lnTo>
                    <a:pt x="11064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39043" y="941493"/>
              <a:ext cx="78236" cy="167167"/>
            </a:xfrm>
            <a:custGeom>
              <a:avLst/>
              <a:pathLst>
                <a:path w="78236" h="167167">
                  <a:moveTo>
                    <a:pt x="78236" y="0"/>
                  </a:moveTo>
                  <a:lnTo>
                    <a:pt x="72422" y="101"/>
                  </a:lnTo>
                  <a:lnTo>
                    <a:pt x="66615" y="404"/>
                  </a:lnTo>
                  <a:lnTo>
                    <a:pt x="60821" y="909"/>
                  </a:lnTo>
                  <a:lnTo>
                    <a:pt x="55049" y="1615"/>
                  </a:lnTo>
                  <a:lnTo>
                    <a:pt x="49305" y="2522"/>
                  </a:lnTo>
                  <a:lnTo>
                    <a:pt x="43596" y="3628"/>
                  </a:lnTo>
                  <a:lnTo>
                    <a:pt x="37929" y="4932"/>
                  </a:lnTo>
                  <a:lnTo>
                    <a:pt x="32310" y="6432"/>
                  </a:lnTo>
                  <a:lnTo>
                    <a:pt x="26747" y="8127"/>
                  </a:lnTo>
                  <a:lnTo>
                    <a:pt x="21247" y="10014"/>
                  </a:lnTo>
                  <a:lnTo>
                    <a:pt x="15815" y="12091"/>
                  </a:lnTo>
                  <a:lnTo>
                    <a:pt x="10459" y="14356"/>
                  </a:lnTo>
                  <a:lnTo>
                    <a:pt x="5185" y="16806"/>
                  </a:lnTo>
                  <a:lnTo>
                    <a:pt x="0" y="19438"/>
                  </a:lnTo>
                  <a:lnTo>
                    <a:pt x="782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043" y="960931"/>
              <a:ext cx="78236" cy="147729"/>
            </a:xfrm>
            <a:custGeom>
              <a:avLst/>
              <a:pathLst>
                <a:path w="78236" h="147729">
                  <a:moveTo>
                    <a:pt x="0" y="0"/>
                  </a:moveTo>
                  <a:lnTo>
                    <a:pt x="78236" y="147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50114" y="945039"/>
              <a:ext cx="334333" cy="330773"/>
            </a:xfrm>
            <a:custGeom>
              <a:avLst/>
              <a:pathLst>
                <a:path w="334333" h="330773">
                  <a:moveTo>
                    <a:pt x="88929" y="15891"/>
                  </a:moveTo>
                  <a:lnTo>
                    <a:pt x="84277" y="18450"/>
                  </a:lnTo>
                  <a:lnTo>
                    <a:pt x="79709" y="21156"/>
                  </a:lnTo>
                  <a:lnTo>
                    <a:pt x="75229" y="24005"/>
                  </a:lnTo>
                  <a:lnTo>
                    <a:pt x="70842" y="26994"/>
                  </a:lnTo>
                  <a:lnTo>
                    <a:pt x="66552" y="30122"/>
                  </a:lnTo>
                  <a:lnTo>
                    <a:pt x="62364" y="33384"/>
                  </a:lnTo>
                  <a:lnTo>
                    <a:pt x="58281" y="36778"/>
                  </a:lnTo>
                  <a:lnTo>
                    <a:pt x="54308" y="40300"/>
                  </a:lnTo>
                  <a:lnTo>
                    <a:pt x="50449" y="43946"/>
                  </a:lnTo>
                  <a:lnTo>
                    <a:pt x="46707" y="47712"/>
                  </a:lnTo>
                  <a:lnTo>
                    <a:pt x="43087" y="51596"/>
                  </a:lnTo>
                  <a:lnTo>
                    <a:pt x="39593" y="55592"/>
                  </a:lnTo>
                  <a:lnTo>
                    <a:pt x="36227" y="59698"/>
                  </a:lnTo>
                  <a:lnTo>
                    <a:pt x="32993" y="63908"/>
                  </a:lnTo>
                  <a:lnTo>
                    <a:pt x="29894" y="68219"/>
                  </a:lnTo>
                  <a:lnTo>
                    <a:pt x="26934" y="72626"/>
                  </a:lnTo>
                  <a:lnTo>
                    <a:pt x="24115" y="77125"/>
                  </a:lnTo>
                  <a:lnTo>
                    <a:pt x="21440" y="81711"/>
                  </a:lnTo>
                  <a:lnTo>
                    <a:pt x="18913" y="86380"/>
                  </a:lnTo>
                  <a:lnTo>
                    <a:pt x="16535" y="91127"/>
                  </a:lnTo>
                  <a:lnTo>
                    <a:pt x="14309" y="95947"/>
                  </a:lnTo>
                  <a:lnTo>
                    <a:pt x="12237" y="100835"/>
                  </a:lnTo>
                  <a:lnTo>
                    <a:pt x="10321" y="105786"/>
                  </a:lnTo>
                  <a:lnTo>
                    <a:pt x="8564" y="110796"/>
                  </a:lnTo>
                  <a:lnTo>
                    <a:pt x="6966" y="115859"/>
                  </a:lnTo>
                  <a:lnTo>
                    <a:pt x="5531" y="120970"/>
                  </a:lnTo>
                  <a:lnTo>
                    <a:pt x="4258" y="126124"/>
                  </a:lnTo>
                  <a:lnTo>
                    <a:pt x="3149" y="131316"/>
                  </a:lnTo>
                  <a:lnTo>
                    <a:pt x="2206" y="136541"/>
                  </a:lnTo>
                  <a:lnTo>
                    <a:pt x="1429" y="141793"/>
                  </a:lnTo>
                  <a:lnTo>
                    <a:pt x="820" y="147067"/>
                  </a:lnTo>
                  <a:lnTo>
                    <a:pt x="378" y="152358"/>
                  </a:lnTo>
                  <a:lnTo>
                    <a:pt x="105" y="157660"/>
                  </a:lnTo>
                  <a:lnTo>
                    <a:pt x="0" y="162968"/>
                  </a:lnTo>
                  <a:lnTo>
                    <a:pt x="63" y="168276"/>
                  </a:lnTo>
                  <a:lnTo>
                    <a:pt x="295" y="173580"/>
                  </a:lnTo>
                  <a:lnTo>
                    <a:pt x="696" y="178874"/>
                  </a:lnTo>
                  <a:lnTo>
                    <a:pt x="1264" y="184153"/>
                  </a:lnTo>
                  <a:lnTo>
                    <a:pt x="2000" y="189410"/>
                  </a:lnTo>
                  <a:lnTo>
                    <a:pt x="2902" y="194642"/>
                  </a:lnTo>
                  <a:lnTo>
                    <a:pt x="3970" y="199843"/>
                  </a:lnTo>
                  <a:lnTo>
                    <a:pt x="5202" y="205007"/>
                  </a:lnTo>
                  <a:lnTo>
                    <a:pt x="6598" y="210129"/>
                  </a:lnTo>
                  <a:lnTo>
                    <a:pt x="8156" y="215204"/>
                  </a:lnTo>
                  <a:lnTo>
                    <a:pt x="9874" y="220228"/>
                  </a:lnTo>
                  <a:lnTo>
                    <a:pt x="11751" y="225194"/>
                  </a:lnTo>
                  <a:lnTo>
                    <a:pt x="13785" y="230098"/>
                  </a:lnTo>
                  <a:lnTo>
                    <a:pt x="15973" y="234935"/>
                  </a:lnTo>
                  <a:lnTo>
                    <a:pt x="18314" y="239700"/>
                  </a:lnTo>
                  <a:lnTo>
                    <a:pt x="20805" y="244389"/>
                  </a:lnTo>
                  <a:lnTo>
                    <a:pt x="23443" y="248996"/>
                  </a:lnTo>
                  <a:lnTo>
                    <a:pt x="26227" y="253516"/>
                  </a:lnTo>
                  <a:lnTo>
                    <a:pt x="29153" y="257947"/>
                  </a:lnTo>
                  <a:lnTo>
                    <a:pt x="32218" y="262282"/>
                  </a:lnTo>
                  <a:lnTo>
                    <a:pt x="35419" y="266517"/>
                  </a:lnTo>
                  <a:lnTo>
                    <a:pt x="38753" y="270649"/>
                  </a:lnTo>
                  <a:lnTo>
                    <a:pt x="42216" y="274673"/>
                  </a:lnTo>
                  <a:lnTo>
                    <a:pt x="45805" y="278584"/>
                  </a:lnTo>
                  <a:lnTo>
                    <a:pt x="49517" y="282380"/>
                  </a:lnTo>
                  <a:lnTo>
                    <a:pt x="53348" y="286056"/>
                  </a:lnTo>
                  <a:lnTo>
                    <a:pt x="57293" y="289609"/>
                  </a:lnTo>
                  <a:lnTo>
                    <a:pt x="61349" y="293034"/>
                  </a:lnTo>
                  <a:lnTo>
                    <a:pt x="65512" y="296329"/>
                  </a:lnTo>
                  <a:lnTo>
                    <a:pt x="69778" y="299490"/>
                  </a:lnTo>
                  <a:lnTo>
                    <a:pt x="74141" y="302514"/>
                  </a:lnTo>
                  <a:lnTo>
                    <a:pt x="78599" y="305398"/>
                  </a:lnTo>
                  <a:lnTo>
                    <a:pt x="83145" y="308139"/>
                  </a:lnTo>
                  <a:lnTo>
                    <a:pt x="87777" y="310734"/>
                  </a:lnTo>
                  <a:lnTo>
                    <a:pt x="92489" y="313181"/>
                  </a:lnTo>
                  <a:lnTo>
                    <a:pt x="97275" y="315477"/>
                  </a:lnTo>
                  <a:lnTo>
                    <a:pt x="102133" y="317620"/>
                  </a:lnTo>
                  <a:lnTo>
                    <a:pt x="107056" y="319607"/>
                  </a:lnTo>
                  <a:lnTo>
                    <a:pt x="112040" y="321437"/>
                  </a:lnTo>
                  <a:lnTo>
                    <a:pt x="117079" y="323108"/>
                  </a:lnTo>
                  <a:lnTo>
                    <a:pt x="122169" y="324618"/>
                  </a:lnTo>
                  <a:lnTo>
                    <a:pt x="127304" y="325966"/>
                  </a:lnTo>
                  <a:lnTo>
                    <a:pt x="132479" y="327150"/>
                  </a:lnTo>
                  <a:lnTo>
                    <a:pt x="137689" y="328169"/>
                  </a:lnTo>
                  <a:lnTo>
                    <a:pt x="142929" y="329022"/>
                  </a:lnTo>
                  <a:lnTo>
                    <a:pt x="148194" y="329708"/>
                  </a:lnTo>
                  <a:lnTo>
                    <a:pt x="153478" y="330227"/>
                  </a:lnTo>
                  <a:lnTo>
                    <a:pt x="158775" y="330577"/>
                  </a:lnTo>
                  <a:lnTo>
                    <a:pt x="164081" y="330760"/>
                  </a:lnTo>
                  <a:lnTo>
                    <a:pt x="169390" y="330773"/>
                  </a:lnTo>
                  <a:lnTo>
                    <a:pt x="174697" y="330618"/>
                  </a:lnTo>
                  <a:lnTo>
                    <a:pt x="179996" y="330295"/>
                  </a:lnTo>
                  <a:lnTo>
                    <a:pt x="185282" y="329803"/>
                  </a:lnTo>
                  <a:lnTo>
                    <a:pt x="190550" y="329144"/>
                  </a:lnTo>
                  <a:lnTo>
                    <a:pt x="195795" y="328318"/>
                  </a:lnTo>
                  <a:lnTo>
                    <a:pt x="201010" y="327326"/>
                  </a:lnTo>
                  <a:lnTo>
                    <a:pt x="206192" y="326169"/>
                  </a:lnTo>
                  <a:lnTo>
                    <a:pt x="211334" y="324848"/>
                  </a:lnTo>
                  <a:lnTo>
                    <a:pt x="216431" y="323364"/>
                  </a:lnTo>
                  <a:lnTo>
                    <a:pt x="221479" y="321719"/>
                  </a:lnTo>
                  <a:lnTo>
                    <a:pt x="226472" y="319914"/>
                  </a:lnTo>
                  <a:lnTo>
                    <a:pt x="231405" y="317952"/>
                  </a:lnTo>
                  <a:lnTo>
                    <a:pt x="236273" y="315835"/>
                  </a:lnTo>
                  <a:lnTo>
                    <a:pt x="241072" y="313563"/>
                  </a:lnTo>
                  <a:lnTo>
                    <a:pt x="245796" y="311141"/>
                  </a:lnTo>
                  <a:lnTo>
                    <a:pt x="250441" y="308569"/>
                  </a:lnTo>
                  <a:lnTo>
                    <a:pt x="255002" y="305852"/>
                  </a:lnTo>
                  <a:lnTo>
                    <a:pt x="259474" y="302991"/>
                  </a:lnTo>
                  <a:lnTo>
                    <a:pt x="263853" y="299989"/>
                  </a:lnTo>
                  <a:lnTo>
                    <a:pt x="268135" y="296850"/>
                  </a:lnTo>
                  <a:lnTo>
                    <a:pt x="272315" y="293577"/>
                  </a:lnTo>
                  <a:lnTo>
                    <a:pt x="276388" y="290172"/>
                  </a:lnTo>
                  <a:lnTo>
                    <a:pt x="280352" y="286640"/>
                  </a:lnTo>
                  <a:lnTo>
                    <a:pt x="284201" y="282984"/>
                  </a:lnTo>
                  <a:lnTo>
                    <a:pt x="287933" y="279207"/>
                  </a:lnTo>
                  <a:lnTo>
                    <a:pt x="291542" y="275314"/>
                  </a:lnTo>
                  <a:lnTo>
                    <a:pt x="295026" y="271308"/>
                  </a:lnTo>
                  <a:lnTo>
                    <a:pt x="298381" y="267194"/>
                  </a:lnTo>
                  <a:lnTo>
                    <a:pt x="301604" y="262975"/>
                  </a:lnTo>
                  <a:lnTo>
                    <a:pt x="304691" y="258656"/>
                  </a:lnTo>
                  <a:lnTo>
                    <a:pt x="307640" y="254241"/>
                  </a:lnTo>
                  <a:lnTo>
                    <a:pt x="310447" y="249734"/>
                  </a:lnTo>
                  <a:lnTo>
                    <a:pt x="313109" y="245141"/>
                  </a:lnTo>
                  <a:lnTo>
                    <a:pt x="315624" y="240465"/>
                  </a:lnTo>
                  <a:lnTo>
                    <a:pt x="317989" y="235712"/>
                  </a:lnTo>
                  <a:lnTo>
                    <a:pt x="320202" y="230887"/>
                  </a:lnTo>
                  <a:lnTo>
                    <a:pt x="322261" y="225993"/>
                  </a:lnTo>
                  <a:lnTo>
                    <a:pt x="324164" y="221037"/>
                  </a:lnTo>
                  <a:lnTo>
                    <a:pt x="325908" y="216022"/>
                  </a:lnTo>
                  <a:lnTo>
                    <a:pt x="327492" y="210955"/>
                  </a:lnTo>
                  <a:lnTo>
                    <a:pt x="328914" y="205840"/>
                  </a:lnTo>
                  <a:lnTo>
                    <a:pt x="330173" y="200682"/>
                  </a:lnTo>
                  <a:lnTo>
                    <a:pt x="331268" y="195487"/>
                  </a:lnTo>
                  <a:lnTo>
                    <a:pt x="332197" y="190260"/>
                  </a:lnTo>
                  <a:lnTo>
                    <a:pt x="332960" y="185006"/>
                  </a:lnTo>
                  <a:lnTo>
                    <a:pt x="333555" y="179731"/>
                  </a:lnTo>
                  <a:lnTo>
                    <a:pt x="333983" y="174439"/>
                  </a:lnTo>
                  <a:lnTo>
                    <a:pt x="334242" y="169136"/>
                  </a:lnTo>
                  <a:lnTo>
                    <a:pt x="334333" y="163828"/>
                  </a:lnTo>
                  <a:lnTo>
                    <a:pt x="334255" y="158519"/>
                  </a:lnTo>
                  <a:lnTo>
                    <a:pt x="334009" y="153216"/>
                  </a:lnTo>
                  <a:lnTo>
                    <a:pt x="333594" y="147923"/>
                  </a:lnTo>
                  <a:lnTo>
                    <a:pt x="333012" y="142646"/>
                  </a:lnTo>
                  <a:lnTo>
                    <a:pt x="332262" y="137390"/>
                  </a:lnTo>
                  <a:lnTo>
                    <a:pt x="331346" y="132161"/>
                  </a:lnTo>
                  <a:lnTo>
                    <a:pt x="330264" y="126963"/>
                  </a:lnTo>
                  <a:lnTo>
                    <a:pt x="329018" y="121803"/>
                  </a:lnTo>
                  <a:lnTo>
                    <a:pt x="327609" y="116684"/>
                  </a:lnTo>
                  <a:lnTo>
                    <a:pt x="326037" y="111613"/>
                  </a:lnTo>
                  <a:lnTo>
                    <a:pt x="324306" y="106594"/>
                  </a:lnTo>
                  <a:lnTo>
                    <a:pt x="322415" y="101633"/>
                  </a:lnTo>
                  <a:lnTo>
                    <a:pt x="320369" y="96734"/>
                  </a:lnTo>
                  <a:lnTo>
                    <a:pt x="318168" y="91903"/>
                  </a:lnTo>
                  <a:lnTo>
                    <a:pt x="315814" y="87144"/>
                  </a:lnTo>
                  <a:lnTo>
                    <a:pt x="313311" y="82463"/>
                  </a:lnTo>
                  <a:lnTo>
                    <a:pt x="310660" y="77863"/>
                  </a:lnTo>
                  <a:lnTo>
                    <a:pt x="307864" y="73349"/>
                  </a:lnTo>
                  <a:lnTo>
                    <a:pt x="304927" y="68927"/>
                  </a:lnTo>
                  <a:lnTo>
                    <a:pt x="301850" y="64600"/>
                  </a:lnTo>
                  <a:lnTo>
                    <a:pt x="298638" y="60373"/>
                  </a:lnTo>
                  <a:lnTo>
                    <a:pt x="295293" y="56250"/>
                  </a:lnTo>
                  <a:lnTo>
                    <a:pt x="291819" y="52236"/>
                  </a:lnTo>
                  <a:lnTo>
                    <a:pt x="288219" y="48334"/>
                  </a:lnTo>
                  <a:lnTo>
                    <a:pt x="284497" y="44548"/>
                  </a:lnTo>
                  <a:lnTo>
                    <a:pt x="280657" y="40882"/>
                  </a:lnTo>
                  <a:lnTo>
                    <a:pt x="276702" y="37340"/>
                  </a:lnTo>
                  <a:lnTo>
                    <a:pt x="272637" y="33925"/>
                  </a:lnTo>
                  <a:lnTo>
                    <a:pt x="268465" y="30642"/>
                  </a:lnTo>
                  <a:lnTo>
                    <a:pt x="264191" y="27492"/>
                  </a:lnTo>
                  <a:lnTo>
                    <a:pt x="259820" y="24480"/>
                  </a:lnTo>
                  <a:lnTo>
                    <a:pt x="255354" y="21608"/>
                  </a:lnTo>
                  <a:lnTo>
                    <a:pt x="250800" y="18879"/>
                  </a:lnTo>
                  <a:lnTo>
                    <a:pt x="246162" y="16296"/>
                  </a:lnTo>
                  <a:lnTo>
                    <a:pt x="241444" y="13862"/>
                  </a:lnTo>
                  <a:lnTo>
                    <a:pt x="236651" y="11579"/>
                  </a:lnTo>
                  <a:lnTo>
                    <a:pt x="231788" y="9449"/>
                  </a:lnTo>
                  <a:lnTo>
                    <a:pt x="226859" y="7474"/>
                  </a:lnTo>
                  <a:lnTo>
                    <a:pt x="221871" y="5658"/>
                  </a:lnTo>
                  <a:lnTo>
                    <a:pt x="216827" y="4000"/>
                  </a:lnTo>
                  <a:lnTo>
                    <a:pt x="211733" y="2504"/>
                  </a:lnTo>
                  <a:lnTo>
                    <a:pt x="206595" y="1170"/>
                  </a:lnTo>
                  <a:lnTo>
                    <a:pt x="201416" y="0"/>
                  </a:lnTo>
                  <a:lnTo>
                    <a:pt x="167166" y="1636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617280" y="941493"/>
              <a:ext cx="34250" cy="167167"/>
            </a:xfrm>
            <a:custGeom>
              <a:avLst/>
              <a:pathLst>
                <a:path w="34250" h="167167">
                  <a:moveTo>
                    <a:pt x="34250" y="3546"/>
                  </a:moveTo>
                  <a:lnTo>
                    <a:pt x="27470" y="2272"/>
                  </a:lnTo>
                  <a:lnTo>
                    <a:pt x="20644" y="1279"/>
                  </a:lnTo>
                  <a:lnTo>
                    <a:pt x="13782" y="569"/>
                  </a:lnTo>
                  <a:lnTo>
                    <a:pt x="6897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60237" y="1031511"/>
              <a:ext cx="45657" cy="167167"/>
            </a:xfrm>
            <a:custGeom>
              <a:avLst/>
              <a:pathLst>
                <a:path w="45657" h="167167">
                  <a:moveTo>
                    <a:pt x="45657" y="0"/>
                  </a:moveTo>
                  <a:lnTo>
                    <a:pt x="39052" y="130"/>
                  </a:lnTo>
                  <a:lnTo>
                    <a:pt x="32458" y="521"/>
                  </a:lnTo>
                  <a:lnTo>
                    <a:pt x="25884" y="1173"/>
                  </a:lnTo>
                  <a:lnTo>
                    <a:pt x="19341" y="2084"/>
                  </a:lnTo>
                  <a:lnTo>
                    <a:pt x="12839" y="3252"/>
                  </a:lnTo>
                  <a:lnTo>
                    <a:pt x="6389" y="4677"/>
                  </a:lnTo>
                  <a:lnTo>
                    <a:pt x="0" y="6355"/>
                  </a:lnTo>
                  <a:lnTo>
                    <a:pt x="456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0237" y="1037867"/>
              <a:ext cx="45657" cy="160811"/>
            </a:xfrm>
            <a:custGeom>
              <a:avLst/>
              <a:pathLst>
                <a:path w="45657" h="160811">
                  <a:moveTo>
                    <a:pt x="0" y="0"/>
                  </a:moveTo>
                  <a:lnTo>
                    <a:pt x="45657" y="1608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38745" y="1037867"/>
              <a:ext cx="184467" cy="327973"/>
            </a:xfrm>
            <a:custGeom>
              <a:avLst/>
              <a:pathLst>
                <a:path w="184467" h="327973">
                  <a:moveTo>
                    <a:pt x="121492" y="0"/>
                  </a:moveTo>
                  <a:lnTo>
                    <a:pt x="116382" y="1539"/>
                  </a:lnTo>
                  <a:lnTo>
                    <a:pt x="111325" y="3240"/>
                  </a:lnTo>
                  <a:lnTo>
                    <a:pt x="106324" y="5102"/>
                  </a:lnTo>
                  <a:lnTo>
                    <a:pt x="101385" y="7123"/>
                  </a:lnTo>
                  <a:lnTo>
                    <a:pt x="96514" y="9300"/>
                  </a:lnTo>
                  <a:lnTo>
                    <a:pt x="91714" y="11632"/>
                  </a:lnTo>
                  <a:lnTo>
                    <a:pt x="86991" y="14115"/>
                  </a:lnTo>
                  <a:lnTo>
                    <a:pt x="82350" y="16748"/>
                  </a:lnTo>
                  <a:lnTo>
                    <a:pt x="77795" y="19528"/>
                  </a:lnTo>
                  <a:lnTo>
                    <a:pt x="73331" y="22452"/>
                  </a:lnTo>
                  <a:lnTo>
                    <a:pt x="68963" y="25517"/>
                  </a:lnTo>
                  <a:lnTo>
                    <a:pt x="64695" y="28720"/>
                  </a:lnTo>
                  <a:lnTo>
                    <a:pt x="60531" y="32057"/>
                  </a:lnTo>
                  <a:lnTo>
                    <a:pt x="56476" y="35525"/>
                  </a:lnTo>
                  <a:lnTo>
                    <a:pt x="52534" y="39121"/>
                  </a:lnTo>
                  <a:lnTo>
                    <a:pt x="48709" y="42841"/>
                  </a:lnTo>
                  <a:lnTo>
                    <a:pt x="45004" y="46682"/>
                  </a:lnTo>
                  <a:lnTo>
                    <a:pt x="41423" y="50638"/>
                  </a:lnTo>
                  <a:lnTo>
                    <a:pt x="37971" y="54707"/>
                  </a:lnTo>
                  <a:lnTo>
                    <a:pt x="34650" y="58884"/>
                  </a:lnTo>
                  <a:lnTo>
                    <a:pt x="31465" y="63165"/>
                  </a:lnTo>
                  <a:lnTo>
                    <a:pt x="28417" y="67545"/>
                  </a:lnTo>
                  <a:lnTo>
                    <a:pt x="25511" y="72021"/>
                  </a:lnTo>
                  <a:lnTo>
                    <a:pt x="22750" y="76586"/>
                  </a:lnTo>
                  <a:lnTo>
                    <a:pt x="20135" y="81238"/>
                  </a:lnTo>
                  <a:lnTo>
                    <a:pt x="17670" y="85971"/>
                  </a:lnTo>
                  <a:lnTo>
                    <a:pt x="15358" y="90780"/>
                  </a:lnTo>
                  <a:lnTo>
                    <a:pt x="13200" y="95660"/>
                  </a:lnTo>
                  <a:lnTo>
                    <a:pt x="11199" y="100607"/>
                  </a:lnTo>
                  <a:lnTo>
                    <a:pt x="9357" y="105615"/>
                  </a:lnTo>
                  <a:lnTo>
                    <a:pt x="7676" y="110679"/>
                  </a:lnTo>
                  <a:lnTo>
                    <a:pt x="6157" y="115794"/>
                  </a:lnTo>
                  <a:lnTo>
                    <a:pt x="4802" y="120956"/>
                  </a:lnTo>
                  <a:lnTo>
                    <a:pt x="3613" y="126158"/>
                  </a:lnTo>
                  <a:lnTo>
                    <a:pt x="2590" y="131395"/>
                  </a:lnTo>
                  <a:lnTo>
                    <a:pt x="1735" y="136662"/>
                  </a:lnTo>
                  <a:lnTo>
                    <a:pt x="1049" y="141954"/>
                  </a:lnTo>
                  <a:lnTo>
                    <a:pt x="531" y="147265"/>
                  </a:lnTo>
                  <a:lnTo>
                    <a:pt x="184" y="152589"/>
                  </a:lnTo>
                  <a:lnTo>
                    <a:pt x="7" y="157922"/>
                  </a:lnTo>
                  <a:lnTo>
                    <a:pt x="0" y="163258"/>
                  </a:lnTo>
                  <a:lnTo>
                    <a:pt x="163" y="168592"/>
                  </a:lnTo>
                  <a:lnTo>
                    <a:pt x="496" y="173918"/>
                  </a:lnTo>
                  <a:lnTo>
                    <a:pt x="999" y="179230"/>
                  </a:lnTo>
                  <a:lnTo>
                    <a:pt x="1672" y="184524"/>
                  </a:lnTo>
                  <a:lnTo>
                    <a:pt x="2513" y="189793"/>
                  </a:lnTo>
                  <a:lnTo>
                    <a:pt x="3522" y="195033"/>
                  </a:lnTo>
                  <a:lnTo>
                    <a:pt x="4698" y="200238"/>
                  </a:lnTo>
                  <a:lnTo>
                    <a:pt x="6039" y="205403"/>
                  </a:lnTo>
                  <a:lnTo>
                    <a:pt x="7544" y="210522"/>
                  </a:lnTo>
                  <a:lnTo>
                    <a:pt x="9212" y="215591"/>
                  </a:lnTo>
                  <a:lnTo>
                    <a:pt x="11041" y="220603"/>
                  </a:lnTo>
                  <a:lnTo>
                    <a:pt x="13029" y="225555"/>
                  </a:lnTo>
                  <a:lnTo>
                    <a:pt x="15174" y="230441"/>
                  </a:lnTo>
                  <a:lnTo>
                    <a:pt x="17473" y="235257"/>
                  </a:lnTo>
                  <a:lnTo>
                    <a:pt x="19926" y="239996"/>
                  </a:lnTo>
                  <a:lnTo>
                    <a:pt x="22528" y="244654"/>
                  </a:lnTo>
                  <a:lnTo>
                    <a:pt x="25278" y="249227"/>
                  </a:lnTo>
                  <a:lnTo>
                    <a:pt x="28172" y="253710"/>
                  </a:lnTo>
                  <a:lnTo>
                    <a:pt x="31208" y="258099"/>
                  </a:lnTo>
                  <a:lnTo>
                    <a:pt x="34382" y="262388"/>
                  </a:lnTo>
                  <a:lnTo>
                    <a:pt x="37692" y="266574"/>
                  </a:lnTo>
                  <a:lnTo>
                    <a:pt x="41133" y="270652"/>
                  </a:lnTo>
                  <a:lnTo>
                    <a:pt x="44703" y="274618"/>
                  </a:lnTo>
                  <a:lnTo>
                    <a:pt x="48398" y="278468"/>
                  </a:lnTo>
                  <a:lnTo>
                    <a:pt x="52213" y="282198"/>
                  </a:lnTo>
                  <a:lnTo>
                    <a:pt x="56146" y="285804"/>
                  </a:lnTo>
                  <a:lnTo>
                    <a:pt x="60192" y="289283"/>
                  </a:lnTo>
                  <a:lnTo>
                    <a:pt x="64347" y="292632"/>
                  </a:lnTo>
                  <a:lnTo>
                    <a:pt x="68607" y="295846"/>
                  </a:lnTo>
                  <a:lnTo>
                    <a:pt x="72967" y="298922"/>
                  </a:lnTo>
                  <a:lnTo>
                    <a:pt x="77423" y="301858"/>
                  </a:lnTo>
                  <a:lnTo>
                    <a:pt x="81970" y="304649"/>
                  </a:lnTo>
                  <a:lnTo>
                    <a:pt x="86604" y="307295"/>
                  </a:lnTo>
                  <a:lnTo>
                    <a:pt x="91320" y="309791"/>
                  </a:lnTo>
                  <a:lnTo>
                    <a:pt x="96114" y="312135"/>
                  </a:lnTo>
                  <a:lnTo>
                    <a:pt x="100980" y="314325"/>
                  </a:lnTo>
                  <a:lnTo>
                    <a:pt x="105913" y="316359"/>
                  </a:lnTo>
                  <a:lnTo>
                    <a:pt x="110909" y="318234"/>
                  </a:lnTo>
                  <a:lnTo>
                    <a:pt x="115962" y="319949"/>
                  </a:lnTo>
                  <a:lnTo>
                    <a:pt x="121067" y="321502"/>
                  </a:lnTo>
                  <a:lnTo>
                    <a:pt x="126219" y="322890"/>
                  </a:lnTo>
                  <a:lnTo>
                    <a:pt x="131413" y="324114"/>
                  </a:lnTo>
                  <a:lnTo>
                    <a:pt x="136644" y="325172"/>
                  </a:lnTo>
                  <a:lnTo>
                    <a:pt x="141905" y="326061"/>
                  </a:lnTo>
                  <a:lnTo>
                    <a:pt x="147192" y="326783"/>
                  </a:lnTo>
                  <a:lnTo>
                    <a:pt x="152499" y="327335"/>
                  </a:lnTo>
                  <a:lnTo>
                    <a:pt x="157822" y="327718"/>
                  </a:lnTo>
                  <a:lnTo>
                    <a:pt x="163154" y="327931"/>
                  </a:lnTo>
                  <a:lnTo>
                    <a:pt x="168489" y="327973"/>
                  </a:lnTo>
                  <a:lnTo>
                    <a:pt x="173824" y="327845"/>
                  </a:lnTo>
                  <a:lnTo>
                    <a:pt x="179152" y="327547"/>
                  </a:lnTo>
                  <a:lnTo>
                    <a:pt x="184467" y="327079"/>
                  </a:lnTo>
                  <a:lnTo>
                    <a:pt x="167149" y="1608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105894" y="1031511"/>
              <a:ext cx="167166" cy="333435"/>
            </a:xfrm>
            <a:custGeom>
              <a:avLst/>
              <a:pathLst>
                <a:path w="167166" h="333435">
                  <a:moveTo>
                    <a:pt x="17318" y="333435"/>
                  </a:moveTo>
                  <a:lnTo>
                    <a:pt x="22625" y="332796"/>
                  </a:lnTo>
                  <a:lnTo>
                    <a:pt x="27909" y="331988"/>
                  </a:lnTo>
                  <a:lnTo>
                    <a:pt x="33164" y="331012"/>
                  </a:lnTo>
                  <a:lnTo>
                    <a:pt x="38385" y="329868"/>
                  </a:lnTo>
                  <a:lnTo>
                    <a:pt x="43567" y="328557"/>
                  </a:lnTo>
                  <a:lnTo>
                    <a:pt x="48705" y="327082"/>
                  </a:lnTo>
                  <a:lnTo>
                    <a:pt x="53793" y="325443"/>
                  </a:lnTo>
                  <a:lnTo>
                    <a:pt x="58826" y="323642"/>
                  </a:lnTo>
                  <a:lnTo>
                    <a:pt x="63798" y="321681"/>
                  </a:lnTo>
                  <a:lnTo>
                    <a:pt x="68706" y="319562"/>
                  </a:lnTo>
                  <a:lnTo>
                    <a:pt x="73543" y="317288"/>
                  </a:lnTo>
                  <a:lnTo>
                    <a:pt x="78305" y="314860"/>
                  </a:lnTo>
                  <a:lnTo>
                    <a:pt x="82987" y="312281"/>
                  </a:lnTo>
                  <a:lnTo>
                    <a:pt x="87584" y="309553"/>
                  </a:lnTo>
                  <a:lnTo>
                    <a:pt x="92092" y="306680"/>
                  </a:lnTo>
                  <a:lnTo>
                    <a:pt x="96505" y="303665"/>
                  </a:lnTo>
                  <a:lnTo>
                    <a:pt x="100820" y="300510"/>
                  </a:lnTo>
                  <a:lnTo>
                    <a:pt x="105031" y="297218"/>
                  </a:lnTo>
                  <a:lnTo>
                    <a:pt x="109135" y="293794"/>
                  </a:lnTo>
                  <a:lnTo>
                    <a:pt x="113128" y="290240"/>
                  </a:lnTo>
                  <a:lnTo>
                    <a:pt x="117005" y="286560"/>
                  </a:lnTo>
                  <a:lnTo>
                    <a:pt x="120762" y="282758"/>
                  </a:lnTo>
                  <a:lnTo>
                    <a:pt x="124396" y="278838"/>
                  </a:lnTo>
                  <a:lnTo>
                    <a:pt x="127903" y="274804"/>
                  </a:lnTo>
                  <a:lnTo>
                    <a:pt x="131279" y="270659"/>
                  </a:lnTo>
                  <a:lnTo>
                    <a:pt x="134521" y="266409"/>
                  </a:lnTo>
                  <a:lnTo>
                    <a:pt x="137625" y="262058"/>
                  </a:lnTo>
                  <a:lnTo>
                    <a:pt x="140588" y="257609"/>
                  </a:lnTo>
                  <a:lnTo>
                    <a:pt x="143408" y="253068"/>
                  </a:lnTo>
                  <a:lnTo>
                    <a:pt x="146081" y="248439"/>
                  </a:lnTo>
                  <a:lnTo>
                    <a:pt x="148605" y="243727"/>
                  </a:lnTo>
                  <a:lnTo>
                    <a:pt x="150976" y="238937"/>
                  </a:lnTo>
                  <a:lnTo>
                    <a:pt x="153194" y="234073"/>
                  </a:lnTo>
                  <a:lnTo>
                    <a:pt x="155255" y="229141"/>
                  </a:lnTo>
                  <a:lnTo>
                    <a:pt x="157157" y="224146"/>
                  </a:lnTo>
                  <a:lnTo>
                    <a:pt x="158898" y="219092"/>
                  </a:lnTo>
                  <a:lnTo>
                    <a:pt x="160477" y="213985"/>
                  </a:lnTo>
                  <a:lnTo>
                    <a:pt x="161892" y="208831"/>
                  </a:lnTo>
                  <a:lnTo>
                    <a:pt x="163141" y="203633"/>
                  </a:lnTo>
                  <a:lnTo>
                    <a:pt x="164223" y="198399"/>
                  </a:lnTo>
                  <a:lnTo>
                    <a:pt x="165138" y="193132"/>
                  </a:lnTo>
                  <a:lnTo>
                    <a:pt x="165884" y="187839"/>
                  </a:lnTo>
                  <a:lnTo>
                    <a:pt x="166460" y="182525"/>
                  </a:lnTo>
                  <a:lnTo>
                    <a:pt x="166866" y="177195"/>
                  </a:lnTo>
                  <a:lnTo>
                    <a:pt x="167101" y="171855"/>
                  </a:lnTo>
                  <a:lnTo>
                    <a:pt x="167166" y="166510"/>
                  </a:lnTo>
                  <a:lnTo>
                    <a:pt x="167059" y="161166"/>
                  </a:lnTo>
                  <a:lnTo>
                    <a:pt x="166782" y="155828"/>
                  </a:lnTo>
                  <a:lnTo>
                    <a:pt x="166334" y="150502"/>
                  </a:lnTo>
                  <a:lnTo>
                    <a:pt x="165716" y="145192"/>
                  </a:lnTo>
                  <a:lnTo>
                    <a:pt x="164929" y="139905"/>
                  </a:lnTo>
                  <a:lnTo>
                    <a:pt x="163973" y="134646"/>
                  </a:lnTo>
                  <a:lnTo>
                    <a:pt x="162850" y="129420"/>
                  </a:lnTo>
                  <a:lnTo>
                    <a:pt x="161560" y="124233"/>
                  </a:lnTo>
                  <a:lnTo>
                    <a:pt x="160104" y="119090"/>
                  </a:lnTo>
                  <a:lnTo>
                    <a:pt x="158485" y="113996"/>
                  </a:lnTo>
                  <a:lnTo>
                    <a:pt x="156704" y="108956"/>
                  </a:lnTo>
                  <a:lnTo>
                    <a:pt x="154763" y="103975"/>
                  </a:lnTo>
                  <a:lnTo>
                    <a:pt x="152664" y="99060"/>
                  </a:lnTo>
                  <a:lnTo>
                    <a:pt x="150408" y="94214"/>
                  </a:lnTo>
                  <a:lnTo>
                    <a:pt x="147999" y="89442"/>
                  </a:lnTo>
                  <a:lnTo>
                    <a:pt x="145438" y="84750"/>
                  </a:lnTo>
                  <a:lnTo>
                    <a:pt x="142729" y="80142"/>
                  </a:lnTo>
                  <a:lnTo>
                    <a:pt x="139874" y="75623"/>
                  </a:lnTo>
                  <a:lnTo>
                    <a:pt x="136875" y="71198"/>
                  </a:lnTo>
                  <a:lnTo>
                    <a:pt x="133737" y="66871"/>
                  </a:lnTo>
                  <a:lnTo>
                    <a:pt x="130462" y="62647"/>
                  </a:lnTo>
                  <a:lnTo>
                    <a:pt x="127054" y="58529"/>
                  </a:lnTo>
                  <a:lnTo>
                    <a:pt x="123515" y="54523"/>
                  </a:lnTo>
                  <a:lnTo>
                    <a:pt x="119851" y="50631"/>
                  </a:lnTo>
                  <a:lnTo>
                    <a:pt x="116064" y="46859"/>
                  </a:lnTo>
                  <a:lnTo>
                    <a:pt x="112158" y="43210"/>
                  </a:lnTo>
                  <a:lnTo>
                    <a:pt x="108138" y="39687"/>
                  </a:lnTo>
                  <a:lnTo>
                    <a:pt x="104007" y="36295"/>
                  </a:lnTo>
                  <a:lnTo>
                    <a:pt x="99769" y="33037"/>
                  </a:lnTo>
                  <a:lnTo>
                    <a:pt x="95430" y="29915"/>
                  </a:lnTo>
                  <a:lnTo>
                    <a:pt x="90993" y="26934"/>
                  </a:lnTo>
                  <a:lnTo>
                    <a:pt x="86463" y="24097"/>
                  </a:lnTo>
                  <a:lnTo>
                    <a:pt x="81845" y="21406"/>
                  </a:lnTo>
                  <a:lnTo>
                    <a:pt x="77143" y="18864"/>
                  </a:lnTo>
                  <a:lnTo>
                    <a:pt x="72362" y="16473"/>
                  </a:lnTo>
                  <a:lnTo>
                    <a:pt x="67507" y="14237"/>
                  </a:lnTo>
                  <a:lnTo>
                    <a:pt x="62583" y="12156"/>
                  </a:lnTo>
                  <a:lnTo>
                    <a:pt x="57595" y="10235"/>
                  </a:lnTo>
                  <a:lnTo>
                    <a:pt x="52548" y="8474"/>
                  </a:lnTo>
                  <a:lnTo>
                    <a:pt x="47448" y="6875"/>
                  </a:lnTo>
                  <a:lnTo>
                    <a:pt x="42299" y="5440"/>
                  </a:lnTo>
                  <a:lnTo>
                    <a:pt x="37106" y="4170"/>
                  </a:lnTo>
                  <a:lnTo>
                    <a:pt x="31876" y="3067"/>
                  </a:lnTo>
                  <a:lnTo>
                    <a:pt x="26613" y="2132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74011" y="1236837"/>
              <a:ext cx="155076" cy="167167"/>
            </a:xfrm>
            <a:custGeom>
              <a:avLst/>
              <a:pathLst>
                <a:path w="155076" h="167167">
                  <a:moveTo>
                    <a:pt x="155076" y="0"/>
                  </a:moveTo>
                  <a:lnTo>
                    <a:pt x="149560" y="91"/>
                  </a:lnTo>
                  <a:lnTo>
                    <a:pt x="144050" y="364"/>
                  </a:lnTo>
                  <a:lnTo>
                    <a:pt x="138552" y="818"/>
                  </a:lnTo>
                  <a:lnTo>
                    <a:pt x="133072" y="1454"/>
                  </a:lnTo>
                  <a:lnTo>
                    <a:pt x="127616" y="2270"/>
                  </a:lnTo>
                  <a:lnTo>
                    <a:pt x="122189" y="3266"/>
                  </a:lnTo>
                  <a:lnTo>
                    <a:pt x="116799" y="4441"/>
                  </a:lnTo>
                  <a:lnTo>
                    <a:pt x="111450" y="5792"/>
                  </a:lnTo>
                  <a:lnTo>
                    <a:pt x="106149" y="7320"/>
                  </a:lnTo>
                  <a:lnTo>
                    <a:pt x="100901" y="9021"/>
                  </a:lnTo>
                  <a:lnTo>
                    <a:pt x="95712" y="10895"/>
                  </a:lnTo>
                  <a:lnTo>
                    <a:pt x="90588" y="12939"/>
                  </a:lnTo>
                  <a:lnTo>
                    <a:pt x="85534" y="15151"/>
                  </a:lnTo>
                  <a:lnTo>
                    <a:pt x="80555" y="17529"/>
                  </a:lnTo>
                  <a:lnTo>
                    <a:pt x="75658" y="20069"/>
                  </a:lnTo>
                  <a:lnTo>
                    <a:pt x="70848" y="22770"/>
                  </a:lnTo>
                  <a:lnTo>
                    <a:pt x="66129" y="25628"/>
                  </a:lnTo>
                  <a:lnTo>
                    <a:pt x="61507" y="28640"/>
                  </a:lnTo>
                  <a:lnTo>
                    <a:pt x="56987" y="31803"/>
                  </a:lnTo>
                  <a:lnTo>
                    <a:pt x="52573" y="35114"/>
                  </a:lnTo>
                  <a:lnTo>
                    <a:pt x="48272" y="38568"/>
                  </a:lnTo>
                  <a:lnTo>
                    <a:pt x="44086" y="42162"/>
                  </a:lnTo>
                  <a:lnTo>
                    <a:pt x="40022" y="45893"/>
                  </a:lnTo>
                  <a:lnTo>
                    <a:pt x="36083" y="49755"/>
                  </a:lnTo>
                  <a:lnTo>
                    <a:pt x="32273" y="53746"/>
                  </a:lnTo>
                  <a:lnTo>
                    <a:pt x="28598" y="57860"/>
                  </a:lnTo>
                  <a:lnTo>
                    <a:pt x="25060" y="62093"/>
                  </a:lnTo>
                  <a:lnTo>
                    <a:pt x="21663" y="66440"/>
                  </a:lnTo>
                  <a:lnTo>
                    <a:pt x="18412" y="70897"/>
                  </a:lnTo>
                  <a:lnTo>
                    <a:pt x="15310" y="75459"/>
                  </a:lnTo>
                  <a:lnTo>
                    <a:pt x="12360" y="80121"/>
                  </a:lnTo>
                  <a:lnTo>
                    <a:pt x="9565" y="84878"/>
                  </a:lnTo>
                  <a:lnTo>
                    <a:pt x="6929" y="89724"/>
                  </a:lnTo>
                  <a:lnTo>
                    <a:pt x="4454" y="94655"/>
                  </a:lnTo>
                  <a:lnTo>
                    <a:pt x="2144" y="99665"/>
                  </a:lnTo>
                  <a:lnTo>
                    <a:pt x="0" y="104748"/>
                  </a:lnTo>
                  <a:lnTo>
                    <a:pt x="1550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74011" y="1341586"/>
              <a:ext cx="155076" cy="62418"/>
            </a:xfrm>
            <a:custGeom>
              <a:avLst/>
              <a:pathLst>
                <a:path w="155076" h="62418">
                  <a:moveTo>
                    <a:pt x="0" y="0"/>
                  </a:moveTo>
                  <a:lnTo>
                    <a:pt x="155076" y="624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1921" y="1239657"/>
              <a:ext cx="334329" cy="331505"/>
            </a:xfrm>
            <a:custGeom>
              <a:avLst/>
              <a:pathLst>
                <a:path w="334329" h="331505">
                  <a:moveTo>
                    <a:pt x="12090" y="101929"/>
                  </a:moveTo>
                  <a:lnTo>
                    <a:pt x="10190" y="106873"/>
                  </a:lnTo>
                  <a:lnTo>
                    <a:pt x="8448" y="111875"/>
                  </a:lnTo>
                  <a:lnTo>
                    <a:pt x="6865" y="116929"/>
                  </a:lnTo>
                  <a:lnTo>
                    <a:pt x="5444" y="122031"/>
                  </a:lnTo>
                  <a:lnTo>
                    <a:pt x="4184" y="127176"/>
                  </a:lnTo>
                  <a:lnTo>
                    <a:pt x="3088" y="132357"/>
                  </a:lnTo>
                  <a:lnTo>
                    <a:pt x="2157" y="137571"/>
                  </a:lnTo>
                  <a:lnTo>
                    <a:pt x="1392" y="142812"/>
                  </a:lnTo>
                  <a:lnTo>
                    <a:pt x="793" y="148075"/>
                  </a:lnTo>
                  <a:lnTo>
                    <a:pt x="361" y="153353"/>
                  </a:lnTo>
                  <a:lnTo>
                    <a:pt x="96" y="158643"/>
                  </a:lnTo>
                  <a:lnTo>
                    <a:pt x="0" y="163939"/>
                  </a:lnTo>
                  <a:lnTo>
                    <a:pt x="70" y="169235"/>
                  </a:lnTo>
                  <a:lnTo>
                    <a:pt x="309" y="174526"/>
                  </a:lnTo>
                  <a:lnTo>
                    <a:pt x="715" y="179807"/>
                  </a:lnTo>
                  <a:lnTo>
                    <a:pt x="1289" y="185072"/>
                  </a:lnTo>
                  <a:lnTo>
                    <a:pt x="2028" y="190317"/>
                  </a:lnTo>
                  <a:lnTo>
                    <a:pt x="2934" y="195535"/>
                  </a:lnTo>
                  <a:lnTo>
                    <a:pt x="4004" y="200722"/>
                  </a:lnTo>
                  <a:lnTo>
                    <a:pt x="5239" y="205873"/>
                  </a:lnTo>
                  <a:lnTo>
                    <a:pt x="6635" y="210982"/>
                  </a:lnTo>
                  <a:lnTo>
                    <a:pt x="8193" y="216044"/>
                  </a:lnTo>
                  <a:lnTo>
                    <a:pt x="9911" y="221054"/>
                  </a:lnTo>
                  <a:lnTo>
                    <a:pt x="11786" y="226007"/>
                  </a:lnTo>
                  <a:lnTo>
                    <a:pt x="13817" y="230899"/>
                  </a:lnTo>
                  <a:lnTo>
                    <a:pt x="16003" y="235723"/>
                  </a:lnTo>
                  <a:lnTo>
                    <a:pt x="18340" y="240476"/>
                  </a:lnTo>
                  <a:lnTo>
                    <a:pt x="20826" y="245153"/>
                  </a:lnTo>
                  <a:lnTo>
                    <a:pt x="23459" y="249748"/>
                  </a:lnTo>
                  <a:lnTo>
                    <a:pt x="26237" y="254258"/>
                  </a:lnTo>
                  <a:lnTo>
                    <a:pt x="29156" y="258677"/>
                  </a:lnTo>
                  <a:lnTo>
                    <a:pt x="32214" y="263002"/>
                  </a:lnTo>
                  <a:lnTo>
                    <a:pt x="35407" y="267228"/>
                  </a:lnTo>
                  <a:lnTo>
                    <a:pt x="38732" y="271350"/>
                  </a:lnTo>
                  <a:lnTo>
                    <a:pt x="42186" y="275365"/>
                  </a:lnTo>
                  <a:lnTo>
                    <a:pt x="45766" y="279269"/>
                  </a:lnTo>
                  <a:lnTo>
                    <a:pt x="49468" y="283057"/>
                  </a:lnTo>
                  <a:lnTo>
                    <a:pt x="53287" y="286726"/>
                  </a:lnTo>
                  <a:lnTo>
                    <a:pt x="57221" y="290272"/>
                  </a:lnTo>
                  <a:lnTo>
                    <a:pt x="61266" y="293692"/>
                  </a:lnTo>
                  <a:lnTo>
                    <a:pt x="65416" y="296982"/>
                  </a:lnTo>
                  <a:lnTo>
                    <a:pt x="69669" y="300139"/>
                  </a:lnTo>
                  <a:lnTo>
                    <a:pt x="74020" y="303159"/>
                  </a:lnTo>
                  <a:lnTo>
                    <a:pt x="78464" y="306041"/>
                  </a:lnTo>
                  <a:lnTo>
                    <a:pt x="82998" y="308779"/>
                  </a:lnTo>
                  <a:lnTo>
                    <a:pt x="87615" y="311373"/>
                  </a:lnTo>
                  <a:lnTo>
                    <a:pt x="92313" y="313820"/>
                  </a:lnTo>
                  <a:lnTo>
                    <a:pt x="97086" y="316116"/>
                  </a:lnTo>
                  <a:lnTo>
                    <a:pt x="101929" y="318260"/>
                  </a:lnTo>
                  <a:lnTo>
                    <a:pt x="106837" y="320249"/>
                  </a:lnTo>
                  <a:lnTo>
                    <a:pt x="111807" y="322082"/>
                  </a:lnTo>
                  <a:lnTo>
                    <a:pt x="116831" y="323757"/>
                  </a:lnTo>
                  <a:lnTo>
                    <a:pt x="121907" y="325272"/>
                  </a:lnTo>
                  <a:lnTo>
                    <a:pt x="127027" y="326625"/>
                  </a:lnTo>
                  <a:lnTo>
                    <a:pt x="132188" y="327815"/>
                  </a:lnTo>
                  <a:lnTo>
                    <a:pt x="137384" y="328841"/>
                  </a:lnTo>
                  <a:lnTo>
                    <a:pt x="142610" y="329702"/>
                  </a:lnTo>
                  <a:lnTo>
                    <a:pt x="147861" y="330397"/>
                  </a:lnTo>
                  <a:lnTo>
                    <a:pt x="153131" y="330925"/>
                  </a:lnTo>
                  <a:lnTo>
                    <a:pt x="158415" y="331286"/>
                  </a:lnTo>
                  <a:lnTo>
                    <a:pt x="163708" y="331479"/>
                  </a:lnTo>
                  <a:lnTo>
                    <a:pt x="169004" y="331505"/>
                  </a:lnTo>
                  <a:lnTo>
                    <a:pt x="174299" y="331363"/>
                  </a:lnTo>
                  <a:lnTo>
                    <a:pt x="179586" y="331053"/>
                  </a:lnTo>
                  <a:lnTo>
                    <a:pt x="184861" y="330576"/>
                  </a:lnTo>
                  <a:lnTo>
                    <a:pt x="190118" y="329932"/>
                  </a:lnTo>
                  <a:lnTo>
                    <a:pt x="195352" y="329122"/>
                  </a:lnTo>
                  <a:lnTo>
                    <a:pt x="200558" y="328146"/>
                  </a:lnTo>
                  <a:lnTo>
                    <a:pt x="205731" y="327006"/>
                  </a:lnTo>
                  <a:lnTo>
                    <a:pt x="210864" y="325703"/>
                  </a:lnTo>
                  <a:lnTo>
                    <a:pt x="215954" y="324237"/>
                  </a:lnTo>
                  <a:lnTo>
                    <a:pt x="220995" y="322612"/>
                  </a:lnTo>
                  <a:lnTo>
                    <a:pt x="225981" y="320827"/>
                  </a:lnTo>
                  <a:lnTo>
                    <a:pt x="230909" y="318885"/>
                  </a:lnTo>
                  <a:lnTo>
                    <a:pt x="235773" y="316788"/>
                  </a:lnTo>
                  <a:lnTo>
                    <a:pt x="240567" y="314538"/>
                  </a:lnTo>
                  <a:lnTo>
                    <a:pt x="245288" y="312138"/>
                  </a:lnTo>
                  <a:lnTo>
                    <a:pt x="249931" y="309589"/>
                  </a:lnTo>
                  <a:lnTo>
                    <a:pt x="254491" y="306894"/>
                  </a:lnTo>
                  <a:lnTo>
                    <a:pt x="258963" y="304056"/>
                  </a:lnTo>
                  <a:lnTo>
                    <a:pt x="263343" y="301078"/>
                  </a:lnTo>
                  <a:lnTo>
                    <a:pt x="267626" y="297962"/>
                  </a:lnTo>
                  <a:lnTo>
                    <a:pt x="271808" y="294713"/>
                  </a:lnTo>
                  <a:lnTo>
                    <a:pt x="275886" y="291332"/>
                  </a:lnTo>
                  <a:lnTo>
                    <a:pt x="279854" y="287824"/>
                  </a:lnTo>
                  <a:lnTo>
                    <a:pt x="283709" y="284193"/>
                  </a:lnTo>
                  <a:lnTo>
                    <a:pt x="287447" y="280440"/>
                  </a:lnTo>
                  <a:lnTo>
                    <a:pt x="291064" y="276572"/>
                  </a:lnTo>
                  <a:lnTo>
                    <a:pt x="294557" y="272590"/>
                  </a:lnTo>
                  <a:lnTo>
                    <a:pt x="297923" y="268500"/>
                  </a:lnTo>
                  <a:lnTo>
                    <a:pt x="301156" y="264306"/>
                  </a:lnTo>
                  <a:lnTo>
                    <a:pt x="304256" y="260011"/>
                  </a:lnTo>
                  <a:lnTo>
                    <a:pt x="307218" y="255620"/>
                  </a:lnTo>
                  <a:lnTo>
                    <a:pt x="310039" y="251137"/>
                  </a:lnTo>
                  <a:lnTo>
                    <a:pt x="312716" y="246568"/>
                  </a:lnTo>
                  <a:lnTo>
                    <a:pt x="315248" y="241916"/>
                  </a:lnTo>
                  <a:lnTo>
                    <a:pt x="317631" y="237185"/>
                  </a:lnTo>
                  <a:lnTo>
                    <a:pt x="319863" y="232382"/>
                  </a:lnTo>
                  <a:lnTo>
                    <a:pt x="321942" y="227511"/>
                  </a:lnTo>
                  <a:lnTo>
                    <a:pt x="323865" y="222576"/>
                  </a:lnTo>
                  <a:lnTo>
                    <a:pt x="325631" y="217583"/>
                  </a:lnTo>
                  <a:lnTo>
                    <a:pt x="327238" y="212536"/>
                  </a:lnTo>
                  <a:lnTo>
                    <a:pt x="328684" y="207441"/>
                  </a:lnTo>
                  <a:lnTo>
                    <a:pt x="329968" y="202302"/>
                  </a:lnTo>
                  <a:lnTo>
                    <a:pt x="331089" y="197126"/>
                  </a:lnTo>
                  <a:lnTo>
                    <a:pt x="332045" y="191916"/>
                  </a:lnTo>
                  <a:lnTo>
                    <a:pt x="332836" y="186679"/>
                  </a:lnTo>
                  <a:lnTo>
                    <a:pt x="333460" y="181420"/>
                  </a:lnTo>
                  <a:lnTo>
                    <a:pt x="333917" y="176143"/>
                  </a:lnTo>
                  <a:lnTo>
                    <a:pt x="334207" y="170855"/>
                  </a:lnTo>
                  <a:lnTo>
                    <a:pt x="334329" y="165560"/>
                  </a:lnTo>
                  <a:lnTo>
                    <a:pt x="334284" y="160263"/>
                  </a:lnTo>
                  <a:lnTo>
                    <a:pt x="334071" y="154971"/>
                  </a:lnTo>
                  <a:lnTo>
                    <a:pt x="333690" y="149688"/>
                  </a:lnTo>
                  <a:lnTo>
                    <a:pt x="333142" y="144420"/>
                  </a:lnTo>
                  <a:lnTo>
                    <a:pt x="332427" y="139172"/>
                  </a:lnTo>
                  <a:lnTo>
                    <a:pt x="331547" y="133950"/>
                  </a:lnTo>
                  <a:lnTo>
                    <a:pt x="330501" y="128757"/>
                  </a:lnTo>
                  <a:lnTo>
                    <a:pt x="329292" y="123601"/>
                  </a:lnTo>
                  <a:lnTo>
                    <a:pt x="327920" y="118485"/>
                  </a:lnTo>
                  <a:lnTo>
                    <a:pt x="326386" y="113416"/>
                  </a:lnTo>
                  <a:lnTo>
                    <a:pt x="324693" y="108397"/>
                  </a:lnTo>
                  <a:lnTo>
                    <a:pt x="322841" y="103435"/>
                  </a:lnTo>
                  <a:lnTo>
                    <a:pt x="320833" y="98534"/>
                  </a:lnTo>
                  <a:lnTo>
                    <a:pt x="318671" y="93699"/>
                  </a:lnTo>
                  <a:lnTo>
                    <a:pt x="316357" y="88935"/>
                  </a:lnTo>
                  <a:lnTo>
                    <a:pt x="313893" y="84246"/>
                  </a:lnTo>
                  <a:lnTo>
                    <a:pt x="311282" y="79638"/>
                  </a:lnTo>
                  <a:lnTo>
                    <a:pt x="308526" y="75115"/>
                  </a:lnTo>
                  <a:lnTo>
                    <a:pt x="305628" y="70682"/>
                  </a:lnTo>
                  <a:lnTo>
                    <a:pt x="302592" y="66343"/>
                  </a:lnTo>
                  <a:lnTo>
                    <a:pt x="299419" y="62102"/>
                  </a:lnTo>
                  <a:lnTo>
                    <a:pt x="296113" y="57963"/>
                  </a:lnTo>
                  <a:lnTo>
                    <a:pt x="292678" y="53932"/>
                  </a:lnTo>
                  <a:lnTo>
                    <a:pt x="289118" y="50011"/>
                  </a:lnTo>
                  <a:lnTo>
                    <a:pt x="285434" y="46205"/>
                  </a:lnTo>
                  <a:lnTo>
                    <a:pt x="281632" y="42518"/>
                  </a:lnTo>
                  <a:lnTo>
                    <a:pt x="277715" y="38953"/>
                  </a:lnTo>
                  <a:lnTo>
                    <a:pt x="273687" y="35513"/>
                  </a:lnTo>
                  <a:lnTo>
                    <a:pt x="269552" y="32204"/>
                  </a:lnTo>
                  <a:lnTo>
                    <a:pt x="265315" y="29026"/>
                  </a:lnTo>
                  <a:lnTo>
                    <a:pt x="260979" y="25985"/>
                  </a:lnTo>
                  <a:lnTo>
                    <a:pt x="256548" y="23082"/>
                  </a:lnTo>
                  <a:lnTo>
                    <a:pt x="252028" y="20322"/>
                  </a:lnTo>
                  <a:lnTo>
                    <a:pt x="247423" y="17706"/>
                  </a:lnTo>
                  <a:lnTo>
                    <a:pt x="242737" y="15237"/>
                  </a:lnTo>
                  <a:lnTo>
                    <a:pt x="237975" y="12918"/>
                  </a:lnTo>
                  <a:lnTo>
                    <a:pt x="233143" y="10750"/>
                  </a:lnTo>
                  <a:lnTo>
                    <a:pt x="228244" y="8737"/>
                  </a:lnTo>
                  <a:lnTo>
                    <a:pt x="223283" y="6881"/>
                  </a:lnTo>
                  <a:lnTo>
                    <a:pt x="218267" y="5182"/>
                  </a:lnTo>
                  <a:lnTo>
                    <a:pt x="213199" y="3643"/>
                  </a:lnTo>
                  <a:lnTo>
                    <a:pt x="208085" y="2265"/>
                  </a:lnTo>
                  <a:lnTo>
                    <a:pt x="202930" y="1050"/>
                  </a:lnTo>
                  <a:lnTo>
                    <a:pt x="197738" y="0"/>
                  </a:lnTo>
                  <a:lnTo>
                    <a:pt x="167166" y="164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629088" y="1236837"/>
              <a:ext cx="30572" cy="167167"/>
            </a:xfrm>
            <a:custGeom>
              <a:avLst/>
              <a:pathLst>
                <a:path w="30572" h="167167">
                  <a:moveTo>
                    <a:pt x="30572" y="2819"/>
                  </a:moveTo>
                  <a:lnTo>
                    <a:pt x="22985" y="1587"/>
                  </a:lnTo>
                  <a:lnTo>
                    <a:pt x="15350" y="706"/>
                  </a:lnTo>
                  <a:lnTo>
                    <a:pt x="7683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65880" y="1546402"/>
              <a:ext cx="46686" cy="167167"/>
            </a:xfrm>
            <a:custGeom>
              <a:avLst/>
              <a:pathLst>
                <a:path w="46686" h="167167">
                  <a:moveTo>
                    <a:pt x="46686" y="0"/>
                  </a:moveTo>
                  <a:lnTo>
                    <a:pt x="40773" y="104"/>
                  </a:lnTo>
                  <a:lnTo>
                    <a:pt x="34867" y="418"/>
                  </a:lnTo>
                  <a:lnTo>
                    <a:pt x="28976" y="940"/>
                  </a:lnTo>
                  <a:lnTo>
                    <a:pt x="23107" y="1671"/>
                  </a:lnTo>
                  <a:lnTo>
                    <a:pt x="17268" y="2608"/>
                  </a:lnTo>
                  <a:lnTo>
                    <a:pt x="11465" y="3752"/>
                  </a:lnTo>
                  <a:lnTo>
                    <a:pt x="5707" y="5100"/>
                  </a:lnTo>
                  <a:lnTo>
                    <a:pt x="0" y="6651"/>
                  </a:lnTo>
                  <a:lnTo>
                    <a:pt x="4668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65880" y="1553054"/>
              <a:ext cx="46686" cy="160515"/>
            </a:xfrm>
            <a:custGeom>
              <a:avLst/>
              <a:pathLst>
                <a:path w="46686" h="160515">
                  <a:moveTo>
                    <a:pt x="0" y="0"/>
                  </a:moveTo>
                  <a:lnTo>
                    <a:pt x="46686" y="1605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45406" y="1553054"/>
              <a:ext cx="334327" cy="327670"/>
            </a:xfrm>
            <a:custGeom>
              <a:avLst/>
              <a:pathLst>
                <a:path w="334327" h="327670">
                  <a:moveTo>
                    <a:pt x="120474" y="0"/>
                  </a:moveTo>
                  <a:lnTo>
                    <a:pt x="115421" y="1556"/>
                  </a:lnTo>
                  <a:lnTo>
                    <a:pt x="110420" y="3272"/>
                  </a:lnTo>
                  <a:lnTo>
                    <a:pt x="105476" y="5145"/>
                  </a:lnTo>
                  <a:lnTo>
                    <a:pt x="100594" y="7173"/>
                  </a:lnTo>
                  <a:lnTo>
                    <a:pt x="95779" y="9354"/>
                  </a:lnTo>
                  <a:lnTo>
                    <a:pt x="91034" y="11687"/>
                  </a:lnTo>
                  <a:lnTo>
                    <a:pt x="86366" y="14169"/>
                  </a:lnTo>
                  <a:lnTo>
                    <a:pt x="81779" y="16797"/>
                  </a:lnTo>
                  <a:lnTo>
                    <a:pt x="77277" y="19569"/>
                  </a:lnTo>
                  <a:lnTo>
                    <a:pt x="72865" y="22481"/>
                  </a:lnTo>
                  <a:lnTo>
                    <a:pt x="68547" y="25532"/>
                  </a:lnTo>
                  <a:lnTo>
                    <a:pt x="64328" y="28718"/>
                  </a:lnTo>
                  <a:lnTo>
                    <a:pt x="60212" y="32036"/>
                  </a:lnTo>
                  <a:lnTo>
                    <a:pt x="56203" y="35482"/>
                  </a:lnTo>
                  <a:lnTo>
                    <a:pt x="52304" y="39053"/>
                  </a:lnTo>
                  <a:lnTo>
                    <a:pt x="48521" y="42746"/>
                  </a:lnTo>
                  <a:lnTo>
                    <a:pt x="44856" y="46556"/>
                  </a:lnTo>
                  <a:lnTo>
                    <a:pt x="41314" y="50481"/>
                  </a:lnTo>
                  <a:lnTo>
                    <a:pt x="37897" y="54515"/>
                  </a:lnTo>
                  <a:lnTo>
                    <a:pt x="34610" y="58656"/>
                  </a:lnTo>
                  <a:lnTo>
                    <a:pt x="31455" y="62898"/>
                  </a:lnTo>
                  <a:lnTo>
                    <a:pt x="28436" y="67238"/>
                  </a:lnTo>
                  <a:lnTo>
                    <a:pt x="25556" y="71671"/>
                  </a:lnTo>
                  <a:lnTo>
                    <a:pt x="22818" y="76194"/>
                  </a:lnTo>
                  <a:lnTo>
                    <a:pt x="20223" y="80800"/>
                  </a:lnTo>
                  <a:lnTo>
                    <a:pt x="17776" y="85486"/>
                  </a:lnTo>
                  <a:lnTo>
                    <a:pt x="15478" y="90248"/>
                  </a:lnTo>
                  <a:lnTo>
                    <a:pt x="13332" y="95079"/>
                  </a:lnTo>
                  <a:lnTo>
                    <a:pt x="11340" y="99976"/>
                  </a:lnTo>
                  <a:lnTo>
                    <a:pt x="9503" y="104934"/>
                  </a:lnTo>
                  <a:lnTo>
                    <a:pt x="7825" y="109947"/>
                  </a:lnTo>
                  <a:lnTo>
                    <a:pt x="6305" y="115011"/>
                  </a:lnTo>
                  <a:lnTo>
                    <a:pt x="4947" y="120120"/>
                  </a:lnTo>
                  <a:lnTo>
                    <a:pt x="3751" y="125270"/>
                  </a:lnTo>
                  <a:lnTo>
                    <a:pt x="2718" y="130455"/>
                  </a:lnTo>
                  <a:lnTo>
                    <a:pt x="1849" y="135670"/>
                  </a:lnTo>
                  <a:lnTo>
                    <a:pt x="1146" y="140910"/>
                  </a:lnTo>
                  <a:lnTo>
                    <a:pt x="610" y="146169"/>
                  </a:lnTo>
                  <a:lnTo>
                    <a:pt x="239" y="151443"/>
                  </a:lnTo>
                  <a:lnTo>
                    <a:pt x="36" y="156726"/>
                  </a:lnTo>
                  <a:lnTo>
                    <a:pt x="0" y="162012"/>
                  </a:lnTo>
                  <a:lnTo>
                    <a:pt x="130" y="167298"/>
                  </a:lnTo>
                  <a:lnTo>
                    <a:pt x="428" y="172576"/>
                  </a:lnTo>
                  <a:lnTo>
                    <a:pt x="893" y="177842"/>
                  </a:lnTo>
                  <a:lnTo>
                    <a:pt x="1524" y="183091"/>
                  </a:lnTo>
                  <a:lnTo>
                    <a:pt x="2321" y="188318"/>
                  </a:lnTo>
                  <a:lnTo>
                    <a:pt x="3283" y="193516"/>
                  </a:lnTo>
                  <a:lnTo>
                    <a:pt x="4408" y="198682"/>
                  </a:lnTo>
                  <a:lnTo>
                    <a:pt x="5696" y="203809"/>
                  </a:lnTo>
                  <a:lnTo>
                    <a:pt x="7146" y="208893"/>
                  </a:lnTo>
                  <a:lnTo>
                    <a:pt x="8756" y="213929"/>
                  </a:lnTo>
                  <a:lnTo>
                    <a:pt x="10524" y="218911"/>
                  </a:lnTo>
                  <a:lnTo>
                    <a:pt x="12449" y="223835"/>
                  </a:lnTo>
                  <a:lnTo>
                    <a:pt x="14529" y="228696"/>
                  </a:lnTo>
                  <a:lnTo>
                    <a:pt x="16761" y="233488"/>
                  </a:lnTo>
                  <a:lnTo>
                    <a:pt x="19144" y="238208"/>
                  </a:lnTo>
                  <a:lnTo>
                    <a:pt x="21675" y="242849"/>
                  </a:lnTo>
                  <a:lnTo>
                    <a:pt x="24351" y="247409"/>
                  </a:lnTo>
                  <a:lnTo>
                    <a:pt x="27170" y="251881"/>
                  </a:lnTo>
                  <a:lnTo>
                    <a:pt x="30129" y="256262"/>
                  </a:lnTo>
                  <a:lnTo>
                    <a:pt x="33225" y="260547"/>
                  </a:lnTo>
                  <a:lnTo>
                    <a:pt x="36456" y="264733"/>
                  </a:lnTo>
                  <a:lnTo>
                    <a:pt x="39816" y="268814"/>
                  </a:lnTo>
                  <a:lnTo>
                    <a:pt x="43305" y="272786"/>
                  </a:lnTo>
                  <a:lnTo>
                    <a:pt x="46917" y="276647"/>
                  </a:lnTo>
                  <a:lnTo>
                    <a:pt x="50649" y="280391"/>
                  </a:lnTo>
                  <a:lnTo>
                    <a:pt x="54498" y="284015"/>
                  </a:lnTo>
                  <a:lnTo>
                    <a:pt x="58460" y="287516"/>
                  </a:lnTo>
                  <a:lnTo>
                    <a:pt x="62530" y="290890"/>
                  </a:lnTo>
                  <a:lnTo>
                    <a:pt x="66705" y="294133"/>
                  </a:lnTo>
                  <a:lnTo>
                    <a:pt x="70981" y="297243"/>
                  </a:lnTo>
                  <a:lnTo>
                    <a:pt x="75352" y="300216"/>
                  </a:lnTo>
                  <a:lnTo>
                    <a:pt x="79816" y="303049"/>
                  </a:lnTo>
                  <a:lnTo>
                    <a:pt x="84367" y="305740"/>
                  </a:lnTo>
                  <a:lnTo>
                    <a:pt x="89000" y="308285"/>
                  </a:lnTo>
                  <a:lnTo>
                    <a:pt x="93712" y="310683"/>
                  </a:lnTo>
                  <a:lnTo>
                    <a:pt x="98497" y="312930"/>
                  </a:lnTo>
                  <a:lnTo>
                    <a:pt x="103351" y="315025"/>
                  </a:lnTo>
                  <a:lnTo>
                    <a:pt x="108269" y="316966"/>
                  </a:lnTo>
                  <a:lnTo>
                    <a:pt x="113246" y="318750"/>
                  </a:lnTo>
                  <a:lnTo>
                    <a:pt x="118276" y="320376"/>
                  </a:lnTo>
                  <a:lnTo>
                    <a:pt x="123356" y="321841"/>
                  </a:lnTo>
                  <a:lnTo>
                    <a:pt x="128479" y="323146"/>
                  </a:lnTo>
                  <a:lnTo>
                    <a:pt x="133641" y="324288"/>
                  </a:lnTo>
                  <a:lnTo>
                    <a:pt x="138837" y="325266"/>
                  </a:lnTo>
                  <a:lnTo>
                    <a:pt x="144061" y="326079"/>
                  </a:lnTo>
                  <a:lnTo>
                    <a:pt x="149308" y="326727"/>
                  </a:lnTo>
                  <a:lnTo>
                    <a:pt x="154572" y="327208"/>
                  </a:lnTo>
                  <a:lnTo>
                    <a:pt x="159850" y="327523"/>
                  </a:lnTo>
                  <a:lnTo>
                    <a:pt x="165135" y="327670"/>
                  </a:lnTo>
                  <a:lnTo>
                    <a:pt x="170421" y="327651"/>
                  </a:lnTo>
                  <a:lnTo>
                    <a:pt x="175705" y="327464"/>
                  </a:lnTo>
                  <a:lnTo>
                    <a:pt x="180980" y="327110"/>
                  </a:lnTo>
                  <a:lnTo>
                    <a:pt x="186241" y="326590"/>
                  </a:lnTo>
                  <a:lnTo>
                    <a:pt x="191483" y="325904"/>
                  </a:lnTo>
                  <a:lnTo>
                    <a:pt x="196701" y="325052"/>
                  </a:lnTo>
                  <a:lnTo>
                    <a:pt x="201889" y="324036"/>
                  </a:lnTo>
                  <a:lnTo>
                    <a:pt x="207042" y="322856"/>
                  </a:lnTo>
                  <a:lnTo>
                    <a:pt x="212156" y="321513"/>
                  </a:lnTo>
                  <a:lnTo>
                    <a:pt x="217224" y="320010"/>
                  </a:lnTo>
                  <a:lnTo>
                    <a:pt x="222243" y="318347"/>
                  </a:lnTo>
                  <a:lnTo>
                    <a:pt x="227206" y="316526"/>
                  </a:lnTo>
                  <a:lnTo>
                    <a:pt x="232109" y="314550"/>
                  </a:lnTo>
                  <a:lnTo>
                    <a:pt x="236948" y="312419"/>
                  </a:lnTo>
                  <a:lnTo>
                    <a:pt x="241716" y="310136"/>
                  </a:lnTo>
                  <a:lnTo>
                    <a:pt x="246410" y="307704"/>
                  </a:lnTo>
                  <a:lnTo>
                    <a:pt x="251025" y="305124"/>
                  </a:lnTo>
                  <a:lnTo>
                    <a:pt x="255556" y="302400"/>
                  </a:lnTo>
                  <a:lnTo>
                    <a:pt x="259998" y="299533"/>
                  </a:lnTo>
                  <a:lnTo>
                    <a:pt x="264348" y="296528"/>
                  </a:lnTo>
                  <a:lnTo>
                    <a:pt x="268600" y="293387"/>
                  </a:lnTo>
                  <a:lnTo>
                    <a:pt x="272751" y="290113"/>
                  </a:lnTo>
                  <a:lnTo>
                    <a:pt x="276796" y="286709"/>
                  </a:lnTo>
                  <a:lnTo>
                    <a:pt x="280732" y="283179"/>
                  </a:lnTo>
                  <a:lnTo>
                    <a:pt x="284554" y="279526"/>
                  </a:lnTo>
                  <a:lnTo>
                    <a:pt x="288259" y="275755"/>
                  </a:lnTo>
                  <a:lnTo>
                    <a:pt x="291842" y="271868"/>
                  </a:lnTo>
                  <a:lnTo>
                    <a:pt x="295301" y="267869"/>
                  </a:lnTo>
                  <a:lnTo>
                    <a:pt x="298632" y="263764"/>
                  </a:lnTo>
                  <a:lnTo>
                    <a:pt x="301831" y="259555"/>
                  </a:lnTo>
                  <a:lnTo>
                    <a:pt x="304895" y="255247"/>
                  </a:lnTo>
                  <a:lnTo>
                    <a:pt x="307822" y="250844"/>
                  </a:lnTo>
                  <a:lnTo>
                    <a:pt x="310608" y="246351"/>
                  </a:lnTo>
                  <a:lnTo>
                    <a:pt x="313250" y="241772"/>
                  </a:lnTo>
                  <a:lnTo>
                    <a:pt x="315747" y="237111"/>
                  </a:lnTo>
                  <a:lnTo>
                    <a:pt x="318095" y="232375"/>
                  </a:lnTo>
                  <a:lnTo>
                    <a:pt x="320291" y="227566"/>
                  </a:lnTo>
                  <a:lnTo>
                    <a:pt x="322335" y="222690"/>
                  </a:lnTo>
                  <a:lnTo>
                    <a:pt x="324224" y="217752"/>
                  </a:lnTo>
                  <a:lnTo>
                    <a:pt x="325955" y="212757"/>
                  </a:lnTo>
                  <a:lnTo>
                    <a:pt x="327528" y="207709"/>
                  </a:lnTo>
                  <a:lnTo>
                    <a:pt x="328940" y="202615"/>
                  </a:lnTo>
                  <a:lnTo>
                    <a:pt x="330190" y="197478"/>
                  </a:lnTo>
                  <a:lnTo>
                    <a:pt x="331277" y="192304"/>
                  </a:lnTo>
                  <a:lnTo>
                    <a:pt x="332200" y="187098"/>
                  </a:lnTo>
                  <a:lnTo>
                    <a:pt x="332959" y="181866"/>
                  </a:lnTo>
                  <a:lnTo>
                    <a:pt x="333551" y="176613"/>
                  </a:lnTo>
                  <a:lnTo>
                    <a:pt x="333977" y="171343"/>
                  </a:lnTo>
                  <a:lnTo>
                    <a:pt x="334236" y="166063"/>
                  </a:lnTo>
                  <a:lnTo>
                    <a:pt x="334327" y="160777"/>
                  </a:lnTo>
                  <a:lnTo>
                    <a:pt x="334252" y="155491"/>
                  </a:lnTo>
                  <a:lnTo>
                    <a:pt x="334010" y="150209"/>
                  </a:lnTo>
                  <a:lnTo>
                    <a:pt x="333600" y="144938"/>
                  </a:lnTo>
                  <a:lnTo>
                    <a:pt x="333025" y="139683"/>
                  </a:lnTo>
                  <a:lnTo>
                    <a:pt x="332283" y="134449"/>
                  </a:lnTo>
                  <a:lnTo>
                    <a:pt x="331376" y="129240"/>
                  </a:lnTo>
                  <a:lnTo>
                    <a:pt x="330305" y="124063"/>
                  </a:lnTo>
                  <a:lnTo>
                    <a:pt x="329071" y="118922"/>
                  </a:lnTo>
                  <a:lnTo>
                    <a:pt x="327674" y="113823"/>
                  </a:lnTo>
                  <a:lnTo>
                    <a:pt x="326118" y="108771"/>
                  </a:lnTo>
                  <a:lnTo>
                    <a:pt x="324402" y="103770"/>
                  </a:lnTo>
                  <a:lnTo>
                    <a:pt x="322529" y="98826"/>
                  </a:lnTo>
                  <a:lnTo>
                    <a:pt x="320501" y="93944"/>
                  </a:lnTo>
                  <a:lnTo>
                    <a:pt x="318319" y="89129"/>
                  </a:lnTo>
                  <a:lnTo>
                    <a:pt x="315986" y="84384"/>
                  </a:lnTo>
                  <a:lnTo>
                    <a:pt x="313504" y="79716"/>
                  </a:lnTo>
                  <a:lnTo>
                    <a:pt x="310876" y="75129"/>
                  </a:lnTo>
                  <a:lnTo>
                    <a:pt x="308104" y="70627"/>
                  </a:lnTo>
                  <a:lnTo>
                    <a:pt x="305191" y="66215"/>
                  </a:lnTo>
                  <a:lnTo>
                    <a:pt x="302140" y="61898"/>
                  </a:lnTo>
                  <a:lnTo>
                    <a:pt x="298954" y="57679"/>
                  </a:lnTo>
                  <a:lnTo>
                    <a:pt x="295636" y="53563"/>
                  </a:lnTo>
                  <a:lnTo>
                    <a:pt x="292190" y="49553"/>
                  </a:lnTo>
                  <a:lnTo>
                    <a:pt x="288619" y="45655"/>
                  </a:lnTo>
                  <a:lnTo>
                    <a:pt x="284926" y="41872"/>
                  </a:lnTo>
                  <a:lnTo>
                    <a:pt x="281115" y="38207"/>
                  </a:lnTo>
                  <a:lnTo>
                    <a:pt x="277191" y="34665"/>
                  </a:lnTo>
                  <a:lnTo>
                    <a:pt x="273156" y="31249"/>
                  </a:lnTo>
                  <a:lnTo>
                    <a:pt x="269015" y="27962"/>
                  </a:lnTo>
                  <a:lnTo>
                    <a:pt x="264773" y="24807"/>
                  </a:lnTo>
                  <a:lnTo>
                    <a:pt x="260433" y="21788"/>
                  </a:lnTo>
                  <a:lnTo>
                    <a:pt x="255999" y="18908"/>
                  </a:lnTo>
                  <a:lnTo>
                    <a:pt x="251477" y="16170"/>
                  </a:lnTo>
                  <a:lnTo>
                    <a:pt x="246870" y="13576"/>
                  </a:lnTo>
                  <a:lnTo>
                    <a:pt x="242184" y="11129"/>
                  </a:lnTo>
                  <a:lnTo>
                    <a:pt x="237423" y="8831"/>
                  </a:lnTo>
                  <a:lnTo>
                    <a:pt x="232591" y="6685"/>
                  </a:lnTo>
                  <a:lnTo>
                    <a:pt x="227694" y="4693"/>
                  </a:lnTo>
                  <a:lnTo>
                    <a:pt x="222736" y="2857"/>
                  </a:lnTo>
                  <a:lnTo>
                    <a:pt x="167160" y="1605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212566" y="1546402"/>
              <a:ext cx="55576" cy="167167"/>
            </a:xfrm>
            <a:custGeom>
              <a:avLst/>
              <a:pathLst>
                <a:path w="55576" h="167167">
                  <a:moveTo>
                    <a:pt x="55576" y="9508"/>
                  </a:moveTo>
                  <a:lnTo>
                    <a:pt x="49601" y="7528"/>
                  </a:lnTo>
                  <a:lnTo>
                    <a:pt x="43556" y="5774"/>
                  </a:lnTo>
                  <a:lnTo>
                    <a:pt x="37449" y="4248"/>
                  </a:lnTo>
                  <a:lnTo>
                    <a:pt x="31289" y="2954"/>
                  </a:lnTo>
                  <a:lnTo>
                    <a:pt x="25084" y="1892"/>
                  </a:lnTo>
                  <a:lnTo>
                    <a:pt x="18844" y="1065"/>
                  </a:lnTo>
                  <a:lnTo>
                    <a:pt x="12577" y="473"/>
                  </a:lnTo>
                  <a:lnTo>
                    <a:pt x="6293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1460" y="1943516"/>
              <a:ext cx="7323" cy="167167"/>
            </a:xfrm>
            <a:custGeom>
              <a:avLst/>
              <a:pathLst>
                <a:path w="7323" h="167167">
                  <a:moveTo>
                    <a:pt x="7323" y="0"/>
                  </a:moveTo>
                  <a:lnTo>
                    <a:pt x="0" y="160"/>
                  </a:lnTo>
                  <a:lnTo>
                    <a:pt x="732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71460" y="1943677"/>
              <a:ext cx="7323" cy="167006"/>
            </a:xfrm>
            <a:custGeom>
              <a:avLst/>
              <a:pathLst>
                <a:path w="7323" h="167006">
                  <a:moveTo>
                    <a:pt x="0" y="0"/>
                  </a:moveTo>
                  <a:lnTo>
                    <a:pt x="7323" y="1670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36912" y="1943677"/>
              <a:ext cx="141870" cy="167006"/>
            </a:xfrm>
            <a:custGeom>
              <a:avLst/>
              <a:pathLst>
                <a:path w="141870" h="167006">
                  <a:moveTo>
                    <a:pt x="134547" y="0"/>
                  </a:moveTo>
                  <a:lnTo>
                    <a:pt x="128968" y="338"/>
                  </a:lnTo>
                  <a:lnTo>
                    <a:pt x="123404" y="862"/>
                  </a:lnTo>
                  <a:lnTo>
                    <a:pt x="117860" y="1572"/>
                  </a:lnTo>
                  <a:lnTo>
                    <a:pt x="112343" y="2467"/>
                  </a:lnTo>
                  <a:lnTo>
                    <a:pt x="106859" y="3547"/>
                  </a:lnTo>
                  <a:lnTo>
                    <a:pt x="101414" y="4808"/>
                  </a:lnTo>
                  <a:lnTo>
                    <a:pt x="96014" y="6252"/>
                  </a:lnTo>
                  <a:lnTo>
                    <a:pt x="90666" y="7874"/>
                  </a:lnTo>
                  <a:lnTo>
                    <a:pt x="85374" y="9675"/>
                  </a:lnTo>
                  <a:lnTo>
                    <a:pt x="80146" y="11652"/>
                  </a:lnTo>
                  <a:lnTo>
                    <a:pt x="74987" y="13802"/>
                  </a:lnTo>
                  <a:lnTo>
                    <a:pt x="69903" y="16124"/>
                  </a:lnTo>
                  <a:lnTo>
                    <a:pt x="64899" y="18614"/>
                  </a:lnTo>
                  <a:lnTo>
                    <a:pt x="59982" y="21270"/>
                  </a:lnTo>
                  <a:lnTo>
                    <a:pt x="55155" y="24089"/>
                  </a:lnTo>
                  <a:lnTo>
                    <a:pt x="50426" y="27068"/>
                  </a:lnTo>
                  <a:lnTo>
                    <a:pt x="45799" y="30203"/>
                  </a:lnTo>
                  <a:lnTo>
                    <a:pt x="41279" y="33491"/>
                  </a:lnTo>
                  <a:lnTo>
                    <a:pt x="36872" y="36928"/>
                  </a:lnTo>
                  <a:lnTo>
                    <a:pt x="32582" y="40511"/>
                  </a:lnTo>
                  <a:lnTo>
                    <a:pt x="28415" y="44235"/>
                  </a:lnTo>
                  <a:lnTo>
                    <a:pt x="24374" y="48097"/>
                  </a:lnTo>
                  <a:lnTo>
                    <a:pt x="20464" y="52091"/>
                  </a:lnTo>
                  <a:lnTo>
                    <a:pt x="16690" y="56214"/>
                  </a:lnTo>
                  <a:lnTo>
                    <a:pt x="13057" y="60461"/>
                  </a:lnTo>
                  <a:lnTo>
                    <a:pt x="9567" y="64827"/>
                  </a:lnTo>
                  <a:lnTo>
                    <a:pt x="6225" y="69307"/>
                  </a:lnTo>
                  <a:lnTo>
                    <a:pt x="3035" y="73896"/>
                  </a:lnTo>
                  <a:lnTo>
                    <a:pt x="0" y="78589"/>
                  </a:lnTo>
                  <a:lnTo>
                    <a:pt x="141870" y="1670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11632" y="1943516"/>
              <a:ext cx="334298" cy="334334"/>
            </a:xfrm>
            <a:custGeom>
              <a:avLst/>
              <a:pathLst>
                <a:path w="334298" h="334334">
                  <a:moveTo>
                    <a:pt x="25279" y="78750"/>
                  </a:moveTo>
                  <a:lnTo>
                    <a:pt x="22545" y="83297"/>
                  </a:lnTo>
                  <a:lnTo>
                    <a:pt x="19955" y="87929"/>
                  </a:lnTo>
                  <a:lnTo>
                    <a:pt x="17515" y="92641"/>
                  </a:lnTo>
                  <a:lnTo>
                    <a:pt x="15225" y="97428"/>
                  </a:lnTo>
                  <a:lnTo>
                    <a:pt x="13088" y="102285"/>
                  </a:lnTo>
                  <a:lnTo>
                    <a:pt x="11106" y="107208"/>
                  </a:lnTo>
                  <a:lnTo>
                    <a:pt x="9281" y="112191"/>
                  </a:lnTo>
                  <a:lnTo>
                    <a:pt x="7616" y="117230"/>
                  </a:lnTo>
                  <a:lnTo>
                    <a:pt x="6111" y="122318"/>
                  </a:lnTo>
                  <a:lnTo>
                    <a:pt x="4769" y="127452"/>
                  </a:lnTo>
                  <a:lnTo>
                    <a:pt x="3590" y="132626"/>
                  </a:lnTo>
                  <a:lnTo>
                    <a:pt x="2576" y="137835"/>
                  </a:lnTo>
                  <a:lnTo>
                    <a:pt x="1728" y="143073"/>
                  </a:lnTo>
                  <a:lnTo>
                    <a:pt x="1047" y="148336"/>
                  </a:lnTo>
                  <a:lnTo>
                    <a:pt x="533" y="153618"/>
                  </a:lnTo>
                  <a:lnTo>
                    <a:pt x="187" y="158913"/>
                  </a:lnTo>
                  <a:lnTo>
                    <a:pt x="9" y="164216"/>
                  </a:lnTo>
                  <a:lnTo>
                    <a:pt x="0" y="169523"/>
                  </a:lnTo>
                  <a:lnTo>
                    <a:pt x="158" y="174827"/>
                  </a:lnTo>
                  <a:lnTo>
                    <a:pt x="486" y="180124"/>
                  </a:lnTo>
                  <a:lnTo>
                    <a:pt x="981" y="185407"/>
                  </a:lnTo>
                  <a:lnTo>
                    <a:pt x="1644" y="190672"/>
                  </a:lnTo>
                  <a:lnTo>
                    <a:pt x="2473" y="195913"/>
                  </a:lnTo>
                  <a:lnTo>
                    <a:pt x="3468" y="201126"/>
                  </a:lnTo>
                  <a:lnTo>
                    <a:pt x="4629" y="206304"/>
                  </a:lnTo>
                  <a:lnTo>
                    <a:pt x="5953" y="211442"/>
                  </a:lnTo>
                  <a:lnTo>
                    <a:pt x="7439" y="216537"/>
                  </a:lnTo>
                  <a:lnTo>
                    <a:pt x="9087" y="221581"/>
                  </a:lnTo>
                  <a:lnTo>
                    <a:pt x="10894" y="226570"/>
                  </a:lnTo>
                  <a:lnTo>
                    <a:pt x="12858" y="231500"/>
                  </a:lnTo>
                  <a:lnTo>
                    <a:pt x="14977" y="236365"/>
                  </a:lnTo>
                  <a:lnTo>
                    <a:pt x="17250" y="241160"/>
                  </a:lnTo>
                  <a:lnTo>
                    <a:pt x="19674" y="245880"/>
                  </a:lnTo>
                  <a:lnTo>
                    <a:pt x="22247" y="250522"/>
                  </a:lnTo>
                  <a:lnTo>
                    <a:pt x="24966" y="255079"/>
                  </a:lnTo>
                  <a:lnTo>
                    <a:pt x="27828" y="259548"/>
                  </a:lnTo>
                  <a:lnTo>
                    <a:pt x="30830" y="263923"/>
                  </a:lnTo>
                  <a:lnTo>
                    <a:pt x="33970" y="268201"/>
                  </a:lnTo>
                  <a:lnTo>
                    <a:pt x="37244" y="272377"/>
                  </a:lnTo>
                  <a:lnTo>
                    <a:pt x="40649" y="276448"/>
                  </a:lnTo>
                  <a:lnTo>
                    <a:pt x="44181" y="280408"/>
                  </a:lnTo>
                  <a:lnTo>
                    <a:pt x="47837" y="284254"/>
                  </a:lnTo>
                  <a:lnTo>
                    <a:pt x="51613" y="287982"/>
                  </a:lnTo>
                  <a:lnTo>
                    <a:pt x="55506" y="291588"/>
                  </a:lnTo>
                  <a:lnTo>
                    <a:pt x="59512" y="295069"/>
                  </a:lnTo>
                  <a:lnTo>
                    <a:pt x="63626" y="298421"/>
                  </a:lnTo>
                  <a:lnTo>
                    <a:pt x="67844" y="301641"/>
                  </a:lnTo>
                  <a:lnTo>
                    <a:pt x="72162" y="304725"/>
                  </a:lnTo>
                  <a:lnTo>
                    <a:pt x="76576" y="307670"/>
                  </a:lnTo>
                  <a:lnTo>
                    <a:pt x="81081" y="310474"/>
                  </a:lnTo>
                  <a:lnTo>
                    <a:pt x="85673" y="313134"/>
                  </a:lnTo>
                  <a:lnTo>
                    <a:pt x="90347" y="315647"/>
                  </a:lnTo>
                  <a:lnTo>
                    <a:pt x="95098" y="318009"/>
                  </a:lnTo>
                  <a:lnTo>
                    <a:pt x="99922" y="320220"/>
                  </a:lnTo>
                  <a:lnTo>
                    <a:pt x="104814" y="322277"/>
                  </a:lnTo>
                  <a:lnTo>
                    <a:pt x="109769" y="324177"/>
                  </a:lnTo>
                  <a:lnTo>
                    <a:pt x="114781" y="325920"/>
                  </a:lnTo>
                  <a:lnTo>
                    <a:pt x="119846" y="327502"/>
                  </a:lnTo>
                  <a:lnTo>
                    <a:pt x="124959" y="328923"/>
                  </a:lnTo>
                  <a:lnTo>
                    <a:pt x="130115" y="330180"/>
                  </a:lnTo>
                  <a:lnTo>
                    <a:pt x="135307" y="331274"/>
                  </a:lnTo>
                  <a:lnTo>
                    <a:pt x="140532" y="332202"/>
                  </a:lnTo>
                  <a:lnTo>
                    <a:pt x="145784" y="332963"/>
                  </a:lnTo>
                  <a:lnTo>
                    <a:pt x="151057" y="333558"/>
                  </a:lnTo>
                  <a:lnTo>
                    <a:pt x="156346" y="333985"/>
                  </a:lnTo>
                  <a:lnTo>
                    <a:pt x="161646" y="334244"/>
                  </a:lnTo>
                  <a:lnTo>
                    <a:pt x="166952" y="334334"/>
                  </a:lnTo>
                  <a:lnTo>
                    <a:pt x="172258" y="334256"/>
                  </a:lnTo>
                  <a:lnTo>
                    <a:pt x="177559" y="334010"/>
                  </a:lnTo>
                  <a:lnTo>
                    <a:pt x="182849" y="333596"/>
                  </a:lnTo>
                  <a:lnTo>
                    <a:pt x="188124" y="333013"/>
                  </a:lnTo>
                  <a:lnTo>
                    <a:pt x="193377" y="332264"/>
                  </a:lnTo>
                  <a:lnTo>
                    <a:pt x="198604" y="331349"/>
                  </a:lnTo>
                  <a:lnTo>
                    <a:pt x="203799" y="330268"/>
                  </a:lnTo>
                  <a:lnTo>
                    <a:pt x="208958" y="329022"/>
                  </a:lnTo>
                  <a:lnTo>
                    <a:pt x="214074" y="327614"/>
                  </a:lnTo>
                  <a:lnTo>
                    <a:pt x="219143" y="326043"/>
                  </a:lnTo>
                  <a:lnTo>
                    <a:pt x="224159" y="324313"/>
                  </a:lnTo>
                  <a:lnTo>
                    <a:pt x="229118" y="322424"/>
                  </a:lnTo>
                  <a:lnTo>
                    <a:pt x="234015" y="320379"/>
                  </a:lnTo>
                  <a:lnTo>
                    <a:pt x="238844" y="318180"/>
                  </a:lnTo>
                  <a:lnTo>
                    <a:pt x="243601" y="315828"/>
                  </a:lnTo>
                  <a:lnTo>
                    <a:pt x="248281" y="313327"/>
                  </a:lnTo>
                  <a:lnTo>
                    <a:pt x="252880" y="310678"/>
                  </a:lnTo>
                  <a:lnTo>
                    <a:pt x="257391" y="307885"/>
                  </a:lnTo>
                  <a:lnTo>
                    <a:pt x="261812" y="304950"/>
                  </a:lnTo>
                  <a:lnTo>
                    <a:pt x="266138" y="301876"/>
                  </a:lnTo>
                  <a:lnTo>
                    <a:pt x="270364" y="298666"/>
                  </a:lnTo>
                  <a:lnTo>
                    <a:pt x="274485" y="295324"/>
                  </a:lnTo>
                  <a:lnTo>
                    <a:pt x="278499" y="291852"/>
                  </a:lnTo>
                  <a:lnTo>
                    <a:pt x="282400" y="288255"/>
                  </a:lnTo>
                  <a:lnTo>
                    <a:pt x="286186" y="284536"/>
                  </a:lnTo>
                  <a:lnTo>
                    <a:pt x="289851" y="280699"/>
                  </a:lnTo>
                  <a:lnTo>
                    <a:pt x="293393" y="276747"/>
                  </a:lnTo>
                  <a:lnTo>
                    <a:pt x="296807" y="272685"/>
                  </a:lnTo>
                  <a:lnTo>
                    <a:pt x="300091" y="268517"/>
                  </a:lnTo>
                  <a:lnTo>
                    <a:pt x="303241" y="264246"/>
                  </a:lnTo>
                  <a:lnTo>
                    <a:pt x="306253" y="259878"/>
                  </a:lnTo>
                  <a:lnTo>
                    <a:pt x="309126" y="255416"/>
                  </a:lnTo>
                  <a:lnTo>
                    <a:pt x="311855" y="250865"/>
                  </a:lnTo>
                  <a:lnTo>
                    <a:pt x="314439" y="246230"/>
                  </a:lnTo>
                  <a:lnTo>
                    <a:pt x="316874" y="241515"/>
                  </a:lnTo>
                  <a:lnTo>
                    <a:pt x="319159" y="236726"/>
                  </a:lnTo>
                  <a:lnTo>
                    <a:pt x="321290" y="231866"/>
                  </a:lnTo>
                  <a:lnTo>
                    <a:pt x="323266" y="226941"/>
                  </a:lnTo>
                  <a:lnTo>
                    <a:pt x="325084" y="221956"/>
                  </a:lnTo>
                  <a:lnTo>
                    <a:pt x="326744" y="216915"/>
                  </a:lnTo>
                  <a:lnTo>
                    <a:pt x="328242" y="211825"/>
                  </a:lnTo>
                  <a:lnTo>
                    <a:pt x="329579" y="206689"/>
                  </a:lnTo>
                  <a:lnTo>
                    <a:pt x="330751" y="201514"/>
                  </a:lnTo>
                  <a:lnTo>
                    <a:pt x="331759" y="196304"/>
                  </a:lnTo>
                  <a:lnTo>
                    <a:pt x="332601" y="191064"/>
                  </a:lnTo>
                  <a:lnTo>
                    <a:pt x="333276" y="185801"/>
                  </a:lnTo>
                  <a:lnTo>
                    <a:pt x="333784" y="180519"/>
                  </a:lnTo>
                  <a:lnTo>
                    <a:pt x="334124" y="175223"/>
                  </a:lnTo>
                  <a:lnTo>
                    <a:pt x="334295" y="169919"/>
                  </a:lnTo>
                  <a:lnTo>
                    <a:pt x="334298" y="164613"/>
                  </a:lnTo>
                  <a:lnTo>
                    <a:pt x="334133" y="159309"/>
                  </a:lnTo>
                  <a:lnTo>
                    <a:pt x="333799" y="154013"/>
                  </a:lnTo>
                  <a:lnTo>
                    <a:pt x="333298" y="148730"/>
                  </a:lnTo>
                  <a:lnTo>
                    <a:pt x="332629" y="143466"/>
                  </a:lnTo>
                  <a:lnTo>
                    <a:pt x="331793" y="138225"/>
                  </a:lnTo>
                  <a:lnTo>
                    <a:pt x="330792" y="133014"/>
                  </a:lnTo>
                  <a:lnTo>
                    <a:pt x="329625" y="127837"/>
                  </a:lnTo>
                  <a:lnTo>
                    <a:pt x="328295" y="122700"/>
                  </a:lnTo>
                  <a:lnTo>
                    <a:pt x="326803" y="117608"/>
                  </a:lnTo>
                  <a:lnTo>
                    <a:pt x="325149" y="112566"/>
                  </a:lnTo>
                  <a:lnTo>
                    <a:pt x="323337" y="107578"/>
                  </a:lnTo>
                  <a:lnTo>
                    <a:pt x="321367" y="102651"/>
                  </a:lnTo>
                  <a:lnTo>
                    <a:pt x="319241" y="97789"/>
                  </a:lnTo>
                  <a:lnTo>
                    <a:pt x="316962" y="92996"/>
                  </a:lnTo>
                  <a:lnTo>
                    <a:pt x="314533" y="88279"/>
                  </a:lnTo>
                  <a:lnTo>
                    <a:pt x="311955" y="83640"/>
                  </a:lnTo>
                  <a:lnTo>
                    <a:pt x="309231" y="79086"/>
                  </a:lnTo>
                  <a:lnTo>
                    <a:pt x="306363" y="74621"/>
                  </a:lnTo>
                  <a:lnTo>
                    <a:pt x="303356" y="70249"/>
                  </a:lnTo>
                  <a:lnTo>
                    <a:pt x="300211" y="65975"/>
                  </a:lnTo>
                  <a:lnTo>
                    <a:pt x="296932" y="61803"/>
                  </a:lnTo>
                  <a:lnTo>
                    <a:pt x="293522" y="57736"/>
                  </a:lnTo>
                  <a:lnTo>
                    <a:pt x="289985" y="53781"/>
                  </a:lnTo>
                  <a:lnTo>
                    <a:pt x="286325" y="49939"/>
                  </a:lnTo>
                  <a:lnTo>
                    <a:pt x="282544" y="46215"/>
                  </a:lnTo>
                  <a:lnTo>
                    <a:pt x="278647" y="42614"/>
                  </a:lnTo>
                  <a:lnTo>
                    <a:pt x="274637" y="39138"/>
                  </a:lnTo>
                  <a:lnTo>
                    <a:pt x="270519" y="35790"/>
                  </a:lnTo>
                  <a:lnTo>
                    <a:pt x="266297" y="32576"/>
                  </a:lnTo>
                  <a:lnTo>
                    <a:pt x="261976" y="29497"/>
                  </a:lnTo>
                  <a:lnTo>
                    <a:pt x="257558" y="26556"/>
                  </a:lnTo>
                  <a:lnTo>
                    <a:pt x="253050" y="23758"/>
                  </a:lnTo>
                  <a:lnTo>
                    <a:pt x="248455" y="21103"/>
                  </a:lnTo>
                  <a:lnTo>
                    <a:pt x="243778" y="18596"/>
                  </a:lnTo>
                  <a:lnTo>
                    <a:pt x="239023" y="16239"/>
                  </a:lnTo>
                  <a:lnTo>
                    <a:pt x="234197" y="14034"/>
                  </a:lnTo>
                  <a:lnTo>
                    <a:pt x="229303" y="11983"/>
                  </a:lnTo>
                  <a:lnTo>
                    <a:pt x="224346" y="10088"/>
                  </a:lnTo>
                  <a:lnTo>
                    <a:pt x="219331" y="8352"/>
                  </a:lnTo>
                  <a:lnTo>
                    <a:pt x="214264" y="6776"/>
                  </a:lnTo>
                  <a:lnTo>
                    <a:pt x="209150" y="5361"/>
                  </a:lnTo>
                  <a:lnTo>
                    <a:pt x="203993" y="4110"/>
                  </a:lnTo>
                  <a:lnTo>
                    <a:pt x="198799" y="3023"/>
                  </a:lnTo>
                  <a:lnTo>
                    <a:pt x="193573" y="2101"/>
                  </a:lnTo>
                  <a:lnTo>
                    <a:pt x="188320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6025" y="2406772"/>
              <a:ext cx="19707" cy="167167"/>
            </a:xfrm>
            <a:custGeom>
              <a:avLst/>
              <a:pathLst>
                <a:path w="19707" h="167167">
                  <a:moveTo>
                    <a:pt x="19707" y="0"/>
                  </a:moveTo>
                  <a:lnTo>
                    <a:pt x="9836" y="291"/>
                  </a:lnTo>
                  <a:lnTo>
                    <a:pt x="0" y="1165"/>
                  </a:lnTo>
                  <a:lnTo>
                    <a:pt x="197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025" y="2407937"/>
              <a:ext cx="19707" cy="166001"/>
            </a:xfrm>
            <a:custGeom>
              <a:avLst/>
              <a:pathLst>
                <a:path w="19707" h="166001">
                  <a:moveTo>
                    <a:pt x="0" y="0"/>
                  </a:moveTo>
                  <a:lnTo>
                    <a:pt x="19707" y="166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478568" y="2407322"/>
              <a:ext cx="334332" cy="333770"/>
            </a:xfrm>
            <a:custGeom>
              <a:avLst/>
              <a:pathLst>
                <a:path w="334332" h="333770">
                  <a:moveTo>
                    <a:pt x="147457" y="615"/>
                  </a:moveTo>
                  <a:lnTo>
                    <a:pt x="142208" y="1323"/>
                  </a:lnTo>
                  <a:lnTo>
                    <a:pt x="136984" y="2197"/>
                  </a:lnTo>
                  <a:lnTo>
                    <a:pt x="131790" y="3236"/>
                  </a:lnTo>
                  <a:lnTo>
                    <a:pt x="126631" y="4438"/>
                  </a:lnTo>
                  <a:lnTo>
                    <a:pt x="121513" y="5804"/>
                  </a:lnTo>
                  <a:lnTo>
                    <a:pt x="116441" y="7331"/>
                  </a:lnTo>
                  <a:lnTo>
                    <a:pt x="111421" y="9018"/>
                  </a:lnTo>
                  <a:lnTo>
                    <a:pt x="106455" y="10863"/>
                  </a:lnTo>
                  <a:lnTo>
                    <a:pt x="101551" y="12865"/>
                  </a:lnTo>
                  <a:lnTo>
                    <a:pt x="96713" y="15021"/>
                  </a:lnTo>
                  <a:lnTo>
                    <a:pt x="91946" y="17329"/>
                  </a:lnTo>
                  <a:lnTo>
                    <a:pt x="87254" y="19787"/>
                  </a:lnTo>
                  <a:lnTo>
                    <a:pt x="82642" y="22392"/>
                  </a:lnTo>
                  <a:lnTo>
                    <a:pt x="78115" y="25142"/>
                  </a:lnTo>
                  <a:lnTo>
                    <a:pt x="73678" y="28035"/>
                  </a:lnTo>
                  <a:lnTo>
                    <a:pt x="69334" y="31066"/>
                  </a:lnTo>
                  <a:lnTo>
                    <a:pt x="65089" y="34233"/>
                  </a:lnTo>
                  <a:lnTo>
                    <a:pt x="60946" y="37534"/>
                  </a:lnTo>
                  <a:lnTo>
                    <a:pt x="56910" y="40964"/>
                  </a:lnTo>
                  <a:lnTo>
                    <a:pt x="52984" y="44520"/>
                  </a:lnTo>
                  <a:lnTo>
                    <a:pt x="49173" y="48199"/>
                  </a:lnTo>
                  <a:lnTo>
                    <a:pt x="45481" y="51996"/>
                  </a:lnTo>
                  <a:lnTo>
                    <a:pt x="41911" y="55909"/>
                  </a:lnTo>
                  <a:lnTo>
                    <a:pt x="38466" y="59933"/>
                  </a:lnTo>
                  <a:lnTo>
                    <a:pt x="35151" y="64064"/>
                  </a:lnTo>
                  <a:lnTo>
                    <a:pt x="31968" y="68298"/>
                  </a:lnTo>
                  <a:lnTo>
                    <a:pt x="28921" y="72630"/>
                  </a:lnTo>
                  <a:lnTo>
                    <a:pt x="26013" y="77057"/>
                  </a:lnTo>
                  <a:lnTo>
                    <a:pt x="23246" y="81574"/>
                  </a:lnTo>
                  <a:lnTo>
                    <a:pt x="20624" y="86176"/>
                  </a:lnTo>
                  <a:lnTo>
                    <a:pt x="18149" y="90859"/>
                  </a:lnTo>
                  <a:lnTo>
                    <a:pt x="15824" y="95619"/>
                  </a:lnTo>
                  <a:lnTo>
                    <a:pt x="13650" y="100449"/>
                  </a:lnTo>
                  <a:lnTo>
                    <a:pt x="11631" y="105346"/>
                  </a:lnTo>
                  <a:lnTo>
                    <a:pt x="9768" y="110304"/>
                  </a:lnTo>
                  <a:lnTo>
                    <a:pt x="8063" y="115319"/>
                  </a:lnTo>
                  <a:lnTo>
                    <a:pt x="6518" y="120385"/>
                  </a:lnTo>
                  <a:lnTo>
                    <a:pt x="5133" y="125498"/>
                  </a:lnTo>
                  <a:lnTo>
                    <a:pt x="3912" y="130652"/>
                  </a:lnTo>
                  <a:lnTo>
                    <a:pt x="2855" y="135842"/>
                  </a:lnTo>
                  <a:lnTo>
                    <a:pt x="1962" y="141063"/>
                  </a:lnTo>
                  <a:lnTo>
                    <a:pt x="1235" y="146310"/>
                  </a:lnTo>
                  <a:lnTo>
                    <a:pt x="675" y="151577"/>
                  </a:lnTo>
                  <a:lnTo>
                    <a:pt x="282" y="156859"/>
                  </a:lnTo>
                  <a:lnTo>
                    <a:pt x="57" y="162151"/>
                  </a:lnTo>
                  <a:lnTo>
                    <a:pt x="0" y="167448"/>
                  </a:lnTo>
                  <a:lnTo>
                    <a:pt x="110" y="172743"/>
                  </a:lnTo>
                  <a:lnTo>
                    <a:pt x="388" y="178033"/>
                  </a:lnTo>
                  <a:lnTo>
                    <a:pt x="833" y="183311"/>
                  </a:lnTo>
                  <a:lnTo>
                    <a:pt x="1445" y="188572"/>
                  </a:lnTo>
                  <a:lnTo>
                    <a:pt x="2224" y="193812"/>
                  </a:lnTo>
                  <a:lnTo>
                    <a:pt x="3169" y="199023"/>
                  </a:lnTo>
                  <a:lnTo>
                    <a:pt x="4278" y="204203"/>
                  </a:lnTo>
                  <a:lnTo>
                    <a:pt x="5550" y="209345"/>
                  </a:lnTo>
                  <a:lnTo>
                    <a:pt x="6985" y="214443"/>
                  </a:lnTo>
                  <a:lnTo>
                    <a:pt x="8581" y="219494"/>
                  </a:lnTo>
                  <a:lnTo>
                    <a:pt x="10335" y="224492"/>
                  </a:lnTo>
                  <a:lnTo>
                    <a:pt x="12248" y="229431"/>
                  </a:lnTo>
                  <a:lnTo>
                    <a:pt x="14316" y="234308"/>
                  </a:lnTo>
                  <a:lnTo>
                    <a:pt x="16537" y="239116"/>
                  </a:lnTo>
                  <a:lnTo>
                    <a:pt x="18909" y="243852"/>
                  </a:lnTo>
                  <a:lnTo>
                    <a:pt x="21431" y="248510"/>
                  </a:lnTo>
                  <a:lnTo>
                    <a:pt x="24098" y="253086"/>
                  </a:lnTo>
                  <a:lnTo>
                    <a:pt x="26910" y="257575"/>
                  </a:lnTo>
                  <a:lnTo>
                    <a:pt x="29862" y="261973"/>
                  </a:lnTo>
                  <a:lnTo>
                    <a:pt x="32952" y="266275"/>
                  </a:lnTo>
                  <a:lnTo>
                    <a:pt x="36176" y="270477"/>
                  </a:lnTo>
                  <a:lnTo>
                    <a:pt x="39533" y="274575"/>
                  </a:lnTo>
                  <a:lnTo>
                    <a:pt x="43017" y="278565"/>
                  </a:lnTo>
                  <a:lnTo>
                    <a:pt x="46626" y="282442"/>
                  </a:lnTo>
                  <a:lnTo>
                    <a:pt x="50356" y="286202"/>
                  </a:lnTo>
                  <a:lnTo>
                    <a:pt x="54203" y="289843"/>
                  </a:lnTo>
                  <a:lnTo>
                    <a:pt x="58164" y="293360"/>
                  </a:lnTo>
                  <a:lnTo>
                    <a:pt x="62234" y="296750"/>
                  </a:lnTo>
                  <a:lnTo>
                    <a:pt x="66410" y="300009"/>
                  </a:lnTo>
                  <a:lnTo>
                    <a:pt x="70686" y="303134"/>
                  </a:lnTo>
                  <a:lnTo>
                    <a:pt x="75060" y="306122"/>
                  </a:lnTo>
                  <a:lnTo>
                    <a:pt x="79526" y="308970"/>
                  </a:lnTo>
                  <a:lnTo>
                    <a:pt x="84080" y="311675"/>
                  </a:lnTo>
                  <a:lnTo>
                    <a:pt x="88717" y="314235"/>
                  </a:lnTo>
                  <a:lnTo>
                    <a:pt x="93433" y="316646"/>
                  </a:lnTo>
                  <a:lnTo>
                    <a:pt x="98223" y="318906"/>
                  </a:lnTo>
                  <a:lnTo>
                    <a:pt x="103083" y="321014"/>
                  </a:lnTo>
                  <a:lnTo>
                    <a:pt x="108006" y="322967"/>
                  </a:lnTo>
                  <a:lnTo>
                    <a:pt x="112990" y="324763"/>
                  </a:lnTo>
                  <a:lnTo>
                    <a:pt x="118027" y="326400"/>
                  </a:lnTo>
                  <a:lnTo>
                    <a:pt x="123114" y="327876"/>
                  </a:lnTo>
                  <a:lnTo>
                    <a:pt x="128245" y="329191"/>
                  </a:lnTo>
                  <a:lnTo>
                    <a:pt x="133415" y="330342"/>
                  </a:lnTo>
                  <a:lnTo>
                    <a:pt x="138619" y="331329"/>
                  </a:lnTo>
                  <a:lnTo>
                    <a:pt x="143852" y="332151"/>
                  </a:lnTo>
                  <a:lnTo>
                    <a:pt x="149108" y="332806"/>
                  </a:lnTo>
                  <a:lnTo>
                    <a:pt x="154382" y="333295"/>
                  </a:lnTo>
                  <a:lnTo>
                    <a:pt x="159669" y="333616"/>
                  </a:lnTo>
                  <a:lnTo>
                    <a:pt x="164964" y="333770"/>
                  </a:lnTo>
                  <a:lnTo>
                    <a:pt x="170261" y="333756"/>
                  </a:lnTo>
                  <a:lnTo>
                    <a:pt x="175554" y="333574"/>
                  </a:lnTo>
                  <a:lnTo>
                    <a:pt x="180839" y="333224"/>
                  </a:lnTo>
                  <a:lnTo>
                    <a:pt x="186111" y="332707"/>
                  </a:lnTo>
                  <a:lnTo>
                    <a:pt x="191363" y="332024"/>
                  </a:lnTo>
                  <a:lnTo>
                    <a:pt x="196592" y="331174"/>
                  </a:lnTo>
                  <a:lnTo>
                    <a:pt x="201790" y="330159"/>
                  </a:lnTo>
                  <a:lnTo>
                    <a:pt x="206954" y="328980"/>
                  </a:lnTo>
                  <a:lnTo>
                    <a:pt x="212078" y="327638"/>
                  </a:lnTo>
                  <a:lnTo>
                    <a:pt x="217157" y="326134"/>
                  </a:lnTo>
                  <a:lnTo>
                    <a:pt x="222186" y="324470"/>
                  </a:lnTo>
                  <a:lnTo>
                    <a:pt x="227159" y="322648"/>
                  </a:lnTo>
                  <a:lnTo>
                    <a:pt x="232072" y="320669"/>
                  </a:lnTo>
                  <a:lnTo>
                    <a:pt x="236920" y="318535"/>
                  </a:lnTo>
                  <a:lnTo>
                    <a:pt x="241698" y="316249"/>
                  </a:lnTo>
                  <a:lnTo>
                    <a:pt x="246402" y="313813"/>
                  </a:lnTo>
                  <a:lnTo>
                    <a:pt x="251025" y="311228"/>
                  </a:lnTo>
                  <a:lnTo>
                    <a:pt x="255565" y="308499"/>
                  </a:lnTo>
                  <a:lnTo>
                    <a:pt x="260015" y="305627"/>
                  </a:lnTo>
                  <a:lnTo>
                    <a:pt x="264373" y="302616"/>
                  </a:lnTo>
                  <a:lnTo>
                    <a:pt x="268633" y="299468"/>
                  </a:lnTo>
                  <a:lnTo>
                    <a:pt x="272791" y="296186"/>
                  </a:lnTo>
                  <a:lnTo>
                    <a:pt x="276842" y="292775"/>
                  </a:lnTo>
                  <a:lnTo>
                    <a:pt x="280784" y="289237"/>
                  </a:lnTo>
                  <a:lnTo>
                    <a:pt x="284612" y="285576"/>
                  </a:lnTo>
                  <a:lnTo>
                    <a:pt x="288322" y="281795"/>
                  </a:lnTo>
                  <a:lnTo>
                    <a:pt x="291910" y="277899"/>
                  </a:lnTo>
                  <a:lnTo>
                    <a:pt x="295373" y="273891"/>
                  </a:lnTo>
                  <a:lnTo>
                    <a:pt x="298707" y="269775"/>
                  </a:lnTo>
                  <a:lnTo>
                    <a:pt x="301909" y="265556"/>
                  </a:lnTo>
                  <a:lnTo>
                    <a:pt x="304976" y="261237"/>
                  </a:lnTo>
                  <a:lnTo>
                    <a:pt x="307905" y="256824"/>
                  </a:lnTo>
                  <a:lnTo>
                    <a:pt x="310692" y="252319"/>
                  </a:lnTo>
                  <a:lnTo>
                    <a:pt x="313335" y="247729"/>
                  </a:lnTo>
                  <a:lnTo>
                    <a:pt x="315832" y="243058"/>
                  </a:lnTo>
                  <a:lnTo>
                    <a:pt x="318179" y="238309"/>
                  </a:lnTo>
                  <a:lnTo>
                    <a:pt x="320374" y="233489"/>
                  </a:lnTo>
                  <a:lnTo>
                    <a:pt x="322416" y="228601"/>
                  </a:lnTo>
                  <a:lnTo>
                    <a:pt x="324302" y="223652"/>
                  </a:lnTo>
                  <a:lnTo>
                    <a:pt x="326030" y="218645"/>
                  </a:lnTo>
                  <a:lnTo>
                    <a:pt x="327598" y="213585"/>
                  </a:lnTo>
                  <a:lnTo>
                    <a:pt x="329006" y="208479"/>
                  </a:lnTo>
                  <a:lnTo>
                    <a:pt x="330251" y="203331"/>
                  </a:lnTo>
                  <a:lnTo>
                    <a:pt x="331332" y="198145"/>
                  </a:lnTo>
                  <a:lnTo>
                    <a:pt x="332249" y="192928"/>
                  </a:lnTo>
                  <a:lnTo>
                    <a:pt x="332999" y="187685"/>
                  </a:lnTo>
                  <a:lnTo>
                    <a:pt x="333584" y="182421"/>
                  </a:lnTo>
                  <a:lnTo>
                    <a:pt x="334001" y="177140"/>
                  </a:lnTo>
                  <a:lnTo>
                    <a:pt x="334250" y="171849"/>
                  </a:lnTo>
                  <a:lnTo>
                    <a:pt x="334332" y="166553"/>
                  </a:lnTo>
                  <a:lnTo>
                    <a:pt x="334246" y="161257"/>
                  </a:lnTo>
                  <a:lnTo>
                    <a:pt x="333993" y="155966"/>
                  </a:lnTo>
                  <a:lnTo>
                    <a:pt x="333572" y="150686"/>
                  </a:lnTo>
                  <a:lnTo>
                    <a:pt x="332983" y="145422"/>
                  </a:lnTo>
                  <a:lnTo>
                    <a:pt x="332229" y="140180"/>
                  </a:lnTo>
                  <a:lnTo>
                    <a:pt x="331308" y="134963"/>
                  </a:lnTo>
                  <a:lnTo>
                    <a:pt x="330223" y="129779"/>
                  </a:lnTo>
                  <a:lnTo>
                    <a:pt x="328974" y="124632"/>
                  </a:lnTo>
                  <a:lnTo>
                    <a:pt x="327563" y="119526"/>
                  </a:lnTo>
                  <a:lnTo>
                    <a:pt x="325990" y="114468"/>
                  </a:lnTo>
                  <a:lnTo>
                    <a:pt x="324258" y="109463"/>
                  </a:lnTo>
                  <a:lnTo>
                    <a:pt x="322369" y="104514"/>
                  </a:lnTo>
                  <a:lnTo>
                    <a:pt x="320323" y="99628"/>
                  </a:lnTo>
                  <a:lnTo>
                    <a:pt x="318124" y="94810"/>
                  </a:lnTo>
                  <a:lnTo>
                    <a:pt x="315773" y="90063"/>
                  </a:lnTo>
                  <a:lnTo>
                    <a:pt x="313273" y="85393"/>
                  </a:lnTo>
                  <a:lnTo>
                    <a:pt x="310627" y="80805"/>
                  </a:lnTo>
                  <a:lnTo>
                    <a:pt x="307836" y="76303"/>
                  </a:lnTo>
                  <a:lnTo>
                    <a:pt x="304904" y="71892"/>
                  </a:lnTo>
                  <a:lnTo>
                    <a:pt x="301834" y="67576"/>
                  </a:lnTo>
                  <a:lnTo>
                    <a:pt x="298628" y="63359"/>
                  </a:lnTo>
                  <a:lnTo>
                    <a:pt x="295291" y="59246"/>
                  </a:lnTo>
                  <a:lnTo>
                    <a:pt x="291825" y="55240"/>
                  </a:lnTo>
                  <a:lnTo>
                    <a:pt x="288234" y="51347"/>
                  </a:lnTo>
                  <a:lnTo>
                    <a:pt x="284521" y="47569"/>
                  </a:lnTo>
                  <a:lnTo>
                    <a:pt x="280691" y="43911"/>
                  </a:lnTo>
                  <a:lnTo>
                    <a:pt x="276746" y="40376"/>
                  </a:lnTo>
                  <a:lnTo>
                    <a:pt x="272691" y="36967"/>
                  </a:lnTo>
                  <a:lnTo>
                    <a:pt x="268531" y="33689"/>
                  </a:lnTo>
                  <a:lnTo>
                    <a:pt x="264269" y="30544"/>
                  </a:lnTo>
                  <a:lnTo>
                    <a:pt x="259909" y="27536"/>
                  </a:lnTo>
                  <a:lnTo>
                    <a:pt x="255456" y="24668"/>
                  </a:lnTo>
                  <a:lnTo>
                    <a:pt x="250915" y="21942"/>
                  </a:lnTo>
                  <a:lnTo>
                    <a:pt x="246289" y="19361"/>
                  </a:lnTo>
                  <a:lnTo>
                    <a:pt x="241584" y="16928"/>
                  </a:lnTo>
                  <a:lnTo>
                    <a:pt x="236804" y="14646"/>
                  </a:lnTo>
                  <a:lnTo>
                    <a:pt x="231955" y="12516"/>
                  </a:lnTo>
                  <a:lnTo>
                    <a:pt x="227040" y="10540"/>
                  </a:lnTo>
                  <a:lnTo>
                    <a:pt x="222065" y="8722"/>
                  </a:lnTo>
                  <a:lnTo>
                    <a:pt x="217035" y="7062"/>
                  </a:lnTo>
                  <a:lnTo>
                    <a:pt x="211955" y="5562"/>
                  </a:lnTo>
                  <a:lnTo>
                    <a:pt x="206830" y="4224"/>
                  </a:lnTo>
                  <a:lnTo>
                    <a:pt x="201665" y="3049"/>
                  </a:lnTo>
                  <a:lnTo>
                    <a:pt x="196466" y="2038"/>
                  </a:lnTo>
                  <a:lnTo>
                    <a:pt x="191237" y="1192"/>
                  </a:lnTo>
                  <a:lnTo>
                    <a:pt x="185984" y="512"/>
                  </a:lnTo>
                  <a:lnTo>
                    <a:pt x="180712" y="0"/>
                  </a:lnTo>
                  <a:lnTo>
                    <a:pt x="167165" y="1666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5733" y="2406772"/>
              <a:ext cx="13547" cy="167167"/>
            </a:xfrm>
            <a:custGeom>
              <a:avLst/>
              <a:pathLst>
                <a:path w="13547" h="167167">
                  <a:moveTo>
                    <a:pt x="13547" y="5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558" y="2911194"/>
              <a:ext cx="3422" cy="167167"/>
            </a:xfrm>
            <a:custGeom>
              <a:avLst/>
              <a:pathLst>
                <a:path w="3422" h="167167">
                  <a:moveTo>
                    <a:pt x="3422" y="0"/>
                  </a:moveTo>
                  <a:lnTo>
                    <a:pt x="0" y="35"/>
                  </a:lnTo>
                  <a:lnTo>
                    <a:pt x="342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558" y="2911229"/>
              <a:ext cx="3422" cy="167132"/>
            </a:xfrm>
            <a:custGeom>
              <a:avLst/>
              <a:pathLst>
                <a:path w="3422" h="167132">
                  <a:moveTo>
                    <a:pt x="0" y="0"/>
                  </a:moveTo>
                  <a:lnTo>
                    <a:pt x="3422" y="1671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358813" y="2911229"/>
              <a:ext cx="334334" cy="334279"/>
            </a:xfrm>
            <a:custGeom>
              <a:avLst/>
              <a:pathLst>
                <a:path w="334334" h="334279">
                  <a:moveTo>
                    <a:pt x="163744" y="0"/>
                  </a:moveTo>
                  <a:lnTo>
                    <a:pt x="158451" y="192"/>
                  </a:lnTo>
                  <a:lnTo>
                    <a:pt x="153166" y="552"/>
                  </a:lnTo>
                  <a:lnTo>
                    <a:pt x="147895" y="1079"/>
                  </a:lnTo>
                  <a:lnTo>
                    <a:pt x="142644" y="1773"/>
                  </a:lnTo>
                  <a:lnTo>
                    <a:pt x="137417" y="2633"/>
                  </a:lnTo>
                  <a:lnTo>
                    <a:pt x="132221" y="3658"/>
                  </a:lnTo>
                  <a:lnTo>
                    <a:pt x="127059" y="4847"/>
                  </a:lnTo>
                  <a:lnTo>
                    <a:pt x="121937" y="6199"/>
                  </a:lnTo>
                  <a:lnTo>
                    <a:pt x="116861" y="7713"/>
                  </a:lnTo>
                  <a:lnTo>
                    <a:pt x="111836" y="9387"/>
                  </a:lnTo>
                  <a:lnTo>
                    <a:pt x="106866" y="11219"/>
                  </a:lnTo>
                  <a:lnTo>
                    <a:pt x="101957" y="13208"/>
                  </a:lnTo>
                  <a:lnTo>
                    <a:pt x="97113" y="15351"/>
                  </a:lnTo>
                  <a:lnTo>
                    <a:pt x="92339" y="17647"/>
                  </a:lnTo>
                  <a:lnTo>
                    <a:pt x="87641" y="20092"/>
                  </a:lnTo>
                  <a:lnTo>
                    <a:pt x="83022" y="22686"/>
                  </a:lnTo>
                  <a:lnTo>
                    <a:pt x="78488" y="25424"/>
                  </a:lnTo>
                  <a:lnTo>
                    <a:pt x="74043" y="28305"/>
                  </a:lnTo>
                  <a:lnTo>
                    <a:pt x="69691" y="31325"/>
                  </a:lnTo>
                  <a:lnTo>
                    <a:pt x="65437" y="34481"/>
                  </a:lnTo>
                  <a:lnTo>
                    <a:pt x="61286" y="37771"/>
                  </a:lnTo>
                  <a:lnTo>
                    <a:pt x="57241" y="41190"/>
                  </a:lnTo>
                  <a:lnTo>
                    <a:pt x="53306" y="44736"/>
                  </a:lnTo>
                  <a:lnTo>
                    <a:pt x="49485" y="48405"/>
                  </a:lnTo>
                  <a:lnTo>
                    <a:pt x="45783" y="52193"/>
                  </a:lnTo>
                  <a:lnTo>
                    <a:pt x="42202" y="56097"/>
                  </a:lnTo>
                  <a:lnTo>
                    <a:pt x="38747" y="60112"/>
                  </a:lnTo>
                  <a:lnTo>
                    <a:pt x="35421" y="64234"/>
                  </a:lnTo>
                  <a:lnTo>
                    <a:pt x="32227" y="68460"/>
                  </a:lnTo>
                  <a:lnTo>
                    <a:pt x="29168" y="72784"/>
                  </a:lnTo>
                  <a:lnTo>
                    <a:pt x="26248" y="77204"/>
                  </a:lnTo>
                  <a:lnTo>
                    <a:pt x="23470" y="81713"/>
                  </a:lnTo>
                  <a:lnTo>
                    <a:pt x="20836" y="86309"/>
                  </a:lnTo>
                  <a:lnTo>
                    <a:pt x="18349" y="90986"/>
                  </a:lnTo>
                  <a:lnTo>
                    <a:pt x="16011" y="95739"/>
                  </a:lnTo>
                  <a:lnTo>
                    <a:pt x="13825" y="100564"/>
                  </a:lnTo>
                  <a:lnTo>
                    <a:pt x="11793" y="105455"/>
                  </a:lnTo>
                  <a:lnTo>
                    <a:pt x="9917" y="110409"/>
                  </a:lnTo>
                  <a:lnTo>
                    <a:pt x="8199" y="115419"/>
                  </a:lnTo>
                  <a:lnTo>
                    <a:pt x="6640" y="120482"/>
                  </a:lnTo>
                  <a:lnTo>
                    <a:pt x="5243" y="125591"/>
                  </a:lnTo>
                  <a:lnTo>
                    <a:pt x="4008" y="130742"/>
                  </a:lnTo>
                  <a:lnTo>
                    <a:pt x="2937" y="135929"/>
                  </a:lnTo>
                  <a:lnTo>
                    <a:pt x="2031" y="141148"/>
                  </a:lnTo>
                  <a:lnTo>
                    <a:pt x="1290" y="146393"/>
                  </a:lnTo>
                  <a:lnTo>
                    <a:pt x="717" y="151659"/>
                  </a:lnTo>
                  <a:lnTo>
                    <a:pt x="310" y="156940"/>
                  </a:lnTo>
                  <a:lnTo>
                    <a:pt x="71" y="162232"/>
                  </a:lnTo>
                  <a:lnTo>
                    <a:pt x="0" y="167528"/>
                  </a:lnTo>
                  <a:lnTo>
                    <a:pt x="96" y="172824"/>
                  </a:lnTo>
                  <a:lnTo>
                    <a:pt x="360" y="178114"/>
                  </a:lnTo>
                  <a:lnTo>
                    <a:pt x="792" y="183394"/>
                  </a:lnTo>
                  <a:lnTo>
                    <a:pt x="1391" y="188657"/>
                  </a:lnTo>
                  <a:lnTo>
                    <a:pt x="2156" y="193898"/>
                  </a:lnTo>
                  <a:lnTo>
                    <a:pt x="3087" y="199112"/>
                  </a:lnTo>
                  <a:lnTo>
                    <a:pt x="4182" y="204295"/>
                  </a:lnTo>
                  <a:lnTo>
                    <a:pt x="5441" y="209440"/>
                  </a:lnTo>
                  <a:lnTo>
                    <a:pt x="6863" y="214542"/>
                  </a:lnTo>
                  <a:lnTo>
                    <a:pt x="8446" y="219597"/>
                  </a:lnTo>
                  <a:lnTo>
                    <a:pt x="10187" y="224600"/>
                  </a:lnTo>
                  <a:lnTo>
                    <a:pt x="12087" y="229544"/>
                  </a:lnTo>
                  <a:lnTo>
                    <a:pt x="14142" y="234426"/>
                  </a:lnTo>
                  <a:lnTo>
                    <a:pt x="16351" y="239241"/>
                  </a:lnTo>
                  <a:lnTo>
                    <a:pt x="18711" y="243983"/>
                  </a:lnTo>
                  <a:lnTo>
                    <a:pt x="21221" y="248647"/>
                  </a:lnTo>
                  <a:lnTo>
                    <a:pt x="23877" y="253230"/>
                  </a:lnTo>
                  <a:lnTo>
                    <a:pt x="26676" y="257727"/>
                  </a:lnTo>
                  <a:lnTo>
                    <a:pt x="29617" y="262133"/>
                  </a:lnTo>
                  <a:lnTo>
                    <a:pt x="32696" y="266443"/>
                  </a:lnTo>
                  <a:lnTo>
                    <a:pt x="35910" y="270653"/>
                  </a:lnTo>
                  <a:lnTo>
                    <a:pt x="39256" y="274760"/>
                  </a:lnTo>
                  <a:lnTo>
                    <a:pt x="42730" y="278758"/>
                  </a:lnTo>
                  <a:lnTo>
                    <a:pt x="46329" y="282645"/>
                  </a:lnTo>
                  <a:lnTo>
                    <a:pt x="50049" y="286415"/>
                  </a:lnTo>
                  <a:lnTo>
                    <a:pt x="53887" y="290066"/>
                  </a:lnTo>
                  <a:lnTo>
                    <a:pt x="57839" y="293593"/>
                  </a:lnTo>
                  <a:lnTo>
                    <a:pt x="61900" y="296993"/>
                  </a:lnTo>
                  <a:lnTo>
                    <a:pt x="66067" y="300263"/>
                  </a:lnTo>
                  <a:lnTo>
                    <a:pt x="70336" y="303399"/>
                  </a:lnTo>
                  <a:lnTo>
                    <a:pt x="74702" y="306399"/>
                  </a:lnTo>
                  <a:lnTo>
                    <a:pt x="79161" y="309258"/>
                  </a:lnTo>
                  <a:lnTo>
                    <a:pt x="83708" y="311975"/>
                  </a:lnTo>
                  <a:lnTo>
                    <a:pt x="88338" y="314547"/>
                  </a:lnTo>
                  <a:lnTo>
                    <a:pt x="93048" y="316970"/>
                  </a:lnTo>
                  <a:lnTo>
                    <a:pt x="97833" y="319243"/>
                  </a:lnTo>
                  <a:lnTo>
                    <a:pt x="102687" y="321363"/>
                  </a:lnTo>
                  <a:lnTo>
                    <a:pt x="107606" y="323329"/>
                  </a:lnTo>
                  <a:lnTo>
                    <a:pt x="112584" y="325137"/>
                  </a:lnTo>
                  <a:lnTo>
                    <a:pt x="117618" y="326787"/>
                  </a:lnTo>
                  <a:lnTo>
                    <a:pt x="122701" y="328277"/>
                  </a:lnTo>
                  <a:lnTo>
                    <a:pt x="127828" y="329605"/>
                  </a:lnTo>
                  <a:lnTo>
                    <a:pt x="132996" y="330770"/>
                  </a:lnTo>
                  <a:lnTo>
                    <a:pt x="138197" y="331770"/>
                  </a:lnTo>
                  <a:lnTo>
                    <a:pt x="143428" y="332605"/>
                  </a:lnTo>
                  <a:lnTo>
                    <a:pt x="148682" y="333274"/>
                  </a:lnTo>
                  <a:lnTo>
                    <a:pt x="153956" y="333777"/>
                  </a:lnTo>
                  <a:lnTo>
                    <a:pt x="159242" y="334111"/>
                  </a:lnTo>
                  <a:lnTo>
                    <a:pt x="164536" y="334279"/>
                  </a:lnTo>
                  <a:lnTo>
                    <a:pt x="169833" y="334278"/>
                  </a:lnTo>
                  <a:lnTo>
                    <a:pt x="175127" y="334110"/>
                  </a:lnTo>
                  <a:lnTo>
                    <a:pt x="180413" y="333774"/>
                  </a:lnTo>
                  <a:lnTo>
                    <a:pt x="185686" y="333270"/>
                  </a:lnTo>
                  <a:lnTo>
                    <a:pt x="190941" y="332600"/>
                  </a:lnTo>
                  <a:lnTo>
                    <a:pt x="196171" y="331764"/>
                  </a:lnTo>
                  <a:lnTo>
                    <a:pt x="201373" y="330762"/>
                  </a:lnTo>
                  <a:lnTo>
                    <a:pt x="206540" y="329596"/>
                  </a:lnTo>
                  <a:lnTo>
                    <a:pt x="211667" y="328267"/>
                  </a:lnTo>
                  <a:lnTo>
                    <a:pt x="216750" y="326777"/>
                  </a:lnTo>
                  <a:lnTo>
                    <a:pt x="221783" y="325126"/>
                  </a:lnTo>
                  <a:lnTo>
                    <a:pt x="226761" y="323316"/>
                  </a:lnTo>
                  <a:lnTo>
                    <a:pt x="231679" y="321349"/>
                  </a:lnTo>
                  <a:lnTo>
                    <a:pt x="236533" y="319228"/>
                  </a:lnTo>
                  <a:lnTo>
                    <a:pt x="241317" y="316954"/>
                  </a:lnTo>
                  <a:lnTo>
                    <a:pt x="246026" y="314530"/>
                  </a:lnTo>
                  <a:lnTo>
                    <a:pt x="250657" y="311957"/>
                  </a:lnTo>
                  <a:lnTo>
                    <a:pt x="255203" y="309239"/>
                  </a:lnTo>
                  <a:lnTo>
                    <a:pt x="259661" y="306379"/>
                  </a:lnTo>
                  <a:lnTo>
                    <a:pt x="264026" y="303378"/>
                  </a:lnTo>
                  <a:lnTo>
                    <a:pt x="268294" y="300241"/>
                  </a:lnTo>
                  <a:lnTo>
                    <a:pt x="272461" y="296970"/>
                  </a:lnTo>
                  <a:lnTo>
                    <a:pt x="276522" y="293569"/>
                  </a:lnTo>
                  <a:lnTo>
                    <a:pt x="280473" y="290041"/>
                  </a:lnTo>
                  <a:lnTo>
                    <a:pt x="284310" y="286390"/>
                  </a:lnTo>
                  <a:lnTo>
                    <a:pt x="288029" y="282618"/>
                  </a:lnTo>
                  <a:lnTo>
                    <a:pt x="291627" y="278731"/>
                  </a:lnTo>
                  <a:lnTo>
                    <a:pt x="295101" y="274732"/>
                  </a:lnTo>
                  <a:lnTo>
                    <a:pt x="298445" y="270625"/>
                  </a:lnTo>
                  <a:lnTo>
                    <a:pt x="301658" y="266414"/>
                  </a:lnTo>
                  <a:lnTo>
                    <a:pt x="304736" y="262103"/>
                  </a:lnTo>
                  <a:lnTo>
                    <a:pt x="307676" y="257697"/>
                  </a:lnTo>
                  <a:lnTo>
                    <a:pt x="310475" y="253199"/>
                  </a:lnTo>
                  <a:lnTo>
                    <a:pt x="313130" y="248616"/>
                  </a:lnTo>
                  <a:lnTo>
                    <a:pt x="315638" y="243951"/>
                  </a:lnTo>
                  <a:lnTo>
                    <a:pt x="317997" y="239208"/>
                  </a:lnTo>
                  <a:lnTo>
                    <a:pt x="320205" y="234393"/>
                  </a:lnTo>
                  <a:lnTo>
                    <a:pt x="322259" y="229511"/>
                  </a:lnTo>
                  <a:lnTo>
                    <a:pt x="324158" y="224566"/>
                  </a:lnTo>
                  <a:lnTo>
                    <a:pt x="325899" y="219563"/>
                  </a:lnTo>
                  <a:lnTo>
                    <a:pt x="327480" y="214508"/>
                  </a:lnTo>
                  <a:lnTo>
                    <a:pt x="328901" y="209405"/>
                  </a:lnTo>
                  <a:lnTo>
                    <a:pt x="330159" y="204260"/>
                  </a:lnTo>
                  <a:lnTo>
                    <a:pt x="331253" y="199077"/>
                  </a:lnTo>
                  <a:lnTo>
                    <a:pt x="332183" y="193862"/>
                  </a:lnTo>
                  <a:lnTo>
                    <a:pt x="332947" y="188621"/>
                  </a:lnTo>
                  <a:lnTo>
                    <a:pt x="333545" y="183358"/>
                  </a:lnTo>
                  <a:lnTo>
                    <a:pt x="333975" y="178078"/>
                  </a:lnTo>
                  <a:lnTo>
                    <a:pt x="334238" y="172788"/>
                  </a:lnTo>
                  <a:lnTo>
                    <a:pt x="334334" y="167492"/>
                  </a:lnTo>
                  <a:lnTo>
                    <a:pt x="334261" y="162195"/>
                  </a:lnTo>
                  <a:lnTo>
                    <a:pt x="334021" y="156904"/>
                  </a:lnTo>
                  <a:lnTo>
                    <a:pt x="333613" y="151623"/>
                  </a:lnTo>
                  <a:lnTo>
                    <a:pt x="333038" y="146357"/>
                  </a:lnTo>
                  <a:lnTo>
                    <a:pt x="332297" y="141112"/>
                  </a:lnTo>
                  <a:lnTo>
                    <a:pt x="331389" y="135894"/>
                  </a:lnTo>
                  <a:lnTo>
                    <a:pt x="330317" y="130707"/>
                  </a:lnTo>
                  <a:lnTo>
                    <a:pt x="329081" y="125556"/>
                  </a:lnTo>
                  <a:lnTo>
                    <a:pt x="327683" y="120447"/>
                  </a:lnTo>
                  <a:lnTo>
                    <a:pt x="326123" y="115385"/>
                  </a:lnTo>
                  <a:lnTo>
                    <a:pt x="324404" y="110375"/>
                  </a:lnTo>
                  <a:lnTo>
                    <a:pt x="322527" y="105422"/>
                  </a:lnTo>
                  <a:lnTo>
                    <a:pt x="320494" y="100530"/>
                  </a:lnTo>
                  <a:lnTo>
                    <a:pt x="318306" y="95706"/>
                  </a:lnTo>
                  <a:lnTo>
                    <a:pt x="315968" y="90953"/>
                  </a:lnTo>
                  <a:lnTo>
                    <a:pt x="313479" y="86277"/>
                  </a:lnTo>
                  <a:lnTo>
                    <a:pt x="310844" y="81682"/>
                  </a:lnTo>
                  <a:lnTo>
                    <a:pt x="308065" y="77173"/>
                  </a:lnTo>
                  <a:lnTo>
                    <a:pt x="305144" y="72754"/>
                  </a:lnTo>
                  <a:lnTo>
                    <a:pt x="302085" y="68430"/>
                  </a:lnTo>
                  <a:lnTo>
                    <a:pt x="298890" y="64205"/>
                  </a:lnTo>
                  <a:lnTo>
                    <a:pt x="295563" y="60084"/>
                  </a:lnTo>
                  <a:lnTo>
                    <a:pt x="292107" y="56070"/>
                  </a:lnTo>
                  <a:lnTo>
                    <a:pt x="288526" y="52167"/>
                  </a:lnTo>
                  <a:lnTo>
                    <a:pt x="284822" y="48380"/>
                  </a:lnTo>
                  <a:lnTo>
                    <a:pt x="281001" y="44712"/>
                  </a:lnTo>
                  <a:lnTo>
                    <a:pt x="277065" y="41167"/>
                  </a:lnTo>
                  <a:lnTo>
                    <a:pt x="273019" y="37748"/>
                  </a:lnTo>
                  <a:lnTo>
                    <a:pt x="268867" y="34459"/>
                  </a:lnTo>
                  <a:lnTo>
                    <a:pt x="264612" y="31304"/>
                  </a:lnTo>
                  <a:lnTo>
                    <a:pt x="260260" y="28285"/>
                  </a:lnTo>
                  <a:lnTo>
                    <a:pt x="255814" y="25405"/>
                  </a:lnTo>
                  <a:lnTo>
                    <a:pt x="251280" y="22668"/>
                  </a:lnTo>
                  <a:lnTo>
                    <a:pt x="246661" y="20075"/>
                  </a:lnTo>
                  <a:lnTo>
                    <a:pt x="241962" y="17631"/>
                  </a:lnTo>
                  <a:lnTo>
                    <a:pt x="237187" y="15336"/>
                  </a:lnTo>
                  <a:lnTo>
                    <a:pt x="232343" y="13194"/>
                  </a:lnTo>
                  <a:lnTo>
                    <a:pt x="227433" y="11206"/>
                  </a:lnTo>
                  <a:lnTo>
                    <a:pt x="167166" y="1671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2911194"/>
              <a:ext cx="60266" cy="167167"/>
            </a:xfrm>
            <a:custGeom>
              <a:avLst/>
              <a:pathLst>
                <a:path w="60266" h="167167">
                  <a:moveTo>
                    <a:pt x="60266" y="11241"/>
                  </a:moveTo>
                  <a:lnTo>
                    <a:pt x="54476" y="9125"/>
                  </a:lnTo>
                  <a:lnTo>
                    <a:pt x="48611" y="7224"/>
                  </a:lnTo>
                  <a:lnTo>
                    <a:pt x="42680" y="5540"/>
                  </a:lnTo>
                  <a:lnTo>
                    <a:pt x="36691" y="4076"/>
                  </a:lnTo>
                  <a:lnTo>
                    <a:pt x="30653" y="2834"/>
                  </a:lnTo>
                  <a:lnTo>
                    <a:pt x="24572" y="1815"/>
                  </a:lnTo>
                  <a:lnTo>
                    <a:pt x="18458" y="1022"/>
                  </a:lnTo>
                  <a:lnTo>
                    <a:pt x="12319" y="454"/>
                  </a:lnTo>
                  <a:lnTo>
                    <a:pt x="6164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09983" y="3429590"/>
              <a:ext cx="15997" cy="167167"/>
            </a:xfrm>
            <a:custGeom>
              <a:avLst/>
              <a:pathLst>
                <a:path w="15997" h="167167">
                  <a:moveTo>
                    <a:pt x="15997" y="0"/>
                  </a:moveTo>
                  <a:lnTo>
                    <a:pt x="7989" y="191"/>
                  </a:lnTo>
                  <a:lnTo>
                    <a:pt x="0" y="767"/>
                  </a:lnTo>
                  <a:lnTo>
                    <a:pt x="1599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9983" y="3430357"/>
              <a:ext cx="15997" cy="166400"/>
            </a:xfrm>
            <a:custGeom>
              <a:avLst/>
              <a:pathLst>
                <a:path w="15997" h="166400">
                  <a:moveTo>
                    <a:pt x="0" y="0"/>
                  </a:moveTo>
                  <a:lnTo>
                    <a:pt x="15997" y="1664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358831" y="3430357"/>
              <a:ext cx="334301" cy="333567"/>
            </a:xfrm>
            <a:custGeom>
              <a:avLst/>
              <a:pathLst>
                <a:path w="334301" h="333567">
                  <a:moveTo>
                    <a:pt x="151152" y="0"/>
                  </a:moveTo>
                  <a:lnTo>
                    <a:pt x="145878" y="591"/>
                  </a:lnTo>
                  <a:lnTo>
                    <a:pt x="140626" y="1350"/>
                  </a:lnTo>
                  <a:lnTo>
                    <a:pt x="135401" y="2275"/>
                  </a:lnTo>
                  <a:lnTo>
                    <a:pt x="130207" y="3365"/>
                  </a:lnTo>
                  <a:lnTo>
                    <a:pt x="125051" y="4620"/>
                  </a:lnTo>
                  <a:lnTo>
                    <a:pt x="119937" y="6038"/>
                  </a:lnTo>
                  <a:lnTo>
                    <a:pt x="114871" y="7617"/>
                  </a:lnTo>
                  <a:lnTo>
                    <a:pt x="109858" y="9356"/>
                  </a:lnTo>
                  <a:lnTo>
                    <a:pt x="104902" y="11254"/>
                  </a:lnTo>
                  <a:lnTo>
                    <a:pt x="100009" y="13308"/>
                  </a:lnTo>
                  <a:lnTo>
                    <a:pt x="95184" y="15516"/>
                  </a:lnTo>
                  <a:lnTo>
                    <a:pt x="90431" y="17876"/>
                  </a:lnTo>
                  <a:lnTo>
                    <a:pt x="85755" y="20386"/>
                  </a:lnTo>
                  <a:lnTo>
                    <a:pt x="81162" y="23043"/>
                  </a:lnTo>
                  <a:lnTo>
                    <a:pt x="76655" y="25845"/>
                  </a:lnTo>
                  <a:lnTo>
                    <a:pt x="72239" y="28788"/>
                  </a:lnTo>
                  <a:lnTo>
                    <a:pt x="67919" y="31869"/>
                  </a:lnTo>
                  <a:lnTo>
                    <a:pt x="63699" y="35087"/>
                  </a:lnTo>
                  <a:lnTo>
                    <a:pt x="59583" y="38436"/>
                  </a:lnTo>
                  <a:lnTo>
                    <a:pt x="55576" y="41915"/>
                  </a:lnTo>
                  <a:lnTo>
                    <a:pt x="51681" y="45519"/>
                  </a:lnTo>
                  <a:lnTo>
                    <a:pt x="47902" y="49245"/>
                  </a:lnTo>
                  <a:lnTo>
                    <a:pt x="44244" y="53089"/>
                  </a:lnTo>
                  <a:lnTo>
                    <a:pt x="40709" y="57047"/>
                  </a:lnTo>
                  <a:lnTo>
                    <a:pt x="37302" y="61115"/>
                  </a:lnTo>
                  <a:lnTo>
                    <a:pt x="34026" y="65290"/>
                  </a:lnTo>
                  <a:lnTo>
                    <a:pt x="30884" y="69566"/>
                  </a:lnTo>
                  <a:lnTo>
                    <a:pt x="27879" y="73940"/>
                  </a:lnTo>
                  <a:lnTo>
                    <a:pt x="25014" y="78407"/>
                  </a:lnTo>
                  <a:lnTo>
                    <a:pt x="22293" y="82963"/>
                  </a:lnTo>
                  <a:lnTo>
                    <a:pt x="19718" y="87603"/>
                  </a:lnTo>
                  <a:lnTo>
                    <a:pt x="17291" y="92322"/>
                  </a:lnTo>
                  <a:lnTo>
                    <a:pt x="15015" y="97116"/>
                  </a:lnTo>
                  <a:lnTo>
                    <a:pt x="12893" y="101979"/>
                  </a:lnTo>
                  <a:lnTo>
                    <a:pt x="10926" y="106908"/>
                  </a:lnTo>
                  <a:lnTo>
                    <a:pt x="9116" y="111897"/>
                  </a:lnTo>
                  <a:lnTo>
                    <a:pt x="7466" y="116940"/>
                  </a:lnTo>
                  <a:lnTo>
                    <a:pt x="5976" y="122033"/>
                  </a:lnTo>
                  <a:lnTo>
                    <a:pt x="4649" y="127171"/>
                  </a:lnTo>
                  <a:lnTo>
                    <a:pt x="3486" y="132349"/>
                  </a:lnTo>
                  <a:lnTo>
                    <a:pt x="2488" y="137561"/>
                  </a:lnTo>
                  <a:lnTo>
                    <a:pt x="1656" y="142802"/>
                  </a:lnTo>
                  <a:lnTo>
                    <a:pt x="990" y="148066"/>
                  </a:lnTo>
                  <a:lnTo>
                    <a:pt x="492" y="153350"/>
                  </a:lnTo>
                  <a:lnTo>
                    <a:pt x="161" y="158646"/>
                  </a:lnTo>
                  <a:lnTo>
                    <a:pt x="0" y="163950"/>
                  </a:lnTo>
                  <a:lnTo>
                    <a:pt x="6" y="169257"/>
                  </a:lnTo>
                  <a:lnTo>
                    <a:pt x="181" y="174560"/>
                  </a:lnTo>
                  <a:lnTo>
                    <a:pt x="524" y="179856"/>
                  </a:lnTo>
                  <a:lnTo>
                    <a:pt x="1035" y="185138"/>
                  </a:lnTo>
                  <a:lnTo>
                    <a:pt x="1713" y="190401"/>
                  </a:lnTo>
                  <a:lnTo>
                    <a:pt x="2559" y="195640"/>
                  </a:lnTo>
                  <a:lnTo>
                    <a:pt x="3570" y="200849"/>
                  </a:lnTo>
                  <a:lnTo>
                    <a:pt x="4746" y="206024"/>
                  </a:lnTo>
                  <a:lnTo>
                    <a:pt x="6085" y="211159"/>
                  </a:lnTo>
                  <a:lnTo>
                    <a:pt x="7587" y="216248"/>
                  </a:lnTo>
                  <a:lnTo>
                    <a:pt x="9249" y="221288"/>
                  </a:lnTo>
                  <a:lnTo>
                    <a:pt x="11071" y="226272"/>
                  </a:lnTo>
                  <a:lnTo>
                    <a:pt x="13050" y="231196"/>
                  </a:lnTo>
                  <a:lnTo>
                    <a:pt x="15184" y="236054"/>
                  </a:lnTo>
                  <a:lnTo>
                    <a:pt x="17472" y="240842"/>
                  </a:lnTo>
                  <a:lnTo>
                    <a:pt x="19910" y="245556"/>
                  </a:lnTo>
                  <a:lnTo>
                    <a:pt x="22497" y="250189"/>
                  </a:lnTo>
                  <a:lnTo>
                    <a:pt x="25229" y="254738"/>
                  </a:lnTo>
                  <a:lnTo>
                    <a:pt x="28104" y="259198"/>
                  </a:lnTo>
                  <a:lnTo>
                    <a:pt x="31120" y="263565"/>
                  </a:lnTo>
                  <a:lnTo>
                    <a:pt x="34273" y="267833"/>
                  </a:lnTo>
                  <a:lnTo>
                    <a:pt x="37559" y="272000"/>
                  </a:lnTo>
                  <a:lnTo>
                    <a:pt x="40976" y="276060"/>
                  </a:lnTo>
                  <a:lnTo>
                    <a:pt x="44520" y="280009"/>
                  </a:lnTo>
                  <a:lnTo>
                    <a:pt x="48188" y="283844"/>
                  </a:lnTo>
                  <a:lnTo>
                    <a:pt x="51976" y="287561"/>
                  </a:lnTo>
                  <a:lnTo>
                    <a:pt x="55880" y="291156"/>
                  </a:lnTo>
                  <a:lnTo>
                    <a:pt x="59895" y="294625"/>
                  </a:lnTo>
                  <a:lnTo>
                    <a:pt x="64019" y="297964"/>
                  </a:lnTo>
                  <a:lnTo>
                    <a:pt x="68247" y="301171"/>
                  </a:lnTo>
                  <a:lnTo>
                    <a:pt x="72575" y="304243"/>
                  </a:lnTo>
                  <a:lnTo>
                    <a:pt x="76997" y="307175"/>
                  </a:lnTo>
                  <a:lnTo>
                    <a:pt x="81511" y="309965"/>
                  </a:lnTo>
                  <a:lnTo>
                    <a:pt x="86111" y="312611"/>
                  </a:lnTo>
                  <a:lnTo>
                    <a:pt x="90793" y="315110"/>
                  </a:lnTo>
                  <a:lnTo>
                    <a:pt x="95551" y="317458"/>
                  </a:lnTo>
                  <a:lnTo>
                    <a:pt x="100382" y="319655"/>
                  </a:lnTo>
                  <a:lnTo>
                    <a:pt x="105280" y="321697"/>
                  </a:lnTo>
                  <a:lnTo>
                    <a:pt x="110240" y="323582"/>
                  </a:lnTo>
                  <a:lnTo>
                    <a:pt x="115258" y="325309"/>
                  </a:lnTo>
                  <a:lnTo>
                    <a:pt x="120328" y="326876"/>
                  </a:lnTo>
                  <a:lnTo>
                    <a:pt x="125445" y="328282"/>
                  </a:lnTo>
                  <a:lnTo>
                    <a:pt x="130604" y="329524"/>
                  </a:lnTo>
                  <a:lnTo>
                    <a:pt x="135800" y="330601"/>
                  </a:lnTo>
                  <a:lnTo>
                    <a:pt x="141028" y="331514"/>
                  </a:lnTo>
                  <a:lnTo>
                    <a:pt x="146282" y="332260"/>
                  </a:lnTo>
                  <a:lnTo>
                    <a:pt x="151557" y="332838"/>
                  </a:lnTo>
                  <a:lnTo>
                    <a:pt x="156848" y="333249"/>
                  </a:lnTo>
                  <a:lnTo>
                    <a:pt x="162149" y="333492"/>
                  </a:lnTo>
                  <a:lnTo>
                    <a:pt x="167455" y="333567"/>
                  </a:lnTo>
                  <a:lnTo>
                    <a:pt x="172760" y="333473"/>
                  </a:lnTo>
                  <a:lnTo>
                    <a:pt x="178061" y="333211"/>
                  </a:lnTo>
                  <a:lnTo>
                    <a:pt x="183350" y="332780"/>
                  </a:lnTo>
                  <a:lnTo>
                    <a:pt x="188622" y="332182"/>
                  </a:lnTo>
                  <a:lnTo>
                    <a:pt x="193874" y="331417"/>
                  </a:lnTo>
                  <a:lnTo>
                    <a:pt x="199098" y="330486"/>
                  </a:lnTo>
                  <a:lnTo>
                    <a:pt x="204290" y="329389"/>
                  </a:lnTo>
                  <a:lnTo>
                    <a:pt x="209445" y="328128"/>
                  </a:lnTo>
                  <a:lnTo>
                    <a:pt x="214557" y="326704"/>
                  </a:lnTo>
                  <a:lnTo>
                    <a:pt x="219621" y="325119"/>
                  </a:lnTo>
                  <a:lnTo>
                    <a:pt x="224632" y="323373"/>
                  </a:lnTo>
                  <a:lnTo>
                    <a:pt x="229585" y="321470"/>
                  </a:lnTo>
                  <a:lnTo>
                    <a:pt x="234476" y="319410"/>
                  </a:lnTo>
                  <a:lnTo>
                    <a:pt x="239299" y="317196"/>
                  </a:lnTo>
                  <a:lnTo>
                    <a:pt x="244049" y="314830"/>
                  </a:lnTo>
                  <a:lnTo>
                    <a:pt x="248721" y="312314"/>
                  </a:lnTo>
                  <a:lnTo>
                    <a:pt x="253311" y="309651"/>
                  </a:lnTo>
                  <a:lnTo>
                    <a:pt x="257815" y="306844"/>
                  </a:lnTo>
                  <a:lnTo>
                    <a:pt x="262227" y="303896"/>
                  </a:lnTo>
                  <a:lnTo>
                    <a:pt x="266543" y="300809"/>
                  </a:lnTo>
                  <a:lnTo>
                    <a:pt x="270759" y="297586"/>
                  </a:lnTo>
                  <a:lnTo>
                    <a:pt x="274871" y="294231"/>
                  </a:lnTo>
                  <a:lnTo>
                    <a:pt x="278874" y="290748"/>
                  </a:lnTo>
                  <a:lnTo>
                    <a:pt x="282765" y="287139"/>
                  </a:lnTo>
                  <a:lnTo>
                    <a:pt x="286539" y="283409"/>
                  </a:lnTo>
                  <a:lnTo>
                    <a:pt x="290192" y="279560"/>
                  </a:lnTo>
                  <a:lnTo>
                    <a:pt x="293722" y="275598"/>
                  </a:lnTo>
                  <a:lnTo>
                    <a:pt x="297124" y="271525"/>
                  </a:lnTo>
                  <a:lnTo>
                    <a:pt x="300395" y="267347"/>
                  </a:lnTo>
                  <a:lnTo>
                    <a:pt x="303532" y="263067"/>
                  </a:lnTo>
                  <a:lnTo>
                    <a:pt x="306532" y="258689"/>
                  </a:lnTo>
                  <a:lnTo>
                    <a:pt x="309391" y="254219"/>
                  </a:lnTo>
                  <a:lnTo>
                    <a:pt x="312107" y="249660"/>
                  </a:lnTo>
                  <a:lnTo>
                    <a:pt x="314676" y="245017"/>
                  </a:lnTo>
                  <a:lnTo>
                    <a:pt x="317097" y="240294"/>
                  </a:lnTo>
                  <a:lnTo>
                    <a:pt x="319367" y="235498"/>
                  </a:lnTo>
                  <a:lnTo>
                    <a:pt x="321484" y="230632"/>
                  </a:lnTo>
                  <a:lnTo>
                    <a:pt x="323445" y="225701"/>
                  </a:lnTo>
                  <a:lnTo>
                    <a:pt x="325248" y="220710"/>
                  </a:lnTo>
                  <a:lnTo>
                    <a:pt x="326892" y="215664"/>
                  </a:lnTo>
                  <a:lnTo>
                    <a:pt x="328376" y="210569"/>
                  </a:lnTo>
                  <a:lnTo>
                    <a:pt x="329696" y="205430"/>
                  </a:lnTo>
                  <a:lnTo>
                    <a:pt x="330853" y="200251"/>
                  </a:lnTo>
                  <a:lnTo>
                    <a:pt x="331845" y="195038"/>
                  </a:lnTo>
                  <a:lnTo>
                    <a:pt x="332671" y="189796"/>
                  </a:lnTo>
                  <a:lnTo>
                    <a:pt x="333330" y="184530"/>
                  </a:lnTo>
                  <a:lnTo>
                    <a:pt x="333822" y="179246"/>
                  </a:lnTo>
                  <a:lnTo>
                    <a:pt x="334146" y="173950"/>
                  </a:lnTo>
                  <a:lnTo>
                    <a:pt x="334301" y="168645"/>
                  </a:lnTo>
                  <a:lnTo>
                    <a:pt x="334288" y="163339"/>
                  </a:lnTo>
                  <a:lnTo>
                    <a:pt x="334107" y="158035"/>
                  </a:lnTo>
                  <a:lnTo>
                    <a:pt x="333757" y="152740"/>
                  </a:lnTo>
                  <a:lnTo>
                    <a:pt x="333240" y="147459"/>
                  </a:lnTo>
                  <a:lnTo>
                    <a:pt x="332555" y="142197"/>
                  </a:lnTo>
                  <a:lnTo>
                    <a:pt x="331703" y="136959"/>
                  </a:lnTo>
                  <a:lnTo>
                    <a:pt x="330686" y="131751"/>
                  </a:lnTo>
                  <a:lnTo>
                    <a:pt x="329504" y="126577"/>
                  </a:lnTo>
                  <a:lnTo>
                    <a:pt x="328158" y="121444"/>
                  </a:lnTo>
                  <a:lnTo>
                    <a:pt x="326650" y="116356"/>
                  </a:lnTo>
                  <a:lnTo>
                    <a:pt x="324981" y="111319"/>
                  </a:lnTo>
                  <a:lnTo>
                    <a:pt x="323154" y="106337"/>
                  </a:lnTo>
                  <a:lnTo>
                    <a:pt x="321169" y="101416"/>
                  </a:lnTo>
                  <a:lnTo>
                    <a:pt x="319028" y="96560"/>
                  </a:lnTo>
                  <a:lnTo>
                    <a:pt x="316735" y="91774"/>
                  </a:lnTo>
                  <a:lnTo>
                    <a:pt x="314291" y="87064"/>
                  </a:lnTo>
                  <a:lnTo>
                    <a:pt x="311699" y="82434"/>
                  </a:lnTo>
                  <a:lnTo>
                    <a:pt x="308961" y="77888"/>
                  </a:lnTo>
                  <a:lnTo>
                    <a:pt x="306080" y="73431"/>
                  </a:lnTo>
                  <a:lnTo>
                    <a:pt x="303059" y="69069"/>
                  </a:lnTo>
                  <a:lnTo>
                    <a:pt x="299901" y="64804"/>
                  </a:lnTo>
                  <a:lnTo>
                    <a:pt x="296610" y="60641"/>
                  </a:lnTo>
                  <a:lnTo>
                    <a:pt x="293188" y="56586"/>
                  </a:lnTo>
                  <a:lnTo>
                    <a:pt x="289639" y="52640"/>
                  </a:lnTo>
                  <a:lnTo>
                    <a:pt x="285966" y="48810"/>
                  </a:lnTo>
                  <a:lnTo>
                    <a:pt x="282174" y="45098"/>
                  </a:lnTo>
                  <a:lnTo>
                    <a:pt x="278266" y="41508"/>
                  </a:lnTo>
                  <a:lnTo>
                    <a:pt x="274246" y="38044"/>
                  </a:lnTo>
                  <a:lnTo>
                    <a:pt x="270118" y="34709"/>
                  </a:lnTo>
                  <a:lnTo>
                    <a:pt x="265886" y="31507"/>
                  </a:lnTo>
                  <a:lnTo>
                    <a:pt x="261555" y="28441"/>
                  </a:lnTo>
                  <a:lnTo>
                    <a:pt x="257129" y="25515"/>
                  </a:lnTo>
                  <a:lnTo>
                    <a:pt x="252611" y="22730"/>
                  </a:lnTo>
                  <a:lnTo>
                    <a:pt x="167149" y="166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429590"/>
              <a:ext cx="85462" cy="167167"/>
            </a:xfrm>
            <a:custGeom>
              <a:avLst/>
              <a:pathLst>
                <a:path w="85462" h="167167">
                  <a:moveTo>
                    <a:pt x="85462" y="23497"/>
                  </a:moveTo>
                  <a:lnTo>
                    <a:pt x="80596" y="20712"/>
                  </a:lnTo>
                  <a:lnTo>
                    <a:pt x="75640" y="18091"/>
                  </a:lnTo>
                  <a:lnTo>
                    <a:pt x="70598" y="15639"/>
                  </a:lnTo>
                  <a:lnTo>
                    <a:pt x="65478" y="13357"/>
                  </a:lnTo>
                  <a:lnTo>
                    <a:pt x="60283" y="11248"/>
                  </a:lnTo>
                  <a:lnTo>
                    <a:pt x="55021" y="9314"/>
                  </a:lnTo>
                  <a:lnTo>
                    <a:pt x="49696" y="7558"/>
                  </a:lnTo>
                  <a:lnTo>
                    <a:pt x="44316" y="5981"/>
                  </a:lnTo>
                  <a:lnTo>
                    <a:pt x="38886" y="4585"/>
                  </a:lnTo>
                  <a:lnTo>
                    <a:pt x="33413" y="3373"/>
                  </a:lnTo>
                  <a:lnTo>
                    <a:pt x="27902" y="2345"/>
                  </a:lnTo>
                  <a:lnTo>
                    <a:pt x="22359" y="1502"/>
                  </a:lnTo>
                  <a:lnTo>
                    <a:pt x="16791" y="845"/>
                  </a:lnTo>
                  <a:lnTo>
                    <a:pt x="11204" y="375"/>
                  </a:lnTo>
                  <a:lnTo>
                    <a:pt x="560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014" y="3934012"/>
              <a:ext cx="3719" cy="167167"/>
            </a:xfrm>
            <a:custGeom>
              <a:avLst/>
              <a:pathLst>
                <a:path w="3719" h="167167">
                  <a:moveTo>
                    <a:pt x="3719" y="0"/>
                  </a:moveTo>
                  <a:lnTo>
                    <a:pt x="0" y="41"/>
                  </a:lnTo>
                  <a:lnTo>
                    <a:pt x="371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2014" y="3934054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478567" y="3934054"/>
              <a:ext cx="334333" cy="334276"/>
            </a:xfrm>
            <a:custGeom>
              <a:avLst/>
              <a:pathLst>
                <a:path w="334333" h="334276">
                  <a:moveTo>
                    <a:pt x="163446" y="0"/>
                  </a:moveTo>
                  <a:lnTo>
                    <a:pt x="158153" y="201"/>
                  </a:lnTo>
                  <a:lnTo>
                    <a:pt x="152870" y="571"/>
                  </a:lnTo>
                  <a:lnTo>
                    <a:pt x="147600" y="1107"/>
                  </a:lnTo>
                  <a:lnTo>
                    <a:pt x="142351" y="1810"/>
                  </a:lnTo>
                  <a:lnTo>
                    <a:pt x="137126" y="2679"/>
                  </a:lnTo>
                  <a:lnTo>
                    <a:pt x="131931" y="3714"/>
                  </a:lnTo>
                  <a:lnTo>
                    <a:pt x="126772" y="4912"/>
                  </a:lnTo>
                  <a:lnTo>
                    <a:pt x="121653" y="6273"/>
                  </a:lnTo>
                  <a:lnTo>
                    <a:pt x="116580" y="7796"/>
                  </a:lnTo>
                  <a:lnTo>
                    <a:pt x="111558" y="9478"/>
                  </a:lnTo>
                  <a:lnTo>
                    <a:pt x="106591" y="11319"/>
                  </a:lnTo>
                  <a:lnTo>
                    <a:pt x="101686" y="13316"/>
                  </a:lnTo>
                  <a:lnTo>
                    <a:pt x="96846" y="15468"/>
                  </a:lnTo>
                  <a:lnTo>
                    <a:pt x="92076" y="17772"/>
                  </a:lnTo>
                  <a:lnTo>
                    <a:pt x="87383" y="20225"/>
                  </a:lnTo>
                  <a:lnTo>
                    <a:pt x="82769" y="22827"/>
                  </a:lnTo>
                  <a:lnTo>
                    <a:pt x="78240" y="25573"/>
                  </a:lnTo>
                  <a:lnTo>
                    <a:pt x="73800" y="28461"/>
                  </a:lnTo>
                  <a:lnTo>
                    <a:pt x="69454" y="31489"/>
                  </a:lnTo>
                  <a:lnTo>
                    <a:pt x="65206" y="34652"/>
                  </a:lnTo>
                  <a:lnTo>
                    <a:pt x="61060" y="37949"/>
                  </a:lnTo>
                  <a:lnTo>
                    <a:pt x="57021" y="41375"/>
                  </a:lnTo>
                  <a:lnTo>
                    <a:pt x="53092" y="44928"/>
                  </a:lnTo>
                  <a:lnTo>
                    <a:pt x="49278" y="48603"/>
                  </a:lnTo>
                  <a:lnTo>
                    <a:pt x="45583" y="52397"/>
                  </a:lnTo>
                  <a:lnTo>
                    <a:pt x="42009" y="56307"/>
                  </a:lnTo>
                  <a:lnTo>
                    <a:pt x="38561" y="60327"/>
                  </a:lnTo>
                  <a:lnTo>
                    <a:pt x="35242" y="64455"/>
                  </a:lnTo>
                  <a:lnTo>
                    <a:pt x="32056" y="68686"/>
                  </a:lnTo>
                  <a:lnTo>
                    <a:pt x="29005" y="73016"/>
                  </a:lnTo>
                  <a:lnTo>
                    <a:pt x="26093" y="77440"/>
                  </a:lnTo>
                  <a:lnTo>
                    <a:pt x="23323" y="81954"/>
                  </a:lnTo>
                  <a:lnTo>
                    <a:pt x="20696" y="86554"/>
                  </a:lnTo>
                  <a:lnTo>
                    <a:pt x="18217" y="91235"/>
                  </a:lnTo>
                  <a:lnTo>
                    <a:pt x="15888" y="95992"/>
                  </a:lnTo>
                  <a:lnTo>
                    <a:pt x="13710" y="100820"/>
                  </a:lnTo>
                  <a:lnTo>
                    <a:pt x="11687" y="105715"/>
                  </a:lnTo>
                  <a:lnTo>
                    <a:pt x="9819" y="110671"/>
                  </a:lnTo>
                  <a:lnTo>
                    <a:pt x="8110" y="115684"/>
                  </a:lnTo>
                  <a:lnTo>
                    <a:pt x="6560" y="120749"/>
                  </a:lnTo>
                  <a:lnTo>
                    <a:pt x="5171" y="125860"/>
                  </a:lnTo>
                  <a:lnTo>
                    <a:pt x="3945" y="131013"/>
                  </a:lnTo>
                  <a:lnTo>
                    <a:pt x="2883" y="136202"/>
                  </a:lnTo>
                  <a:lnTo>
                    <a:pt x="1986" y="141422"/>
                  </a:lnTo>
                  <a:lnTo>
                    <a:pt x="1255" y="146668"/>
                  </a:lnTo>
                  <a:lnTo>
                    <a:pt x="690" y="151935"/>
                  </a:lnTo>
                  <a:lnTo>
                    <a:pt x="292" y="157216"/>
                  </a:lnTo>
                  <a:lnTo>
                    <a:pt x="62" y="162508"/>
                  </a:lnTo>
                  <a:lnTo>
                    <a:pt x="0" y="167804"/>
                  </a:lnTo>
                  <a:lnTo>
                    <a:pt x="105" y="173100"/>
                  </a:lnTo>
                  <a:lnTo>
                    <a:pt x="378" y="178389"/>
                  </a:lnTo>
                  <a:lnTo>
                    <a:pt x="819" y="183667"/>
                  </a:lnTo>
                  <a:lnTo>
                    <a:pt x="1426" y="188929"/>
                  </a:lnTo>
                  <a:lnTo>
                    <a:pt x="2200" y="194169"/>
                  </a:lnTo>
                  <a:lnTo>
                    <a:pt x="3140" y="199381"/>
                  </a:lnTo>
                  <a:lnTo>
                    <a:pt x="4244" y="204562"/>
                  </a:lnTo>
                  <a:lnTo>
                    <a:pt x="5512" y="209704"/>
                  </a:lnTo>
                  <a:lnTo>
                    <a:pt x="6942" y="214804"/>
                  </a:lnTo>
                  <a:lnTo>
                    <a:pt x="8533" y="219856"/>
                  </a:lnTo>
                  <a:lnTo>
                    <a:pt x="10283" y="224855"/>
                  </a:lnTo>
                  <a:lnTo>
                    <a:pt x="12190" y="229797"/>
                  </a:lnTo>
                  <a:lnTo>
                    <a:pt x="14254" y="234675"/>
                  </a:lnTo>
                  <a:lnTo>
                    <a:pt x="16470" y="239485"/>
                  </a:lnTo>
                  <a:lnTo>
                    <a:pt x="18838" y="244223"/>
                  </a:lnTo>
                  <a:lnTo>
                    <a:pt x="21355" y="248883"/>
                  </a:lnTo>
                  <a:lnTo>
                    <a:pt x="24019" y="253462"/>
                  </a:lnTo>
                  <a:lnTo>
                    <a:pt x="26826" y="257953"/>
                  </a:lnTo>
                  <a:lnTo>
                    <a:pt x="29774" y="262354"/>
                  </a:lnTo>
                  <a:lnTo>
                    <a:pt x="32859" y="266659"/>
                  </a:lnTo>
                  <a:lnTo>
                    <a:pt x="36080" y="270863"/>
                  </a:lnTo>
                  <a:lnTo>
                    <a:pt x="39432" y="274964"/>
                  </a:lnTo>
                  <a:lnTo>
                    <a:pt x="42913" y="278957"/>
                  </a:lnTo>
                  <a:lnTo>
                    <a:pt x="46518" y="282837"/>
                  </a:lnTo>
                  <a:lnTo>
                    <a:pt x="50244" y="286601"/>
                  </a:lnTo>
                  <a:lnTo>
                    <a:pt x="54088" y="290245"/>
                  </a:lnTo>
                  <a:lnTo>
                    <a:pt x="58045" y="293766"/>
                  </a:lnTo>
                  <a:lnTo>
                    <a:pt x="62112" y="297159"/>
                  </a:lnTo>
                  <a:lnTo>
                    <a:pt x="66284" y="300422"/>
                  </a:lnTo>
                  <a:lnTo>
                    <a:pt x="70558" y="303551"/>
                  </a:lnTo>
                  <a:lnTo>
                    <a:pt x="74929" y="306543"/>
                  </a:lnTo>
                  <a:lnTo>
                    <a:pt x="79392" y="309395"/>
                  </a:lnTo>
                  <a:lnTo>
                    <a:pt x="83943" y="312105"/>
                  </a:lnTo>
                  <a:lnTo>
                    <a:pt x="88578" y="314668"/>
                  </a:lnTo>
                  <a:lnTo>
                    <a:pt x="93291" y="317084"/>
                  </a:lnTo>
                  <a:lnTo>
                    <a:pt x="98079" y="319349"/>
                  </a:lnTo>
                  <a:lnTo>
                    <a:pt x="102936" y="321461"/>
                  </a:lnTo>
                  <a:lnTo>
                    <a:pt x="107858" y="323419"/>
                  </a:lnTo>
                  <a:lnTo>
                    <a:pt x="112839" y="325219"/>
                  </a:lnTo>
                  <a:lnTo>
                    <a:pt x="117875" y="326861"/>
                  </a:lnTo>
                  <a:lnTo>
                    <a:pt x="122960" y="328342"/>
                  </a:lnTo>
                  <a:lnTo>
                    <a:pt x="128090" y="329662"/>
                  </a:lnTo>
                  <a:lnTo>
                    <a:pt x="133259" y="330818"/>
                  </a:lnTo>
                  <a:lnTo>
                    <a:pt x="138462" y="331810"/>
                  </a:lnTo>
                  <a:lnTo>
                    <a:pt x="143693" y="332637"/>
                  </a:lnTo>
                  <a:lnTo>
                    <a:pt x="148949" y="333297"/>
                  </a:lnTo>
                  <a:lnTo>
                    <a:pt x="154222" y="333791"/>
                  </a:lnTo>
                  <a:lnTo>
                    <a:pt x="159509" y="334118"/>
                  </a:lnTo>
                  <a:lnTo>
                    <a:pt x="164803" y="334276"/>
                  </a:lnTo>
                  <a:lnTo>
                    <a:pt x="170099" y="334267"/>
                  </a:lnTo>
                  <a:lnTo>
                    <a:pt x="175393" y="334090"/>
                  </a:lnTo>
                  <a:lnTo>
                    <a:pt x="180679" y="333746"/>
                  </a:lnTo>
                  <a:lnTo>
                    <a:pt x="185950" y="333234"/>
                  </a:lnTo>
                  <a:lnTo>
                    <a:pt x="191203" y="332556"/>
                  </a:lnTo>
                  <a:lnTo>
                    <a:pt x="196432" y="331711"/>
                  </a:lnTo>
                  <a:lnTo>
                    <a:pt x="201632" y="330701"/>
                  </a:lnTo>
                  <a:lnTo>
                    <a:pt x="206797" y="329527"/>
                  </a:lnTo>
                  <a:lnTo>
                    <a:pt x="211922" y="328190"/>
                  </a:lnTo>
                  <a:lnTo>
                    <a:pt x="217002" y="326692"/>
                  </a:lnTo>
                  <a:lnTo>
                    <a:pt x="222032" y="325033"/>
                  </a:lnTo>
                  <a:lnTo>
                    <a:pt x="227007" y="323215"/>
                  </a:lnTo>
                  <a:lnTo>
                    <a:pt x="231922" y="321241"/>
                  </a:lnTo>
                  <a:lnTo>
                    <a:pt x="236772" y="319112"/>
                  </a:lnTo>
                  <a:lnTo>
                    <a:pt x="241552" y="316831"/>
                  </a:lnTo>
                  <a:lnTo>
                    <a:pt x="246257" y="314399"/>
                  </a:lnTo>
                  <a:lnTo>
                    <a:pt x="250883" y="311819"/>
                  </a:lnTo>
                  <a:lnTo>
                    <a:pt x="255425" y="309095"/>
                  </a:lnTo>
                  <a:lnTo>
                    <a:pt x="259879" y="306227"/>
                  </a:lnTo>
                  <a:lnTo>
                    <a:pt x="264239" y="303220"/>
                  </a:lnTo>
                  <a:lnTo>
                    <a:pt x="268502" y="300077"/>
                  </a:lnTo>
                  <a:lnTo>
                    <a:pt x="272663" y="296799"/>
                  </a:lnTo>
                  <a:lnTo>
                    <a:pt x="276718" y="293392"/>
                  </a:lnTo>
                  <a:lnTo>
                    <a:pt x="280663" y="289858"/>
                  </a:lnTo>
                  <a:lnTo>
                    <a:pt x="284494" y="286201"/>
                  </a:lnTo>
                  <a:lnTo>
                    <a:pt x="288208" y="282424"/>
                  </a:lnTo>
                  <a:lnTo>
                    <a:pt x="291800" y="278531"/>
                  </a:lnTo>
                  <a:lnTo>
                    <a:pt x="295267" y="274527"/>
                  </a:lnTo>
                  <a:lnTo>
                    <a:pt x="298605" y="270415"/>
                  </a:lnTo>
                  <a:lnTo>
                    <a:pt x="301811" y="266199"/>
                  </a:lnTo>
                  <a:lnTo>
                    <a:pt x="304882" y="261884"/>
                  </a:lnTo>
                  <a:lnTo>
                    <a:pt x="307815" y="257473"/>
                  </a:lnTo>
                  <a:lnTo>
                    <a:pt x="310607" y="252972"/>
                  </a:lnTo>
                  <a:lnTo>
                    <a:pt x="313254" y="248385"/>
                  </a:lnTo>
                  <a:lnTo>
                    <a:pt x="315755" y="243716"/>
                  </a:lnTo>
                  <a:lnTo>
                    <a:pt x="318107" y="238970"/>
                  </a:lnTo>
                  <a:lnTo>
                    <a:pt x="320307" y="234152"/>
                  </a:lnTo>
                  <a:lnTo>
                    <a:pt x="322354" y="229267"/>
                  </a:lnTo>
                  <a:lnTo>
                    <a:pt x="324245" y="224319"/>
                  </a:lnTo>
                  <a:lnTo>
                    <a:pt x="325978" y="219314"/>
                  </a:lnTo>
                  <a:lnTo>
                    <a:pt x="327551" y="214256"/>
                  </a:lnTo>
                  <a:lnTo>
                    <a:pt x="328964" y="209152"/>
                  </a:lnTo>
                  <a:lnTo>
                    <a:pt x="330214" y="204005"/>
                  </a:lnTo>
                  <a:lnTo>
                    <a:pt x="331301" y="198821"/>
                  </a:lnTo>
                  <a:lnTo>
                    <a:pt x="332223" y="193605"/>
                  </a:lnTo>
                  <a:lnTo>
                    <a:pt x="332979" y="188363"/>
                  </a:lnTo>
                  <a:lnTo>
                    <a:pt x="333568" y="183099"/>
                  </a:lnTo>
                  <a:lnTo>
                    <a:pt x="333991" y="177819"/>
                  </a:lnTo>
                  <a:lnTo>
                    <a:pt x="334246" y="172529"/>
                  </a:lnTo>
                  <a:lnTo>
                    <a:pt x="334333" y="167233"/>
                  </a:lnTo>
                  <a:lnTo>
                    <a:pt x="334252" y="161937"/>
                  </a:lnTo>
                  <a:lnTo>
                    <a:pt x="334004" y="156646"/>
                  </a:lnTo>
                  <a:lnTo>
                    <a:pt x="333588" y="151366"/>
                  </a:lnTo>
                  <a:lnTo>
                    <a:pt x="333006" y="146101"/>
                  </a:lnTo>
                  <a:lnTo>
                    <a:pt x="332256" y="140858"/>
                  </a:lnTo>
                  <a:lnTo>
                    <a:pt x="331341" y="135641"/>
                  </a:lnTo>
                  <a:lnTo>
                    <a:pt x="330261" y="130456"/>
                  </a:lnTo>
                  <a:lnTo>
                    <a:pt x="329018" y="125307"/>
                  </a:lnTo>
                  <a:lnTo>
                    <a:pt x="327612" y="120200"/>
                  </a:lnTo>
                  <a:lnTo>
                    <a:pt x="326045" y="115141"/>
                  </a:lnTo>
                  <a:lnTo>
                    <a:pt x="324318" y="110134"/>
                  </a:lnTo>
                  <a:lnTo>
                    <a:pt x="322434" y="105184"/>
                  </a:lnTo>
                  <a:lnTo>
                    <a:pt x="320393" y="100296"/>
                  </a:lnTo>
                  <a:lnTo>
                    <a:pt x="318199" y="95475"/>
                  </a:lnTo>
                  <a:lnTo>
                    <a:pt x="315853" y="90726"/>
                  </a:lnTo>
                  <a:lnTo>
                    <a:pt x="313358" y="86054"/>
                  </a:lnTo>
                  <a:lnTo>
                    <a:pt x="310717" y="81463"/>
                  </a:lnTo>
                  <a:lnTo>
                    <a:pt x="307931" y="76958"/>
                  </a:lnTo>
                  <a:lnTo>
                    <a:pt x="305004" y="72544"/>
                  </a:lnTo>
                  <a:lnTo>
                    <a:pt x="301938" y="68225"/>
                  </a:lnTo>
                  <a:lnTo>
                    <a:pt x="298737" y="64005"/>
                  </a:lnTo>
                  <a:lnTo>
                    <a:pt x="295404" y="59888"/>
                  </a:lnTo>
                  <a:lnTo>
                    <a:pt x="291943" y="55880"/>
                  </a:lnTo>
                  <a:lnTo>
                    <a:pt x="288356" y="51982"/>
                  </a:lnTo>
                  <a:lnTo>
                    <a:pt x="284647" y="48201"/>
                  </a:lnTo>
                  <a:lnTo>
                    <a:pt x="280820" y="44539"/>
                  </a:lnTo>
                  <a:lnTo>
                    <a:pt x="276880" y="41000"/>
                  </a:lnTo>
                  <a:lnTo>
                    <a:pt x="272829" y="37587"/>
                  </a:lnTo>
                  <a:lnTo>
                    <a:pt x="268672" y="34305"/>
                  </a:lnTo>
                  <a:lnTo>
                    <a:pt x="264413" y="31156"/>
                  </a:lnTo>
                  <a:lnTo>
                    <a:pt x="260057" y="28143"/>
                  </a:lnTo>
                  <a:lnTo>
                    <a:pt x="255607" y="25270"/>
                  </a:lnTo>
                  <a:lnTo>
                    <a:pt x="251069" y="22539"/>
                  </a:lnTo>
                  <a:lnTo>
                    <a:pt x="246446" y="19954"/>
                  </a:lnTo>
                  <a:lnTo>
                    <a:pt x="241744" y="17516"/>
                  </a:lnTo>
                  <a:lnTo>
                    <a:pt x="236967" y="15228"/>
                  </a:lnTo>
                  <a:lnTo>
                    <a:pt x="232119" y="13093"/>
                  </a:lnTo>
                  <a:lnTo>
                    <a:pt x="227207" y="11113"/>
                  </a:lnTo>
                  <a:lnTo>
                    <a:pt x="222234" y="9289"/>
                  </a:lnTo>
                  <a:lnTo>
                    <a:pt x="217206" y="7624"/>
                  </a:lnTo>
                  <a:lnTo>
                    <a:pt x="212128" y="6118"/>
                  </a:lnTo>
                  <a:lnTo>
                    <a:pt x="207005" y="4775"/>
                  </a:lnTo>
                  <a:lnTo>
                    <a:pt x="201841" y="3594"/>
                  </a:lnTo>
                  <a:lnTo>
                    <a:pt x="196643" y="2578"/>
                  </a:lnTo>
                  <a:lnTo>
                    <a:pt x="191415" y="1726"/>
                  </a:lnTo>
                  <a:lnTo>
                    <a:pt x="186163" y="1041"/>
                  </a:lnTo>
                  <a:lnTo>
                    <a:pt x="180892" y="523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3934012"/>
              <a:ext cx="13726" cy="167167"/>
            </a:xfrm>
            <a:custGeom>
              <a:avLst/>
              <a:pathLst>
                <a:path w="13726" h="167167">
                  <a:moveTo>
                    <a:pt x="13726" y="5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5064" y="4397268"/>
              <a:ext cx="3719" cy="167167"/>
            </a:xfrm>
            <a:custGeom>
              <a:avLst/>
              <a:pathLst>
                <a:path w="3719" h="167167">
                  <a:moveTo>
                    <a:pt x="3719" y="0"/>
                  </a:moveTo>
                  <a:lnTo>
                    <a:pt x="0" y="41"/>
                  </a:lnTo>
                  <a:lnTo>
                    <a:pt x="371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5064" y="4397309"/>
              <a:ext cx="3719" cy="167126"/>
            </a:xfrm>
            <a:custGeom>
              <a:avLst/>
              <a:pathLst>
                <a:path w="3719" h="167126">
                  <a:moveTo>
                    <a:pt x="0" y="0"/>
                  </a:moveTo>
                  <a:lnTo>
                    <a:pt x="3719" y="1671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11617" y="4397309"/>
              <a:ext cx="334333" cy="334276"/>
            </a:xfrm>
            <a:custGeom>
              <a:avLst/>
              <a:pathLst>
                <a:path w="334333" h="334276">
                  <a:moveTo>
                    <a:pt x="163446" y="0"/>
                  </a:moveTo>
                  <a:lnTo>
                    <a:pt x="158153" y="201"/>
                  </a:lnTo>
                  <a:lnTo>
                    <a:pt x="152870" y="571"/>
                  </a:lnTo>
                  <a:lnTo>
                    <a:pt x="147600" y="1107"/>
                  </a:lnTo>
                  <a:lnTo>
                    <a:pt x="142351" y="1810"/>
                  </a:lnTo>
                  <a:lnTo>
                    <a:pt x="137126" y="2679"/>
                  </a:lnTo>
                  <a:lnTo>
                    <a:pt x="131931" y="3714"/>
                  </a:lnTo>
                  <a:lnTo>
                    <a:pt x="126772" y="4912"/>
                  </a:lnTo>
                  <a:lnTo>
                    <a:pt x="121653" y="6273"/>
                  </a:lnTo>
                  <a:lnTo>
                    <a:pt x="116580" y="7796"/>
                  </a:lnTo>
                  <a:lnTo>
                    <a:pt x="111558" y="9478"/>
                  </a:lnTo>
                  <a:lnTo>
                    <a:pt x="106591" y="11319"/>
                  </a:lnTo>
                  <a:lnTo>
                    <a:pt x="101686" y="13316"/>
                  </a:lnTo>
                  <a:lnTo>
                    <a:pt x="96846" y="15468"/>
                  </a:lnTo>
                  <a:lnTo>
                    <a:pt x="92076" y="17772"/>
                  </a:lnTo>
                  <a:lnTo>
                    <a:pt x="87383" y="20225"/>
                  </a:lnTo>
                  <a:lnTo>
                    <a:pt x="82769" y="22827"/>
                  </a:lnTo>
                  <a:lnTo>
                    <a:pt x="78240" y="25573"/>
                  </a:lnTo>
                  <a:lnTo>
                    <a:pt x="73800" y="28461"/>
                  </a:lnTo>
                  <a:lnTo>
                    <a:pt x="69454" y="31489"/>
                  </a:lnTo>
                  <a:lnTo>
                    <a:pt x="65206" y="34652"/>
                  </a:lnTo>
                  <a:lnTo>
                    <a:pt x="61060" y="37949"/>
                  </a:lnTo>
                  <a:lnTo>
                    <a:pt x="57021" y="41375"/>
                  </a:lnTo>
                  <a:lnTo>
                    <a:pt x="53092" y="44928"/>
                  </a:lnTo>
                  <a:lnTo>
                    <a:pt x="49278" y="48603"/>
                  </a:lnTo>
                  <a:lnTo>
                    <a:pt x="45583" y="52397"/>
                  </a:lnTo>
                  <a:lnTo>
                    <a:pt x="42009" y="56307"/>
                  </a:lnTo>
                  <a:lnTo>
                    <a:pt x="38561" y="60327"/>
                  </a:lnTo>
                  <a:lnTo>
                    <a:pt x="35242" y="64455"/>
                  </a:lnTo>
                  <a:lnTo>
                    <a:pt x="32056" y="68686"/>
                  </a:lnTo>
                  <a:lnTo>
                    <a:pt x="29005" y="73016"/>
                  </a:lnTo>
                  <a:lnTo>
                    <a:pt x="26093" y="77440"/>
                  </a:lnTo>
                  <a:lnTo>
                    <a:pt x="23323" y="81954"/>
                  </a:lnTo>
                  <a:lnTo>
                    <a:pt x="20696" y="86554"/>
                  </a:lnTo>
                  <a:lnTo>
                    <a:pt x="18217" y="91235"/>
                  </a:lnTo>
                  <a:lnTo>
                    <a:pt x="15888" y="95992"/>
                  </a:lnTo>
                  <a:lnTo>
                    <a:pt x="13710" y="100820"/>
                  </a:lnTo>
                  <a:lnTo>
                    <a:pt x="11687" y="105715"/>
                  </a:lnTo>
                  <a:lnTo>
                    <a:pt x="9819" y="110671"/>
                  </a:lnTo>
                  <a:lnTo>
                    <a:pt x="8110" y="115684"/>
                  </a:lnTo>
                  <a:lnTo>
                    <a:pt x="6560" y="120749"/>
                  </a:lnTo>
                  <a:lnTo>
                    <a:pt x="5171" y="125860"/>
                  </a:lnTo>
                  <a:lnTo>
                    <a:pt x="3945" y="131013"/>
                  </a:lnTo>
                  <a:lnTo>
                    <a:pt x="2883" y="136202"/>
                  </a:lnTo>
                  <a:lnTo>
                    <a:pt x="1986" y="141422"/>
                  </a:lnTo>
                  <a:lnTo>
                    <a:pt x="1255" y="146668"/>
                  </a:lnTo>
                  <a:lnTo>
                    <a:pt x="690" y="151935"/>
                  </a:lnTo>
                  <a:lnTo>
                    <a:pt x="292" y="157216"/>
                  </a:lnTo>
                  <a:lnTo>
                    <a:pt x="62" y="162508"/>
                  </a:lnTo>
                  <a:lnTo>
                    <a:pt x="0" y="167804"/>
                  </a:lnTo>
                  <a:lnTo>
                    <a:pt x="105" y="173100"/>
                  </a:lnTo>
                  <a:lnTo>
                    <a:pt x="378" y="178389"/>
                  </a:lnTo>
                  <a:lnTo>
                    <a:pt x="819" y="183667"/>
                  </a:lnTo>
                  <a:lnTo>
                    <a:pt x="1426" y="188929"/>
                  </a:lnTo>
                  <a:lnTo>
                    <a:pt x="2200" y="194169"/>
                  </a:lnTo>
                  <a:lnTo>
                    <a:pt x="3140" y="199381"/>
                  </a:lnTo>
                  <a:lnTo>
                    <a:pt x="4244" y="204562"/>
                  </a:lnTo>
                  <a:lnTo>
                    <a:pt x="5512" y="209704"/>
                  </a:lnTo>
                  <a:lnTo>
                    <a:pt x="6942" y="214804"/>
                  </a:lnTo>
                  <a:lnTo>
                    <a:pt x="8533" y="219856"/>
                  </a:lnTo>
                  <a:lnTo>
                    <a:pt x="10283" y="224855"/>
                  </a:lnTo>
                  <a:lnTo>
                    <a:pt x="12190" y="229797"/>
                  </a:lnTo>
                  <a:lnTo>
                    <a:pt x="14254" y="234675"/>
                  </a:lnTo>
                  <a:lnTo>
                    <a:pt x="16470" y="239485"/>
                  </a:lnTo>
                  <a:lnTo>
                    <a:pt x="18838" y="244223"/>
                  </a:lnTo>
                  <a:lnTo>
                    <a:pt x="21355" y="248883"/>
                  </a:lnTo>
                  <a:lnTo>
                    <a:pt x="24019" y="253462"/>
                  </a:lnTo>
                  <a:lnTo>
                    <a:pt x="26826" y="257953"/>
                  </a:lnTo>
                  <a:lnTo>
                    <a:pt x="29774" y="262354"/>
                  </a:lnTo>
                  <a:lnTo>
                    <a:pt x="32859" y="266659"/>
                  </a:lnTo>
                  <a:lnTo>
                    <a:pt x="36080" y="270863"/>
                  </a:lnTo>
                  <a:lnTo>
                    <a:pt x="39432" y="274964"/>
                  </a:lnTo>
                  <a:lnTo>
                    <a:pt x="42913" y="278957"/>
                  </a:lnTo>
                  <a:lnTo>
                    <a:pt x="46518" y="282837"/>
                  </a:lnTo>
                  <a:lnTo>
                    <a:pt x="50244" y="286601"/>
                  </a:lnTo>
                  <a:lnTo>
                    <a:pt x="54088" y="290245"/>
                  </a:lnTo>
                  <a:lnTo>
                    <a:pt x="58045" y="293766"/>
                  </a:lnTo>
                  <a:lnTo>
                    <a:pt x="62112" y="297159"/>
                  </a:lnTo>
                  <a:lnTo>
                    <a:pt x="66284" y="300422"/>
                  </a:lnTo>
                  <a:lnTo>
                    <a:pt x="70558" y="303551"/>
                  </a:lnTo>
                  <a:lnTo>
                    <a:pt x="74929" y="306543"/>
                  </a:lnTo>
                  <a:lnTo>
                    <a:pt x="79392" y="309395"/>
                  </a:lnTo>
                  <a:lnTo>
                    <a:pt x="83943" y="312105"/>
                  </a:lnTo>
                  <a:lnTo>
                    <a:pt x="88578" y="314668"/>
                  </a:lnTo>
                  <a:lnTo>
                    <a:pt x="93291" y="317084"/>
                  </a:lnTo>
                  <a:lnTo>
                    <a:pt x="98079" y="319349"/>
                  </a:lnTo>
                  <a:lnTo>
                    <a:pt x="102936" y="321461"/>
                  </a:lnTo>
                  <a:lnTo>
                    <a:pt x="107858" y="323419"/>
                  </a:lnTo>
                  <a:lnTo>
                    <a:pt x="112839" y="325219"/>
                  </a:lnTo>
                  <a:lnTo>
                    <a:pt x="117875" y="326861"/>
                  </a:lnTo>
                  <a:lnTo>
                    <a:pt x="122960" y="328342"/>
                  </a:lnTo>
                  <a:lnTo>
                    <a:pt x="128090" y="329662"/>
                  </a:lnTo>
                  <a:lnTo>
                    <a:pt x="133259" y="330818"/>
                  </a:lnTo>
                  <a:lnTo>
                    <a:pt x="138462" y="331810"/>
                  </a:lnTo>
                  <a:lnTo>
                    <a:pt x="143693" y="332637"/>
                  </a:lnTo>
                  <a:lnTo>
                    <a:pt x="148949" y="333297"/>
                  </a:lnTo>
                  <a:lnTo>
                    <a:pt x="154222" y="333791"/>
                  </a:lnTo>
                  <a:lnTo>
                    <a:pt x="159509" y="334118"/>
                  </a:lnTo>
                  <a:lnTo>
                    <a:pt x="164803" y="334276"/>
                  </a:lnTo>
                  <a:lnTo>
                    <a:pt x="170099" y="334267"/>
                  </a:lnTo>
                  <a:lnTo>
                    <a:pt x="175393" y="334090"/>
                  </a:lnTo>
                  <a:lnTo>
                    <a:pt x="180679" y="333746"/>
                  </a:lnTo>
                  <a:lnTo>
                    <a:pt x="185950" y="333234"/>
                  </a:lnTo>
                  <a:lnTo>
                    <a:pt x="191203" y="332556"/>
                  </a:lnTo>
                  <a:lnTo>
                    <a:pt x="196432" y="331711"/>
                  </a:lnTo>
                  <a:lnTo>
                    <a:pt x="201632" y="330701"/>
                  </a:lnTo>
                  <a:lnTo>
                    <a:pt x="206797" y="329527"/>
                  </a:lnTo>
                  <a:lnTo>
                    <a:pt x="211922" y="328190"/>
                  </a:lnTo>
                  <a:lnTo>
                    <a:pt x="217002" y="326692"/>
                  </a:lnTo>
                  <a:lnTo>
                    <a:pt x="222032" y="325033"/>
                  </a:lnTo>
                  <a:lnTo>
                    <a:pt x="227007" y="323215"/>
                  </a:lnTo>
                  <a:lnTo>
                    <a:pt x="231922" y="321241"/>
                  </a:lnTo>
                  <a:lnTo>
                    <a:pt x="236772" y="319112"/>
                  </a:lnTo>
                  <a:lnTo>
                    <a:pt x="241552" y="316831"/>
                  </a:lnTo>
                  <a:lnTo>
                    <a:pt x="246257" y="314399"/>
                  </a:lnTo>
                  <a:lnTo>
                    <a:pt x="250883" y="311819"/>
                  </a:lnTo>
                  <a:lnTo>
                    <a:pt x="255425" y="309095"/>
                  </a:lnTo>
                  <a:lnTo>
                    <a:pt x="259879" y="306227"/>
                  </a:lnTo>
                  <a:lnTo>
                    <a:pt x="264239" y="303220"/>
                  </a:lnTo>
                  <a:lnTo>
                    <a:pt x="268502" y="300077"/>
                  </a:lnTo>
                  <a:lnTo>
                    <a:pt x="272663" y="296799"/>
                  </a:lnTo>
                  <a:lnTo>
                    <a:pt x="276718" y="293392"/>
                  </a:lnTo>
                  <a:lnTo>
                    <a:pt x="280663" y="289858"/>
                  </a:lnTo>
                  <a:lnTo>
                    <a:pt x="284494" y="286201"/>
                  </a:lnTo>
                  <a:lnTo>
                    <a:pt x="288208" y="282424"/>
                  </a:lnTo>
                  <a:lnTo>
                    <a:pt x="291800" y="278531"/>
                  </a:lnTo>
                  <a:lnTo>
                    <a:pt x="295267" y="274527"/>
                  </a:lnTo>
                  <a:lnTo>
                    <a:pt x="298605" y="270415"/>
                  </a:lnTo>
                  <a:lnTo>
                    <a:pt x="301811" y="266199"/>
                  </a:lnTo>
                  <a:lnTo>
                    <a:pt x="304882" y="261884"/>
                  </a:lnTo>
                  <a:lnTo>
                    <a:pt x="307815" y="257473"/>
                  </a:lnTo>
                  <a:lnTo>
                    <a:pt x="310607" y="252972"/>
                  </a:lnTo>
                  <a:lnTo>
                    <a:pt x="313254" y="248385"/>
                  </a:lnTo>
                  <a:lnTo>
                    <a:pt x="315755" y="243716"/>
                  </a:lnTo>
                  <a:lnTo>
                    <a:pt x="318107" y="238970"/>
                  </a:lnTo>
                  <a:lnTo>
                    <a:pt x="320307" y="234152"/>
                  </a:lnTo>
                  <a:lnTo>
                    <a:pt x="322354" y="229267"/>
                  </a:lnTo>
                  <a:lnTo>
                    <a:pt x="324245" y="224319"/>
                  </a:lnTo>
                  <a:lnTo>
                    <a:pt x="325978" y="219314"/>
                  </a:lnTo>
                  <a:lnTo>
                    <a:pt x="327551" y="214256"/>
                  </a:lnTo>
                  <a:lnTo>
                    <a:pt x="328964" y="209152"/>
                  </a:lnTo>
                  <a:lnTo>
                    <a:pt x="330214" y="204005"/>
                  </a:lnTo>
                  <a:lnTo>
                    <a:pt x="331301" y="198821"/>
                  </a:lnTo>
                  <a:lnTo>
                    <a:pt x="332223" y="193605"/>
                  </a:lnTo>
                  <a:lnTo>
                    <a:pt x="332979" y="188363"/>
                  </a:lnTo>
                  <a:lnTo>
                    <a:pt x="333568" y="183099"/>
                  </a:lnTo>
                  <a:lnTo>
                    <a:pt x="333991" y="177819"/>
                  </a:lnTo>
                  <a:lnTo>
                    <a:pt x="334246" y="172529"/>
                  </a:lnTo>
                  <a:lnTo>
                    <a:pt x="334333" y="167233"/>
                  </a:lnTo>
                  <a:lnTo>
                    <a:pt x="334252" y="161937"/>
                  </a:lnTo>
                  <a:lnTo>
                    <a:pt x="334004" y="156646"/>
                  </a:lnTo>
                  <a:lnTo>
                    <a:pt x="333588" y="151366"/>
                  </a:lnTo>
                  <a:lnTo>
                    <a:pt x="333006" y="146101"/>
                  </a:lnTo>
                  <a:lnTo>
                    <a:pt x="332256" y="140858"/>
                  </a:lnTo>
                  <a:lnTo>
                    <a:pt x="331341" y="135641"/>
                  </a:lnTo>
                  <a:lnTo>
                    <a:pt x="330261" y="130456"/>
                  </a:lnTo>
                  <a:lnTo>
                    <a:pt x="329018" y="125307"/>
                  </a:lnTo>
                  <a:lnTo>
                    <a:pt x="327612" y="120200"/>
                  </a:lnTo>
                  <a:lnTo>
                    <a:pt x="326045" y="115141"/>
                  </a:lnTo>
                  <a:lnTo>
                    <a:pt x="324318" y="110134"/>
                  </a:lnTo>
                  <a:lnTo>
                    <a:pt x="322434" y="105184"/>
                  </a:lnTo>
                  <a:lnTo>
                    <a:pt x="320393" y="100296"/>
                  </a:lnTo>
                  <a:lnTo>
                    <a:pt x="318199" y="95475"/>
                  </a:lnTo>
                  <a:lnTo>
                    <a:pt x="315853" y="90726"/>
                  </a:lnTo>
                  <a:lnTo>
                    <a:pt x="313358" y="86054"/>
                  </a:lnTo>
                  <a:lnTo>
                    <a:pt x="310717" y="81463"/>
                  </a:lnTo>
                  <a:lnTo>
                    <a:pt x="307931" y="76958"/>
                  </a:lnTo>
                  <a:lnTo>
                    <a:pt x="305004" y="72544"/>
                  </a:lnTo>
                  <a:lnTo>
                    <a:pt x="301938" y="68225"/>
                  </a:lnTo>
                  <a:lnTo>
                    <a:pt x="298737" y="64005"/>
                  </a:lnTo>
                  <a:lnTo>
                    <a:pt x="295404" y="59888"/>
                  </a:lnTo>
                  <a:lnTo>
                    <a:pt x="291943" y="55880"/>
                  </a:lnTo>
                  <a:lnTo>
                    <a:pt x="288356" y="51982"/>
                  </a:lnTo>
                  <a:lnTo>
                    <a:pt x="284647" y="48201"/>
                  </a:lnTo>
                  <a:lnTo>
                    <a:pt x="280820" y="44539"/>
                  </a:lnTo>
                  <a:lnTo>
                    <a:pt x="276880" y="41000"/>
                  </a:lnTo>
                  <a:lnTo>
                    <a:pt x="272829" y="37587"/>
                  </a:lnTo>
                  <a:lnTo>
                    <a:pt x="268672" y="34305"/>
                  </a:lnTo>
                  <a:lnTo>
                    <a:pt x="264413" y="31156"/>
                  </a:lnTo>
                  <a:lnTo>
                    <a:pt x="260057" y="28143"/>
                  </a:lnTo>
                  <a:lnTo>
                    <a:pt x="255607" y="25270"/>
                  </a:lnTo>
                  <a:lnTo>
                    <a:pt x="251069" y="22539"/>
                  </a:lnTo>
                  <a:lnTo>
                    <a:pt x="246446" y="19954"/>
                  </a:lnTo>
                  <a:lnTo>
                    <a:pt x="241744" y="17516"/>
                  </a:lnTo>
                  <a:lnTo>
                    <a:pt x="236967" y="15228"/>
                  </a:lnTo>
                  <a:lnTo>
                    <a:pt x="232119" y="13093"/>
                  </a:lnTo>
                  <a:lnTo>
                    <a:pt x="227207" y="11113"/>
                  </a:lnTo>
                  <a:lnTo>
                    <a:pt x="222234" y="9289"/>
                  </a:lnTo>
                  <a:lnTo>
                    <a:pt x="217206" y="7624"/>
                  </a:lnTo>
                  <a:lnTo>
                    <a:pt x="212128" y="6118"/>
                  </a:lnTo>
                  <a:lnTo>
                    <a:pt x="207005" y="4775"/>
                  </a:lnTo>
                  <a:lnTo>
                    <a:pt x="201841" y="3594"/>
                  </a:lnTo>
                  <a:lnTo>
                    <a:pt x="196643" y="2578"/>
                  </a:lnTo>
                  <a:lnTo>
                    <a:pt x="191415" y="1726"/>
                  </a:lnTo>
                  <a:lnTo>
                    <a:pt x="186163" y="1041"/>
                  </a:lnTo>
                  <a:lnTo>
                    <a:pt x="180892" y="523"/>
                  </a:lnTo>
                  <a:lnTo>
                    <a:pt x="167166" y="167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8783" y="4397268"/>
              <a:ext cx="13726" cy="167167"/>
            </a:xfrm>
            <a:custGeom>
              <a:avLst/>
              <a:pathLst>
                <a:path w="13726" h="167167">
                  <a:moveTo>
                    <a:pt x="13726" y="5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981" y="4794382"/>
              <a:ext cx="584" cy="167167"/>
            </a:xfrm>
            <a:custGeom>
              <a:avLst/>
              <a:pathLst>
                <a:path w="584" h="167167">
                  <a:moveTo>
                    <a:pt x="584" y="0"/>
                  </a:moveTo>
                  <a:lnTo>
                    <a:pt x="0" y="1"/>
                  </a:lnTo>
                  <a:lnTo>
                    <a:pt x="58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981" y="4794383"/>
              <a:ext cx="584" cy="167166"/>
            </a:xfrm>
            <a:custGeom>
              <a:avLst/>
              <a:pathLst>
                <a:path w="584" h="167166">
                  <a:moveTo>
                    <a:pt x="0" y="0"/>
                  </a:moveTo>
                  <a:lnTo>
                    <a:pt x="584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51090" y="4794383"/>
              <a:ext cx="161476" cy="167166"/>
            </a:xfrm>
            <a:custGeom>
              <a:avLst/>
              <a:pathLst>
                <a:path w="161476" h="167166">
                  <a:moveTo>
                    <a:pt x="160891" y="0"/>
                  </a:moveTo>
                  <a:lnTo>
                    <a:pt x="155436" y="108"/>
                  </a:lnTo>
                  <a:lnTo>
                    <a:pt x="149987" y="394"/>
                  </a:lnTo>
                  <a:lnTo>
                    <a:pt x="144551" y="857"/>
                  </a:lnTo>
                  <a:lnTo>
                    <a:pt x="139133" y="1498"/>
                  </a:lnTo>
                  <a:lnTo>
                    <a:pt x="133738" y="2316"/>
                  </a:lnTo>
                  <a:lnTo>
                    <a:pt x="128373" y="3309"/>
                  </a:lnTo>
                  <a:lnTo>
                    <a:pt x="123043" y="4476"/>
                  </a:lnTo>
                  <a:lnTo>
                    <a:pt x="117754" y="5817"/>
                  </a:lnTo>
                  <a:lnTo>
                    <a:pt x="112512" y="7330"/>
                  </a:lnTo>
                  <a:lnTo>
                    <a:pt x="107322" y="9013"/>
                  </a:lnTo>
                  <a:lnTo>
                    <a:pt x="102189" y="10865"/>
                  </a:lnTo>
                  <a:lnTo>
                    <a:pt x="97120" y="12883"/>
                  </a:lnTo>
                  <a:lnTo>
                    <a:pt x="92119" y="15065"/>
                  </a:lnTo>
                  <a:lnTo>
                    <a:pt x="87193" y="17410"/>
                  </a:lnTo>
                  <a:lnTo>
                    <a:pt x="82345" y="19914"/>
                  </a:lnTo>
                  <a:lnTo>
                    <a:pt x="77582" y="22575"/>
                  </a:lnTo>
                  <a:lnTo>
                    <a:pt x="72908" y="25389"/>
                  </a:lnTo>
                  <a:lnTo>
                    <a:pt x="68328" y="28355"/>
                  </a:lnTo>
                  <a:lnTo>
                    <a:pt x="63847" y="31469"/>
                  </a:lnTo>
                  <a:lnTo>
                    <a:pt x="59471" y="34728"/>
                  </a:lnTo>
                  <a:lnTo>
                    <a:pt x="55203" y="38127"/>
                  </a:lnTo>
                  <a:lnTo>
                    <a:pt x="51049" y="41664"/>
                  </a:lnTo>
                  <a:lnTo>
                    <a:pt x="47012" y="45335"/>
                  </a:lnTo>
                  <a:lnTo>
                    <a:pt x="43097" y="49135"/>
                  </a:lnTo>
                  <a:lnTo>
                    <a:pt x="39308" y="53061"/>
                  </a:lnTo>
                  <a:lnTo>
                    <a:pt x="35649" y="57109"/>
                  </a:lnTo>
                  <a:lnTo>
                    <a:pt x="32125" y="61274"/>
                  </a:lnTo>
                  <a:lnTo>
                    <a:pt x="28738" y="65551"/>
                  </a:lnTo>
                  <a:lnTo>
                    <a:pt x="25492" y="69937"/>
                  </a:lnTo>
                  <a:lnTo>
                    <a:pt x="22392" y="74427"/>
                  </a:lnTo>
                  <a:lnTo>
                    <a:pt x="19439" y="79015"/>
                  </a:lnTo>
                  <a:lnTo>
                    <a:pt x="16638" y="83698"/>
                  </a:lnTo>
                  <a:lnTo>
                    <a:pt x="13991" y="88469"/>
                  </a:lnTo>
                  <a:lnTo>
                    <a:pt x="11502" y="93324"/>
                  </a:lnTo>
                  <a:lnTo>
                    <a:pt x="9172" y="98258"/>
                  </a:lnTo>
                  <a:lnTo>
                    <a:pt x="7004" y="103265"/>
                  </a:lnTo>
                  <a:lnTo>
                    <a:pt x="5001" y="108340"/>
                  </a:lnTo>
                  <a:lnTo>
                    <a:pt x="3165" y="113478"/>
                  </a:lnTo>
                  <a:lnTo>
                    <a:pt x="1497" y="118673"/>
                  </a:lnTo>
                  <a:lnTo>
                    <a:pt x="0" y="123919"/>
                  </a:lnTo>
                  <a:lnTo>
                    <a:pt x="161476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45404" y="4794382"/>
              <a:ext cx="334314" cy="334332"/>
            </a:xfrm>
            <a:custGeom>
              <a:avLst/>
              <a:pathLst>
                <a:path w="334314" h="334332">
                  <a:moveTo>
                    <a:pt x="5685" y="123921"/>
                  </a:moveTo>
                  <a:lnTo>
                    <a:pt x="4396" y="129057"/>
                  </a:lnTo>
                  <a:lnTo>
                    <a:pt x="3270" y="134232"/>
                  </a:lnTo>
                  <a:lnTo>
                    <a:pt x="2309" y="139440"/>
                  </a:lnTo>
                  <a:lnTo>
                    <a:pt x="1514" y="144676"/>
                  </a:lnTo>
                  <a:lnTo>
                    <a:pt x="884" y="149935"/>
                  </a:lnTo>
                  <a:lnTo>
                    <a:pt x="422" y="155210"/>
                  </a:lnTo>
                  <a:lnTo>
                    <a:pt x="127" y="160498"/>
                  </a:lnTo>
                  <a:lnTo>
                    <a:pt x="0" y="165793"/>
                  </a:lnTo>
                  <a:lnTo>
                    <a:pt x="40" y="171088"/>
                  </a:lnTo>
                  <a:lnTo>
                    <a:pt x="248" y="176380"/>
                  </a:lnTo>
                  <a:lnTo>
                    <a:pt x="624" y="181663"/>
                  </a:lnTo>
                  <a:lnTo>
                    <a:pt x="1166" y="186931"/>
                  </a:lnTo>
                  <a:lnTo>
                    <a:pt x="1876" y="192179"/>
                  </a:lnTo>
                  <a:lnTo>
                    <a:pt x="2751" y="197402"/>
                  </a:lnTo>
                  <a:lnTo>
                    <a:pt x="3791" y="202595"/>
                  </a:lnTo>
                  <a:lnTo>
                    <a:pt x="4995" y="207752"/>
                  </a:lnTo>
                  <a:lnTo>
                    <a:pt x="6362" y="212869"/>
                  </a:lnTo>
                  <a:lnTo>
                    <a:pt x="7891" y="217940"/>
                  </a:lnTo>
                  <a:lnTo>
                    <a:pt x="9579" y="222959"/>
                  </a:lnTo>
                  <a:lnTo>
                    <a:pt x="11425" y="227923"/>
                  </a:lnTo>
                  <a:lnTo>
                    <a:pt x="13428" y="232826"/>
                  </a:lnTo>
                  <a:lnTo>
                    <a:pt x="15585" y="237662"/>
                  </a:lnTo>
                  <a:lnTo>
                    <a:pt x="17894" y="242428"/>
                  </a:lnTo>
                  <a:lnTo>
                    <a:pt x="20353" y="247119"/>
                  </a:lnTo>
                  <a:lnTo>
                    <a:pt x="22959" y="251729"/>
                  </a:lnTo>
                  <a:lnTo>
                    <a:pt x="25710" y="256255"/>
                  </a:lnTo>
                  <a:lnTo>
                    <a:pt x="28603" y="260691"/>
                  </a:lnTo>
                  <a:lnTo>
                    <a:pt x="31635" y="265033"/>
                  </a:lnTo>
                  <a:lnTo>
                    <a:pt x="34804" y="269277"/>
                  </a:lnTo>
                  <a:lnTo>
                    <a:pt x="38104" y="273418"/>
                  </a:lnTo>
                  <a:lnTo>
                    <a:pt x="41535" y="277453"/>
                  </a:lnTo>
                  <a:lnTo>
                    <a:pt x="45091" y="281377"/>
                  </a:lnTo>
                  <a:lnTo>
                    <a:pt x="48770" y="285186"/>
                  </a:lnTo>
                  <a:lnTo>
                    <a:pt x="52568" y="288877"/>
                  </a:lnTo>
                  <a:lnTo>
                    <a:pt x="56481" y="292446"/>
                  </a:lnTo>
                  <a:lnTo>
                    <a:pt x="60505" y="295889"/>
                  </a:lnTo>
                  <a:lnTo>
                    <a:pt x="64636" y="299203"/>
                  </a:lnTo>
                  <a:lnTo>
                    <a:pt x="68870" y="302385"/>
                  </a:lnTo>
                  <a:lnTo>
                    <a:pt x="73203" y="305430"/>
                  </a:lnTo>
                  <a:lnTo>
                    <a:pt x="77630" y="308337"/>
                  </a:lnTo>
                  <a:lnTo>
                    <a:pt x="82146" y="311102"/>
                  </a:lnTo>
                  <a:lnTo>
                    <a:pt x="86748" y="313723"/>
                  </a:lnTo>
                  <a:lnTo>
                    <a:pt x="91431" y="316197"/>
                  </a:lnTo>
                  <a:lnTo>
                    <a:pt x="96190" y="318521"/>
                  </a:lnTo>
                  <a:lnTo>
                    <a:pt x="101020" y="320693"/>
                  </a:lnTo>
                  <a:lnTo>
                    <a:pt x="105916" y="322711"/>
                  </a:lnTo>
                  <a:lnTo>
                    <a:pt x="110874" y="324573"/>
                  </a:lnTo>
                  <a:lnTo>
                    <a:pt x="115888" y="326277"/>
                  </a:lnTo>
                  <a:lnTo>
                    <a:pt x="120954" y="327821"/>
                  </a:lnTo>
                  <a:lnTo>
                    <a:pt x="126066" y="329204"/>
                  </a:lnTo>
                  <a:lnTo>
                    <a:pt x="131220" y="330425"/>
                  </a:lnTo>
                  <a:lnTo>
                    <a:pt x="136409" y="331482"/>
                  </a:lnTo>
                  <a:lnTo>
                    <a:pt x="141630" y="332373"/>
                  </a:lnTo>
                  <a:lnTo>
                    <a:pt x="146876" y="333099"/>
                  </a:lnTo>
                  <a:lnTo>
                    <a:pt x="152142" y="333658"/>
                  </a:lnTo>
                  <a:lnTo>
                    <a:pt x="157424" y="334051"/>
                  </a:lnTo>
                  <a:lnTo>
                    <a:pt x="162715" y="334275"/>
                  </a:lnTo>
                  <a:lnTo>
                    <a:pt x="168010" y="334332"/>
                  </a:lnTo>
                  <a:lnTo>
                    <a:pt x="173305" y="334221"/>
                  </a:lnTo>
                  <a:lnTo>
                    <a:pt x="178594" y="333943"/>
                  </a:lnTo>
                  <a:lnTo>
                    <a:pt x="183871" y="333497"/>
                  </a:lnTo>
                  <a:lnTo>
                    <a:pt x="189131" y="332884"/>
                  </a:lnTo>
                  <a:lnTo>
                    <a:pt x="194370" y="332105"/>
                  </a:lnTo>
                  <a:lnTo>
                    <a:pt x="199581" y="331161"/>
                  </a:lnTo>
                  <a:lnTo>
                    <a:pt x="204759" y="330051"/>
                  </a:lnTo>
                  <a:lnTo>
                    <a:pt x="209900" y="328779"/>
                  </a:lnTo>
                  <a:lnTo>
                    <a:pt x="214998" y="327344"/>
                  </a:lnTo>
                  <a:lnTo>
                    <a:pt x="220048" y="325748"/>
                  </a:lnTo>
                  <a:lnTo>
                    <a:pt x="225045" y="323993"/>
                  </a:lnTo>
                  <a:lnTo>
                    <a:pt x="229983" y="322081"/>
                  </a:lnTo>
                  <a:lnTo>
                    <a:pt x="234859" y="320013"/>
                  </a:lnTo>
                  <a:lnTo>
                    <a:pt x="239667" y="317792"/>
                  </a:lnTo>
                  <a:lnTo>
                    <a:pt x="244402" y="315420"/>
                  </a:lnTo>
                  <a:lnTo>
                    <a:pt x="249059" y="312899"/>
                  </a:lnTo>
                  <a:lnTo>
                    <a:pt x="253634" y="310231"/>
                  </a:lnTo>
                  <a:lnTo>
                    <a:pt x="258122" y="307420"/>
                  </a:lnTo>
                  <a:lnTo>
                    <a:pt x="262520" y="304469"/>
                  </a:lnTo>
                  <a:lnTo>
                    <a:pt x="266821" y="301379"/>
                  </a:lnTo>
                  <a:lnTo>
                    <a:pt x="271022" y="298155"/>
                  </a:lnTo>
                  <a:lnTo>
                    <a:pt x="275120" y="294799"/>
                  </a:lnTo>
                  <a:lnTo>
                    <a:pt x="279108" y="291315"/>
                  </a:lnTo>
                  <a:lnTo>
                    <a:pt x="282985" y="287707"/>
                  </a:lnTo>
                  <a:lnTo>
                    <a:pt x="286745" y="283978"/>
                  </a:lnTo>
                  <a:lnTo>
                    <a:pt x="290385" y="280131"/>
                  </a:lnTo>
                  <a:lnTo>
                    <a:pt x="293902" y="276171"/>
                  </a:lnTo>
                  <a:lnTo>
                    <a:pt x="297291" y="272101"/>
                  </a:lnTo>
                  <a:lnTo>
                    <a:pt x="300549" y="267927"/>
                  </a:lnTo>
                  <a:lnTo>
                    <a:pt x="303674" y="263651"/>
                  </a:lnTo>
                  <a:lnTo>
                    <a:pt x="306662" y="259278"/>
                  </a:lnTo>
                  <a:lnTo>
                    <a:pt x="309510" y="254813"/>
                  </a:lnTo>
                  <a:lnTo>
                    <a:pt x="312215" y="250260"/>
                  </a:lnTo>
                  <a:lnTo>
                    <a:pt x="314774" y="245623"/>
                  </a:lnTo>
                  <a:lnTo>
                    <a:pt x="317185" y="240908"/>
                  </a:lnTo>
                  <a:lnTo>
                    <a:pt x="319446" y="236119"/>
                  </a:lnTo>
                  <a:lnTo>
                    <a:pt x="321554" y="231260"/>
                  </a:lnTo>
                  <a:lnTo>
                    <a:pt x="323506" y="226338"/>
                  </a:lnTo>
                  <a:lnTo>
                    <a:pt x="325302" y="221355"/>
                  </a:lnTo>
                  <a:lnTo>
                    <a:pt x="326939" y="216319"/>
                  </a:lnTo>
                  <a:lnTo>
                    <a:pt x="328416" y="211233"/>
                  </a:lnTo>
                  <a:lnTo>
                    <a:pt x="329731" y="206103"/>
                  </a:lnTo>
                  <a:lnTo>
                    <a:pt x="330883" y="200934"/>
                  </a:lnTo>
                  <a:lnTo>
                    <a:pt x="331870" y="195731"/>
                  </a:lnTo>
                  <a:lnTo>
                    <a:pt x="332692" y="190499"/>
                  </a:lnTo>
                  <a:lnTo>
                    <a:pt x="333348" y="185244"/>
                  </a:lnTo>
                  <a:lnTo>
                    <a:pt x="333838" y="179970"/>
                  </a:lnTo>
                  <a:lnTo>
                    <a:pt x="334160" y="174684"/>
                  </a:lnTo>
                  <a:lnTo>
                    <a:pt x="334314" y="169390"/>
                  </a:lnTo>
                  <a:lnTo>
                    <a:pt x="334300" y="164094"/>
                  </a:lnTo>
                  <a:lnTo>
                    <a:pt x="334119" y="158802"/>
                  </a:lnTo>
                  <a:lnTo>
                    <a:pt x="333771" y="153517"/>
                  </a:lnTo>
                  <a:lnTo>
                    <a:pt x="333255" y="148246"/>
                  </a:lnTo>
                  <a:lnTo>
                    <a:pt x="332572" y="142995"/>
                  </a:lnTo>
                  <a:lnTo>
                    <a:pt x="331723" y="137767"/>
                  </a:lnTo>
                  <a:lnTo>
                    <a:pt x="330709" y="132569"/>
                  </a:lnTo>
                  <a:lnTo>
                    <a:pt x="329531" y="127406"/>
                  </a:lnTo>
                  <a:lnTo>
                    <a:pt x="328190" y="122282"/>
                  </a:lnTo>
                  <a:lnTo>
                    <a:pt x="326688" y="117204"/>
                  </a:lnTo>
                  <a:lnTo>
                    <a:pt x="325025" y="112176"/>
                  </a:lnTo>
                  <a:lnTo>
                    <a:pt x="323204" y="107203"/>
                  </a:lnTo>
                  <a:lnTo>
                    <a:pt x="321226" y="102290"/>
                  </a:lnTo>
                  <a:lnTo>
                    <a:pt x="319094" y="97442"/>
                  </a:lnTo>
                  <a:lnTo>
                    <a:pt x="316809" y="92665"/>
                  </a:lnTo>
                  <a:lnTo>
                    <a:pt x="314374" y="87962"/>
                  </a:lnTo>
                  <a:lnTo>
                    <a:pt x="311791" y="83338"/>
                  </a:lnTo>
                  <a:lnTo>
                    <a:pt x="309063" y="78799"/>
                  </a:lnTo>
                  <a:lnTo>
                    <a:pt x="306192" y="74348"/>
                  </a:lnTo>
                  <a:lnTo>
                    <a:pt x="303182" y="69991"/>
                  </a:lnTo>
                  <a:lnTo>
                    <a:pt x="300036" y="65731"/>
                  </a:lnTo>
                  <a:lnTo>
                    <a:pt x="296756" y="61573"/>
                  </a:lnTo>
                  <a:lnTo>
                    <a:pt x="293346" y="57521"/>
                  </a:lnTo>
                  <a:lnTo>
                    <a:pt x="289810" y="53579"/>
                  </a:lnTo>
                  <a:lnTo>
                    <a:pt x="286150" y="49750"/>
                  </a:lnTo>
                  <a:lnTo>
                    <a:pt x="282371" y="46040"/>
                  </a:lnTo>
                  <a:lnTo>
                    <a:pt x="278476" y="42452"/>
                  </a:lnTo>
                  <a:lnTo>
                    <a:pt x="274470" y="38988"/>
                  </a:lnTo>
                  <a:lnTo>
                    <a:pt x="270356" y="35653"/>
                  </a:lnTo>
                  <a:lnTo>
                    <a:pt x="266138" y="32450"/>
                  </a:lnTo>
                  <a:lnTo>
                    <a:pt x="261821" y="29383"/>
                  </a:lnTo>
                  <a:lnTo>
                    <a:pt x="257409" y="26453"/>
                  </a:lnTo>
                  <a:lnTo>
                    <a:pt x="252906" y="23665"/>
                  </a:lnTo>
                  <a:lnTo>
                    <a:pt x="248318" y="21021"/>
                  </a:lnTo>
                  <a:lnTo>
                    <a:pt x="243647" y="18524"/>
                  </a:lnTo>
                  <a:lnTo>
                    <a:pt x="238901" y="16175"/>
                  </a:lnTo>
                  <a:lnTo>
                    <a:pt x="234082" y="13979"/>
                  </a:lnTo>
                  <a:lnTo>
                    <a:pt x="229196" y="11936"/>
                  </a:lnTo>
                  <a:lnTo>
                    <a:pt x="224247" y="10049"/>
                  </a:lnTo>
                  <a:lnTo>
                    <a:pt x="219242" y="8319"/>
                  </a:lnTo>
                  <a:lnTo>
                    <a:pt x="214184" y="6749"/>
                  </a:lnTo>
                  <a:lnTo>
                    <a:pt x="209079" y="5340"/>
                  </a:lnTo>
                  <a:lnTo>
                    <a:pt x="203931" y="4094"/>
                  </a:lnTo>
                  <a:lnTo>
                    <a:pt x="198747" y="3011"/>
                  </a:lnTo>
                  <a:lnTo>
                    <a:pt x="193532" y="2093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31" y="5103947"/>
              <a:ext cx="56" cy="167167"/>
            </a:xfrm>
            <a:custGeom>
              <a:avLst/>
              <a:pathLst>
                <a:path w="56" h="167167">
                  <a:moveTo>
                    <a:pt x="0" y="0"/>
                  </a:moveTo>
                  <a:lnTo>
                    <a:pt x="5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61930" y="5103947"/>
              <a:ext cx="334325" cy="334325"/>
            </a:xfrm>
            <a:custGeom>
              <a:avLst/>
              <a:pathLst>
                <a:path w="334325" h="334325">
                  <a:moveTo>
                    <a:pt x="167101" y="0"/>
                  </a:moveTo>
                  <a:lnTo>
                    <a:pt x="161816" y="85"/>
                  </a:lnTo>
                  <a:lnTo>
                    <a:pt x="156536" y="337"/>
                  </a:lnTo>
                  <a:lnTo>
                    <a:pt x="151267" y="756"/>
                  </a:lnTo>
                  <a:lnTo>
                    <a:pt x="146014" y="1342"/>
                  </a:lnTo>
                  <a:lnTo>
                    <a:pt x="140782" y="2093"/>
                  </a:lnTo>
                  <a:lnTo>
                    <a:pt x="135576" y="3010"/>
                  </a:lnTo>
                  <a:lnTo>
                    <a:pt x="130402" y="4090"/>
                  </a:lnTo>
                  <a:lnTo>
                    <a:pt x="125265" y="5334"/>
                  </a:lnTo>
                  <a:lnTo>
                    <a:pt x="120170" y="6739"/>
                  </a:lnTo>
                  <a:lnTo>
                    <a:pt x="115121" y="8305"/>
                  </a:lnTo>
                  <a:lnTo>
                    <a:pt x="110125" y="10029"/>
                  </a:lnTo>
                  <a:lnTo>
                    <a:pt x="105185" y="11911"/>
                  </a:lnTo>
                  <a:lnTo>
                    <a:pt x="100308" y="13948"/>
                  </a:lnTo>
                  <a:lnTo>
                    <a:pt x="95497" y="16138"/>
                  </a:lnTo>
                  <a:lnTo>
                    <a:pt x="90758" y="18479"/>
                  </a:lnTo>
                  <a:lnTo>
                    <a:pt x="86096" y="20969"/>
                  </a:lnTo>
                  <a:lnTo>
                    <a:pt x="81514" y="23605"/>
                  </a:lnTo>
                  <a:lnTo>
                    <a:pt x="77018" y="26384"/>
                  </a:lnTo>
                  <a:lnTo>
                    <a:pt x="72613" y="29304"/>
                  </a:lnTo>
                  <a:lnTo>
                    <a:pt x="68301" y="32362"/>
                  </a:lnTo>
                  <a:lnTo>
                    <a:pt x="64089" y="35555"/>
                  </a:lnTo>
                  <a:lnTo>
                    <a:pt x="59979" y="38879"/>
                  </a:lnTo>
                  <a:lnTo>
                    <a:pt x="55977" y="42332"/>
                  </a:lnTo>
                  <a:lnTo>
                    <a:pt x="52086" y="45909"/>
                  </a:lnTo>
                  <a:lnTo>
                    <a:pt x="48310" y="49608"/>
                  </a:lnTo>
                  <a:lnTo>
                    <a:pt x="44653" y="53424"/>
                  </a:lnTo>
                  <a:lnTo>
                    <a:pt x="41118" y="57354"/>
                  </a:lnTo>
                  <a:lnTo>
                    <a:pt x="37709" y="61393"/>
                  </a:lnTo>
                  <a:lnTo>
                    <a:pt x="34430" y="65539"/>
                  </a:lnTo>
                  <a:lnTo>
                    <a:pt x="31283" y="69786"/>
                  </a:lnTo>
                  <a:lnTo>
                    <a:pt x="28273" y="74130"/>
                  </a:lnTo>
                  <a:lnTo>
                    <a:pt x="25401" y="78567"/>
                  </a:lnTo>
                  <a:lnTo>
                    <a:pt x="22670" y="83093"/>
                  </a:lnTo>
                  <a:lnTo>
                    <a:pt x="20085" y="87703"/>
                  </a:lnTo>
                  <a:lnTo>
                    <a:pt x="17646" y="92393"/>
                  </a:lnTo>
                  <a:lnTo>
                    <a:pt x="15357" y="97157"/>
                  </a:lnTo>
                  <a:lnTo>
                    <a:pt x="13219" y="101991"/>
                  </a:lnTo>
                  <a:lnTo>
                    <a:pt x="11236" y="106890"/>
                  </a:lnTo>
                  <a:lnTo>
                    <a:pt x="9408" y="111850"/>
                  </a:lnTo>
                  <a:lnTo>
                    <a:pt x="7738" y="116865"/>
                  </a:lnTo>
                  <a:lnTo>
                    <a:pt x="6227" y="121930"/>
                  </a:lnTo>
                  <a:lnTo>
                    <a:pt x="4878" y="127040"/>
                  </a:lnTo>
                  <a:lnTo>
                    <a:pt x="3690" y="132191"/>
                  </a:lnTo>
                  <a:lnTo>
                    <a:pt x="2666" y="137377"/>
                  </a:lnTo>
                  <a:lnTo>
                    <a:pt x="1806" y="142592"/>
                  </a:lnTo>
                  <a:lnTo>
                    <a:pt x="1112" y="147832"/>
                  </a:lnTo>
                  <a:lnTo>
                    <a:pt x="584" y="153091"/>
                  </a:lnTo>
                  <a:lnTo>
                    <a:pt x="222" y="158364"/>
                  </a:lnTo>
                  <a:lnTo>
                    <a:pt x="27" y="163646"/>
                  </a:lnTo>
                  <a:lnTo>
                    <a:pt x="0" y="168932"/>
                  </a:lnTo>
                  <a:lnTo>
                    <a:pt x="139" y="174216"/>
                  </a:lnTo>
                  <a:lnTo>
                    <a:pt x="445" y="179492"/>
                  </a:lnTo>
                  <a:lnTo>
                    <a:pt x="918" y="184757"/>
                  </a:lnTo>
                  <a:lnTo>
                    <a:pt x="1557" y="190004"/>
                  </a:lnTo>
                  <a:lnTo>
                    <a:pt x="2362" y="195228"/>
                  </a:lnTo>
                  <a:lnTo>
                    <a:pt x="3332" y="200424"/>
                  </a:lnTo>
                  <a:lnTo>
                    <a:pt x="4465" y="205586"/>
                  </a:lnTo>
                  <a:lnTo>
                    <a:pt x="5761" y="210711"/>
                  </a:lnTo>
                  <a:lnTo>
                    <a:pt x="7218" y="215792"/>
                  </a:lnTo>
                  <a:lnTo>
                    <a:pt x="8835" y="220824"/>
                  </a:lnTo>
                  <a:lnTo>
                    <a:pt x="10611" y="225802"/>
                  </a:lnTo>
                  <a:lnTo>
                    <a:pt x="12543" y="230722"/>
                  </a:lnTo>
                  <a:lnTo>
                    <a:pt x="14630" y="235579"/>
                  </a:lnTo>
                  <a:lnTo>
                    <a:pt x="16869" y="240367"/>
                  </a:lnTo>
                  <a:lnTo>
                    <a:pt x="19258" y="245081"/>
                  </a:lnTo>
                  <a:lnTo>
                    <a:pt x="21795" y="249718"/>
                  </a:lnTo>
                  <a:lnTo>
                    <a:pt x="24478" y="254273"/>
                  </a:lnTo>
                  <a:lnTo>
                    <a:pt x="27303" y="258740"/>
                  </a:lnTo>
                  <a:lnTo>
                    <a:pt x="30268" y="263116"/>
                  </a:lnTo>
                  <a:lnTo>
                    <a:pt x="33370" y="267395"/>
                  </a:lnTo>
                  <a:lnTo>
                    <a:pt x="36605" y="271575"/>
                  </a:lnTo>
                  <a:lnTo>
                    <a:pt x="39971" y="275650"/>
                  </a:lnTo>
                  <a:lnTo>
                    <a:pt x="43465" y="279617"/>
                  </a:lnTo>
                  <a:lnTo>
                    <a:pt x="47082" y="283471"/>
                  </a:lnTo>
                  <a:lnTo>
                    <a:pt x="50819" y="287209"/>
                  </a:lnTo>
                  <a:lnTo>
                    <a:pt x="54672" y="290827"/>
                  </a:lnTo>
                  <a:lnTo>
                    <a:pt x="58638" y="294322"/>
                  </a:lnTo>
                  <a:lnTo>
                    <a:pt x="62712" y="297689"/>
                  </a:lnTo>
                  <a:lnTo>
                    <a:pt x="66891" y="300926"/>
                  </a:lnTo>
                  <a:lnTo>
                    <a:pt x="71170" y="304029"/>
                  </a:lnTo>
                  <a:lnTo>
                    <a:pt x="75544" y="306995"/>
                  </a:lnTo>
                  <a:lnTo>
                    <a:pt x="80011" y="309822"/>
                  </a:lnTo>
                  <a:lnTo>
                    <a:pt x="84564" y="312506"/>
                  </a:lnTo>
                  <a:lnTo>
                    <a:pt x="89201" y="315044"/>
                  </a:lnTo>
                  <a:lnTo>
                    <a:pt x="93915" y="317435"/>
                  </a:lnTo>
                  <a:lnTo>
                    <a:pt x="98702" y="319675"/>
                  </a:lnTo>
                  <a:lnTo>
                    <a:pt x="103558" y="321763"/>
                  </a:lnTo>
                  <a:lnTo>
                    <a:pt x="108477" y="323697"/>
                  </a:lnTo>
                  <a:lnTo>
                    <a:pt x="113455" y="325474"/>
                  </a:lnTo>
                  <a:lnTo>
                    <a:pt x="118487" y="327092"/>
                  </a:lnTo>
                  <a:lnTo>
                    <a:pt x="123567" y="328551"/>
                  </a:lnTo>
                  <a:lnTo>
                    <a:pt x="128691" y="329848"/>
                  </a:lnTo>
                  <a:lnTo>
                    <a:pt x="133854" y="330983"/>
                  </a:lnTo>
                  <a:lnTo>
                    <a:pt x="139049" y="331954"/>
                  </a:lnTo>
                  <a:lnTo>
                    <a:pt x="144273" y="332761"/>
                  </a:lnTo>
                  <a:lnTo>
                    <a:pt x="149520" y="333401"/>
                  </a:lnTo>
                  <a:lnTo>
                    <a:pt x="154784" y="333876"/>
                  </a:lnTo>
                  <a:lnTo>
                    <a:pt x="160061" y="334184"/>
                  </a:lnTo>
                  <a:lnTo>
                    <a:pt x="165345" y="334325"/>
                  </a:lnTo>
                  <a:lnTo>
                    <a:pt x="170630" y="334298"/>
                  </a:lnTo>
                  <a:lnTo>
                    <a:pt x="175912" y="334105"/>
                  </a:lnTo>
                  <a:lnTo>
                    <a:pt x="181186" y="333745"/>
                  </a:lnTo>
                  <a:lnTo>
                    <a:pt x="186445" y="333218"/>
                  </a:lnTo>
                  <a:lnTo>
                    <a:pt x="191685" y="332525"/>
                  </a:lnTo>
                  <a:lnTo>
                    <a:pt x="196901" y="331667"/>
                  </a:lnTo>
                  <a:lnTo>
                    <a:pt x="202086" y="330645"/>
                  </a:lnTo>
                  <a:lnTo>
                    <a:pt x="207237" y="329459"/>
                  </a:lnTo>
                  <a:lnTo>
                    <a:pt x="212348" y="328110"/>
                  </a:lnTo>
                  <a:lnTo>
                    <a:pt x="217414" y="326601"/>
                  </a:lnTo>
                  <a:lnTo>
                    <a:pt x="222429" y="324933"/>
                  </a:lnTo>
                  <a:lnTo>
                    <a:pt x="227389" y="323106"/>
                  </a:lnTo>
                  <a:lnTo>
                    <a:pt x="232289" y="321124"/>
                  </a:lnTo>
                  <a:lnTo>
                    <a:pt x="237124" y="318988"/>
                  </a:lnTo>
                  <a:lnTo>
                    <a:pt x="241889" y="316700"/>
                  </a:lnTo>
                  <a:lnTo>
                    <a:pt x="246579" y="314263"/>
                  </a:lnTo>
                  <a:lnTo>
                    <a:pt x="251190" y="311678"/>
                  </a:lnTo>
                  <a:lnTo>
                    <a:pt x="255716" y="308949"/>
                  </a:lnTo>
                  <a:lnTo>
                    <a:pt x="260155" y="306079"/>
                  </a:lnTo>
                  <a:lnTo>
                    <a:pt x="264500" y="303069"/>
                  </a:lnTo>
                  <a:lnTo>
                    <a:pt x="268748" y="299924"/>
                  </a:lnTo>
                  <a:lnTo>
                    <a:pt x="272894" y="296646"/>
                  </a:lnTo>
                  <a:lnTo>
                    <a:pt x="276935" y="293238"/>
                  </a:lnTo>
                  <a:lnTo>
                    <a:pt x="280866" y="289705"/>
                  </a:lnTo>
                  <a:lnTo>
                    <a:pt x="284683" y="286048"/>
                  </a:lnTo>
                  <a:lnTo>
                    <a:pt x="288382" y="282273"/>
                  </a:lnTo>
                  <a:lnTo>
                    <a:pt x="291961" y="278383"/>
                  </a:lnTo>
                  <a:lnTo>
                    <a:pt x="295415" y="274382"/>
                  </a:lnTo>
                  <a:lnTo>
                    <a:pt x="298740" y="270274"/>
                  </a:lnTo>
                  <a:lnTo>
                    <a:pt x="301934" y="266062"/>
                  </a:lnTo>
                  <a:lnTo>
                    <a:pt x="304993" y="261752"/>
                  </a:lnTo>
                  <a:lnTo>
                    <a:pt x="307915" y="257347"/>
                  </a:lnTo>
                  <a:lnTo>
                    <a:pt x="310695" y="252852"/>
                  </a:lnTo>
                  <a:lnTo>
                    <a:pt x="313333" y="248271"/>
                  </a:lnTo>
                  <a:lnTo>
                    <a:pt x="315824" y="243609"/>
                  </a:lnTo>
                  <a:lnTo>
                    <a:pt x="318166" y="238871"/>
                  </a:lnTo>
                  <a:lnTo>
                    <a:pt x="320357" y="234061"/>
                  </a:lnTo>
                  <a:lnTo>
                    <a:pt x="322396" y="229184"/>
                  </a:lnTo>
                  <a:lnTo>
                    <a:pt x="324279" y="224245"/>
                  </a:lnTo>
                  <a:lnTo>
                    <a:pt x="326005" y="219249"/>
                  </a:lnTo>
                  <a:lnTo>
                    <a:pt x="327572" y="214201"/>
                  </a:lnTo>
                  <a:lnTo>
                    <a:pt x="328979" y="209106"/>
                  </a:lnTo>
                  <a:lnTo>
                    <a:pt x="330224" y="203969"/>
                  </a:lnTo>
                  <a:lnTo>
                    <a:pt x="331306" y="198796"/>
                  </a:lnTo>
                  <a:lnTo>
                    <a:pt x="332224" y="193590"/>
                  </a:lnTo>
                  <a:lnTo>
                    <a:pt x="332976" y="188358"/>
                  </a:lnTo>
                  <a:lnTo>
                    <a:pt x="333564" y="183105"/>
                  </a:lnTo>
                  <a:lnTo>
                    <a:pt x="333984" y="177837"/>
                  </a:lnTo>
                  <a:lnTo>
                    <a:pt x="334238" y="172557"/>
                  </a:lnTo>
                  <a:lnTo>
                    <a:pt x="334325" y="167272"/>
                  </a:lnTo>
                  <a:lnTo>
                    <a:pt x="334245" y="161987"/>
                  </a:lnTo>
                  <a:lnTo>
                    <a:pt x="333998" y="156707"/>
                  </a:lnTo>
                  <a:lnTo>
                    <a:pt x="333583" y="151438"/>
                  </a:lnTo>
                  <a:lnTo>
                    <a:pt x="333003" y="146184"/>
                  </a:lnTo>
                  <a:lnTo>
                    <a:pt x="332257" y="140951"/>
                  </a:lnTo>
                  <a:lnTo>
                    <a:pt x="331345" y="135745"/>
                  </a:lnTo>
                  <a:lnTo>
                    <a:pt x="330270" y="130570"/>
                  </a:lnTo>
                  <a:lnTo>
                    <a:pt x="329031" y="125431"/>
                  </a:lnTo>
                  <a:lnTo>
                    <a:pt x="327631" y="120334"/>
                  </a:lnTo>
                  <a:lnTo>
                    <a:pt x="326070" y="115285"/>
                  </a:lnTo>
                  <a:lnTo>
                    <a:pt x="324350" y="110286"/>
                  </a:lnTo>
                  <a:lnTo>
                    <a:pt x="322474" y="105345"/>
                  </a:lnTo>
                  <a:lnTo>
                    <a:pt x="320441" y="100466"/>
                  </a:lnTo>
                  <a:lnTo>
                    <a:pt x="318256" y="95653"/>
                  </a:lnTo>
                  <a:lnTo>
                    <a:pt x="315920" y="90912"/>
                  </a:lnTo>
                  <a:lnTo>
                    <a:pt x="313434" y="86247"/>
                  </a:lnTo>
                  <a:lnTo>
                    <a:pt x="310803" y="81663"/>
                  </a:lnTo>
                  <a:lnTo>
                    <a:pt x="308028" y="77164"/>
                  </a:lnTo>
                  <a:lnTo>
                    <a:pt x="305112" y="72756"/>
                  </a:lnTo>
                  <a:lnTo>
                    <a:pt x="302058" y="68441"/>
                  </a:lnTo>
                  <a:lnTo>
                    <a:pt x="298870" y="64226"/>
                  </a:lnTo>
                  <a:lnTo>
                    <a:pt x="295549" y="60113"/>
                  </a:lnTo>
                  <a:lnTo>
                    <a:pt x="292101" y="56108"/>
                  </a:lnTo>
                  <a:lnTo>
                    <a:pt x="288527" y="52213"/>
                  </a:lnTo>
                  <a:lnTo>
                    <a:pt x="284832" y="48433"/>
                  </a:lnTo>
                  <a:lnTo>
                    <a:pt x="281020" y="44772"/>
                  </a:lnTo>
                  <a:lnTo>
                    <a:pt x="277093" y="41234"/>
                  </a:lnTo>
                  <a:lnTo>
                    <a:pt x="273057" y="37821"/>
                  </a:lnTo>
                  <a:lnTo>
                    <a:pt x="268915" y="34538"/>
                  </a:lnTo>
                  <a:lnTo>
                    <a:pt x="264671" y="31387"/>
                  </a:lnTo>
                  <a:lnTo>
                    <a:pt x="260329" y="28372"/>
                  </a:lnTo>
                  <a:lnTo>
                    <a:pt x="255895" y="25496"/>
                  </a:lnTo>
                  <a:lnTo>
                    <a:pt x="251371" y="22761"/>
                  </a:lnTo>
                  <a:lnTo>
                    <a:pt x="246764" y="20171"/>
                  </a:lnTo>
                  <a:lnTo>
                    <a:pt x="242077" y="17728"/>
                  </a:lnTo>
                  <a:lnTo>
                    <a:pt x="237315" y="15434"/>
                  </a:lnTo>
                  <a:lnTo>
                    <a:pt x="232483" y="13292"/>
                  </a:lnTo>
                  <a:lnTo>
                    <a:pt x="227585" y="11303"/>
                  </a:lnTo>
                  <a:lnTo>
                    <a:pt x="222628" y="9471"/>
                  </a:lnTo>
                  <a:lnTo>
                    <a:pt x="217614" y="7796"/>
                  </a:lnTo>
                  <a:lnTo>
                    <a:pt x="212551" y="6281"/>
                  </a:lnTo>
                  <a:lnTo>
                    <a:pt x="207441" y="4926"/>
                  </a:lnTo>
                  <a:lnTo>
                    <a:pt x="202292" y="3733"/>
                  </a:lnTo>
                  <a:lnTo>
                    <a:pt x="197108" y="2704"/>
                  </a:lnTo>
                  <a:lnTo>
                    <a:pt x="191893" y="1840"/>
                  </a:lnTo>
                  <a:lnTo>
                    <a:pt x="186654" y="114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88" y="5103947"/>
              <a:ext cx="19496" cy="167167"/>
            </a:xfrm>
            <a:custGeom>
              <a:avLst/>
              <a:pathLst>
                <a:path w="19496" h="167167">
                  <a:moveTo>
                    <a:pt x="19496" y="1140"/>
                  </a:moveTo>
                  <a:lnTo>
                    <a:pt x="9764" y="2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91" y="5309273"/>
              <a:ext cx="2" cy="167167"/>
            </a:xfrm>
            <a:custGeom>
              <a:avLst/>
              <a:pathLst>
                <a:path w="2" h="167167">
                  <a:moveTo>
                    <a:pt x="0" y="0"/>
                  </a:moveTo>
                  <a:lnTo>
                    <a:pt x="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43262" y="5309273"/>
              <a:ext cx="162632" cy="167167"/>
            </a:xfrm>
            <a:custGeom>
              <a:avLst/>
              <a:pathLst>
                <a:path w="162632" h="167167">
                  <a:moveTo>
                    <a:pt x="162629" y="0"/>
                  </a:moveTo>
                  <a:lnTo>
                    <a:pt x="157178" y="89"/>
                  </a:lnTo>
                  <a:lnTo>
                    <a:pt x="151732" y="355"/>
                  </a:lnTo>
                  <a:lnTo>
                    <a:pt x="146298" y="799"/>
                  </a:lnTo>
                  <a:lnTo>
                    <a:pt x="140881" y="1421"/>
                  </a:lnTo>
                  <a:lnTo>
                    <a:pt x="135487" y="2218"/>
                  </a:lnTo>
                  <a:lnTo>
                    <a:pt x="130122" y="3191"/>
                  </a:lnTo>
                  <a:lnTo>
                    <a:pt x="124792" y="4339"/>
                  </a:lnTo>
                  <a:lnTo>
                    <a:pt x="119502" y="5659"/>
                  </a:lnTo>
                  <a:lnTo>
                    <a:pt x="114258" y="7152"/>
                  </a:lnTo>
                  <a:lnTo>
                    <a:pt x="109065" y="8815"/>
                  </a:lnTo>
                  <a:lnTo>
                    <a:pt x="103929" y="10646"/>
                  </a:lnTo>
                  <a:lnTo>
                    <a:pt x="98856" y="12643"/>
                  </a:lnTo>
                  <a:lnTo>
                    <a:pt x="93851" y="14805"/>
                  </a:lnTo>
                  <a:lnTo>
                    <a:pt x="88918" y="17130"/>
                  </a:lnTo>
                  <a:lnTo>
                    <a:pt x="84065" y="19613"/>
                  </a:lnTo>
                  <a:lnTo>
                    <a:pt x="79294" y="22254"/>
                  </a:lnTo>
                  <a:lnTo>
                    <a:pt x="74613" y="25049"/>
                  </a:lnTo>
                  <a:lnTo>
                    <a:pt x="70025" y="27995"/>
                  </a:lnTo>
                  <a:lnTo>
                    <a:pt x="65535" y="31089"/>
                  </a:lnTo>
                  <a:lnTo>
                    <a:pt x="61149" y="34328"/>
                  </a:lnTo>
                  <a:lnTo>
                    <a:pt x="56871" y="37708"/>
                  </a:lnTo>
                  <a:lnTo>
                    <a:pt x="52706" y="41226"/>
                  </a:lnTo>
                  <a:lnTo>
                    <a:pt x="48657" y="44878"/>
                  </a:lnTo>
                  <a:lnTo>
                    <a:pt x="44729" y="48660"/>
                  </a:lnTo>
                  <a:lnTo>
                    <a:pt x="40927" y="52568"/>
                  </a:lnTo>
                  <a:lnTo>
                    <a:pt x="37255" y="56598"/>
                  </a:lnTo>
                  <a:lnTo>
                    <a:pt x="33716" y="60746"/>
                  </a:lnTo>
                  <a:lnTo>
                    <a:pt x="30314" y="65007"/>
                  </a:lnTo>
                  <a:lnTo>
                    <a:pt x="27052" y="69376"/>
                  </a:lnTo>
                  <a:lnTo>
                    <a:pt x="23935" y="73850"/>
                  </a:lnTo>
                  <a:lnTo>
                    <a:pt x="20966" y="78423"/>
                  </a:lnTo>
                  <a:lnTo>
                    <a:pt x="18147" y="83090"/>
                  </a:lnTo>
                  <a:lnTo>
                    <a:pt x="15482" y="87847"/>
                  </a:lnTo>
                  <a:lnTo>
                    <a:pt x="12973" y="92688"/>
                  </a:lnTo>
                  <a:lnTo>
                    <a:pt x="10624" y="97608"/>
                  </a:lnTo>
                  <a:lnTo>
                    <a:pt x="8437" y="102602"/>
                  </a:lnTo>
                  <a:lnTo>
                    <a:pt x="6413" y="107665"/>
                  </a:lnTo>
                  <a:lnTo>
                    <a:pt x="4556" y="112791"/>
                  </a:lnTo>
                  <a:lnTo>
                    <a:pt x="2866" y="117976"/>
                  </a:lnTo>
                  <a:lnTo>
                    <a:pt x="1347" y="123212"/>
                  </a:lnTo>
                  <a:lnTo>
                    <a:pt x="0" y="128495"/>
                  </a:lnTo>
                  <a:lnTo>
                    <a:pt x="16263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38738" y="5309273"/>
              <a:ext cx="334306" cy="334334"/>
            </a:xfrm>
            <a:custGeom>
              <a:avLst/>
              <a:pathLst>
                <a:path w="334306" h="334334">
                  <a:moveTo>
                    <a:pt x="4523" y="128495"/>
                  </a:moveTo>
                  <a:lnTo>
                    <a:pt x="3379" y="133670"/>
                  </a:lnTo>
                  <a:lnTo>
                    <a:pt x="2399" y="138878"/>
                  </a:lnTo>
                  <a:lnTo>
                    <a:pt x="1585" y="144115"/>
                  </a:lnTo>
                  <a:lnTo>
                    <a:pt x="938" y="149375"/>
                  </a:lnTo>
                  <a:lnTo>
                    <a:pt x="457" y="154653"/>
                  </a:lnTo>
                  <a:lnTo>
                    <a:pt x="145" y="159943"/>
                  </a:lnTo>
                  <a:lnTo>
                    <a:pt x="0" y="165241"/>
                  </a:lnTo>
                  <a:lnTo>
                    <a:pt x="22" y="170541"/>
                  </a:lnTo>
                  <a:lnTo>
                    <a:pt x="213" y="175837"/>
                  </a:lnTo>
                  <a:lnTo>
                    <a:pt x="572" y="181124"/>
                  </a:lnTo>
                  <a:lnTo>
                    <a:pt x="1098" y="186398"/>
                  </a:lnTo>
                  <a:lnTo>
                    <a:pt x="1791" y="191652"/>
                  </a:lnTo>
                  <a:lnTo>
                    <a:pt x="2651" y="196882"/>
                  </a:lnTo>
                  <a:lnTo>
                    <a:pt x="3675" y="202081"/>
                  </a:lnTo>
                  <a:lnTo>
                    <a:pt x="4864" y="207246"/>
                  </a:lnTo>
                  <a:lnTo>
                    <a:pt x="6216" y="212370"/>
                  </a:lnTo>
                  <a:lnTo>
                    <a:pt x="7730" y="217449"/>
                  </a:lnTo>
                  <a:lnTo>
                    <a:pt x="9404" y="222477"/>
                  </a:lnTo>
                  <a:lnTo>
                    <a:pt x="11236" y="227450"/>
                  </a:lnTo>
                  <a:lnTo>
                    <a:pt x="13226" y="232362"/>
                  </a:lnTo>
                  <a:lnTo>
                    <a:pt x="15370" y="237209"/>
                  </a:lnTo>
                  <a:lnTo>
                    <a:pt x="17666" y="241985"/>
                  </a:lnTo>
                  <a:lnTo>
                    <a:pt x="20113" y="246686"/>
                  </a:lnTo>
                  <a:lnTo>
                    <a:pt x="22707" y="251307"/>
                  </a:lnTo>
                  <a:lnTo>
                    <a:pt x="25447" y="255844"/>
                  </a:lnTo>
                  <a:lnTo>
                    <a:pt x="28329" y="260291"/>
                  </a:lnTo>
                  <a:lnTo>
                    <a:pt x="31351" y="264645"/>
                  </a:lnTo>
                  <a:lnTo>
                    <a:pt x="34509" y="268901"/>
                  </a:lnTo>
                  <a:lnTo>
                    <a:pt x="37801" y="273055"/>
                  </a:lnTo>
                  <a:lnTo>
                    <a:pt x="41222" y="277102"/>
                  </a:lnTo>
                  <a:lnTo>
                    <a:pt x="44770" y="281039"/>
                  </a:lnTo>
                  <a:lnTo>
                    <a:pt x="48441" y="284861"/>
                  </a:lnTo>
                  <a:lnTo>
                    <a:pt x="52232" y="288565"/>
                  </a:lnTo>
                  <a:lnTo>
                    <a:pt x="56138" y="292147"/>
                  </a:lnTo>
                  <a:lnTo>
                    <a:pt x="60155" y="295603"/>
                  </a:lnTo>
                  <a:lnTo>
                    <a:pt x="64280" y="298930"/>
                  </a:lnTo>
                  <a:lnTo>
                    <a:pt x="68509" y="302125"/>
                  </a:lnTo>
                  <a:lnTo>
                    <a:pt x="72836" y="305184"/>
                  </a:lnTo>
                  <a:lnTo>
                    <a:pt x="77259" y="308105"/>
                  </a:lnTo>
                  <a:lnTo>
                    <a:pt x="81771" y="310883"/>
                  </a:lnTo>
                  <a:lnTo>
                    <a:pt x="86370" y="313518"/>
                  </a:lnTo>
                  <a:lnTo>
                    <a:pt x="91050" y="316005"/>
                  </a:lnTo>
                  <a:lnTo>
                    <a:pt x="95806" y="318343"/>
                  </a:lnTo>
                  <a:lnTo>
                    <a:pt x="100634" y="320529"/>
                  </a:lnTo>
                  <a:lnTo>
                    <a:pt x="105529" y="322560"/>
                  </a:lnTo>
                  <a:lnTo>
                    <a:pt x="110485" y="324436"/>
                  </a:lnTo>
                  <a:lnTo>
                    <a:pt x="115499" y="326153"/>
                  </a:lnTo>
                  <a:lnTo>
                    <a:pt x="120565" y="327710"/>
                  </a:lnTo>
                  <a:lnTo>
                    <a:pt x="125677" y="329107"/>
                  </a:lnTo>
                  <a:lnTo>
                    <a:pt x="130831" y="330340"/>
                  </a:lnTo>
                  <a:lnTo>
                    <a:pt x="136022" y="331410"/>
                  </a:lnTo>
                  <a:lnTo>
                    <a:pt x="141244" y="332314"/>
                  </a:lnTo>
                  <a:lnTo>
                    <a:pt x="146492" y="333052"/>
                  </a:lnTo>
                  <a:lnTo>
                    <a:pt x="151761" y="333624"/>
                  </a:lnTo>
                  <a:lnTo>
                    <a:pt x="157045" y="334028"/>
                  </a:lnTo>
                  <a:lnTo>
                    <a:pt x="162339" y="334265"/>
                  </a:lnTo>
                  <a:lnTo>
                    <a:pt x="167638" y="334334"/>
                  </a:lnTo>
                  <a:lnTo>
                    <a:pt x="172937" y="334234"/>
                  </a:lnTo>
                  <a:lnTo>
                    <a:pt x="178230" y="333967"/>
                  </a:lnTo>
                  <a:lnTo>
                    <a:pt x="183512" y="333532"/>
                  </a:lnTo>
                  <a:lnTo>
                    <a:pt x="188777" y="332930"/>
                  </a:lnTo>
                  <a:lnTo>
                    <a:pt x="194021" y="332162"/>
                  </a:lnTo>
                  <a:lnTo>
                    <a:pt x="199238" y="331227"/>
                  </a:lnTo>
                  <a:lnTo>
                    <a:pt x="204422" y="330128"/>
                  </a:lnTo>
                  <a:lnTo>
                    <a:pt x="209569" y="328864"/>
                  </a:lnTo>
                  <a:lnTo>
                    <a:pt x="214673" y="327439"/>
                  </a:lnTo>
                  <a:lnTo>
                    <a:pt x="219730" y="325852"/>
                  </a:lnTo>
                  <a:lnTo>
                    <a:pt x="224733" y="324106"/>
                  </a:lnTo>
                  <a:lnTo>
                    <a:pt x="229679" y="322202"/>
                  </a:lnTo>
                  <a:lnTo>
                    <a:pt x="234562" y="320142"/>
                  </a:lnTo>
                  <a:lnTo>
                    <a:pt x="239377" y="317928"/>
                  </a:lnTo>
                  <a:lnTo>
                    <a:pt x="244120" y="315563"/>
                  </a:lnTo>
                  <a:lnTo>
                    <a:pt x="248785" y="313049"/>
                  </a:lnTo>
                  <a:lnTo>
                    <a:pt x="253369" y="310388"/>
                  </a:lnTo>
                  <a:lnTo>
                    <a:pt x="257865" y="307583"/>
                  </a:lnTo>
                  <a:lnTo>
                    <a:pt x="262271" y="304637"/>
                  </a:lnTo>
                  <a:lnTo>
                    <a:pt x="266581" y="301553"/>
                  </a:lnTo>
                  <a:lnTo>
                    <a:pt x="270791" y="298334"/>
                  </a:lnTo>
                  <a:lnTo>
                    <a:pt x="274896" y="294983"/>
                  </a:lnTo>
                  <a:lnTo>
                    <a:pt x="278894" y="291504"/>
                  </a:lnTo>
                  <a:lnTo>
                    <a:pt x="282779" y="287899"/>
                  </a:lnTo>
                  <a:lnTo>
                    <a:pt x="286548" y="284173"/>
                  </a:lnTo>
                  <a:lnTo>
                    <a:pt x="290197" y="280330"/>
                  </a:lnTo>
                  <a:lnTo>
                    <a:pt x="293722" y="276373"/>
                  </a:lnTo>
                  <a:lnTo>
                    <a:pt x="297120" y="272306"/>
                  </a:lnTo>
                  <a:lnTo>
                    <a:pt x="300388" y="268133"/>
                  </a:lnTo>
                  <a:lnTo>
                    <a:pt x="303521" y="263859"/>
                  </a:lnTo>
                  <a:lnTo>
                    <a:pt x="306518" y="259488"/>
                  </a:lnTo>
                  <a:lnTo>
                    <a:pt x="309374" y="255024"/>
                  </a:lnTo>
                  <a:lnTo>
                    <a:pt x="312088" y="250472"/>
                  </a:lnTo>
                  <a:lnTo>
                    <a:pt x="314656" y="245836"/>
                  </a:lnTo>
                  <a:lnTo>
                    <a:pt x="317075" y="241121"/>
                  </a:lnTo>
                  <a:lnTo>
                    <a:pt x="319344" y="236331"/>
                  </a:lnTo>
                  <a:lnTo>
                    <a:pt x="321460" y="231472"/>
                  </a:lnTo>
                  <a:lnTo>
                    <a:pt x="323421" y="226549"/>
                  </a:lnTo>
                  <a:lnTo>
                    <a:pt x="325225" y="221566"/>
                  </a:lnTo>
                  <a:lnTo>
                    <a:pt x="326870" y="216528"/>
                  </a:lnTo>
                  <a:lnTo>
                    <a:pt x="328354" y="211440"/>
                  </a:lnTo>
                  <a:lnTo>
                    <a:pt x="329676" y="206308"/>
                  </a:lnTo>
                  <a:lnTo>
                    <a:pt x="330835" y="201137"/>
                  </a:lnTo>
                  <a:lnTo>
                    <a:pt x="331830" y="195931"/>
                  </a:lnTo>
                  <a:lnTo>
                    <a:pt x="332659" y="190697"/>
                  </a:lnTo>
                  <a:lnTo>
                    <a:pt x="333322" y="185439"/>
                  </a:lnTo>
                  <a:lnTo>
                    <a:pt x="333817" y="180162"/>
                  </a:lnTo>
                  <a:lnTo>
                    <a:pt x="334146" y="174873"/>
                  </a:lnTo>
                  <a:lnTo>
                    <a:pt x="334306" y="169575"/>
                  </a:lnTo>
                  <a:lnTo>
                    <a:pt x="334298" y="164276"/>
                  </a:lnTo>
                  <a:lnTo>
                    <a:pt x="334123" y="158979"/>
                  </a:lnTo>
                  <a:lnTo>
                    <a:pt x="333779" y="153691"/>
                  </a:lnTo>
                  <a:lnTo>
                    <a:pt x="333268" y="148416"/>
                  </a:lnTo>
                  <a:lnTo>
                    <a:pt x="332590" y="143159"/>
                  </a:lnTo>
                  <a:lnTo>
                    <a:pt x="331746" y="137927"/>
                  </a:lnTo>
                  <a:lnTo>
                    <a:pt x="330737" y="132725"/>
                  </a:lnTo>
                  <a:lnTo>
                    <a:pt x="329563" y="127557"/>
                  </a:lnTo>
                  <a:lnTo>
                    <a:pt x="328225" y="122429"/>
                  </a:lnTo>
                  <a:lnTo>
                    <a:pt x="326726" y="117345"/>
                  </a:lnTo>
                  <a:lnTo>
                    <a:pt x="325067" y="112312"/>
                  </a:lnTo>
                  <a:lnTo>
                    <a:pt x="323249" y="107334"/>
                  </a:lnTo>
                  <a:lnTo>
                    <a:pt x="321274" y="102416"/>
                  </a:lnTo>
                  <a:lnTo>
                    <a:pt x="319144" y="97563"/>
                  </a:lnTo>
                  <a:lnTo>
                    <a:pt x="316861" y="92781"/>
                  </a:lnTo>
                  <a:lnTo>
                    <a:pt x="314428" y="88073"/>
                  </a:lnTo>
                  <a:lnTo>
                    <a:pt x="311847" y="83444"/>
                  </a:lnTo>
                  <a:lnTo>
                    <a:pt x="309120" y="78899"/>
                  </a:lnTo>
                  <a:lnTo>
                    <a:pt x="306251" y="74444"/>
                  </a:lnTo>
                  <a:lnTo>
                    <a:pt x="303242" y="70081"/>
                  </a:lnTo>
                  <a:lnTo>
                    <a:pt x="300096" y="65816"/>
                  </a:lnTo>
                  <a:lnTo>
                    <a:pt x="296816" y="61653"/>
                  </a:lnTo>
                  <a:lnTo>
                    <a:pt x="293406" y="57596"/>
                  </a:lnTo>
                  <a:lnTo>
                    <a:pt x="289870" y="53649"/>
                  </a:lnTo>
                  <a:lnTo>
                    <a:pt x="286210" y="49816"/>
                  </a:lnTo>
                  <a:lnTo>
                    <a:pt x="282430" y="46101"/>
                  </a:lnTo>
                  <a:lnTo>
                    <a:pt x="278534" y="42508"/>
                  </a:lnTo>
                  <a:lnTo>
                    <a:pt x="274527" y="39040"/>
                  </a:lnTo>
                  <a:lnTo>
                    <a:pt x="270411" y="35701"/>
                  </a:lnTo>
                  <a:lnTo>
                    <a:pt x="266192" y="32494"/>
                  </a:lnTo>
                  <a:lnTo>
                    <a:pt x="261873" y="29423"/>
                  </a:lnTo>
                  <a:lnTo>
                    <a:pt x="257460" y="26489"/>
                  </a:lnTo>
                  <a:lnTo>
                    <a:pt x="252955" y="23697"/>
                  </a:lnTo>
                  <a:lnTo>
                    <a:pt x="248364" y="21050"/>
                  </a:lnTo>
                  <a:lnTo>
                    <a:pt x="243691" y="18549"/>
                  </a:lnTo>
                  <a:lnTo>
                    <a:pt x="238942" y="16198"/>
                  </a:lnTo>
                  <a:lnTo>
                    <a:pt x="234120" y="13998"/>
                  </a:lnTo>
                  <a:lnTo>
                    <a:pt x="229231" y="11952"/>
                  </a:lnTo>
                  <a:lnTo>
                    <a:pt x="224280" y="10063"/>
                  </a:lnTo>
                  <a:lnTo>
                    <a:pt x="219271" y="8331"/>
                  </a:lnTo>
                  <a:lnTo>
                    <a:pt x="214210" y="6759"/>
                  </a:lnTo>
                  <a:lnTo>
                    <a:pt x="209102" y="5348"/>
                  </a:lnTo>
                  <a:lnTo>
                    <a:pt x="203951" y="4099"/>
                  </a:lnTo>
                  <a:lnTo>
                    <a:pt x="198764" y="3015"/>
                  </a:lnTo>
                  <a:lnTo>
                    <a:pt x="193544" y="2095"/>
                  </a:lnTo>
                  <a:lnTo>
                    <a:pt x="188299" y="1342"/>
                  </a:lnTo>
                  <a:lnTo>
                    <a:pt x="183032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887" y="5399291"/>
              <a:ext cx="5392" cy="167167"/>
            </a:xfrm>
            <a:custGeom>
              <a:avLst/>
              <a:pathLst>
                <a:path w="5392" h="167167">
                  <a:moveTo>
                    <a:pt x="5392" y="0"/>
                  </a:moveTo>
                  <a:lnTo>
                    <a:pt x="0" y="87"/>
                  </a:lnTo>
                  <a:lnTo>
                    <a:pt x="539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1887" y="5399378"/>
              <a:ext cx="5392" cy="167080"/>
            </a:xfrm>
            <a:custGeom>
              <a:avLst/>
              <a:pathLst>
                <a:path w="5392" h="167080">
                  <a:moveTo>
                    <a:pt x="0" y="0"/>
                  </a:moveTo>
                  <a:lnTo>
                    <a:pt x="5392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121" y="5399378"/>
              <a:ext cx="334325" cy="334236"/>
            </a:xfrm>
            <a:custGeom>
              <a:avLst/>
              <a:pathLst>
                <a:path w="334325" h="334236">
                  <a:moveTo>
                    <a:pt x="161765" y="0"/>
                  </a:moveTo>
                  <a:lnTo>
                    <a:pt x="156488" y="253"/>
                  </a:lnTo>
                  <a:lnTo>
                    <a:pt x="151221" y="674"/>
                  </a:lnTo>
                  <a:lnTo>
                    <a:pt x="145969" y="1261"/>
                  </a:lnTo>
                  <a:lnTo>
                    <a:pt x="140739" y="2013"/>
                  </a:lnTo>
                  <a:lnTo>
                    <a:pt x="135536" y="2931"/>
                  </a:lnTo>
                  <a:lnTo>
                    <a:pt x="130364" y="4012"/>
                  </a:lnTo>
                  <a:lnTo>
                    <a:pt x="125229" y="5256"/>
                  </a:lnTo>
                  <a:lnTo>
                    <a:pt x="120135" y="6662"/>
                  </a:lnTo>
                  <a:lnTo>
                    <a:pt x="115089" y="8229"/>
                  </a:lnTo>
                  <a:lnTo>
                    <a:pt x="110095" y="9954"/>
                  </a:lnTo>
                  <a:lnTo>
                    <a:pt x="105157" y="11835"/>
                  </a:lnTo>
                  <a:lnTo>
                    <a:pt x="100282" y="13872"/>
                  </a:lnTo>
                  <a:lnTo>
                    <a:pt x="95473" y="16063"/>
                  </a:lnTo>
                  <a:lnTo>
                    <a:pt x="90736" y="18404"/>
                  </a:lnTo>
                  <a:lnTo>
                    <a:pt x="86076" y="20893"/>
                  </a:lnTo>
                  <a:lnTo>
                    <a:pt x="81496" y="23529"/>
                  </a:lnTo>
                  <a:lnTo>
                    <a:pt x="77002" y="26308"/>
                  </a:lnTo>
                  <a:lnTo>
                    <a:pt x="72598" y="29227"/>
                  </a:lnTo>
                  <a:lnTo>
                    <a:pt x="68289" y="32285"/>
                  </a:lnTo>
                  <a:lnTo>
                    <a:pt x="64078" y="35477"/>
                  </a:lnTo>
                  <a:lnTo>
                    <a:pt x="59970" y="38800"/>
                  </a:lnTo>
                  <a:lnTo>
                    <a:pt x="55970" y="42252"/>
                  </a:lnTo>
                  <a:lnTo>
                    <a:pt x="52080" y="45828"/>
                  </a:lnTo>
                  <a:lnTo>
                    <a:pt x="48305" y="49526"/>
                  </a:lnTo>
                  <a:lnTo>
                    <a:pt x="44650" y="53341"/>
                  </a:lnTo>
                  <a:lnTo>
                    <a:pt x="41116" y="57269"/>
                  </a:lnTo>
                  <a:lnTo>
                    <a:pt x="37709" y="61307"/>
                  </a:lnTo>
                  <a:lnTo>
                    <a:pt x="34431" y="65451"/>
                  </a:lnTo>
                  <a:lnTo>
                    <a:pt x="31285" y="69697"/>
                  </a:lnTo>
                  <a:lnTo>
                    <a:pt x="28275" y="74040"/>
                  </a:lnTo>
                  <a:lnTo>
                    <a:pt x="25404" y="78475"/>
                  </a:lnTo>
                  <a:lnTo>
                    <a:pt x="22675" y="83000"/>
                  </a:lnTo>
                  <a:lnTo>
                    <a:pt x="20089" y="87608"/>
                  </a:lnTo>
                  <a:lnTo>
                    <a:pt x="17651" y="92296"/>
                  </a:lnTo>
                  <a:lnTo>
                    <a:pt x="15362" y="97058"/>
                  </a:lnTo>
                  <a:lnTo>
                    <a:pt x="13225" y="101890"/>
                  </a:lnTo>
                  <a:lnTo>
                    <a:pt x="11242" y="106788"/>
                  </a:lnTo>
                  <a:lnTo>
                    <a:pt x="9414" y="111746"/>
                  </a:lnTo>
                  <a:lnTo>
                    <a:pt x="7744" y="116759"/>
                  </a:lnTo>
                  <a:lnTo>
                    <a:pt x="6234" y="121822"/>
                  </a:lnTo>
                  <a:lnTo>
                    <a:pt x="4884" y="126930"/>
                  </a:lnTo>
                  <a:lnTo>
                    <a:pt x="3696" y="132079"/>
                  </a:lnTo>
                  <a:lnTo>
                    <a:pt x="2671" y="137262"/>
                  </a:lnTo>
                  <a:lnTo>
                    <a:pt x="1811" y="142476"/>
                  </a:lnTo>
                  <a:lnTo>
                    <a:pt x="1116" y="147714"/>
                  </a:lnTo>
                  <a:lnTo>
                    <a:pt x="587" y="152971"/>
                  </a:lnTo>
                  <a:lnTo>
                    <a:pt x="224" y="158242"/>
                  </a:lnTo>
                  <a:lnTo>
                    <a:pt x="28" y="163523"/>
                  </a:lnTo>
                  <a:lnTo>
                    <a:pt x="0" y="168806"/>
                  </a:lnTo>
                  <a:lnTo>
                    <a:pt x="138" y="174088"/>
                  </a:lnTo>
                  <a:lnTo>
                    <a:pt x="442" y="179363"/>
                  </a:lnTo>
                  <a:lnTo>
                    <a:pt x="914" y="184626"/>
                  </a:lnTo>
                  <a:lnTo>
                    <a:pt x="1552" y="189871"/>
                  </a:lnTo>
                  <a:lnTo>
                    <a:pt x="2355" y="195094"/>
                  </a:lnTo>
                  <a:lnTo>
                    <a:pt x="3322" y="200288"/>
                  </a:lnTo>
                  <a:lnTo>
                    <a:pt x="4454" y="205450"/>
                  </a:lnTo>
                  <a:lnTo>
                    <a:pt x="5748" y="210573"/>
                  </a:lnTo>
                  <a:lnTo>
                    <a:pt x="7203" y="215652"/>
                  </a:lnTo>
                  <a:lnTo>
                    <a:pt x="8818" y="220683"/>
                  </a:lnTo>
                  <a:lnTo>
                    <a:pt x="10591" y="225660"/>
                  </a:lnTo>
                  <a:lnTo>
                    <a:pt x="12520" y="230579"/>
                  </a:lnTo>
                  <a:lnTo>
                    <a:pt x="14605" y="235435"/>
                  </a:lnTo>
                  <a:lnTo>
                    <a:pt x="16841" y="240222"/>
                  </a:lnTo>
                  <a:lnTo>
                    <a:pt x="19228" y="244936"/>
                  </a:lnTo>
                  <a:lnTo>
                    <a:pt x="21762" y="249572"/>
                  </a:lnTo>
                  <a:lnTo>
                    <a:pt x="24442" y="254126"/>
                  </a:lnTo>
                  <a:lnTo>
                    <a:pt x="27264" y="258593"/>
                  </a:lnTo>
                  <a:lnTo>
                    <a:pt x="30226" y="262969"/>
                  </a:lnTo>
                  <a:lnTo>
                    <a:pt x="33325" y="267248"/>
                  </a:lnTo>
                  <a:lnTo>
                    <a:pt x="36558" y="271428"/>
                  </a:lnTo>
                  <a:lnTo>
                    <a:pt x="39921" y="275503"/>
                  </a:lnTo>
                  <a:lnTo>
                    <a:pt x="43411" y="279470"/>
                  </a:lnTo>
                  <a:lnTo>
                    <a:pt x="47025" y="283325"/>
                  </a:lnTo>
                  <a:lnTo>
                    <a:pt x="50759" y="287064"/>
                  </a:lnTo>
                  <a:lnTo>
                    <a:pt x="54609" y="290683"/>
                  </a:lnTo>
                  <a:lnTo>
                    <a:pt x="58571" y="294178"/>
                  </a:lnTo>
                  <a:lnTo>
                    <a:pt x="62642" y="297546"/>
                  </a:lnTo>
                  <a:lnTo>
                    <a:pt x="66818" y="300784"/>
                  </a:lnTo>
                  <a:lnTo>
                    <a:pt x="71094" y="303889"/>
                  </a:lnTo>
                  <a:lnTo>
                    <a:pt x="75465" y="306856"/>
                  </a:lnTo>
                  <a:lnTo>
                    <a:pt x="79929" y="309684"/>
                  </a:lnTo>
                  <a:lnTo>
                    <a:pt x="84479" y="312370"/>
                  </a:lnTo>
                  <a:lnTo>
                    <a:pt x="89112" y="314910"/>
                  </a:lnTo>
                  <a:lnTo>
                    <a:pt x="93823" y="317303"/>
                  </a:lnTo>
                  <a:lnTo>
                    <a:pt x="98607" y="319546"/>
                  </a:lnTo>
                  <a:lnTo>
                    <a:pt x="103460" y="321636"/>
                  </a:lnTo>
                  <a:lnTo>
                    <a:pt x="108377" y="323572"/>
                  </a:lnTo>
                  <a:lnTo>
                    <a:pt x="113352" y="325351"/>
                  </a:lnTo>
                  <a:lnTo>
                    <a:pt x="118381" y="326973"/>
                  </a:lnTo>
                  <a:lnTo>
                    <a:pt x="123458" y="328434"/>
                  </a:lnTo>
                  <a:lnTo>
                    <a:pt x="128580" y="329735"/>
                  </a:lnTo>
                  <a:lnTo>
                    <a:pt x="133740" y="330873"/>
                  </a:lnTo>
                  <a:lnTo>
                    <a:pt x="138933" y="331847"/>
                  </a:lnTo>
                  <a:lnTo>
                    <a:pt x="144154" y="332657"/>
                  </a:lnTo>
                  <a:lnTo>
                    <a:pt x="149399" y="333301"/>
                  </a:lnTo>
                  <a:lnTo>
                    <a:pt x="154661" y="333780"/>
                  </a:lnTo>
                  <a:lnTo>
                    <a:pt x="159935" y="334091"/>
                  </a:lnTo>
                  <a:lnTo>
                    <a:pt x="165217" y="334236"/>
                  </a:lnTo>
                  <a:lnTo>
                    <a:pt x="170501" y="334214"/>
                  </a:lnTo>
                  <a:lnTo>
                    <a:pt x="175781" y="334025"/>
                  </a:lnTo>
                  <a:lnTo>
                    <a:pt x="181053" y="333669"/>
                  </a:lnTo>
                  <a:lnTo>
                    <a:pt x="186311" y="333147"/>
                  </a:lnTo>
                  <a:lnTo>
                    <a:pt x="191550" y="332458"/>
                  </a:lnTo>
                  <a:lnTo>
                    <a:pt x="196764" y="331605"/>
                  </a:lnTo>
                  <a:lnTo>
                    <a:pt x="201949" y="330587"/>
                  </a:lnTo>
                  <a:lnTo>
                    <a:pt x="207099" y="329406"/>
                  </a:lnTo>
                  <a:lnTo>
                    <a:pt x="212210" y="328062"/>
                  </a:lnTo>
                  <a:lnTo>
                    <a:pt x="217275" y="326558"/>
                  </a:lnTo>
                  <a:lnTo>
                    <a:pt x="222290" y="324894"/>
                  </a:lnTo>
                  <a:lnTo>
                    <a:pt x="227250" y="323073"/>
                  </a:lnTo>
                  <a:lnTo>
                    <a:pt x="232150" y="321096"/>
                  </a:lnTo>
                  <a:lnTo>
                    <a:pt x="236985" y="318965"/>
                  </a:lnTo>
                  <a:lnTo>
                    <a:pt x="241750" y="316682"/>
                  </a:lnTo>
                  <a:lnTo>
                    <a:pt x="246441" y="314250"/>
                  </a:lnTo>
                  <a:lnTo>
                    <a:pt x="251053" y="311671"/>
                  </a:lnTo>
                  <a:lnTo>
                    <a:pt x="255581" y="308948"/>
                  </a:lnTo>
                  <a:lnTo>
                    <a:pt x="260020" y="306082"/>
                  </a:lnTo>
                  <a:lnTo>
                    <a:pt x="264367" y="303078"/>
                  </a:lnTo>
                  <a:lnTo>
                    <a:pt x="268616" y="299938"/>
                  </a:lnTo>
                  <a:lnTo>
                    <a:pt x="272764" y="296665"/>
                  </a:lnTo>
                  <a:lnTo>
                    <a:pt x="276807" y="293263"/>
                  </a:lnTo>
                  <a:lnTo>
                    <a:pt x="280740" y="289734"/>
                  </a:lnTo>
                  <a:lnTo>
                    <a:pt x="284560" y="286083"/>
                  </a:lnTo>
                  <a:lnTo>
                    <a:pt x="288262" y="282313"/>
                  </a:lnTo>
                  <a:lnTo>
                    <a:pt x="291843" y="278428"/>
                  </a:lnTo>
                  <a:lnTo>
                    <a:pt x="295300" y="274432"/>
                  </a:lnTo>
                  <a:lnTo>
                    <a:pt x="298629" y="270329"/>
                  </a:lnTo>
                  <a:lnTo>
                    <a:pt x="301826" y="266122"/>
                  </a:lnTo>
                  <a:lnTo>
                    <a:pt x="304889" y="261817"/>
                  </a:lnTo>
                  <a:lnTo>
                    <a:pt x="307815" y="257416"/>
                  </a:lnTo>
                  <a:lnTo>
                    <a:pt x="310599" y="252926"/>
                  </a:lnTo>
                  <a:lnTo>
                    <a:pt x="313241" y="248350"/>
                  </a:lnTo>
                  <a:lnTo>
                    <a:pt x="315736" y="243692"/>
                  </a:lnTo>
                  <a:lnTo>
                    <a:pt x="318083" y="238958"/>
                  </a:lnTo>
                  <a:lnTo>
                    <a:pt x="320280" y="234153"/>
                  </a:lnTo>
                  <a:lnTo>
                    <a:pt x="322323" y="229280"/>
                  </a:lnTo>
                  <a:lnTo>
                    <a:pt x="324211" y="224345"/>
                  </a:lnTo>
                  <a:lnTo>
                    <a:pt x="325942" y="219353"/>
                  </a:lnTo>
                  <a:lnTo>
                    <a:pt x="327515" y="214309"/>
                  </a:lnTo>
                  <a:lnTo>
                    <a:pt x="328928" y="209217"/>
                  </a:lnTo>
                  <a:lnTo>
                    <a:pt x="330179" y="204083"/>
                  </a:lnTo>
                  <a:lnTo>
                    <a:pt x="331267" y="198913"/>
                  </a:lnTo>
                  <a:lnTo>
                    <a:pt x="332191" y="193710"/>
                  </a:lnTo>
                  <a:lnTo>
                    <a:pt x="332950" y="188481"/>
                  </a:lnTo>
                  <a:lnTo>
                    <a:pt x="333543" y="183231"/>
                  </a:lnTo>
                  <a:lnTo>
                    <a:pt x="333971" y="177964"/>
                  </a:lnTo>
                  <a:lnTo>
                    <a:pt x="334231" y="172687"/>
                  </a:lnTo>
                  <a:lnTo>
                    <a:pt x="334325" y="167404"/>
                  </a:lnTo>
                  <a:lnTo>
                    <a:pt x="334252" y="162121"/>
                  </a:lnTo>
                  <a:lnTo>
                    <a:pt x="334012" y="156842"/>
                  </a:lnTo>
                  <a:lnTo>
                    <a:pt x="333605" y="151574"/>
                  </a:lnTo>
                  <a:lnTo>
                    <a:pt x="333032" y="146322"/>
                  </a:lnTo>
                  <a:lnTo>
                    <a:pt x="332293" y="141090"/>
                  </a:lnTo>
                  <a:lnTo>
                    <a:pt x="331389" y="135884"/>
                  </a:lnTo>
                  <a:lnTo>
                    <a:pt x="330321" y="130709"/>
                  </a:lnTo>
                  <a:lnTo>
                    <a:pt x="329090" y="125570"/>
                  </a:lnTo>
                  <a:lnTo>
                    <a:pt x="327697" y="120473"/>
                  </a:lnTo>
                  <a:lnTo>
                    <a:pt x="326144" y="115423"/>
                  </a:lnTo>
                  <a:lnTo>
                    <a:pt x="324432" y="110424"/>
                  </a:lnTo>
                  <a:lnTo>
                    <a:pt x="322563" y="105482"/>
                  </a:lnTo>
                  <a:lnTo>
                    <a:pt x="320538" y="100601"/>
                  </a:lnTo>
                  <a:lnTo>
                    <a:pt x="318361" y="95787"/>
                  </a:lnTo>
                  <a:lnTo>
                    <a:pt x="316032" y="91044"/>
                  </a:lnTo>
                  <a:lnTo>
                    <a:pt x="313555" y="86377"/>
                  </a:lnTo>
                  <a:lnTo>
                    <a:pt x="310931" y="81791"/>
                  </a:lnTo>
                  <a:lnTo>
                    <a:pt x="308164" y="77289"/>
                  </a:lnTo>
                  <a:lnTo>
                    <a:pt x="305256" y="72878"/>
                  </a:lnTo>
                  <a:lnTo>
                    <a:pt x="302209" y="68561"/>
                  </a:lnTo>
                  <a:lnTo>
                    <a:pt x="299028" y="64342"/>
                  </a:lnTo>
                  <a:lnTo>
                    <a:pt x="295716" y="60225"/>
                  </a:lnTo>
                  <a:lnTo>
                    <a:pt x="292274" y="56216"/>
                  </a:lnTo>
                  <a:lnTo>
                    <a:pt x="288708" y="52317"/>
                  </a:lnTo>
                  <a:lnTo>
                    <a:pt x="285020" y="48533"/>
                  </a:lnTo>
                  <a:lnTo>
                    <a:pt x="281215" y="44867"/>
                  </a:lnTo>
                  <a:lnTo>
                    <a:pt x="277295" y="41323"/>
                  </a:lnTo>
                  <a:lnTo>
                    <a:pt x="273266" y="37905"/>
                  </a:lnTo>
                  <a:lnTo>
                    <a:pt x="269131" y="34617"/>
                  </a:lnTo>
                  <a:lnTo>
                    <a:pt x="264893" y="31460"/>
                  </a:lnTo>
                  <a:lnTo>
                    <a:pt x="260558" y="28439"/>
                  </a:lnTo>
                  <a:lnTo>
                    <a:pt x="256130" y="25556"/>
                  </a:lnTo>
                  <a:lnTo>
                    <a:pt x="251613" y="22815"/>
                  </a:lnTo>
                  <a:lnTo>
                    <a:pt x="247011" y="20218"/>
                  </a:lnTo>
                  <a:lnTo>
                    <a:pt x="242330" y="17768"/>
                  </a:lnTo>
                  <a:lnTo>
                    <a:pt x="237574" y="15467"/>
                  </a:lnTo>
                  <a:lnTo>
                    <a:pt x="232747" y="13317"/>
                  </a:lnTo>
                  <a:lnTo>
                    <a:pt x="227854" y="11321"/>
                  </a:lnTo>
                  <a:lnTo>
                    <a:pt x="222901" y="9480"/>
                  </a:lnTo>
                  <a:lnTo>
                    <a:pt x="217893" y="7797"/>
                  </a:lnTo>
                  <a:lnTo>
                    <a:pt x="212834" y="6274"/>
                  </a:lnTo>
                  <a:lnTo>
                    <a:pt x="207729" y="4910"/>
                  </a:lnTo>
                  <a:lnTo>
                    <a:pt x="202583" y="3709"/>
                  </a:lnTo>
                  <a:lnTo>
                    <a:pt x="197402" y="2671"/>
                  </a:lnTo>
                  <a:lnTo>
                    <a:pt x="192191" y="1797"/>
                  </a:lnTo>
                  <a:lnTo>
                    <a:pt x="186955" y="1089"/>
                  </a:lnTo>
                  <a:lnTo>
                    <a:pt x="181699" y="546"/>
                  </a:lnTo>
                  <a:lnTo>
                    <a:pt x="176429" y="170"/>
                  </a:lnTo>
                  <a:lnTo>
                    <a:pt x="167158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7280" y="5399291"/>
              <a:ext cx="9270" cy="167167"/>
            </a:xfrm>
            <a:custGeom>
              <a:avLst/>
              <a:pathLst>
                <a:path w="9270" h="167167">
                  <a:moveTo>
                    <a:pt x="9270" y="2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2091" y="5369149"/>
              <a:ext cx="43584" cy="167167"/>
            </a:xfrm>
            <a:custGeom>
              <a:avLst/>
              <a:pathLst>
                <a:path w="43584" h="167167">
                  <a:moveTo>
                    <a:pt x="43584" y="0"/>
                  </a:moveTo>
                  <a:lnTo>
                    <a:pt x="37286" y="118"/>
                  </a:lnTo>
                  <a:lnTo>
                    <a:pt x="30998" y="474"/>
                  </a:lnTo>
                  <a:lnTo>
                    <a:pt x="24727" y="1067"/>
                  </a:lnTo>
                  <a:lnTo>
                    <a:pt x="18483" y="1895"/>
                  </a:lnTo>
                  <a:lnTo>
                    <a:pt x="12274" y="2958"/>
                  </a:lnTo>
                  <a:lnTo>
                    <a:pt x="6110" y="4254"/>
                  </a:lnTo>
                  <a:lnTo>
                    <a:pt x="0" y="5781"/>
                  </a:lnTo>
                  <a:lnTo>
                    <a:pt x="435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92091" y="5374931"/>
              <a:ext cx="43584" cy="161385"/>
            </a:xfrm>
            <a:custGeom>
              <a:avLst/>
              <a:pathLst>
                <a:path w="43584" h="161385">
                  <a:moveTo>
                    <a:pt x="0" y="0"/>
                  </a:moveTo>
                  <a:lnTo>
                    <a:pt x="43584" y="161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92091" y="5374931"/>
              <a:ext cx="43584" cy="161385"/>
            </a:xfrm>
            <a:custGeom>
              <a:avLst/>
              <a:pathLst>
                <a:path w="43584" h="161385">
                  <a:moveTo>
                    <a:pt x="0" y="0"/>
                  </a:moveTo>
                  <a:lnTo>
                    <a:pt x="43584" y="161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2091" y="5374931"/>
              <a:ext cx="43584" cy="161385"/>
            </a:xfrm>
            <a:custGeom>
              <a:avLst/>
              <a:pathLst>
                <a:path w="43584" h="161385">
                  <a:moveTo>
                    <a:pt x="0" y="0"/>
                  </a:moveTo>
                  <a:lnTo>
                    <a:pt x="43584" y="1613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2091" y="5374931"/>
              <a:ext cx="43584" cy="161385"/>
            </a:xfrm>
            <a:custGeom>
              <a:avLst/>
              <a:pathLst>
                <a:path w="43584" h="161385">
                  <a:moveTo>
                    <a:pt x="0" y="0"/>
                  </a:moveTo>
                  <a:lnTo>
                    <a:pt x="43584" y="1613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2091" y="5374931"/>
              <a:ext cx="43584" cy="161385"/>
            </a:xfrm>
            <a:custGeom>
              <a:avLst/>
              <a:pathLst>
                <a:path w="43584" h="161385">
                  <a:moveTo>
                    <a:pt x="0" y="0"/>
                  </a:moveTo>
                  <a:lnTo>
                    <a:pt x="43584" y="1613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68509" y="5374931"/>
              <a:ext cx="171931" cy="328552"/>
            </a:xfrm>
            <a:custGeom>
              <a:avLst/>
              <a:pathLst>
                <a:path w="171931" h="328552">
                  <a:moveTo>
                    <a:pt x="123582" y="0"/>
                  </a:moveTo>
                  <a:lnTo>
                    <a:pt x="118451" y="1474"/>
                  </a:lnTo>
                  <a:lnTo>
                    <a:pt x="113369" y="3111"/>
                  </a:lnTo>
                  <a:lnTo>
                    <a:pt x="108343" y="4909"/>
                  </a:lnTo>
                  <a:lnTo>
                    <a:pt x="103376" y="6867"/>
                  </a:lnTo>
                  <a:lnTo>
                    <a:pt x="98474" y="8983"/>
                  </a:lnTo>
                  <a:lnTo>
                    <a:pt x="93643" y="11254"/>
                  </a:lnTo>
                  <a:lnTo>
                    <a:pt x="88886" y="13679"/>
                  </a:lnTo>
                  <a:lnTo>
                    <a:pt x="84210" y="16254"/>
                  </a:lnTo>
                  <a:lnTo>
                    <a:pt x="79618" y="18977"/>
                  </a:lnTo>
                  <a:lnTo>
                    <a:pt x="75115" y="21845"/>
                  </a:lnTo>
                  <a:lnTo>
                    <a:pt x="70706" y="24856"/>
                  </a:lnTo>
                  <a:lnTo>
                    <a:pt x="66395" y="28005"/>
                  </a:lnTo>
                  <a:lnTo>
                    <a:pt x="62188" y="31291"/>
                  </a:lnTo>
                  <a:lnTo>
                    <a:pt x="58087" y="34710"/>
                  </a:lnTo>
                  <a:lnTo>
                    <a:pt x="54098" y="38258"/>
                  </a:lnTo>
                  <a:lnTo>
                    <a:pt x="50224" y="41931"/>
                  </a:lnTo>
                  <a:lnTo>
                    <a:pt x="46469" y="45726"/>
                  </a:lnTo>
                  <a:lnTo>
                    <a:pt x="42837" y="49639"/>
                  </a:lnTo>
                  <a:lnTo>
                    <a:pt x="39332" y="53666"/>
                  </a:lnTo>
                  <a:lnTo>
                    <a:pt x="35958" y="57803"/>
                  </a:lnTo>
                  <a:lnTo>
                    <a:pt x="32717" y="62046"/>
                  </a:lnTo>
                  <a:lnTo>
                    <a:pt x="29613" y="66390"/>
                  </a:lnTo>
                  <a:lnTo>
                    <a:pt x="26650" y="70831"/>
                  </a:lnTo>
                  <a:lnTo>
                    <a:pt x="23830" y="75364"/>
                  </a:lnTo>
                  <a:lnTo>
                    <a:pt x="21156" y="79985"/>
                  </a:lnTo>
                  <a:lnTo>
                    <a:pt x="18632" y="84689"/>
                  </a:lnTo>
                  <a:lnTo>
                    <a:pt x="16258" y="89471"/>
                  </a:lnTo>
                  <a:lnTo>
                    <a:pt x="14039" y="94326"/>
                  </a:lnTo>
                  <a:lnTo>
                    <a:pt x="11976" y="99250"/>
                  </a:lnTo>
                  <a:lnTo>
                    <a:pt x="10071" y="104237"/>
                  </a:lnTo>
                  <a:lnTo>
                    <a:pt x="8326" y="109283"/>
                  </a:lnTo>
                  <a:lnTo>
                    <a:pt x="6743" y="114382"/>
                  </a:lnTo>
                  <a:lnTo>
                    <a:pt x="5324" y="119528"/>
                  </a:lnTo>
                  <a:lnTo>
                    <a:pt x="4070" y="124718"/>
                  </a:lnTo>
                  <a:lnTo>
                    <a:pt x="2982" y="129944"/>
                  </a:lnTo>
                  <a:lnTo>
                    <a:pt x="2062" y="135203"/>
                  </a:lnTo>
                  <a:lnTo>
                    <a:pt x="1310" y="140489"/>
                  </a:lnTo>
                  <a:lnTo>
                    <a:pt x="728" y="145796"/>
                  </a:lnTo>
                  <a:lnTo>
                    <a:pt x="315" y="151118"/>
                  </a:lnTo>
                  <a:lnTo>
                    <a:pt x="72" y="156451"/>
                  </a:lnTo>
                  <a:lnTo>
                    <a:pt x="0" y="161790"/>
                  </a:lnTo>
                  <a:lnTo>
                    <a:pt x="98" y="167127"/>
                  </a:lnTo>
                  <a:lnTo>
                    <a:pt x="366" y="172459"/>
                  </a:lnTo>
                  <a:lnTo>
                    <a:pt x="805" y="177780"/>
                  </a:lnTo>
                  <a:lnTo>
                    <a:pt x="1413" y="183084"/>
                  </a:lnTo>
                  <a:lnTo>
                    <a:pt x="2191" y="188366"/>
                  </a:lnTo>
                  <a:lnTo>
                    <a:pt x="3136" y="193620"/>
                  </a:lnTo>
                  <a:lnTo>
                    <a:pt x="4249" y="198841"/>
                  </a:lnTo>
                  <a:lnTo>
                    <a:pt x="5529" y="204025"/>
                  </a:lnTo>
                  <a:lnTo>
                    <a:pt x="6973" y="209164"/>
                  </a:lnTo>
                  <a:lnTo>
                    <a:pt x="8580" y="214255"/>
                  </a:lnTo>
                  <a:lnTo>
                    <a:pt x="10349" y="219292"/>
                  </a:lnTo>
                  <a:lnTo>
                    <a:pt x="12278" y="224270"/>
                  </a:lnTo>
                  <a:lnTo>
                    <a:pt x="14365" y="229184"/>
                  </a:lnTo>
                  <a:lnTo>
                    <a:pt x="16608" y="234029"/>
                  </a:lnTo>
                  <a:lnTo>
                    <a:pt x="19005" y="238800"/>
                  </a:lnTo>
                  <a:lnTo>
                    <a:pt x="21552" y="243491"/>
                  </a:lnTo>
                  <a:lnTo>
                    <a:pt x="24248" y="248099"/>
                  </a:lnTo>
                  <a:lnTo>
                    <a:pt x="27090" y="252619"/>
                  </a:lnTo>
                  <a:lnTo>
                    <a:pt x="30075" y="257045"/>
                  </a:lnTo>
                  <a:lnTo>
                    <a:pt x="33199" y="261374"/>
                  </a:lnTo>
                  <a:lnTo>
                    <a:pt x="36460" y="265601"/>
                  </a:lnTo>
                  <a:lnTo>
                    <a:pt x="39855" y="269721"/>
                  </a:lnTo>
                  <a:lnTo>
                    <a:pt x="43379" y="273731"/>
                  </a:lnTo>
                  <a:lnTo>
                    <a:pt x="47030" y="277627"/>
                  </a:lnTo>
                  <a:lnTo>
                    <a:pt x="50803" y="281404"/>
                  </a:lnTo>
                  <a:lnTo>
                    <a:pt x="54695" y="285058"/>
                  </a:lnTo>
                  <a:lnTo>
                    <a:pt x="58701" y="288587"/>
                  </a:lnTo>
                  <a:lnTo>
                    <a:pt x="62819" y="291986"/>
                  </a:lnTo>
                  <a:lnTo>
                    <a:pt x="67042" y="295251"/>
                  </a:lnTo>
                  <a:lnTo>
                    <a:pt x="71368" y="298380"/>
                  </a:lnTo>
                  <a:lnTo>
                    <a:pt x="75791" y="301369"/>
                  </a:lnTo>
                  <a:lnTo>
                    <a:pt x="80308" y="304216"/>
                  </a:lnTo>
                  <a:lnTo>
                    <a:pt x="84913" y="306916"/>
                  </a:lnTo>
                  <a:lnTo>
                    <a:pt x="89602" y="309469"/>
                  </a:lnTo>
                  <a:lnTo>
                    <a:pt x="94370" y="311870"/>
                  </a:lnTo>
                  <a:lnTo>
                    <a:pt x="99213" y="314118"/>
                  </a:lnTo>
                  <a:lnTo>
                    <a:pt x="104124" y="316210"/>
                  </a:lnTo>
                  <a:lnTo>
                    <a:pt x="109100" y="318144"/>
                  </a:lnTo>
                  <a:lnTo>
                    <a:pt x="114136" y="319918"/>
                  </a:lnTo>
                  <a:lnTo>
                    <a:pt x="119225" y="321531"/>
                  </a:lnTo>
                  <a:lnTo>
                    <a:pt x="124363" y="322980"/>
                  </a:lnTo>
                  <a:lnTo>
                    <a:pt x="129545" y="324264"/>
                  </a:lnTo>
                  <a:lnTo>
                    <a:pt x="134765" y="325383"/>
                  </a:lnTo>
                  <a:lnTo>
                    <a:pt x="140019" y="326334"/>
                  </a:lnTo>
                  <a:lnTo>
                    <a:pt x="145300" y="327116"/>
                  </a:lnTo>
                  <a:lnTo>
                    <a:pt x="150603" y="327730"/>
                  </a:lnTo>
                  <a:lnTo>
                    <a:pt x="155923" y="328174"/>
                  </a:lnTo>
                  <a:lnTo>
                    <a:pt x="161255" y="328448"/>
                  </a:lnTo>
                  <a:lnTo>
                    <a:pt x="166593" y="328552"/>
                  </a:lnTo>
                  <a:lnTo>
                    <a:pt x="171931" y="328485"/>
                  </a:lnTo>
                  <a:lnTo>
                    <a:pt x="167166" y="1613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135676" y="5369149"/>
              <a:ext cx="167150" cy="334266"/>
            </a:xfrm>
            <a:custGeom>
              <a:avLst/>
              <a:pathLst>
                <a:path w="167150" h="334266">
                  <a:moveTo>
                    <a:pt x="4764" y="334266"/>
                  </a:moveTo>
                  <a:lnTo>
                    <a:pt x="10069" y="334031"/>
                  </a:lnTo>
                  <a:lnTo>
                    <a:pt x="15364" y="333627"/>
                  </a:lnTo>
                  <a:lnTo>
                    <a:pt x="20643" y="333055"/>
                  </a:lnTo>
                  <a:lnTo>
                    <a:pt x="25901" y="332316"/>
                  </a:lnTo>
                  <a:lnTo>
                    <a:pt x="31133" y="331410"/>
                  </a:lnTo>
                  <a:lnTo>
                    <a:pt x="36334" y="330338"/>
                  </a:lnTo>
                  <a:lnTo>
                    <a:pt x="41498" y="329102"/>
                  </a:lnTo>
                  <a:lnTo>
                    <a:pt x="46620" y="327702"/>
                  </a:lnTo>
                  <a:lnTo>
                    <a:pt x="51696" y="326140"/>
                  </a:lnTo>
                  <a:lnTo>
                    <a:pt x="56719" y="324418"/>
                  </a:lnTo>
                  <a:lnTo>
                    <a:pt x="61684" y="322537"/>
                  </a:lnTo>
                  <a:lnTo>
                    <a:pt x="66588" y="320500"/>
                  </a:lnTo>
                  <a:lnTo>
                    <a:pt x="71424" y="318307"/>
                  </a:lnTo>
                  <a:lnTo>
                    <a:pt x="76189" y="315963"/>
                  </a:lnTo>
                  <a:lnTo>
                    <a:pt x="80876" y="313468"/>
                  </a:lnTo>
                  <a:lnTo>
                    <a:pt x="85482" y="310825"/>
                  </a:lnTo>
                  <a:lnTo>
                    <a:pt x="90002" y="308038"/>
                  </a:lnTo>
                  <a:lnTo>
                    <a:pt x="94430" y="305108"/>
                  </a:lnTo>
                  <a:lnTo>
                    <a:pt x="98764" y="302039"/>
                  </a:lnTo>
                  <a:lnTo>
                    <a:pt x="102998" y="298834"/>
                  </a:lnTo>
                  <a:lnTo>
                    <a:pt x="107128" y="295497"/>
                  </a:lnTo>
                  <a:lnTo>
                    <a:pt x="111149" y="292030"/>
                  </a:lnTo>
                  <a:lnTo>
                    <a:pt x="115059" y="288436"/>
                  </a:lnTo>
                  <a:lnTo>
                    <a:pt x="118853" y="284721"/>
                  </a:lnTo>
                  <a:lnTo>
                    <a:pt x="122526" y="280887"/>
                  </a:lnTo>
                  <a:lnTo>
                    <a:pt x="126076" y="276938"/>
                  </a:lnTo>
                  <a:lnTo>
                    <a:pt x="129499" y="272878"/>
                  </a:lnTo>
                  <a:lnTo>
                    <a:pt x="132791" y="268712"/>
                  </a:lnTo>
                  <a:lnTo>
                    <a:pt x="135949" y="264443"/>
                  </a:lnTo>
                  <a:lnTo>
                    <a:pt x="138970" y="260076"/>
                  </a:lnTo>
                  <a:lnTo>
                    <a:pt x="141851" y="255615"/>
                  </a:lnTo>
                  <a:lnTo>
                    <a:pt x="144589" y="251065"/>
                  </a:lnTo>
                  <a:lnTo>
                    <a:pt x="147180" y="246431"/>
                  </a:lnTo>
                  <a:lnTo>
                    <a:pt x="149624" y="241716"/>
                  </a:lnTo>
                  <a:lnTo>
                    <a:pt x="151916" y="236926"/>
                  </a:lnTo>
                  <a:lnTo>
                    <a:pt x="154055" y="232066"/>
                  </a:lnTo>
                  <a:lnTo>
                    <a:pt x="156038" y="227140"/>
                  </a:lnTo>
                  <a:lnTo>
                    <a:pt x="157865" y="222154"/>
                  </a:lnTo>
                  <a:lnTo>
                    <a:pt x="159531" y="217112"/>
                  </a:lnTo>
                  <a:lnTo>
                    <a:pt x="161037" y="212020"/>
                  </a:lnTo>
                  <a:lnTo>
                    <a:pt x="162380" y="206883"/>
                  </a:lnTo>
                  <a:lnTo>
                    <a:pt x="163560" y="201706"/>
                  </a:lnTo>
                  <a:lnTo>
                    <a:pt x="164574" y="196493"/>
                  </a:lnTo>
                  <a:lnTo>
                    <a:pt x="165423" y="191252"/>
                  </a:lnTo>
                  <a:lnTo>
                    <a:pt x="166104" y="185985"/>
                  </a:lnTo>
                  <a:lnTo>
                    <a:pt x="166618" y="180700"/>
                  </a:lnTo>
                  <a:lnTo>
                    <a:pt x="166964" y="175402"/>
                  </a:lnTo>
                  <a:lnTo>
                    <a:pt x="167141" y="170094"/>
                  </a:lnTo>
                  <a:lnTo>
                    <a:pt x="167150" y="164784"/>
                  </a:lnTo>
                  <a:lnTo>
                    <a:pt x="166990" y="159477"/>
                  </a:lnTo>
                  <a:lnTo>
                    <a:pt x="166661" y="154177"/>
                  </a:lnTo>
                  <a:lnTo>
                    <a:pt x="166165" y="148890"/>
                  </a:lnTo>
                  <a:lnTo>
                    <a:pt x="165500" y="143622"/>
                  </a:lnTo>
                  <a:lnTo>
                    <a:pt x="164669" y="138377"/>
                  </a:lnTo>
                  <a:lnTo>
                    <a:pt x="163672" y="133162"/>
                  </a:lnTo>
                  <a:lnTo>
                    <a:pt x="162509" y="127980"/>
                  </a:lnTo>
                  <a:lnTo>
                    <a:pt x="161183" y="122839"/>
                  </a:lnTo>
                  <a:lnTo>
                    <a:pt x="159693" y="117742"/>
                  </a:lnTo>
                  <a:lnTo>
                    <a:pt x="158043" y="112695"/>
                  </a:lnTo>
                  <a:lnTo>
                    <a:pt x="156233" y="107703"/>
                  </a:lnTo>
                  <a:lnTo>
                    <a:pt x="154266" y="102771"/>
                  </a:lnTo>
                  <a:lnTo>
                    <a:pt x="152143" y="97903"/>
                  </a:lnTo>
                  <a:lnTo>
                    <a:pt x="149866" y="93106"/>
                  </a:lnTo>
                  <a:lnTo>
                    <a:pt x="147438" y="88384"/>
                  </a:lnTo>
                  <a:lnTo>
                    <a:pt x="144862" y="83741"/>
                  </a:lnTo>
                  <a:lnTo>
                    <a:pt x="142139" y="79182"/>
                  </a:lnTo>
                  <a:lnTo>
                    <a:pt x="139273" y="74712"/>
                  </a:lnTo>
                  <a:lnTo>
                    <a:pt x="136266" y="70335"/>
                  </a:lnTo>
                  <a:lnTo>
                    <a:pt x="133122" y="66056"/>
                  </a:lnTo>
                  <a:lnTo>
                    <a:pt x="129843" y="61879"/>
                  </a:lnTo>
                  <a:lnTo>
                    <a:pt x="126434" y="57808"/>
                  </a:lnTo>
                  <a:lnTo>
                    <a:pt x="122896" y="53847"/>
                  </a:lnTo>
                  <a:lnTo>
                    <a:pt x="119235" y="50001"/>
                  </a:lnTo>
                  <a:lnTo>
                    <a:pt x="115454" y="46273"/>
                  </a:lnTo>
                  <a:lnTo>
                    <a:pt x="111556" y="42667"/>
                  </a:lnTo>
                  <a:lnTo>
                    <a:pt x="107545" y="39187"/>
                  </a:lnTo>
                  <a:lnTo>
                    <a:pt x="103426" y="35836"/>
                  </a:lnTo>
                  <a:lnTo>
                    <a:pt x="99203" y="32617"/>
                  </a:lnTo>
                  <a:lnTo>
                    <a:pt x="94880" y="29534"/>
                  </a:lnTo>
                  <a:lnTo>
                    <a:pt x="90460" y="26590"/>
                  </a:lnTo>
                  <a:lnTo>
                    <a:pt x="85950" y="23788"/>
                  </a:lnTo>
                  <a:lnTo>
                    <a:pt x="81353" y="21131"/>
                  </a:lnTo>
                  <a:lnTo>
                    <a:pt x="76673" y="18620"/>
                  </a:lnTo>
                  <a:lnTo>
                    <a:pt x="71917" y="16260"/>
                  </a:lnTo>
                  <a:lnTo>
                    <a:pt x="67088" y="14052"/>
                  </a:lnTo>
                  <a:lnTo>
                    <a:pt x="62191" y="11999"/>
                  </a:lnTo>
                  <a:lnTo>
                    <a:pt x="57231" y="10102"/>
                  </a:lnTo>
                  <a:lnTo>
                    <a:pt x="52214" y="8363"/>
                  </a:lnTo>
                  <a:lnTo>
                    <a:pt x="47144" y="6785"/>
                  </a:lnTo>
                  <a:lnTo>
                    <a:pt x="42026" y="5369"/>
                  </a:lnTo>
                  <a:lnTo>
                    <a:pt x="36866" y="4115"/>
                  </a:lnTo>
                  <a:lnTo>
                    <a:pt x="31669" y="3027"/>
                  </a:lnTo>
                  <a:lnTo>
                    <a:pt x="26439" y="2104"/>
                  </a:lnTo>
                  <a:lnTo>
                    <a:pt x="21183" y="1347"/>
                  </a:lnTo>
                  <a:lnTo>
                    <a:pt x="15906" y="758"/>
                  </a:lnTo>
                  <a:lnTo>
                    <a:pt x="10613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18924" y="5220472"/>
              <a:ext cx="14210" cy="167167"/>
            </a:xfrm>
            <a:custGeom>
              <a:avLst/>
              <a:pathLst>
                <a:path w="14210" h="167167">
                  <a:moveTo>
                    <a:pt x="14210" y="0"/>
                  </a:moveTo>
                  <a:lnTo>
                    <a:pt x="0" y="605"/>
                  </a:lnTo>
                  <a:lnTo>
                    <a:pt x="1421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18924" y="5221077"/>
              <a:ext cx="14210" cy="166562"/>
            </a:xfrm>
            <a:custGeom>
              <a:avLst/>
              <a:pathLst>
                <a:path w="14210" h="166562">
                  <a:moveTo>
                    <a:pt x="0" y="0"/>
                  </a:moveTo>
                  <a:lnTo>
                    <a:pt x="14210" y="166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18924" y="5221077"/>
              <a:ext cx="14210" cy="166562"/>
            </a:xfrm>
            <a:custGeom>
              <a:avLst/>
              <a:pathLst>
                <a:path w="14210" h="166562">
                  <a:moveTo>
                    <a:pt x="0" y="0"/>
                  </a:moveTo>
                  <a:lnTo>
                    <a:pt x="14210" y="1665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18924" y="5221077"/>
              <a:ext cx="14210" cy="166562"/>
            </a:xfrm>
            <a:custGeom>
              <a:avLst/>
              <a:pathLst>
                <a:path w="14210" h="166562">
                  <a:moveTo>
                    <a:pt x="0" y="0"/>
                  </a:moveTo>
                  <a:lnTo>
                    <a:pt x="14210" y="1665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18924" y="5221077"/>
              <a:ext cx="14210" cy="166562"/>
            </a:xfrm>
            <a:custGeom>
              <a:avLst/>
              <a:pathLst>
                <a:path w="14210" h="166562">
                  <a:moveTo>
                    <a:pt x="0" y="0"/>
                  </a:moveTo>
                  <a:lnTo>
                    <a:pt x="14210" y="1665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73224" y="5221077"/>
              <a:ext cx="159911" cy="166562"/>
            </a:xfrm>
            <a:custGeom>
              <a:avLst/>
              <a:pathLst>
                <a:path w="159911" h="166562">
                  <a:moveTo>
                    <a:pt x="145700" y="0"/>
                  </a:moveTo>
                  <a:lnTo>
                    <a:pt x="140203" y="560"/>
                  </a:lnTo>
                  <a:lnTo>
                    <a:pt x="134728" y="1302"/>
                  </a:lnTo>
                  <a:lnTo>
                    <a:pt x="129280" y="2225"/>
                  </a:lnTo>
                  <a:lnTo>
                    <a:pt x="123865" y="3327"/>
                  </a:lnTo>
                  <a:lnTo>
                    <a:pt x="118490" y="4607"/>
                  </a:lnTo>
                  <a:lnTo>
                    <a:pt x="113161" y="6065"/>
                  </a:lnTo>
                  <a:lnTo>
                    <a:pt x="107882" y="7697"/>
                  </a:lnTo>
                  <a:lnTo>
                    <a:pt x="102660" y="9503"/>
                  </a:lnTo>
                  <a:lnTo>
                    <a:pt x="97501" y="11481"/>
                  </a:lnTo>
                  <a:lnTo>
                    <a:pt x="92410" y="13629"/>
                  </a:lnTo>
                  <a:lnTo>
                    <a:pt x="87392" y="15943"/>
                  </a:lnTo>
                  <a:lnTo>
                    <a:pt x="82454" y="18422"/>
                  </a:lnTo>
                  <a:lnTo>
                    <a:pt x="77601" y="21063"/>
                  </a:lnTo>
                  <a:lnTo>
                    <a:pt x="72837" y="23862"/>
                  </a:lnTo>
                  <a:lnTo>
                    <a:pt x="68169" y="26818"/>
                  </a:lnTo>
                  <a:lnTo>
                    <a:pt x="63601" y="29926"/>
                  </a:lnTo>
                  <a:lnTo>
                    <a:pt x="59138" y="33184"/>
                  </a:lnTo>
                  <a:lnTo>
                    <a:pt x="54785" y="36587"/>
                  </a:lnTo>
                  <a:lnTo>
                    <a:pt x="50547" y="40132"/>
                  </a:lnTo>
                  <a:lnTo>
                    <a:pt x="46428" y="43816"/>
                  </a:lnTo>
                  <a:lnTo>
                    <a:pt x="42433" y="47633"/>
                  </a:lnTo>
                  <a:lnTo>
                    <a:pt x="38567" y="51581"/>
                  </a:lnTo>
                  <a:lnTo>
                    <a:pt x="34833" y="55654"/>
                  </a:lnTo>
                  <a:lnTo>
                    <a:pt x="31236" y="59848"/>
                  </a:lnTo>
                  <a:lnTo>
                    <a:pt x="27780" y="64159"/>
                  </a:lnTo>
                  <a:lnTo>
                    <a:pt x="24468" y="68581"/>
                  </a:lnTo>
                  <a:lnTo>
                    <a:pt x="21304" y="73111"/>
                  </a:lnTo>
                  <a:lnTo>
                    <a:pt x="18291" y="77743"/>
                  </a:lnTo>
                  <a:lnTo>
                    <a:pt x="15433" y="82472"/>
                  </a:lnTo>
                  <a:lnTo>
                    <a:pt x="12733" y="87292"/>
                  </a:lnTo>
                  <a:lnTo>
                    <a:pt x="10194" y="92200"/>
                  </a:lnTo>
                  <a:lnTo>
                    <a:pt x="7818" y="97188"/>
                  </a:lnTo>
                  <a:lnTo>
                    <a:pt x="5608" y="102253"/>
                  </a:lnTo>
                  <a:lnTo>
                    <a:pt x="3567" y="107387"/>
                  </a:lnTo>
                  <a:lnTo>
                    <a:pt x="1697" y="112586"/>
                  </a:lnTo>
                  <a:lnTo>
                    <a:pt x="0" y="117845"/>
                  </a:lnTo>
                  <a:lnTo>
                    <a:pt x="159911" y="166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65977" y="5220472"/>
              <a:ext cx="334309" cy="334333"/>
            </a:xfrm>
            <a:custGeom>
              <a:avLst/>
              <a:pathLst>
                <a:path w="334309" h="334333">
                  <a:moveTo>
                    <a:pt x="7247" y="118450"/>
                  </a:moveTo>
                  <a:lnTo>
                    <a:pt x="5783" y="123542"/>
                  </a:lnTo>
                  <a:lnTo>
                    <a:pt x="4482" y="128678"/>
                  </a:lnTo>
                  <a:lnTo>
                    <a:pt x="3343" y="133853"/>
                  </a:lnTo>
                  <a:lnTo>
                    <a:pt x="2370" y="139061"/>
                  </a:lnTo>
                  <a:lnTo>
                    <a:pt x="1562" y="144298"/>
                  </a:lnTo>
                  <a:lnTo>
                    <a:pt x="920" y="149557"/>
                  </a:lnTo>
                  <a:lnTo>
                    <a:pt x="446" y="154834"/>
                  </a:lnTo>
                  <a:lnTo>
                    <a:pt x="139" y="160124"/>
                  </a:lnTo>
                  <a:lnTo>
                    <a:pt x="0" y="165421"/>
                  </a:lnTo>
                  <a:lnTo>
                    <a:pt x="28" y="170719"/>
                  </a:lnTo>
                  <a:lnTo>
                    <a:pt x="225" y="176014"/>
                  </a:lnTo>
                  <a:lnTo>
                    <a:pt x="589" y="181300"/>
                  </a:lnTo>
                  <a:lnTo>
                    <a:pt x="1120" y="186571"/>
                  </a:lnTo>
                  <a:lnTo>
                    <a:pt x="1819" y="191824"/>
                  </a:lnTo>
                  <a:lnTo>
                    <a:pt x="2683" y="197051"/>
                  </a:lnTo>
                  <a:lnTo>
                    <a:pt x="3713" y="202249"/>
                  </a:lnTo>
                  <a:lnTo>
                    <a:pt x="4907" y="207411"/>
                  </a:lnTo>
                  <a:lnTo>
                    <a:pt x="6264" y="212533"/>
                  </a:lnTo>
                  <a:lnTo>
                    <a:pt x="7782" y="217609"/>
                  </a:lnTo>
                  <a:lnTo>
                    <a:pt x="9461" y="222634"/>
                  </a:lnTo>
                  <a:lnTo>
                    <a:pt x="11298" y="227604"/>
                  </a:lnTo>
                  <a:lnTo>
                    <a:pt x="13292" y="232513"/>
                  </a:lnTo>
                  <a:lnTo>
                    <a:pt x="15440" y="237357"/>
                  </a:lnTo>
                  <a:lnTo>
                    <a:pt x="17740" y="242130"/>
                  </a:lnTo>
                  <a:lnTo>
                    <a:pt x="20191" y="246827"/>
                  </a:lnTo>
                  <a:lnTo>
                    <a:pt x="22790" y="251445"/>
                  </a:lnTo>
                  <a:lnTo>
                    <a:pt x="25533" y="255978"/>
                  </a:lnTo>
                  <a:lnTo>
                    <a:pt x="28419" y="260421"/>
                  </a:lnTo>
                  <a:lnTo>
                    <a:pt x="31444" y="264771"/>
                  </a:lnTo>
                  <a:lnTo>
                    <a:pt x="34605" y="269023"/>
                  </a:lnTo>
                  <a:lnTo>
                    <a:pt x="37900" y="273173"/>
                  </a:lnTo>
                  <a:lnTo>
                    <a:pt x="41324" y="277216"/>
                  </a:lnTo>
                  <a:lnTo>
                    <a:pt x="44875" y="281149"/>
                  </a:lnTo>
                  <a:lnTo>
                    <a:pt x="48549" y="284967"/>
                  </a:lnTo>
                  <a:lnTo>
                    <a:pt x="52341" y="288667"/>
                  </a:lnTo>
                  <a:lnTo>
                    <a:pt x="56250" y="292244"/>
                  </a:lnTo>
                  <a:lnTo>
                    <a:pt x="60269" y="295696"/>
                  </a:lnTo>
                  <a:lnTo>
                    <a:pt x="64396" y="299019"/>
                  </a:lnTo>
                  <a:lnTo>
                    <a:pt x="68627" y="302210"/>
                  </a:lnTo>
                  <a:lnTo>
                    <a:pt x="72956" y="305264"/>
                  </a:lnTo>
                  <a:lnTo>
                    <a:pt x="77380" y="308180"/>
                  </a:lnTo>
                  <a:lnTo>
                    <a:pt x="81894" y="310955"/>
                  </a:lnTo>
                  <a:lnTo>
                    <a:pt x="86493" y="313585"/>
                  </a:lnTo>
                  <a:lnTo>
                    <a:pt x="91174" y="316068"/>
                  </a:lnTo>
                  <a:lnTo>
                    <a:pt x="95931" y="318401"/>
                  </a:lnTo>
                  <a:lnTo>
                    <a:pt x="100760" y="320582"/>
                  </a:lnTo>
                  <a:lnTo>
                    <a:pt x="105655" y="322609"/>
                  </a:lnTo>
                  <a:lnTo>
                    <a:pt x="110612" y="324480"/>
                  </a:lnTo>
                  <a:lnTo>
                    <a:pt x="115626" y="326193"/>
                  </a:lnTo>
                  <a:lnTo>
                    <a:pt x="120692" y="327747"/>
                  </a:lnTo>
                  <a:lnTo>
                    <a:pt x="125804" y="329139"/>
                  </a:lnTo>
                  <a:lnTo>
                    <a:pt x="130958" y="330368"/>
                  </a:lnTo>
                  <a:lnTo>
                    <a:pt x="136148" y="331433"/>
                  </a:lnTo>
                  <a:lnTo>
                    <a:pt x="141370" y="332333"/>
                  </a:lnTo>
                  <a:lnTo>
                    <a:pt x="146617" y="333068"/>
                  </a:lnTo>
                  <a:lnTo>
                    <a:pt x="151885" y="333635"/>
                  </a:lnTo>
                  <a:lnTo>
                    <a:pt x="157168" y="334036"/>
                  </a:lnTo>
                  <a:lnTo>
                    <a:pt x="162462" y="334268"/>
                  </a:lnTo>
                  <a:lnTo>
                    <a:pt x="167760" y="334333"/>
                  </a:lnTo>
                  <a:lnTo>
                    <a:pt x="173057" y="334230"/>
                  </a:lnTo>
                  <a:lnTo>
                    <a:pt x="178349" y="333959"/>
                  </a:lnTo>
                  <a:lnTo>
                    <a:pt x="183629" y="333521"/>
                  </a:lnTo>
                  <a:lnTo>
                    <a:pt x="188893" y="332915"/>
                  </a:lnTo>
                  <a:lnTo>
                    <a:pt x="194135" y="332143"/>
                  </a:lnTo>
                  <a:lnTo>
                    <a:pt x="199350" y="331205"/>
                  </a:lnTo>
                  <a:lnTo>
                    <a:pt x="204532" y="330103"/>
                  </a:lnTo>
                  <a:lnTo>
                    <a:pt x="209677" y="328837"/>
                  </a:lnTo>
                  <a:lnTo>
                    <a:pt x="214779" y="327408"/>
                  </a:lnTo>
                  <a:lnTo>
                    <a:pt x="219834" y="325818"/>
                  </a:lnTo>
                  <a:lnTo>
                    <a:pt x="224835" y="324069"/>
                  </a:lnTo>
                  <a:lnTo>
                    <a:pt x="229778" y="322162"/>
                  </a:lnTo>
                  <a:lnTo>
                    <a:pt x="234659" y="320100"/>
                  </a:lnTo>
                  <a:lnTo>
                    <a:pt x="239472" y="317884"/>
                  </a:lnTo>
                  <a:lnTo>
                    <a:pt x="244212" y="315517"/>
                  </a:lnTo>
                  <a:lnTo>
                    <a:pt x="248875" y="313000"/>
                  </a:lnTo>
                  <a:lnTo>
                    <a:pt x="253455" y="310337"/>
                  </a:lnTo>
                  <a:lnTo>
                    <a:pt x="257949" y="307530"/>
                  </a:lnTo>
                  <a:lnTo>
                    <a:pt x="262352" y="304582"/>
                  </a:lnTo>
                  <a:lnTo>
                    <a:pt x="266659" y="301497"/>
                  </a:lnTo>
                  <a:lnTo>
                    <a:pt x="270866" y="298276"/>
                  </a:lnTo>
                  <a:lnTo>
                    <a:pt x="274969" y="294923"/>
                  </a:lnTo>
                  <a:lnTo>
                    <a:pt x="278964" y="291442"/>
                  </a:lnTo>
                  <a:lnTo>
                    <a:pt x="282846" y="287837"/>
                  </a:lnTo>
                  <a:lnTo>
                    <a:pt x="286612" y="284110"/>
                  </a:lnTo>
                  <a:lnTo>
                    <a:pt x="290258" y="280265"/>
                  </a:lnTo>
                  <a:lnTo>
                    <a:pt x="293781" y="276307"/>
                  </a:lnTo>
                  <a:lnTo>
                    <a:pt x="297176" y="272239"/>
                  </a:lnTo>
                  <a:lnTo>
                    <a:pt x="300441" y="268066"/>
                  </a:lnTo>
                  <a:lnTo>
                    <a:pt x="303571" y="263792"/>
                  </a:lnTo>
                  <a:lnTo>
                    <a:pt x="306565" y="259420"/>
                  </a:lnTo>
                  <a:lnTo>
                    <a:pt x="309419" y="254955"/>
                  </a:lnTo>
                  <a:lnTo>
                    <a:pt x="312129" y="250403"/>
                  </a:lnTo>
                  <a:lnTo>
                    <a:pt x="314694" y="245767"/>
                  </a:lnTo>
                  <a:lnTo>
                    <a:pt x="317111" y="241052"/>
                  </a:lnTo>
                  <a:lnTo>
                    <a:pt x="319377" y="236262"/>
                  </a:lnTo>
                  <a:lnTo>
                    <a:pt x="321491" y="231403"/>
                  </a:lnTo>
                  <a:lnTo>
                    <a:pt x="323449" y="226480"/>
                  </a:lnTo>
                  <a:lnTo>
                    <a:pt x="325250" y="221497"/>
                  </a:lnTo>
                  <a:lnTo>
                    <a:pt x="326893" y="216460"/>
                  </a:lnTo>
                  <a:lnTo>
                    <a:pt x="328374" y="211373"/>
                  </a:lnTo>
                  <a:lnTo>
                    <a:pt x="329694" y="206241"/>
                  </a:lnTo>
                  <a:lnTo>
                    <a:pt x="330851" y="201071"/>
                  </a:lnTo>
                  <a:lnTo>
                    <a:pt x="331843" y="195866"/>
                  </a:lnTo>
                  <a:lnTo>
                    <a:pt x="332670" y="190632"/>
                  </a:lnTo>
                  <a:lnTo>
                    <a:pt x="333331" y="185375"/>
                  </a:lnTo>
                  <a:lnTo>
                    <a:pt x="333824" y="180100"/>
                  </a:lnTo>
                  <a:lnTo>
                    <a:pt x="334150" y="174811"/>
                  </a:lnTo>
                  <a:lnTo>
                    <a:pt x="334309" y="169515"/>
                  </a:lnTo>
                  <a:lnTo>
                    <a:pt x="334299" y="164217"/>
                  </a:lnTo>
                  <a:lnTo>
                    <a:pt x="334122" y="158921"/>
                  </a:lnTo>
                  <a:lnTo>
                    <a:pt x="333777" y="153634"/>
                  </a:lnTo>
                  <a:lnTo>
                    <a:pt x="333264" y="148360"/>
                  </a:lnTo>
                  <a:lnTo>
                    <a:pt x="332585" y="143106"/>
                  </a:lnTo>
                  <a:lnTo>
                    <a:pt x="331739" y="137875"/>
                  </a:lnTo>
                  <a:lnTo>
                    <a:pt x="330728" y="132674"/>
                  </a:lnTo>
                  <a:lnTo>
                    <a:pt x="329553" y="127508"/>
                  </a:lnTo>
                  <a:lnTo>
                    <a:pt x="328214" y="122381"/>
                  </a:lnTo>
                  <a:lnTo>
                    <a:pt x="326714" y="117299"/>
                  </a:lnTo>
                  <a:lnTo>
                    <a:pt x="325053" y="112268"/>
                  </a:lnTo>
                  <a:lnTo>
                    <a:pt x="323234" y="107291"/>
                  </a:lnTo>
                  <a:lnTo>
                    <a:pt x="321258" y="102375"/>
                  </a:lnTo>
                  <a:lnTo>
                    <a:pt x="319128" y="97524"/>
                  </a:lnTo>
                  <a:lnTo>
                    <a:pt x="316844" y="92743"/>
                  </a:lnTo>
                  <a:lnTo>
                    <a:pt x="314410" y="88036"/>
                  </a:lnTo>
                  <a:lnTo>
                    <a:pt x="311829" y="83410"/>
                  </a:lnTo>
                  <a:lnTo>
                    <a:pt x="309102" y="78867"/>
                  </a:lnTo>
                  <a:lnTo>
                    <a:pt x="306232" y="74413"/>
                  </a:lnTo>
                  <a:lnTo>
                    <a:pt x="303223" y="70052"/>
                  </a:lnTo>
                  <a:lnTo>
                    <a:pt x="300076" y="65788"/>
                  </a:lnTo>
                  <a:lnTo>
                    <a:pt x="296797" y="61627"/>
                  </a:lnTo>
                  <a:lnTo>
                    <a:pt x="293387" y="57572"/>
                  </a:lnTo>
                  <a:lnTo>
                    <a:pt x="289850" y="53626"/>
                  </a:lnTo>
                  <a:lnTo>
                    <a:pt x="286190" y="49795"/>
                  </a:lnTo>
                  <a:lnTo>
                    <a:pt x="282411" y="46082"/>
                  </a:lnTo>
                  <a:lnTo>
                    <a:pt x="278516" y="42490"/>
                  </a:lnTo>
                  <a:lnTo>
                    <a:pt x="274508" y="39023"/>
                  </a:lnTo>
                  <a:lnTo>
                    <a:pt x="270393" y="35686"/>
                  </a:lnTo>
                  <a:lnTo>
                    <a:pt x="266175" y="32480"/>
                  </a:lnTo>
                  <a:lnTo>
                    <a:pt x="261857" y="29410"/>
                  </a:lnTo>
                  <a:lnTo>
                    <a:pt x="257443" y="26478"/>
                  </a:lnTo>
                  <a:lnTo>
                    <a:pt x="252939" y="23687"/>
                  </a:lnTo>
                  <a:lnTo>
                    <a:pt x="248349" y="21041"/>
                  </a:lnTo>
                  <a:lnTo>
                    <a:pt x="243677" y="18541"/>
                  </a:lnTo>
                  <a:lnTo>
                    <a:pt x="238929" y="16190"/>
                  </a:lnTo>
                  <a:lnTo>
                    <a:pt x="234108" y="13992"/>
                  </a:lnTo>
                  <a:lnTo>
                    <a:pt x="229220" y="11947"/>
                  </a:lnTo>
                  <a:lnTo>
                    <a:pt x="224270" y="10058"/>
                  </a:lnTo>
                  <a:lnTo>
                    <a:pt x="219262" y="8327"/>
                  </a:lnTo>
                  <a:lnTo>
                    <a:pt x="214202" y="6756"/>
                  </a:lnTo>
                  <a:lnTo>
                    <a:pt x="209095" y="5345"/>
                  </a:lnTo>
                  <a:lnTo>
                    <a:pt x="203945" y="4097"/>
                  </a:lnTo>
                  <a:lnTo>
                    <a:pt x="198759" y="3014"/>
                  </a:lnTo>
                  <a:lnTo>
                    <a:pt x="193540" y="2095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60855" y="4961274"/>
              <a:ext cx="21984" cy="167167"/>
            </a:xfrm>
            <a:custGeom>
              <a:avLst/>
              <a:pathLst>
                <a:path w="21984" h="167167">
                  <a:moveTo>
                    <a:pt x="21984" y="0"/>
                  </a:moveTo>
                  <a:lnTo>
                    <a:pt x="14637" y="161"/>
                  </a:lnTo>
                  <a:lnTo>
                    <a:pt x="7304" y="645"/>
                  </a:lnTo>
                  <a:lnTo>
                    <a:pt x="0" y="1451"/>
                  </a:lnTo>
                  <a:lnTo>
                    <a:pt x="219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60855" y="4962726"/>
              <a:ext cx="21984" cy="165715"/>
            </a:xfrm>
            <a:custGeom>
              <a:avLst/>
              <a:pathLst>
                <a:path w="21984" h="165715">
                  <a:moveTo>
                    <a:pt x="0" y="0"/>
                  </a:moveTo>
                  <a:lnTo>
                    <a:pt x="21984" y="16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60855" y="4962726"/>
              <a:ext cx="21984" cy="165715"/>
            </a:xfrm>
            <a:custGeom>
              <a:avLst/>
              <a:pathLst>
                <a:path w="21984" h="165715">
                  <a:moveTo>
                    <a:pt x="0" y="0"/>
                  </a:moveTo>
                  <a:lnTo>
                    <a:pt x="21984" y="165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60855" y="4962726"/>
              <a:ext cx="21984" cy="165715"/>
            </a:xfrm>
            <a:custGeom>
              <a:avLst/>
              <a:pathLst>
                <a:path w="21984" h="165715">
                  <a:moveTo>
                    <a:pt x="0" y="0"/>
                  </a:moveTo>
                  <a:lnTo>
                    <a:pt x="21984" y="165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915680" y="4962726"/>
              <a:ext cx="167159" cy="188775"/>
            </a:xfrm>
            <a:custGeom>
              <a:avLst/>
              <a:pathLst>
                <a:path w="167159" h="188775">
                  <a:moveTo>
                    <a:pt x="145174" y="0"/>
                  </a:moveTo>
                  <a:lnTo>
                    <a:pt x="139852" y="793"/>
                  </a:lnTo>
                  <a:lnTo>
                    <a:pt x="134559" y="1757"/>
                  </a:lnTo>
                  <a:lnTo>
                    <a:pt x="129299" y="2891"/>
                  </a:lnTo>
                  <a:lnTo>
                    <a:pt x="124078" y="4194"/>
                  </a:lnTo>
                  <a:lnTo>
                    <a:pt x="118902" y="5664"/>
                  </a:lnTo>
                  <a:lnTo>
                    <a:pt x="113776" y="7300"/>
                  </a:lnTo>
                  <a:lnTo>
                    <a:pt x="108705" y="9101"/>
                  </a:lnTo>
                  <a:lnTo>
                    <a:pt x="103695" y="11063"/>
                  </a:lnTo>
                  <a:lnTo>
                    <a:pt x="98751" y="13186"/>
                  </a:lnTo>
                  <a:lnTo>
                    <a:pt x="93877" y="15466"/>
                  </a:lnTo>
                  <a:lnTo>
                    <a:pt x="89079" y="17903"/>
                  </a:lnTo>
                  <a:lnTo>
                    <a:pt x="84363" y="20492"/>
                  </a:lnTo>
                  <a:lnTo>
                    <a:pt x="79732" y="23232"/>
                  </a:lnTo>
                  <a:lnTo>
                    <a:pt x="75191" y="26120"/>
                  </a:lnTo>
                  <a:lnTo>
                    <a:pt x="70746" y="29152"/>
                  </a:lnTo>
                  <a:lnTo>
                    <a:pt x="66401" y="32326"/>
                  </a:lnTo>
                  <a:lnTo>
                    <a:pt x="62160" y="35637"/>
                  </a:lnTo>
                  <a:lnTo>
                    <a:pt x="58028" y="39084"/>
                  </a:lnTo>
                  <a:lnTo>
                    <a:pt x="54009" y="42662"/>
                  </a:lnTo>
                  <a:lnTo>
                    <a:pt x="50108" y="46367"/>
                  </a:lnTo>
                  <a:lnTo>
                    <a:pt x="46327" y="50196"/>
                  </a:lnTo>
                  <a:lnTo>
                    <a:pt x="42672" y="54145"/>
                  </a:lnTo>
                  <a:lnTo>
                    <a:pt x="39146" y="58209"/>
                  </a:lnTo>
                  <a:lnTo>
                    <a:pt x="35752" y="62385"/>
                  </a:lnTo>
                  <a:lnTo>
                    <a:pt x="32494" y="66668"/>
                  </a:lnTo>
                  <a:lnTo>
                    <a:pt x="29376" y="71053"/>
                  </a:lnTo>
                  <a:lnTo>
                    <a:pt x="26401" y="75537"/>
                  </a:lnTo>
                  <a:lnTo>
                    <a:pt x="23572" y="80113"/>
                  </a:lnTo>
                  <a:lnTo>
                    <a:pt x="20891" y="84779"/>
                  </a:lnTo>
                  <a:lnTo>
                    <a:pt x="18362" y="89528"/>
                  </a:lnTo>
                  <a:lnTo>
                    <a:pt x="15987" y="94357"/>
                  </a:lnTo>
                  <a:lnTo>
                    <a:pt x="13769" y="99259"/>
                  </a:lnTo>
                  <a:lnTo>
                    <a:pt x="11710" y="104230"/>
                  </a:lnTo>
                  <a:lnTo>
                    <a:pt x="9811" y="109265"/>
                  </a:lnTo>
                  <a:lnTo>
                    <a:pt x="8076" y="114358"/>
                  </a:lnTo>
                  <a:lnTo>
                    <a:pt x="6506" y="119505"/>
                  </a:lnTo>
                  <a:lnTo>
                    <a:pt x="5102" y="124699"/>
                  </a:lnTo>
                  <a:lnTo>
                    <a:pt x="3865" y="129936"/>
                  </a:lnTo>
                  <a:lnTo>
                    <a:pt x="2799" y="135210"/>
                  </a:lnTo>
                  <a:lnTo>
                    <a:pt x="1902" y="140516"/>
                  </a:lnTo>
                  <a:lnTo>
                    <a:pt x="1177" y="145847"/>
                  </a:lnTo>
                  <a:lnTo>
                    <a:pt x="623" y="151200"/>
                  </a:lnTo>
                  <a:lnTo>
                    <a:pt x="242" y="156567"/>
                  </a:lnTo>
                  <a:lnTo>
                    <a:pt x="34" y="161944"/>
                  </a:lnTo>
                  <a:lnTo>
                    <a:pt x="0" y="167325"/>
                  </a:lnTo>
                  <a:lnTo>
                    <a:pt x="138" y="172704"/>
                  </a:lnTo>
                  <a:lnTo>
                    <a:pt x="449" y="178075"/>
                  </a:lnTo>
                  <a:lnTo>
                    <a:pt x="934" y="183434"/>
                  </a:lnTo>
                  <a:lnTo>
                    <a:pt x="1590" y="188775"/>
                  </a:lnTo>
                  <a:lnTo>
                    <a:pt x="167159" y="1657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917271" y="4961274"/>
              <a:ext cx="332719" cy="334334"/>
            </a:xfrm>
            <a:custGeom>
              <a:avLst/>
              <a:pathLst>
                <a:path w="332719" h="334334">
                  <a:moveTo>
                    <a:pt x="0" y="190227"/>
                  </a:moveTo>
                  <a:lnTo>
                    <a:pt x="815" y="195474"/>
                  </a:lnTo>
                  <a:lnTo>
                    <a:pt x="1797" y="200692"/>
                  </a:lnTo>
                  <a:lnTo>
                    <a:pt x="2945" y="205876"/>
                  </a:lnTo>
                  <a:lnTo>
                    <a:pt x="4256" y="211021"/>
                  </a:lnTo>
                  <a:lnTo>
                    <a:pt x="5730" y="216122"/>
                  </a:lnTo>
                  <a:lnTo>
                    <a:pt x="7366" y="221174"/>
                  </a:lnTo>
                  <a:lnTo>
                    <a:pt x="9161" y="226171"/>
                  </a:lnTo>
                  <a:lnTo>
                    <a:pt x="11113" y="231108"/>
                  </a:lnTo>
                  <a:lnTo>
                    <a:pt x="13222" y="235981"/>
                  </a:lnTo>
                  <a:lnTo>
                    <a:pt x="15484" y="240785"/>
                  </a:lnTo>
                  <a:lnTo>
                    <a:pt x="17898" y="245514"/>
                  </a:lnTo>
                  <a:lnTo>
                    <a:pt x="20461" y="250164"/>
                  </a:lnTo>
                  <a:lnTo>
                    <a:pt x="23170" y="254731"/>
                  </a:lnTo>
                  <a:lnTo>
                    <a:pt x="26022" y="259209"/>
                  </a:lnTo>
                  <a:lnTo>
                    <a:pt x="29016" y="263595"/>
                  </a:lnTo>
                  <a:lnTo>
                    <a:pt x="32147" y="267883"/>
                  </a:lnTo>
                  <a:lnTo>
                    <a:pt x="35413" y="272069"/>
                  </a:lnTo>
                  <a:lnTo>
                    <a:pt x="38810" y="276150"/>
                  </a:lnTo>
                  <a:lnTo>
                    <a:pt x="42335" y="280120"/>
                  </a:lnTo>
                  <a:lnTo>
                    <a:pt x="45985" y="283977"/>
                  </a:lnTo>
                  <a:lnTo>
                    <a:pt x="49755" y="287716"/>
                  </a:lnTo>
                  <a:lnTo>
                    <a:pt x="53642" y="291333"/>
                  </a:lnTo>
                  <a:lnTo>
                    <a:pt x="57642" y="294825"/>
                  </a:lnTo>
                  <a:lnTo>
                    <a:pt x="61750" y="298189"/>
                  </a:lnTo>
                  <a:lnTo>
                    <a:pt x="65964" y="301420"/>
                  </a:lnTo>
                  <a:lnTo>
                    <a:pt x="70278" y="304515"/>
                  </a:lnTo>
                  <a:lnTo>
                    <a:pt x="74688" y="307472"/>
                  </a:lnTo>
                  <a:lnTo>
                    <a:pt x="79189" y="310288"/>
                  </a:lnTo>
                  <a:lnTo>
                    <a:pt x="83778" y="312959"/>
                  </a:lnTo>
                  <a:lnTo>
                    <a:pt x="88450" y="315483"/>
                  </a:lnTo>
                  <a:lnTo>
                    <a:pt x="93199" y="317857"/>
                  </a:lnTo>
                  <a:lnTo>
                    <a:pt x="98021" y="320080"/>
                  </a:lnTo>
                  <a:lnTo>
                    <a:pt x="102911" y="322148"/>
                  </a:lnTo>
                  <a:lnTo>
                    <a:pt x="107865" y="324059"/>
                  </a:lnTo>
                  <a:lnTo>
                    <a:pt x="112877" y="325813"/>
                  </a:lnTo>
                  <a:lnTo>
                    <a:pt x="117942" y="327406"/>
                  </a:lnTo>
                  <a:lnTo>
                    <a:pt x="123055" y="328838"/>
                  </a:lnTo>
                  <a:lnTo>
                    <a:pt x="128211" y="330107"/>
                  </a:lnTo>
                  <a:lnTo>
                    <a:pt x="133404" y="331211"/>
                  </a:lnTo>
                  <a:lnTo>
                    <a:pt x="138630" y="332150"/>
                  </a:lnTo>
                  <a:lnTo>
                    <a:pt x="143883" y="332922"/>
                  </a:lnTo>
                  <a:lnTo>
                    <a:pt x="149158" y="333527"/>
                  </a:lnTo>
                  <a:lnTo>
                    <a:pt x="154450" y="333964"/>
                  </a:lnTo>
                  <a:lnTo>
                    <a:pt x="159753" y="334233"/>
                  </a:lnTo>
                  <a:lnTo>
                    <a:pt x="165062" y="334334"/>
                  </a:lnTo>
                  <a:lnTo>
                    <a:pt x="170371" y="334265"/>
                  </a:lnTo>
                  <a:lnTo>
                    <a:pt x="175675" y="334029"/>
                  </a:lnTo>
                  <a:lnTo>
                    <a:pt x="180969" y="333623"/>
                  </a:lnTo>
                  <a:lnTo>
                    <a:pt x="186248" y="333050"/>
                  </a:lnTo>
                  <a:lnTo>
                    <a:pt x="191506" y="332310"/>
                  </a:lnTo>
                  <a:lnTo>
                    <a:pt x="196737" y="331403"/>
                  </a:lnTo>
                  <a:lnTo>
                    <a:pt x="201938" y="330330"/>
                  </a:lnTo>
                  <a:lnTo>
                    <a:pt x="207101" y="329093"/>
                  </a:lnTo>
                  <a:lnTo>
                    <a:pt x="212223" y="327692"/>
                  </a:lnTo>
                  <a:lnTo>
                    <a:pt x="217297" y="326130"/>
                  </a:lnTo>
                  <a:lnTo>
                    <a:pt x="222320" y="324407"/>
                  </a:lnTo>
                  <a:lnTo>
                    <a:pt x="227285" y="322525"/>
                  </a:lnTo>
                  <a:lnTo>
                    <a:pt x="232187" y="320487"/>
                  </a:lnTo>
                  <a:lnTo>
                    <a:pt x="237023" y="318293"/>
                  </a:lnTo>
                  <a:lnTo>
                    <a:pt x="241787" y="315948"/>
                  </a:lnTo>
                  <a:lnTo>
                    <a:pt x="246473" y="313452"/>
                  </a:lnTo>
                  <a:lnTo>
                    <a:pt x="251078" y="310809"/>
                  </a:lnTo>
                  <a:lnTo>
                    <a:pt x="255597" y="308021"/>
                  </a:lnTo>
                  <a:lnTo>
                    <a:pt x="260025" y="305091"/>
                  </a:lnTo>
                  <a:lnTo>
                    <a:pt x="264358" y="302021"/>
                  </a:lnTo>
                  <a:lnTo>
                    <a:pt x="268590" y="298816"/>
                  </a:lnTo>
                  <a:lnTo>
                    <a:pt x="272719" y="295478"/>
                  </a:lnTo>
                  <a:lnTo>
                    <a:pt x="276740" y="292010"/>
                  </a:lnTo>
                  <a:lnTo>
                    <a:pt x="280649" y="288417"/>
                  </a:lnTo>
                  <a:lnTo>
                    <a:pt x="284442" y="284701"/>
                  </a:lnTo>
                  <a:lnTo>
                    <a:pt x="288115" y="280866"/>
                  </a:lnTo>
                  <a:lnTo>
                    <a:pt x="291664" y="276917"/>
                  </a:lnTo>
                  <a:lnTo>
                    <a:pt x="295086" y="272857"/>
                  </a:lnTo>
                  <a:lnTo>
                    <a:pt x="298377" y="268690"/>
                  </a:lnTo>
                  <a:lnTo>
                    <a:pt x="301534" y="264421"/>
                  </a:lnTo>
                  <a:lnTo>
                    <a:pt x="304554" y="260054"/>
                  </a:lnTo>
                  <a:lnTo>
                    <a:pt x="307434" y="255593"/>
                  </a:lnTo>
                  <a:lnTo>
                    <a:pt x="310171" y="251043"/>
                  </a:lnTo>
                  <a:lnTo>
                    <a:pt x="312762" y="246409"/>
                  </a:lnTo>
                  <a:lnTo>
                    <a:pt x="315204" y="241694"/>
                  </a:lnTo>
                  <a:lnTo>
                    <a:pt x="317495" y="236904"/>
                  </a:lnTo>
                  <a:lnTo>
                    <a:pt x="319633" y="232044"/>
                  </a:lnTo>
                  <a:lnTo>
                    <a:pt x="321616" y="227119"/>
                  </a:lnTo>
                  <a:lnTo>
                    <a:pt x="323441" y="222132"/>
                  </a:lnTo>
                  <a:lnTo>
                    <a:pt x="325107" y="217091"/>
                  </a:lnTo>
                  <a:lnTo>
                    <a:pt x="326612" y="211999"/>
                  </a:lnTo>
                  <a:lnTo>
                    <a:pt x="327955" y="206862"/>
                  </a:lnTo>
                  <a:lnTo>
                    <a:pt x="329134" y="201685"/>
                  </a:lnTo>
                  <a:lnTo>
                    <a:pt x="330147" y="196473"/>
                  </a:lnTo>
                  <a:lnTo>
                    <a:pt x="330995" y="191231"/>
                  </a:lnTo>
                  <a:lnTo>
                    <a:pt x="331676" y="185965"/>
                  </a:lnTo>
                  <a:lnTo>
                    <a:pt x="332189" y="180680"/>
                  </a:lnTo>
                  <a:lnTo>
                    <a:pt x="332534" y="175382"/>
                  </a:lnTo>
                  <a:lnTo>
                    <a:pt x="332711" y="170075"/>
                  </a:lnTo>
                  <a:lnTo>
                    <a:pt x="332719" y="164766"/>
                  </a:lnTo>
                  <a:lnTo>
                    <a:pt x="332558" y="159458"/>
                  </a:lnTo>
                  <a:lnTo>
                    <a:pt x="332229" y="154159"/>
                  </a:lnTo>
                  <a:lnTo>
                    <a:pt x="331732" y="148873"/>
                  </a:lnTo>
                  <a:lnTo>
                    <a:pt x="331067" y="143605"/>
                  </a:lnTo>
                  <a:lnTo>
                    <a:pt x="330236" y="138361"/>
                  </a:lnTo>
                  <a:lnTo>
                    <a:pt x="329238" y="133146"/>
                  </a:lnTo>
                  <a:lnTo>
                    <a:pt x="328075" y="127965"/>
                  </a:lnTo>
                  <a:lnTo>
                    <a:pt x="326748" y="122824"/>
                  </a:lnTo>
                  <a:lnTo>
                    <a:pt x="325258" y="117727"/>
                  </a:lnTo>
                  <a:lnTo>
                    <a:pt x="323607" y="112681"/>
                  </a:lnTo>
                  <a:lnTo>
                    <a:pt x="321797" y="107689"/>
                  </a:lnTo>
                  <a:lnTo>
                    <a:pt x="319830" y="102757"/>
                  </a:lnTo>
                  <a:lnTo>
                    <a:pt x="317706" y="97891"/>
                  </a:lnTo>
                  <a:lnTo>
                    <a:pt x="315429" y="93094"/>
                  </a:lnTo>
                  <a:lnTo>
                    <a:pt x="313001" y="88372"/>
                  </a:lnTo>
                  <a:lnTo>
                    <a:pt x="310424" y="83730"/>
                  </a:lnTo>
                  <a:lnTo>
                    <a:pt x="307702" y="79171"/>
                  </a:lnTo>
                  <a:lnTo>
                    <a:pt x="304835" y="74702"/>
                  </a:lnTo>
                  <a:lnTo>
                    <a:pt x="301828" y="70326"/>
                  </a:lnTo>
                  <a:lnTo>
                    <a:pt x="298684" y="66047"/>
                  </a:lnTo>
                  <a:lnTo>
                    <a:pt x="295406" y="61870"/>
                  </a:lnTo>
                  <a:lnTo>
                    <a:pt x="291996" y="57800"/>
                  </a:lnTo>
                  <a:lnTo>
                    <a:pt x="288459" y="53840"/>
                  </a:lnTo>
                  <a:lnTo>
                    <a:pt x="284798" y="49994"/>
                  </a:lnTo>
                  <a:lnTo>
                    <a:pt x="281016" y="46267"/>
                  </a:lnTo>
                  <a:lnTo>
                    <a:pt x="277119" y="42662"/>
                  </a:lnTo>
                  <a:lnTo>
                    <a:pt x="273108" y="39182"/>
                  </a:lnTo>
                  <a:lnTo>
                    <a:pt x="268989" y="35831"/>
                  </a:lnTo>
                  <a:lnTo>
                    <a:pt x="264766" y="32613"/>
                  </a:lnTo>
                  <a:lnTo>
                    <a:pt x="260443" y="29530"/>
                  </a:lnTo>
                  <a:lnTo>
                    <a:pt x="256024" y="26587"/>
                  </a:lnTo>
                  <a:lnTo>
                    <a:pt x="251514" y="23785"/>
                  </a:lnTo>
                  <a:lnTo>
                    <a:pt x="246917" y="21128"/>
                  </a:lnTo>
                  <a:lnTo>
                    <a:pt x="242238" y="18618"/>
                  </a:lnTo>
                  <a:lnTo>
                    <a:pt x="237481" y="16258"/>
                  </a:lnTo>
                  <a:lnTo>
                    <a:pt x="232652" y="14050"/>
                  </a:lnTo>
                  <a:lnTo>
                    <a:pt x="227756" y="11997"/>
                  </a:lnTo>
                  <a:lnTo>
                    <a:pt x="222796" y="10100"/>
                  </a:lnTo>
                  <a:lnTo>
                    <a:pt x="217779" y="8362"/>
                  </a:lnTo>
                  <a:lnTo>
                    <a:pt x="212710" y="6784"/>
                  </a:lnTo>
                  <a:lnTo>
                    <a:pt x="207592" y="5368"/>
                  </a:lnTo>
                  <a:lnTo>
                    <a:pt x="202433" y="4115"/>
                  </a:lnTo>
                  <a:lnTo>
                    <a:pt x="197236" y="3026"/>
                  </a:lnTo>
                  <a:lnTo>
                    <a:pt x="192007" y="2103"/>
                  </a:lnTo>
                  <a:lnTo>
                    <a:pt x="186751" y="1347"/>
                  </a:lnTo>
                  <a:lnTo>
                    <a:pt x="181474" y="758"/>
                  </a:lnTo>
                  <a:lnTo>
                    <a:pt x="176181" y="337"/>
                  </a:lnTo>
                  <a:lnTo>
                    <a:pt x="170878" y="84"/>
                  </a:lnTo>
                  <a:lnTo>
                    <a:pt x="165569" y="0"/>
                  </a:lnTo>
                  <a:lnTo>
                    <a:pt x="16556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86454" y="4605529"/>
              <a:ext cx="74092" cy="167167"/>
            </a:xfrm>
            <a:custGeom>
              <a:avLst/>
              <a:pathLst>
                <a:path w="74092" h="167167">
                  <a:moveTo>
                    <a:pt x="74092" y="0"/>
                  </a:moveTo>
                  <a:lnTo>
                    <a:pt x="68189" y="104"/>
                  </a:lnTo>
                  <a:lnTo>
                    <a:pt x="62293" y="416"/>
                  </a:lnTo>
                  <a:lnTo>
                    <a:pt x="56411" y="937"/>
                  </a:lnTo>
                  <a:lnTo>
                    <a:pt x="50552" y="1665"/>
                  </a:lnTo>
                  <a:lnTo>
                    <a:pt x="44722" y="2600"/>
                  </a:lnTo>
                  <a:lnTo>
                    <a:pt x="38928" y="3740"/>
                  </a:lnTo>
                  <a:lnTo>
                    <a:pt x="33179" y="5084"/>
                  </a:lnTo>
                  <a:lnTo>
                    <a:pt x="27480" y="6629"/>
                  </a:lnTo>
                  <a:lnTo>
                    <a:pt x="21840" y="8376"/>
                  </a:lnTo>
                  <a:lnTo>
                    <a:pt x="16265" y="10320"/>
                  </a:lnTo>
                  <a:lnTo>
                    <a:pt x="10762" y="12460"/>
                  </a:lnTo>
                  <a:lnTo>
                    <a:pt x="5338" y="14793"/>
                  </a:lnTo>
                  <a:lnTo>
                    <a:pt x="0" y="17316"/>
                  </a:lnTo>
                  <a:lnTo>
                    <a:pt x="740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86454" y="4622846"/>
              <a:ext cx="74092" cy="149850"/>
            </a:xfrm>
            <a:custGeom>
              <a:avLst/>
              <a:pathLst>
                <a:path w="74092" h="149850">
                  <a:moveTo>
                    <a:pt x="0" y="0"/>
                  </a:moveTo>
                  <a:lnTo>
                    <a:pt x="74092" y="1498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86454" y="4622846"/>
              <a:ext cx="74092" cy="149850"/>
            </a:xfrm>
            <a:custGeom>
              <a:avLst/>
              <a:pathLst>
                <a:path w="74092" h="149850">
                  <a:moveTo>
                    <a:pt x="0" y="0"/>
                  </a:moveTo>
                  <a:lnTo>
                    <a:pt x="74092" y="1498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293379" y="4622846"/>
              <a:ext cx="308326" cy="317006"/>
            </a:xfrm>
            <a:custGeom>
              <a:avLst/>
              <a:pathLst>
                <a:path w="308326" h="317006">
                  <a:moveTo>
                    <a:pt x="93074" y="0"/>
                  </a:moveTo>
                  <a:lnTo>
                    <a:pt x="88348" y="2430"/>
                  </a:lnTo>
                  <a:lnTo>
                    <a:pt x="83702" y="5010"/>
                  </a:lnTo>
                  <a:lnTo>
                    <a:pt x="79140" y="7737"/>
                  </a:lnTo>
                  <a:lnTo>
                    <a:pt x="74667" y="10606"/>
                  </a:lnTo>
                  <a:lnTo>
                    <a:pt x="70288" y="13617"/>
                  </a:lnTo>
                  <a:lnTo>
                    <a:pt x="66007" y="16765"/>
                  </a:lnTo>
                  <a:lnTo>
                    <a:pt x="61827" y="20048"/>
                  </a:lnTo>
                  <a:lnTo>
                    <a:pt x="57755" y="23462"/>
                  </a:lnTo>
                  <a:lnTo>
                    <a:pt x="53793" y="27004"/>
                  </a:lnTo>
                  <a:lnTo>
                    <a:pt x="49945" y="30670"/>
                  </a:lnTo>
                  <a:lnTo>
                    <a:pt x="46216" y="34456"/>
                  </a:lnTo>
                  <a:lnTo>
                    <a:pt x="42609" y="38359"/>
                  </a:lnTo>
                  <a:lnTo>
                    <a:pt x="39128" y="42375"/>
                  </a:lnTo>
                  <a:lnTo>
                    <a:pt x="35776" y="46499"/>
                  </a:lnTo>
                  <a:lnTo>
                    <a:pt x="32558" y="50728"/>
                  </a:lnTo>
                  <a:lnTo>
                    <a:pt x="29475" y="55056"/>
                  </a:lnTo>
                  <a:lnTo>
                    <a:pt x="26531" y="59481"/>
                  </a:lnTo>
                  <a:lnTo>
                    <a:pt x="23730" y="63997"/>
                  </a:lnTo>
                  <a:lnTo>
                    <a:pt x="21073" y="68600"/>
                  </a:lnTo>
                  <a:lnTo>
                    <a:pt x="18564" y="73285"/>
                  </a:lnTo>
                  <a:lnTo>
                    <a:pt x="16206" y="78047"/>
                  </a:lnTo>
                  <a:lnTo>
                    <a:pt x="14000" y="82882"/>
                  </a:lnTo>
                  <a:lnTo>
                    <a:pt x="11948" y="87784"/>
                  </a:lnTo>
                  <a:lnTo>
                    <a:pt x="10054" y="92750"/>
                  </a:lnTo>
                  <a:lnTo>
                    <a:pt x="8318" y="97773"/>
                  </a:lnTo>
                  <a:lnTo>
                    <a:pt x="6743" y="102848"/>
                  </a:lnTo>
                  <a:lnTo>
                    <a:pt x="5330" y="107971"/>
                  </a:lnTo>
                  <a:lnTo>
                    <a:pt x="4081" y="113137"/>
                  </a:lnTo>
                  <a:lnTo>
                    <a:pt x="2996" y="118339"/>
                  </a:lnTo>
                  <a:lnTo>
                    <a:pt x="2077" y="123574"/>
                  </a:lnTo>
                  <a:lnTo>
                    <a:pt x="1326" y="128835"/>
                  </a:lnTo>
                  <a:lnTo>
                    <a:pt x="741" y="134117"/>
                  </a:lnTo>
                  <a:lnTo>
                    <a:pt x="325" y="139415"/>
                  </a:lnTo>
                  <a:lnTo>
                    <a:pt x="78" y="144723"/>
                  </a:lnTo>
                  <a:lnTo>
                    <a:pt x="0" y="150037"/>
                  </a:lnTo>
                  <a:lnTo>
                    <a:pt x="90" y="155351"/>
                  </a:lnTo>
                  <a:lnTo>
                    <a:pt x="349" y="160659"/>
                  </a:lnTo>
                  <a:lnTo>
                    <a:pt x="777" y="165956"/>
                  </a:lnTo>
                  <a:lnTo>
                    <a:pt x="1373" y="171237"/>
                  </a:lnTo>
                  <a:lnTo>
                    <a:pt x="2137" y="176496"/>
                  </a:lnTo>
                  <a:lnTo>
                    <a:pt x="3067" y="181728"/>
                  </a:lnTo>
                  <a:lnTo>
                    <a:pt x="4163" y="186929"/>
                  </a:lnTo>
                  <a:lnTo>
                    <a:pt x="5424" y="192091"/>
                  </a:lnTo>
                  <a:lnTo>
                    <a:pt x="6849" y="197211"/>
                  </a:lnTo>
                  <a:lnTo>
                    <a:pt x="8435" y="202283"/>
                  </a:lnTo>
                  <a:lnTo>
                    <a:pt x="10182" y="207302"/>
                  </a:lnTo>
                  <a:lnTo>
                    <a:pt x="12088" y="212263"/>
                  </a:lnTo>
                  <a:lnTo>
                    <a:pt x="14150" y="217161"/>
                  </a:lnTo>
                  <a:lnTo>
                    <a:pt x="16367" y="221991"/>
                  </a:lnTo>
                  <a:lnTo>
                    <a:pt x="18736" y="226748"/>
                  </a:lnTo>
                  <a:lnTo>
                    <a:pt x="21255" y="231427"/>
                  </a:lnTo>
                  <a:lnTo>
                    <a:pt x="23922" y="236024"/>
                  </a:lnTo>
                  <a:lnTo>
                    <a:pt x="26734" y="240534"/>
                  </a:lnTo>
                  <a:lnTo>
                    <a:pt x="29687" y="244952"/>
                  </a:lnTo>
                  <a:lnTo>
                    <a:pt x="32780" y="249274"/>
                  </a:lnTo>
                  <a:lnTo>
                    <a:pt x="36008" y="253495"/>
                  </a:lnTo>
                  <a:lnTo>
                    <a:pt x="39369" y="257612"/>
                  </a:lnTo>
                  <a:lnTo>
                    <a:pt x="42859" y="261620"/>
                  </a:lnTo>
                  <a:lnTo>
                    <a:pt x="46474" y="265515"/>
                  </a:lnTo>
                  <a:lnTo>
                    <a:pt x="50212" y="269293"/>
                  </a:lnTo>
                  <a:lnTo>
                    <a:pt x="54068" y="272950"/>
                  </a:lnTo>
                  <a:lnTo>
                    <a:pt x="58038" y="276483"/>
                  </a:lnTo>
                  <a:lnTo>
                    <a:pt x="62118" y="279888"/>
                  </a:lnTo>
                  <a:lnTo>
                    <a:pt x="66305" y="283161"/>
                  </a:lnTo>
                  <a:lnTo>
                    <a:pt x="70593" y="286300"/>
                  </a:lnTo>
                  <a:lnTo>
                    <a:pt x="74979" y="289301"/>
                  </a:lnTo>
                  <a:lnTo>
                    <a:pt x="79459" y="292160"/>
                  </a:lnTo>
                  <a:lnTo>
                    <a:pt x="84027" y="294877"/>
                  </a:lnTo>
                  <a:lnTo>
                    <a:pt x="88679" y="297446"/>
                  </a:lnTo>
                  <a:lnTo>
                    <a:pt x="93410" y="299866"/>
                  </a:lnTo>
                  <a:lnTo>
                    <a:pt x="98216" y="302135"/>
                  </a:lnTo>
                  <a:lnTo>
                    <a:pt x="103091" y="304250"/>
                  </a:lnTo>
                  <a:lnTo>
                    <a:pt x="108031" y="306209"/>
                  </a:lnTo>
                  <a:lnTo>
                    <a:pt x="113031" y="308009"/>
                  </a:lnTo>
                  <a:lnTo>
                    <a:pt x="118086" y="309650"/>
                  </a:lnTo>
                  <a:lnTo>
                    <a:pt x="123190" y="311129"/>
                  </a:lnTo>
                  <a:lnTo>
                    <a:pt x="128339" y="312446"/>
                  </a:lnTo>
                  <a:lnTo>
                    <a:pt x="133527" y="313598"/>
                  </a:lnTo>
                  <a:lnTo>
                    <a:pt x="138749" y="314584"/>
                  </a:lnTo>
                  <a:lnTo>
                    <a:pt x="144000" y="315404"/>
                  </a:lnTo>
                  <a:lnTo>
                    <a:pt x="149274" y="316057"/>
                  </a:lnTo>
                  <a:lnTo>
                    <a:pt x="154566" y="316542"/>
                  </a:lnTo>
                  <a:lnTo>
                    <a:pt x="159871" y="316858"/>
                  </a:lnTo>
                  <a:lnTo>
                    <a:pt x="165183" y="317006"/>
                  </a:lnTo>
                  <a:lnTo>
                    <a:pt x="170498" y="316984"/>
                  </a:lnTo>
                  <a:lnTo>
                    <a:pt x="175809" y="316794"/>
                  </a:lnTo>
                  <a:lnTo>
                    <a:pt x="181111" y="316435"/>
                  </a:lnTo>
                  <a:lnTo>
                    <a:pt x="186399" y="315908"/>
                  </a:lnTo>
                  <a:lnTo>
                    <a:pt x="191668" y="315212"/>
                  </a:lnTo>
                  <a:lnTo>
                    <a:pt x="196912" y="314350"/>
                  </a:lnTo>
                  <a:lnTo>
                    <a:pt x="202126" y="313321"/>
                  </a:lnTo>
                  <a:lnTo>
                    <a:pt x="207304" y="312128"/>
                  </a:lnTo>
                  <a:lnTo>
                    <a:pt x="212442" y="310770"/>
                  </a:lnTo>
                  <a:lnTo>
                    <a:pt x="217534" y="309249"/>
                  </a:lnTo>
                  <a:lnTo>
                    <a:pt x="222576" y="307568"/>
                  </a:lnTo>
                  <a:lnTo>
                    <a:pt x="227561" y="305727"/>
                  </a:lnTo>
                  <a:lnTo>
                    <a:pt x="232485" y="303728"/>
                  </a:lnTo>
                  <a:lnTo>
                    <a:pt x="237344" y="301574"/>
                  </a:lnTo>
                  <a:lnTo>
                    <a:pt x="242131" y="299267"/>
                  </a:lnTo>
                  <a:lnTo>
                    <a:pt x="246843" y="296808"/>
                  </a:lnTo>
                  <a:lnTo>
                    <a:pt x="251474" y="294202"/>
                  </a:lnTo>
                  <a:lnTo>
                    <a:pt x="256019" y="291449"/>
                  </a:lnTo>
                  <a:lnTo>
                    <a:pt x="260476" y="288553"/>
                  </a:lnTo>
                  <a:lnTo>
                    <a:pt x="264837" y="285517"/>
                  </a:lnTo>
                  <a:lnTo>
                    <a:pt x="269100" y="282344"/>
                  </a:lnTo>
                  <a:lnTo>
                    <a:pt x="273260" y="279037"/>
                  </a:lnTo>
                  <a:lnTo>
                    <a:pt x="277313" y="275599"/>
                  </a:lnTo>
                  <a:lnTo>
                    <a:pt x="281255" y="272034"/>
                  </a:lnTo>
                  <a:lnTo>
                    <a:pt x="285081" y="268346"/>
                  </a:lnTo>
                  <a:lnTo>
                    <a:pt x="288788" y="264538"/>
                  </a:lnTo>
                  <a:lnTo>
                    <a:pt x="292372" y="260614"/>
                  </a:lnTo>
                  <a:lnTo>
                    <a:pt x="295829" y="256578"/>
                  </a:lnTo>
                  <a:lnTo>
                    <a:pt x="299157" y="252435"/>
                  </a:lnTo>
                  <a:lnTo>
                    <a:pt x="302351" y="248187"/>
                  </a:lnTo>
                  <a:lnTo>
                    <a:pt x="305409" y="243840"/>
                  </a:lnTo>
                  <a:lnTo>
                    <a:pt x="308326" y="239399"/>
                  </a:lnTo>
                  <a:lnTo>
                    <a:pt x="167167" y="149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60546" y="4605529"/>
              <a:ext cx="167148" cy="256715"/>
            </a:xfrm>
            <a:custGeom>
              <a:avLst/>
              <a:pathLst>
                <a:path w="167148" h="256715">
                  <a:moveTo>
                    <a:pt x="141159" y="256715"/>
                  </a:moveTo>
                  <a:lnTo>
                    <a:pt x="143983" y="252101"/>
                  </a:lnTo>
                  <a:lnTo>
                    <a:pt x="146656" y="247397"/>
                  </a:lnTo>
                  <a:lnTo>
                    <a:pt x="149175" y="242609"/>
                  </a:lnTo>
                  <a:lnTo>
                    <a:pt x="151538" y="237742"/>
                  </a:lnTo>
                  <a:lnTo>
                    <a:pt x="153743" y="232802"/>
                  </a:lnTo>
                  <a:lnTo>
                    <a:pt x="155786" y="227792"/>
                  </a:lnTo>
                  <a:lnTo>
                    <a:pt x="157667" y="222719"/>
                  </a:lnTo>
                  <a:lnTo>
                    <a:pt x="159382" y="217588"/>
                  </a:lnTo>
                  <a:lnTo>
                    <a:pt x="160930" y="212404"/>
                  </a:lnTo>
                  <a:lnTo>
                    <a:pt x="162309" y="207173"/>
                  </a:lnTo>
                  <a:lnTo>
                    <a:pt x="163519" y="201900"/>
                  </a:lnTo>
                  <a:lnTo>
                    <a:pt x="164557" y="196590"/>
                  </a:lnTo>
                  <a:lnTo>
                    <a:pt x="165423" y="191250"/>
                  </a:lnTo>
                  <a:lnTo>
                    <a:pt x="166116" y="185884"/>
                  </a:lnTo>
                  <a:lnTo>
                    <a:pt x="166634" y="180499"/>
                  </a:lnTo>
                  <a:lnTo>
                    <a:pt x="166979" y="175099"/>
                  </a:lnTo>
                  <a:lnTo>
                    <a:pt x="167148" y="169692"/>
                  </a:lnTo>
                  <a:lnTo>
                    <a:pt x="167142" y="164282"/>
                  </a:lnTo>
                  <a:lnTo>
                    <a:pt x="166961" y="158874"/>
                  </a:lnTo>
                  <a:lnTo>
                    <a:pt x="166605" y="153476"/>
                  </a:lnTo>
                  <a:lnTo>
                    <a:pt x="166075" y="148092"/>
                  </a:lnTo>
                  <a:lnTo>
                    <a:pt x="165371" y="142728"/>
                  </a:lnTo>
                  <a:lnTo>
                    <a:pt x="164493" y="137389"/>
                  </a:lnTo>
                  <a:lnTo>
                    <a:pt x="163444" y="132082"/>
                  </a:lnTo>
                  <a:lnTo>
                    <a:pt x="162223" y="126811"/>
                  </a:lnTo>
                  <a:lnTo>
                    <a:pt x="160832" y="121583"/>
                  </a:lnTo>
                  <a:lnTo>
                    <a:pt x="159273" y="116402"/>
                  </a:lnTo>
                  <a:lnTo>
                    <a:pt x="157546" y="111275"/>
                  </a:lnTo>
                  <a:lnTo>
                    <a:pt x="155655" y="106206"/>
                  </a:lnTo>
                  <a:lnTo>
                    <a:pt x="153601" y="101201"/>
                  </a:lnTo>
                  <a:lnTo>
                    <a:pt x="151386" y="96265"/>
                  </a:lnTo>
                  <a:lnTo>
                    <a:pt x="149012" y="91403"/>
                  </a:lnTo>
                  <a:lnTo>
                    <a:pt x="146483" y="86621"/>
                  </a:lnTo>
                  <a:lnTo>
                    <a:pt x="143799" y="81923"/>
                  </a:lnTo>
                  <a:lnTo>
                    <a:pt x="140966" y="77314"/>
                  </a:lnTo>
                  <a:lnTo>
                    <a:pt x="137984" y="72800"/>
                  </a:lnTo>
                  <a:lnTo>
                    <a:pt x="134858" y="68384"/>
                  </a:lnTo>
                  <a:lnTo>
                    <a:pt x="131591" y="64072"/>
                  </a:lnTo>
                  <a:lnTo>
                    <a:pt x="128186" y="59867"/>
                  </a:lnTo>
                  <a:lnTo>
                    <a:pt x="124647" y="55776"/>
                  </a:lnTo>
                  <a:lnTo>
                    <a:pt x="120977" y="51800"/>
                  </a:lnTo>
                  <a:lnTo>
                    <a:pt x="117180" y="47946"/>
                  </a:lnTo>
                  <a:lnTo>
                    <a:pt x="113261" y="44216"/>
                  </a:lnTo>
                  <a:lnTo>
                    <a:pt x="109223" y="40616"/>
                  </a:lnTo>
                  <a:lnTo>
                    <a:pt x="105071" y="37148"/>
                  </a:lnTo>
                  <a:lnTo>
                    <a:pt x="100808" y="33816"/>
                  </a:lnTo>
                  <a:lnTo>
                    <a:pt x="96440" y="30623"/>
                  </a:lnTo>
                  <a:lnTo>
                    <a:pt x="91971" y="27574"/>
                  </a:lnTo>
                  <a:lnTo>
                    <a:pt x="87406" y="24671"/>
                  </a:lnTo>
                  <a:lnTo>
                    <a:pt x="82749" y="21917"/>
                  </a:lnTo>
                  <a:lnTo>
                    <a:pt x="78005" y="19316"/>
                  </a:lnTo>
                  <a:lnTo>
                    <a:pt x="73180" y="16869"/>
                  </a:lnTo>
                  <a:lnTo>
                    <a:pt x="68278" y="14579"/>
                  </a:lnTo>
                  <a:lnTo>
                    <a:pt x="63305" y="12450"/>
                  </a:lnTo>
                  <a:lnTo>
                    <a:pt x="58265" y="10482"/>
                  </a:lnTo>
                  <a:lnTo>
                    <a:pt x="53164" y="8679"/>
                  </a:lnTo>
                  <a:lnTo>
                    <a:pt x="48008" y="7041"/>
                  </a:lnTo>
                  <a:lnTo>
                    <a:pt x="42801" y="5572"/>
                  </a:lnTo>
                  <a:lnTo>
                    <a:pt x="37549" y="4271"/>
                  </a:lnTo>
                  <a:lnTo>
                    <a:pt x="32258" y="3142"/>
                  </a:lnTo>
                  <a:lnTo>
                    <a:pt x="26934" y="2184"/>
                  </a:lnTo>
                  <a:lnTo>
                    <a:pt x="21581" y="1398"/>
                  </a:lnTo>
                  <a:lnTo>
                    <a:pt x="16205" y="787"/>
                  </a:lnTo>
                  <a:lnTo>
                    <a:pt x="10813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654876" y="4172415"/>
              <a:ext cx="91015" cy="167167"/>
            </a:xfrm>
            <a:custGeom>
              <a:avLst/>
              <a:pathLst>
                <a:path w="91015" h="167167">
                  <a:moveTo>
                    <a:pt x="91015" y="0"/>
                  </a:moveTo>
                  <a:lnTo>
                    <a:pt x="85355" y="95"/>
                  </a:lnTo>
                  <a:lnTo>
                    <a:pt x="79701" y="383"/>
                  </a:lnTo>
                  <a:lnTo>
                    <a:pt x="74060" y="862"/>
                  </a:lnTo>
                  <a:lnTo>
                    <a:pt x="68439" y="1531"/>
                  </a:lnTo>
                  <a:lnTo>
                    <a:pt x="62843" y="2391"/>
                  </a:lnTo>
                  <a:lnTo>
                    <a:pt x="57280" y="3439"/>
                  </a:lnTo>
                  <a:lnTo>
                    <a:pt x="51755" y="4675"/>
                  </a:lnTo>
                  <a:lnTo>
                    <a:pt x="46275" y="6098"/>
                  </a:lnTo>
                  <a:lnTo>
                    <a:pt x="40847" y="7705"/>
                  </a:lnTo>
                  <a:lnTo>
                    <a:pt x="35476" y="9495"/>
                  </a:lnTo>
                  <a:lnTo>
                    <a:pt x="30169" y="11466"/>
                  </a:lnTo>
                  <a:lnTo>
                    <a:pt x="24932" y="13616"/>
                  </a:lnTo>
                  <a:lnTo>
                    <a:pt x="19771" y="15942"/>
                  </a:lnTo>
                  <a:lnTo>
                    <a:pt x="14691" y="18441"/>
                  </a:lnTo>
                  <a:lnTo>
                    <a:pt x="9699" y="21110"/>
                  </a:lnTo>
                  <a:lnTo>
                    <a:pt x="4800" y="23948"/>
                  </a:lnTo>
                  <a:lnTo>
                    <a:pt x="0" y="26949"/>
                  </a:lnTo>
                  <a:lnTo>
                    <a:pt x="9101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654876" y="4199365"/>
              <a:ext cx="91015" cy="140217"/>
            </a:xfrm>
            <a:custGeom>
              <a:avLst/>
              <a:pathLst>
                <a:path w="91015" h="140217">
                  <a:moveTo>
                    <a:pt x="0" y="0"/>
                  </a:moveTo>
                  <a:lnTo>
                    <a:pt x="91015" y="1402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578737" y="4199365"/>
              <a:ext cx="334307" cy="307384"/>
            </a:xfrm>
            <a:custGeom>
              <a:avLst/>
              <a:pathLst>
                <a:path w="334307" h="307384">
                  <a:moveTo>
                    <a:pt x="76139" y="0"/>
                  </a:moveTo>
                  <a:lnTo>
                    <a:pt x="71739" y="2956"/>
                  </a:lnTo>
                  <a:lnTo>
                    <a:pt x="67434" y="6051"/>
                  </a:lnTo>
                  <a:lnTo>
                    <a:pt x="63230" y="9281"/>
                  </a:lnTo>
                  <a:lnTo>
                    <a:pt x="59130" y="12642"/>
                  </a:lnTo>
                  <a:lnTo>
                    <a:pt x="55139" y="16132"/>
                  </a:lnTo>
                  <a:lnTo>
                    <a:pt x="51260" y="19746"/>
                  </a:lnTo>
                  <a:lnTo>
                    <a:pt x="47498" y="23482"/>
                  </a:lnTo>
                  <a:lnTo>
                    <a:pt x="43857" y="27335"/>
                  </a:lnTo>
                  <a:lnTo>
                    <a:pt x="40339" y="31301"/>
                  </a:lnTo>
                  <a:lnTo>
                    <a:pt x="36949" y="35377"/>
                  </a:lnTo>
                  <a:lnTo>
                    <a:pt x="33690" y="39559"/>
                  </a:lnTo>
                  <a:lnTo>
                    <a:pt x="30566" y="43842"/>
                  </a:lnTo>
                  <a:lnTo>
                    <a:pt x="27578" y="48222"/>
                  </a:lnTo>
                  <a:lnTo>
                    <a:pt x="24731" y="52694"/>
                  </a:lnTo>
                  <a:lnTo>
                    <a:pt x="22027" y="57254"/>
                  </a:lnTo>
                  <a:lnTo>
                    <a:pt x="19470" y="61898"/>
                  </a:lnTo>
                  <a:lnTo>
                    <a:pt x="17060" y="66621"/>
                  </a:lnTo>
                  <a:lnTo>
                    <a:pt x="14802" y="71417"/>
                  </a:lnTo>
                  <a:lnTo>
                    <a:pt x="12697" y="76283"/>
                  </a:lnTo>
                  <a:lnTo>
                    <a:pt x="10747" y="81213"/>
                  </a:lnTo>
                  <a:lnTo>
                    <a:pt x="8955" y="86202"/>
                  </a:lnTo>
                  <a:lnTo>
                    <a:pt x="7322" y="91246"/>
                  </a:lnTo>
                  <a:lnTo>
                    <a:pt x="5849" y="96339"/>
                  </a:lnTo>
                  <a:lnTo>
                    <a:pt x="4539" y="101476"/>
                  </a:lnTo>
                  <a:lnTo>
                    <a:pt x="3392" y="106652"/>
                  </a:lnTo>
                  <a:lnTo>
                    <a:pt x="2410" y="111862"/>
                  </a:lnTo>
                  <a:lnTo>
                    <a:pt x="1594" y="117101"/>
                  </a:lnTo>
                  <a:lnTo>
                    <a:pt x="944" y="122362"/>
                  </a:lnTo>
                  <a:lnTo>
                    <a:pt x="461" y="127642"/>
                  </a:lnTo>
                  <a:lnTo>
                    <a:pt x="146" y="132934"/>
                  </a:lnTo>
                  <a:lnTo>
                    <a:pt x="0" y="138234"/>
                  </a:lnTo>
                  <a:lnTo>
                    <a:pt x="21" y="143535"/>
                  </a:lnTo>
                  <a:lnTo>
                    <a:pt x="210" y="148833"/>
                  </a:lnTo>
                  <a:lnTo>
                    <a:pt x="567" y="154123"/>
                  </a:lnTo>
                  <a:lnTo>
                    <a:pt x="1092" y="159398"/>
                  </a:lnTo>
                  <a:lnTo>
                    <a:pt x="1784" y="164655"/>
                  </a:lnTo>
                  <a:lnTo>
                    <a:pt x="2642" y="169886"/>
                  </a:lnTo>
                  <a:lnTo>
                    <a:pt x="3665" y="175088"/>
                  </a:lnTo>
                  <a:lnTo>
                    <a:pt x="4853" y="180255"/>
                  </a:lnTo>
                  <a:lnTo>
                    <a:pt x="6204" y="185382"/>
                  </a:lnTo>
                  <a:lnTo>
                    <a:pt x="7718" y="190463"/>
                  </a:lnTo>
                  <a:lnTo>
                    <a:pt x="9391" y="195493"/>
                  </a:lnTo>
                  <a:lnTo>
                    <a:pt x="11223" y="200468"/>
                  </a:lnTo>
                  <a:lnTo>
                    <a:pt x="13212" y="205382"/>
                  </a:lnTo>
                  <a:lnTo>
                    <a:pt x="15356" y="210231"/>
                  </a:lnTo>
                  <a:lnTo>
                    <a:pt x="17652" y="215010"/>
                  </a:lnTo>
                  <a:lnTo>
                    <a:pt x="20099" y="219713"/>
                  </a:lnTo>
                  <a:lnTo>
                    <a:pt x="22694" y="224336"/>
                  </a:lnTo>
                  <a:lnTo>
                    <a:pt x="25434" y="228875"/>
                  </a:lnTo>
                  <a:lnTo>
                    <a:pt x="28317" y="233324"/>
                  </a:lnTo>
                  <a:lnTo>
                    <a:pt x="31339" y="237680"/>
                  </a:lnTo>
                  <a:lnTo>
                    <a:pt x="34498" y="241938"/>
                  </a:lnTo>
                  <a:lnTo>
                    <a:pt x="37790" y="246093"/>
                  </a:lnTo>
                  <a:lnTo>
                    <a:pt x="41213" y="250142"/>
                  </a:lnTo>
                  <a:lnTo>
                    <a:pt x="44762" y="254080"/>
                  </a:lnTo>
                  <a:lnTo>
                    <a:pt x="48434" y="257904"/>
                  </a:lnTo>
                  <a:lnTo>
                    <a:pt x="52226" y="261610"/>
                  </a:lnTo>
                  <a:lnTo>
                    <a:pt x="56133" y="265193"/>
                  </a:lnTo>
                  <a:lnTo>
                    <a:pt x="60152" y="268651"/>
                  </a:lnTo>
                  <a:lnTo>
                    <a:pt x="64278" y="271979"/>
                  </a:lnTo>
                  <a:lnTo>
                    <a:pt x="68508" y="275175"/>
                  </a:lnTo>
                  <a:lnTo>
                    <a:pt x="72837" y="278236"/>
                  </a:lnTo>
                  <a:lnTo>
                    <a:pt x="77261" y="281157"/>
                  </a:lnTo>
                  <a:lnTo>
                    <a:pt x="81776" y="283937"/>
                  </a:lnTo>
                  <a:lnTo>
                    <a:pt x="86376" y="286572"/>
                  </a:lnTo>
                  <a:lnTo>
                    <a:pt x="91058" y="289060"/>
                  </a:lnTo>
                  <a:lnTo>
                    <a:pt x="95816" y="291398"/>
                  </a:lnTo>
                  <a:lnTo>
                    <a:pt x="100646" y="293584"/>
                  </a:lnTo>
                  <a:lnTo>
                    <a:pt x="105542" y="295616"/>
                  </a:lnTo>
                  <a:lnTo>
                    <a:pt x="110501" y="297492"/>
                  </a:lnTo>
                  <a:lnTo>
                    <a:pt x="115517" y="299209"/>
                  </a:lnTo>
                  <a:lnTo>
                    <a:pt x="120584" y="300767"/>
                  </a:lnTo>
                  <a:lnTo>
                    <a:pt x="125699" y="302163"/>
                  </a:lnTo>
                  <a:lnTo>
                    <a:pt x="130855" y="303396"/>
                  </a:lnTo>
                  <a:lnTo>
                    <a:pt x="136048" y="304465"/>
                  </a:lnTo>
                  <a:lnTo>
                    <a:pt x="141272" y="305369"/>
                  </a:lnTo>
                  <a:lnTo>
                    <a:pt x="146522" y="306107"/>
                  </a:lnTo>
                  <a:lnTo>
                    <a:pt x="151792" y="306677"/>
                  </a:lnTo>
                  <a:lnTo>
                    <a:pt x="157079" y="307081"/>
                  </a:lnTo>
                  <a:lnTo>
                    <a:pt x="162375" y="307316"/>
                  </a:lnTo>
                  <a:lnTo>
                    <a:pt x="167676" y="307384"/>
                  </a:lnTo>
                  <a:lnTo>
                    <a:pt x="172977" y="307283"/>
                  </a:lnTo>
                  <a:lnTo>
                    <a:pt x="178272" y="307015"/>
                  </a:lnTo>
                  <a:lnTo>
                    <a:pt x="183555" y="306578"/>
                  </a:lnTo>
                  <a:lnTo>
                    <a:pt x="188822" y="305975"/>
                  </a:lnTo>
                  <a:lnTo>
                    <a:pt x="194068" y="305204"/>
                  </a:lnTo>
                  <a:lnTo>
                    <a:pt x="199286" y="304268"/>
                  </a:lnTo>
                  <a:lnTo>
                    <a:pt x="204472" y="303166"/>
                  </a:lnTo>
                  <a:lnTo>
                    <a:pt x="209620" y="301901"/>
                  </a:lnTo>
                  <a:lnTo>
                    <a:pt x="214726" y="300473"/>
                  </a:lnTo>
                  <a:lnTo>
                    <a:pt x="219784" y="298884"/>
                  </a:lnTo>
                  <a:lnTo>
                    <a:pt x="224789" y="297136"/>
                  </a:lnTo>
                  <a:lnTo>
                    <a:pt x="229736" y="295229"/>
                  </a:lnTo>
                  <a:lnTo>
                    <a:pt x="234620" y="293167"/>
                  </a:lnTo>
                  <a:lnTo>
                    <a:pt x="239436" y="290950"/>
                  </a:lnTo>
                  <a:lnTo>
                    <a:pt x="244179" y="288583"/>
                  </a:lnTo>
                  <a:lnTo>
                    <a:pt x="248845" y="286066"/>
                  </a:lnTo>
                  <a:lnTo>
                    <a:pt x="253429" y="283402"/>
                  </a:lnTo>
                  <a:lnTo>
                    <a:pt x="257926" y="280594"/>
                  </a:lnTo>
                  <a:lnTo>
                    <a:pt x="262332" y="277645"/>
                  </a:lnTo>
                  <a:lnTo>
                    <a:pt x="266642" y="274558"/>
                  </a:lnTo>
                  <a:lnTo>
                    <a:pt x="270852" y="271336"/>
                  </a:lnTo>
                  <a:lnTo>
                    <a:pt x="274957" y="267981"/>
                  </a:lnTo>
                  <a:lnTo>
                    <a:pt x="278955" y="264499"/>
                  </a:lnTo>
                  <a:lnTo>
                    <a:pt x="282839" y="260891"/>
                  </a:lnTo>
                  <a:lnTo>
                    <a:pt x="286608" y="257162"/>
                  </a:lnTo>
                  <a:lnTo>
                    <a:pt x="290256" y="253315"/>
                  </a:lnTo>
                  <a:lnTo>
                    <a:pt x="293781" y="249355"/>
                  </a:lnTo>
                  <a:lnTo>
                    <a:pt x="297178" y="245285"/>
                  </a:lnTo>
                  <a:lnTo>
                    <a:pt x="300444" y="241109"/>
                  </a:lnTo>
                  <a:lnTo>
                    <a:pt x="303576" y="236831"/>
                  </a:lnTo>
                  <a:lnTo>
                    <a:pt x="306571" y="232457"/>
                  </a:lnTo>
                  <a:lnTo>
                    <a:pt x="309426" y="227989"/>
                  </a:lnTo>
                  <a:lnTo>
                    <a:pt x="312138" y="223434"/>
                  </a:lnTo>
                  <a:lnTo>
                    <a:pt x="314704" y="218795"/>
                  </a:lnTo>
                  <a:lnTo>
                    <a:pt x="317121" y="214076"/>
                  </a:lnTo>
                  <a:lnTo>
                    <a:pt x="319388" y="209284"/>
                  </a:lnTo>
                  <a:lnTo>
                    <a:pt x="321501" y="204422"/>
                  </a:lnTo>
                  <a:lnTo>
                    <a:pt x="323460" y="199495"/>
                  </a:lnTo>
                  <a:lnTo>
                    <a:pt x="325261" y="194509"/>
                  </a:lnTo>
                  <a:lnTo>
                    <a:pt x="326903" y="189468"/>
                  </a:lnTo>
                  <a:lnTo>
                    <a:pt x="328384" y="184377"/>
                  </a:lnTo>
                  <a:lnTo>
                    <a:pt x="329704" y="179242"/>
                  </a:lnTo>
                  <a:lnTo>
                    <a:pt x="330859" y="174068"/>
                  </a:lnTo>
                  <a:lnTo>
                    <a:pt x="331850" y="168860"/>
                  </a:lnTo>
                  <a:lnTo>
                    <a:pt x="332676" y="163623"/>
                  </a:lnTo>
                  <a:lnTo>
                    <a:pt x="333335" y="158363"/>
                  </a:lnTo>
                  <a:lnTo>
                    <a:pt x="333827" y="153084"/>
                  </a:lnTo>
                  <a:lnTo>
                    <a:pt x="334151" y="147792"/>
                  </a:lnTo>
                  <a:lnTo>
                    <a:pt x="334307" y="142493"/>
                  </a:lnTo>
                  <a:lnTo>
                    <a:pt x="334295" y="137192"/>
                  </a:lnTo>
                  <a:lnTo>
                    <a:pt x="334115" y="131893"/>
                  </a:lnTo>
                  <a:lnTo>
                    <a:pt x="333767" y="126603"/>
                  </a:lnTo>
                  <a:lnTo>
                    <a:pt x="333252" y="121326"/>
                  </a:lnTo>
                  <a:lnTo>
                    <a:pt x="332569" y="116069"/>
                  </a:lnTo>
                  <a:lnTo>
                    <a:pt x="167155" y="1402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45892" y="4172415"/>
              <a:ext cx="165414" cy="167167"/>
            </a:xfrm>
            <a:custGeom>
              <a:avLst/>
              <a:pathLst>
                <a:path w="165414" h="167167">
                  <a:moveTo>
                    <a:pt x="165414" y="143019"/>
                  </a:moveTo>
                  <a:lnTo>
                    <a:pt x="164544" y="137672"/>
                  </a:lnTo>
                  <a:lnTo>
                    <a:pt x="163502" y="132356"/>
                  </a:lnTo>
                  <a:lnTo>
                    <a:pt x="162289" y="127077"/>
                  </a:lnTo>
                  <a:lnTo>
                    <a:pt x="160904" y="121840"/>
                  </a:lnTo>
                  <a:lnTo>
                    <a:pt x="159351" y="116650"/>
                  </a:lnTo>
                  <a:lnTo>
                    <a:pt x="157631" y="111514"/>
                  </a:lnTo>
                  <a:lnTo>
                    <a:pt x="155745" y="106436"/>
                  </a:lnTo>
                  <a:lnTo>
                    <a:pt x="153696" y="101422"/>
                  </a:lnTo>
                  <a:lnTo>
                    <a:pt x="151485" y="96477"/>
                  </a:lnTo>
                  <a:lnTo>
                    <a:pt x="149115" y="91606"/>
                  </a:lnTo>
                  <a:lnTo>
                    <a:pt x="146589" y="86814"/>
                  </a:lnTo>
                  <a:lnTo>
                    <a:pt x="143908" y="82107"/>
                  </a:lnTo>
                  <a:lnTo>
                    <a:pt x="141077" y="77489"/>
                  </a:lnTo>
                  <a:lnTo>
                    <a:pt x="138097" y="72965"/>
                  </a:lnTo>
                  <a:lnTo>
                    <a:pt x="134973" y="68540"/>
                  </a:lnTo>
                  <a:lnTo>
                    <a:pt x="131706" y="64219"/>
                  </a:lnTo>
                  <a:lnTo>
                    <a:pt x="128302" y="60006"/>
                  </a:lnTo>
                  <a:lnTo>
                    <a:pt x="124762" y="55905"/>
                  </a:lnTo>
                  <a:lnTo>
                    <a:pt x="121092" y="51921"/>
                  </a:lnTo>
                  <a:lnTo>
                    <a:pt x="117294" y="48058"/>
                  </a:lnTo>
                  <a:lnTo>
                    <a:pt x="113374" y="44321"/>
                  </a:lnTo>
                  <a:lnTo>
                    <a:pt x="109334" y="40712"/>
                  </a:lnTo>
                  <a:lnTo>
                    <a:pt x="105180" y="37236"/>
                  </a:lnTo>
                  <a:lnTo>
                    <a:pt x="100915" y="33896"/>
                  </a:lnTo>
                  <a:lnTo>
                    <a:pt x="96544" y="30697"/>
                  </a:lnTo>
                  <a:lnTo>
                    <a:pt x="92072" y="27640"/>
                  </a:lnTo>
                  <a:lnTo>
                    <a:pt x="87503" y="24730"/>
                  </a:lnTo>
                  <a:lnTo>
                    <a:pt x="82842" y="21970"/>
                  </a:lnTo>
                  <a:lnTo>
                    <a:pt x="78094" y="19362"/>
                  </a:lnTo>
                  <a:lnTo>
                    <a:pt x="73264" y="16910"/>
                  </a:lnTo>
                  <a:lnTo>
                    <a:pt x="68357" y="14615"/>
                  </a:lnTo>
                  <a:lnTo>
                    <a:pt x="63379" y="12480"/>
                  </a:lnTo>
                  <a:lnTo>
                    <a:pt x="58334" y="10508"/>
                  </a:lnTo>
                  <a:lnTo>
                    <a:pt x="53227" y="8700"/>
                  </a:lnTo>
                  <a:lnTo>
                    <a:pt x="48065" y="7059"/>
                  </a:lnTo>
                  <a:lnTo>
                    <a:pt x="42853" y="5585"/>
                  </a:lnTo>
                  <a:lnTo>
                    <a:pt x="37595" y="4282"/>
                  </a:lnTo>
                  <a:lnTo>
                    <a:pt x="32298" y="3149"/>
                  </a:lnTo>
                  <a:lnTo>
                    <a:pt x="26967" y="2189"/>
                  </a:lnTo>
                  <a:lnTo>
                    <a:pt x="21607" y="1402"/>
                  </a:lnTo>
                  <a:lnTo>
                    <a:pt x="16225" y="789"/>
                  </a:lnTo>
                  <a:lnTo>
                    <a:pt x="10826" y="350"/>
                  </a:lnTo>
                  <a:lnTo>
                    <a:pt x="541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65366" y="3685283"/>
              <a:ext cx="158128" cy="167167"/>
            </a:xfrm>
            <a:custGeom>
              <a:avLst/>
              <a:pathLst>
                <a:path w="158128" h="167167">
                  <a:moveTo>
                    <a:pt x="158128" y="0"/>
                  </a:moveTo>
                  <a:lnTo>
                    <a:pt x="152672" y="89"/>
                  </a:lnTo>
                  <a:lnTo>
                    <a:pt x="147222" y="356"/>
                  </a:lnTo>
                  <a:lnTo>
                    <a:pt x="141783" y="800"/>
                  </a:lnTo>
                  <a:lnTo>
                    <a:pt x="136362" y="1423"/>
                  </a:lnTo>
                  <a:lnTo>
                    <a:pt x="130964" y="2221"/>
                  </a:lnTo>
                  <a:lnTo>
                    <a:pt x="125595" y="3196"/>
                  </a:lnTo>
                  <a:lnTo>
                    <a:pt x="120261" y="4345"/>
                  </a:lnTo>
                  <a:lnTo>
                    <a:pt x="114967" y="5667"/>
                  </a:lnTo>
                  <a:lnTo>
                    <a:pt x="109719" y="7162"/>
                  </a:lnTo>
                  <a:lnTo>
                    <a:pt x="104523" y="8827"/>
                  </a:lnTo>
                  <a:lnTo>
                    <a:pt x="99384" y="10661"/>
                  </a:lnTo>
                  <a:lnTo>
                    <a:pt x="94307" y="12662"/>
                  </a:lnTo>
                  <a:lnTo>
                    <a:pt x="89298" y="14827"/>
                  </a:lnTo>
                  <a:lnTo>
                    <a:pt x="84363" y="17155"/>
                  </a:lnTo>
                  <a:lnTo>
                    <a:pt x="79506" y="19642"/>
                  </a:lnTo>
                  <a:lnTo>
                    <a:pt x="74733" y="22287"/>
                  </a:lnTo>
                  <a:lnTo>
                    <a:pt x="70049" y="25086"/>
                  </a:lnTo>
                  <a:lnTo>
                    <a:pt x="65459" y="28036"/>
                  </a:lnTo>
                  <a:lnTo>
                    <a:pt x="60968" y="31135"/>
                  </a:lnTo>
                  <a:lnTo>
                    <a:pt x="56580" y="34378"/>
                  </a:lnTo>
                  <a:lnTo>
                    <a:pt x="52300" y="37763"/>
                  </a:lnTo>
                  <a:lnTo>
                    <a:pt x="48133" y="41286"/>
                  </a:lnTo>
                  <a:lnTo>
                    <a:pt x="44083" y="44943"/>
                  </a:lnTo>
                  <a:lnTo>
                    <a:pt x="40155" y="48730"/>
                  </a:lnTo>
                  <a:lnTo>
                    <a:pt x="36352" y="52644"/>
                  </a:lnTo>
                  <a:lnTo>
                    <a:pt x="32679" y="56679"/>
                  </a:lnTo>
                  <a:lnTo>
                    <a:pt x="29140" y="60832"/>
                  </a:lnTo>
                  <a:lnTo>
                    <a:pt x="25738" y="65099"/>
                  </a:lnTo>
                  <a:lnTo>
                    <a:pt x="22477" y="69474"/>
                  </a:lnTo>
                  <a:lnTo>
                    <a:pt x="19361" y="73953"/>
                  </a:lnTo>
                  <a:lnTo>
                    <a:pt x="16393" y="78532"/>
                  </a:lnTo>
                  <a:lnTo>
                    <a:pt x="13576" y="83205"/>
                  </a:lnTo>
                  <a:lnTo>
                    <a:pt x="10912" y="87968"/>
                  </a:lnTo>
                  <a:lnTo>
                    <a:pt x="8406" y="92815"/>
                  </a:lnTo>
                  <a:lnTo>
                    <a:pt x="6059" y="97741"/>
                  </a:lnTo>
                  <a:lnTo>
                    <a:pt x="3874" y="102741"/>
                  </a:lnTo>
                  <a:lnTo>
                    <a:pt x="1854" y="107810"/>
                  </a:lnTo>
                  <a:lnTo>
                    <a:pt x="0" y="112942"/>
                  </a:lnTo>
                  <a:lnTo>
                    <a:pt x="15812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756344" y="3688745"/>
              <a:ext cx="334314" cy="330871"/>
            </a:xfrm>
            <a:custGeom>
              <a:avLst/>
              <a:pathLst>
                <a:path w="334314" h="330871">
                  <a:moveTo>
                    <a:pt x="9022" y="109480"/>
                  </a:moveTo>
                  <a:lnTo>
                    <a:pt x="7386" y="114507"/>
                  </a:lnTo>
                  <a:lnTo>
                    <a:pt x="5911" y="119584"/>
                  </a:lnTo>
                  <a:lnTo>
                    <a:pt x="4596" y="124704"/>
                  </a:lnTo>
                  <a:lnTo>
                    <a:pt x="3444" y="129864"/>
                  </a:lnTo>
                  <a:lnTo>
                    <a:pt x="2456" y="135057"/>
                  </a:lnTo>
                  <a:lnTo>
                    <a:pt x="1632" y="140280"/>
                  </a:lnTo>
                  <a:lnTo>
                    <a:pt x="974" y="145525"/>
                  </a:lnTo>
                  <a:lnTo>
                    <a:pt x="483" y="150789"/>
                  </a:lnTo>
                  <a:lnTo>
                    <a:pt x="158" y="156066"/>
                  </a:lnTo>
                  <a:lnTo>
                    <a:pt x="0" y="161350"/>
                  </a:lnTo>
                  <a:lnTo>
                    <a:pt x="9" y="166637"/>
                  </a:lnTo>
                  <a:lnTo>
                    <a:pt x="185" y="171921"/>
                  </a:lnTo>
                  <a:lnTo>
                    <a:pt x="528" y="177196"/>
                  </a:lnTo>
                  <a:lnTo>
                    <a:pt x="1038" y="182458"/>
                  </a:lnTo>
                  <a:lnTo>
                    <a:pt x="1714" y="187702"/>
                  </a:lnTo>
                  <a:lnTo>
                    <a:pt x="2556" y="192921"/>
                  </a:lnTo>
                  <a:lnTo>
                    <a:pt x="3562" y="198111"/>
                  </a:lnTo>
                  <a:lnTo>
                    <a:pt x="4732" y="203267"/>
                  </a:lnTo>
                  <a:lnTo>
                    <a:pt x="6064" y="208383"/>
                  </a:lnTo>
                  <a:lnTo>
                    <a:pt x="7557" y="213454"/>
                  </a:lnTo>
                  <a:lnTo>
                    <a:pt x="9210" y="218476"/>
                  </a:lnTo>
                  <a:lnTo>
                    <a:pt x="11021" y="223443"/>
                  </a:lnTo>
                  <a:lnTo>
                    <a:pt x="12988" y="228350"/>
                  </a:lnTo>
                  <a:lnTo>
                    <a:pt x="15109" y="233192"/>
                  </a:lnTo>
                  <a:lnTo>
                    <a:pt x="17383" y="237965"/>
                  </a:lnTo>
                  <a:lnTo>
                    <a:pt x="19806" y="242664"/>
                  </a:lnTo>
                  <a:lnTo>
                    <a:pt x="22376" y="247284"/>
                  </a:lnTo>
                  <a:lnTo>
                    <a:pt x="25092" y="251820"/>
                  </a:lnTo>
                  <a:lnTo>
                    <a:pt x="27949" y="256268"/>
                  </a:lnTo>
                  <a:lnTo>
                    <a:pt x="30946" y="260623"/>
                  </a:lnTo>
                  <a:lnTo>
                    <a:pt x="34078" y="264882"/>
                  </a:lnTo>
                  <a:lnTo>
                    <a:pt x="37344" y="269039"/>
                  </a:lnTo>
                  <a:lnTo>
                    <a:pt x="40740" y="273091"/>
                  </a:lnTo>
                  <a:lnTo>
                    <a:pt x="44262" y="277034"/>
                  </a:lnTo>
                  <a:lnTo>
                    <a:pt x="47907" y="280863"/>
                  </a:lnTo>
                  <a:lnTo>
                    <a:pt x="51671" y="284575"/>
                  </a:lnTo>
                  <a:lnTo>
                    <a:pt x="55551" y="288166"/>
                  </a:lnTo>
                  <a:lnTo>
                    <a:pt x="59543" y="291633"/>
                  </a:lnTo>
                  <a:lnTo>
                    <a:pt x="63642" y="294972"/>
                  </a:lnTo>
                  <a:lnTo>
                    <a:pt x="67844" y="298179"/>
                  </a:lnTo>
                  <a:lnTo>
                    <a:pt x="72146" y="301252"/>
                  </a:lnTo>
                  <a:lnTo>
                    <a:pt x="76543" y="304187"/>
                  </a:lnTo>
                  <a:lnTo>
                    <a:pt x="81031" y="306982"/>
                  </a:lnTo>
                  <a:lnTo>
                    <a:pt x="85604" y="309634"/>
                  </a:lnTo>
                  <a:lnTo>
                    <a:pt x="90260" y="312139"/>
                  </a:lnTo>
                  <a:lnTo>
                    <a:pt x="94992" y="314496"/>
                  </a:lnTo>
                  <a:lnTo>
                    <a:pt x="99796" y="316703"/>
                  </a:lnTo>
                  <a:lnTo>
                    <a:pt x="104668" y="318756"/>
                  </a:lnTo>
                  <a:lnTo>
                    <a:pt x="109602" y="320654"/>
                  </a:lnTo>
                  <a:lnTo>
                    <a:pt x="114594" y="322396"/>
                  </a:lnTo>
                  <a:lnTo>
                    <a:pt x="119638" y="323978"/>
                  </a:lnTo>
                  <a:lnTo>
                    <a:pt x="124730" y="325400"/>
                  </a:lnTo>
                  <a:lnTo>
                    <a:pt x="129864" y="326661"/>
                  </a:lnTo>
                  <a:lnTo>
                    <a:pt x="135036" y="327759"/>
                  </a:lnTo>
                  <a:lnTo>
                    <a:pt x="140239" y="328692"/>
                  </a:lnTo>
                  <a:lnTo>
                    <a:pt x="145470" y="329460"/>
                  </a:lnTo>
                  <a:lnTo>
                    <a:pt x="150722" y="330063"/>
                  </a:lnTo>
                  <a:lnTo>
                    <a:pt x="155991" y="330499"/>
                  </a:lnTo>
                  <a:lnTo>
                    <a:pt x="161271" y="330769"/>
                  </a:lnTo>
                  <a:lnTo>
                    <a:pt x="166556" y="330871"/>
                  </a:lnTo>
                  <a:lnTo>
                    <a:pt x="171843" y="330806"/>
                  </a:lnTo>
                  <a:lnTo>
                    <a:pt x="177124" y="330575"/>
                  </a:lnTo>
                  <a:lnTo>
                    <a:pt x="182396" y="330176"/>
                  </a:lnTo>
                  <a:lnTo>
                    <a:pt x="187652" y="329610"/>
                  </a:lnTo>
                  <a:lnTo>
                    <a:pt x="192888" y="328879"/>
                  </a:lnTo>
                  <a:lnTo>
                    <a:pt x="198098" y="327983"/>
                  </a:lnTo>
                  <a:lnTo>
                    <a:pt x="203278" y="326922"/>
                  </a:lnTo>
                  <a:lnTo>
                    <a:pt x="208421" y="325698"/>
                  </a:lnTo>
                  <a:lnTo>
                    <a:pt x="213522" y="324312"/>
                  </a:lnTo>
                  <a:lnTo>
                    <a:pt x="218578" y="322765"/>
                  </a:lnTo>
                  <a:lnTo>
                    <a:pt x="223582" y="321059"/>
                  </a:lnTo>
                  <a:lnTo>
                    <a:pt x="228529" y="319196"/>
                  </a:lnTo>
                  <a:lnTo>
                    <a:pt x="233416" y="317178"/>
                  </a:lnTo>
                  <a:lnTo>
                    <a:pt x="238235" y="315005"/>
                  </a:lnTo>
                  <a:lnTo>
                    <a:pt x="242984" y="312682"/>
                  </a:lnTo>
                  <a:lnTo>
                    <a:pt x="247657" y="310210"/>
                  </a:lnTo>
                  <a:lnTo>
                    <a:pt x="252250" y="307591"/>
                  </a:lnTo>
                  <a:lnTo>
                    <a:pt x="256757" y="304828"/>
                  </a:lnTo>
                  <a:lnTo>
                    <a:pt x="261175" y="301924"/>
                  </a:lnTo>
                  <a:lnTo>
                    <a:pt x="265498" y="298881"/>
                  </a:lnTo>
                  <a:lnTo>
                    <a:pt x="269723" y="295704"/>
                  </a:lnTo>
                  <a:lnTo>
                    <a:pt x="273846" y="292394"/>
                  </a:lnTo>
                  <a:lnTo>
                    <a:pt x="277862" y="288956"/>
                  </a:lnTo>
                  <a:lnTo>
                    <a:pt x="281767" y="285393"/>
                  </a:lnTo>
                  <a:lnTo>
                    <a:pt x="285558" y="281707"/>
                  </a:lnTo>
                  <a:lnTo>
                    <a:pt x="289230" y="277904"/>
                  </a:lnTo>
                  <a:lnTo>
                    <a:pt x="292780" y="273987"/>
                  </a:lnTo>
                  <a:lnTo>
                    <a:pt x="296205" y="269959"/>
                  </a:lnTo>
                  <a:lnTo>
                    <a:pt x="299500" y="265825"/>
                  </a:lnTo>
                  <a:lnTo>
                    <a:pt x="302663" y="261589"/>
                  </a:lnTo>
                  <a:lnTo>
                    <a:pt x="305690" y="257255"/>
                  </a:lnTo>
                  <a:lnTo>
                    <a:pt x="308579" y="252827"/>
                  </a:lnTo>
                  <a:lnTo>
                    <a:pt x="311327" y="248310"/>
                  </a:lnTo>
                  <a:lnTo>
                    <a:pt x="313930" y="243709"/>
                  </a:lnTo>
                  <a:lnTo>
                    <a:pt x="316386" y="239028"/>
                  </a:lnTo>
                  <a:lnTo>
                    <a:pt x="318694" y="234271"/>
                  </a:lnTo>
                  <a:lnTo>
                    <a:pt x="320849" y="229444"/>
                  </a:lnTo>
                  <a:lnTo>
                    <a:pt x="322851" y="224551"/>
                  </a:lnTo>
                  <a:lnTo>
                    <a:pt x="324697" y="219597"/>
                  </a:lnTo>
                  <a:lnTo>
                    <a:pt x="326386" y="214587"/>
                  </a:lnTo>
                  <a:lnTo>
                    <a:pt x="327915" y="209526"/>
                  </a:lnTo>
                  <a:lnTo>
                    <a:pt x="329284" y="204420"/>
                  </a:lnTo>
                  <a:lnTo>
                    <a:pt x="330490" y="199273"/>
                  </a:lnTo>
                  <a:lnTo>
                    <a:pt x="331533" y="194090"/>
                  </a:lnTo>
                  <a:lnTo>
                    <a:pt x="332412" y="188877"/>
                  </a:lnTo>
                  <a:lnTo>
                    <a:pt x="333125" y="183638"/>
                  </a:lnTo>
                  <a:lnTo>
                    <a:pt x="333672" y="178380"/>
                  </a:lnTo>
                  <a:lnTo>
                    <a:pt x="334053" y="173107"/>
                  </a:lnTo>
                  <a:lnTo>
                    <a:pt x="334267" y="167825"/>
                  </a:lnTo>
                  <a:lnTo>
                    <a:pt x="334314" y="162538"/>
                  </a:lnTo>
                  <a:lnTo>
                    <a:pt x="334193" y="157253"/>
                  </a:lnTo>
                  <a:lnTo>
                    <a:pt x="333906" y="151974"/>
                  </a:lnTo>
                  <a:lnTo>
                    <a:pt x="333451" y="146707"/>
                  </a:lnTo>
                  <a:lnTo>
                    <a:pt x="332831" y="141456"/>
                  </a:lnTo>
                  <a:lnTo>
                    <a:pt x="332044" y="136229"/>
                  </a:lnTo>
                  <a:lnTo>
                    <a:pt x="331093" y="131028"/>
                  </a:lnTo>
                  <a:lnTo>
                    <a:pt x="329978" y="125860"/>
                  </a:lnTo>
                  <a:lnTo>
                    <a:pt x="328700" y="120731"/>
                  </a:lnTo>
                  <a:lnTo>
                    <a:pt x="327260" y="115644"/>
                  </a:lnTo>
                  <a:lnTo>
                    <a:pt x="325660" y="110605"/>
                  </a:lnTo>
                  <a:lnTo>
                    <a:pt x="323902" y="105619"/>
                  </a:lnTo>
                  <a:lnTo>
                    <a:pt x="321987" y="100691"/>
                  </a:lnTo>
                  <a:lnTo>
                    <a:pt x="319917" y="95827"/>
                  </a:lnTo>
                  <a:lnTo>
                    <a:pt x="317694" y="91030"/>
                  </a:lnTo>
                  <a:lnTo>
                    <a:pt x="315320" y="86306"/>
                  </a:lnTo>
                  <a:lnTo>
                    <a:pt x="312799" y="81659"/>
                  </a:lnTo>
                  <a:lnTo>
                    <a:pt x="310132" y="77095"/>
                  </a:lnTo>
                  <a:lnTo>
                    <a:pt x="307321" y="72617"/>
                  </a:lnTo>
                  <a:lnTo>
                    <a:pt x="304371" y="68230"/>
                  </a:lnTo>
                  <a:lnTo>
                    <a:pt x="301283" y="63939"/>
                  </a:lnTo>
                  <a:lnTo>
                    <a:pt x="298062" y="59747"/>
                  </a:lnTo>
                  <a:lnTo>
                    <a:pt x="294709" y="55660"/>
                  </a:lnTo>
                  <a:lnTo>
                    <a:pt x="291228" y="51680"/>
                  </a:lnTo>
                  <a:lnTo>
                    <a:pt x="287624" y="47812"/>
                  </a:lnTo>
                  <a:lnTo>
                    <a:pt x="283899" y="44061"/>
                  </a:lnTo>
                  <a:lnTo>
                    <a:pt x="280057" y="40429"/>
                  </a:lnTo>
                  <a:lnTo>
                    <a:pt x="276103" y="36920"/>
                  </a:lnTo>
                  <a:lnTo>
                    <a:pt x="272039" y="33539"/>
                  </a:lnTo>
                  <a:lnTo>
                    <a:pt x="267871" y="30287"/>
                  </a:lnTo>
                  <a:lnTo>
                    <a:pt x="263602" y="27169"/>
                  </a:lnTo>
                  <a:lnTo>
                    <a:pt x="259236" y="24187"/>
                  </a:lnTo>
                  <a:lnTo>
                    <a:pt x="254778" y="21345"/>
                  </a:lnTo>
                  <a:lnTo>
                    <a:pt x="250233" y="18645"/>
                  </a:lnTo>
                  <a:lnTo>
                    <a:pt x="245604" y="16091"/>
                  </a:lnTo>
                  <a:lnTo>
                    <a:pt x="240897" y="13684"/>
                  </a:lnTo>
                  <a:lnTo>
                    <a:pt x="236116" y="11427"/>
                  </a:lnTo>
                  <a:lnTo>
                    <a:pt x="231267" y="9322"/>
                  </a:lnTo>
                  <a:lnTo>
                    <a:pt x="226353" y="7372"/>
                  </a:lnTo>
                  <a:lnTo>
                    <a:pt x="221380" y="5578"/>
                  </a:lnTo>
                  <a:lnTo>
                    <a:pt x="216352" y="3942"/>
                  </a:lnTo>
                  <a:lnTo>
                    <a:pt x="211276" y="2466"/>
                  </a:lnTo>
                  <a:lnTo>
                    <a:pt x="206155" y="1152"/>
                  </a:lnTo>
                  <a:lnTo>
                    <a:pt x="200996" y="0"/>
                  </a:lnTo>
                  <a:lnTo>
                    <a:pt x="167150" y="163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33845" cy="167167"/>
            </a:xfrm>
            <a:custGeom>
              <a:avLst/>
              <a:pathLst>
                <a:path w="33845" h="167167">
                  <a:moveTo>
                    <a:pt x="33845" y="3462"/>
                  </a:moveTo>
                  <a:lnTo>
                    <a:pt x="27143" y="2218"/>
                  </a:lnTo>
                  <a:lnTo>
                    <a:pt x="20397" y="1249"/>
                  </a:lnTo>
                  <a:lnTo>
                    <a:pt x="13617" y="555"/>
                  </a:lnTo>
                  <a:lnTo>
                    <a:pt x="6814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2025-06-26T12:02:14Z</dcterms:modified>
  <cp:category/>
</cp:coreProperties>
</file>