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6098280" y="1637991"/>
              <a:ext cx="808257" cy="1551316"/>
            </a:xfrm>
            <a:custGeom>
              <a:avLst/>
              <a:pathLst>
                <a:path w="808257" h="1551316">
                  <a:moveTo>
                    <a:pt x="808257" y="155131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756679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49673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93148" y="3337560"/>
              <a:ext cx="4123463" cy="0"/>
            </a:xfrm>
            <a:custGeom>
              <a:avLst/>
              <a:pathLst>
                <a:path w="4123463" h="0">
                  <a:moveTo>
                    <a:pt x="412346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56679" y="3357855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43529" y="3377842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39016" y="2966197"/>
              <a:ext cx="24757" cy="205395"/>
            </a:xfrm>
            <a:custGeom>
              <a:avLst/>
              <a:pathLst>
                <a:path w="24757" h="205395">
                  <a:moveTo>
                    <a:pt x="24757" y="2053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68202" y="3499937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482135" y="349400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100785" y="1256912"/>
              <a:ext cx="1550445" cy="2975823"/>
            </a:xfrm>
            <a:custGeom>
              <a:avLst/>
              <a:pathLst>
                <a:path w="1550445" h="2975823">
                  <a:moveTo>
                    <a:pt x="0" y="0"/>
                  </a:moveTo>
                  <a:lnTo>
                    <a:pt x="1550445" y="297582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082444" y="1265108"/>
              <a:ext cx="1281890" cy="3404893"/>
            </a:xfrm>
            <a:custGeom>
              <a:avLst/>
              <a:pathLst>
                <a:path w="1281890" h="3404893">
                  <a:moveTo>
                    <a:pt x="0" y="0"/>
                  </a:moveTo>
                  <a:lnTo>
                    <a:pt x="1281890" y="34048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0129" y="3170392"/>
              <a:ext cx="63649" cy="167167"/>
            </a:xfrm>
            <a:custGeom>
              <a:avLst/>
              <a:pathLst>
                <a:path w="63649" h="167167">
                  <a:moveTo>
                    <a:pt x="63649" y="0"/>
                  </a:moveTo>
                  <a:lnTo>
                    <a:pt x="57714" y="105"/>
                  </a:lnTo>
                  <a:lnTo>
                    <a:pt x="51787" y="421"/>
                  </a:lnTo>
                  <a:lnTo>
                    <a:pt x="45874" y="947"/>
                  </a:lnTo>
                  <a:lnTo>
                    <a:pt x="39984" y="1683"/>
                  </a:lnTo>
                  <a:lnTo>
                    <a:pt x="34124" y="2627"/>
                  </a:lnTo>
                  <a:lnTo>
                    <a:pt x="28301" y="3779"/>
                  </a:lnTo>
                  <a:lnTo>
                    <a:pt x="22523" y="5137"/>
                  </a:lnTo>
                  <a:lnTo>
                    <a:pt x="16796" y="6700"/>
                  </a:lnTo>
                  <a:lnTo>
                    <a:pt x="11129" y="8464"/>
                  </a:lnTo>
                  <a:lnTo>
                    <a:pt x="5527" y="10429"/>
                  </a:lnTo>
                  <a:lnTo>
                    <a:pt x="0" y="12591"/>
                  </a:lnTo>
                  <a:lnTo>
                    <a:pt x="636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20129" y="3182984"/>
              <a:ext cx="63649" cy="154575"/>
            </a:xfrm>
            <a:custGeom>
              <a:avLst/>
              <a:pathLst>
                <a:path w="63649" h="154575">
                  <a:moveTo>
                    <a:pt x="0" y="0"/>
                  </a:moveTo>
                  <a:lnTo>
                    <a:pt x="63649" y="1545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816621" y="3170409"/>
              <a:ext cx="334319" cy="334317"/>
            </a:xfrm>
            <a:custGeom>
              <a:avLst/>
              <a:pathLst>
                <a:path w="334319" h="334317">
                  <a:moveTo>
                    <a:pt x="103508" y="12574"/>
                  </a:moveTo>
                  <a:lnTo>
                    <a:pt x="98655" y="14663"/>
                  </a:lnTo>
                  <a:lnTo>
                    <a:pt x="93871" y="16903"/>
                  </a:lnTo>
                  <a:lnTo>
                    <a:pt x="89160" y="19294"/>
                  </a:lnTo>
                  <a:lnTo>
                    <a:pt x="84527" y="21832"/>
                  </a:lnTo>
                  <a:lnTo>
                    <a:pt x="79976" y="24516"/>
                  </a:lnTo>
                  <a:lnTo>
                    <a:pt x="75513" y="27342"/>
                  </a:lnTo>
                  <a:lnTo>
                    <a:pt x="71141" y="30308"/>
                  </a:lnTo>
                  <a:lnTo>
                    <a:pt x="66865" y="33410"/>
                  </a:lnTo>
                  <a:lnTo>
                    <a:pt x="62689" y="36646"/>
                  </a:lnTo>
                  <a:lnTo>
                    <a:pt x="58617" y="40012"/>
                  </a:lnTo>
                  <a:lnTo>
                    <a:pt x="54654" y="43505"/>
                  </a:lnTo>
                  <a:lnTo>
                    <a:pt x="50803" y="47122"/>
                  </a:lnTo>
                  <a:lnTo>
                    <a:pt x="47068" y="50859"/>
                  </a:lnTo>
                  <a:lnTo>
                    <a:pt x="43454" y="54711"/>
                  </a:lnTo>
                  <a:lnTo>
                    <a:pt x="39963" y="58676"/>
                  </a:lnTo>
                  <a:lnTo>
                    <a:pt x="36599" y="62750"/>
                  </a:lnTo>
                  <a:lnTo>
                    <a:pt x="33365" y="66927"/>
                  </a:lnTo>
                  <a:lnTo>
                    <a:pt x="30265" y="71205"/>
                  </a:lnTo>
                  <a:lnTo>
                    <a:pt x="27301" y="75579"/>
                  </a:lnTo>
                  <a:lnTo>
                    <a:pt x="24478" y="80044"/>
                  </a:lnTo>
                  <a:lnTo>
                    <a:pt x="21796" y="84596"/>
                  </a:lnTo>
                  <a:lnTo>
                    <a:pt x="19260" y="89230"/>
                  </a:lnTo>
                  <a:lnTo>
                    <a:pt x="16872" y="93942"/>
                  </a:lnTo>
                  <a:lnTo>
                    <a:pt x="14634" y="98728"/>
                  </a:lnTo>
                  <a:lnTo>
                    <a:pt x="12548" y="103581"/>
                  </a:lnTo>
                  <a:lnTo>
                    <a:pt x="10617" y="108499"/>
                  </a:lnTo>
                  <a:lnTo>
                    <a:pt x="8841" y="113474"/>
                  </a:lnTo>
                  <a:lnTo>
                    <a:pt x="7224" y="118504"/>
                  </a:lnTo>
                  <a:lnTo>
                    <a:pt x="5767" y="123582"/>
                  </a:lnTo>
                  <a:lnTo>
                    <a:pt x="4471" y="128703"/>
                  </a:lnTo>
                  <a:lnTo>
                    <a:pt x="3337" y="133863"/>
                  </a:lnTo>
                  <a:lnTo>
                    <a:pt x="2367" y="139056"/>
                  </a:lnTo>
                  <a:lnTo>
                    <a:pt x="1562" y="144277"/>
                  </a:lnTo>
                  <a:lnTo>
                    <a:pt x="922" y="149521"/>
                  </a:lnTo>
                  <a:lnTo>
                    <a:pt x="448" y="154783"/>
                  </a:lnTo>
                  <a:lnTo>
                    <a:pt x="140" y="160057"/>
                  </a:lnTo>
                  <a:lnTo>
                    <a:pt x="0" y="165338"/>
                  </a:lnTo>
                  <a:lnTo>
                    <a:pt x="26" y="170621"/>
                  </a:lnTo>
                  <a:lnTo>
                    <a:pt x="219" y="175900"/>
                  </a:lnTo>
                  <a:lnTo>
                    <a:pt x="579" y="181171"/>
                  </a:lnTo>
                  <a:lnTo>
                    <a:pt x="1105" y="186428"/>
                  </a:lnTo>
                  <a:lnTo>
                    <a:pt x="1797" y="191665"/>
                  </a:lnTo>
                  <a:lnTo>
                    <a:pt x="2654" y="196878"/>
                  </a:lnTo>
                  <a:lnTo>
                    <a:pt x="3676" y="202061"/>
                  </a:lnTo>
                  <a:lnTo>
                    <a:pt x="4861" y="207210"/>
                  </a:lnTo>
                  <a:lnTo>
                    <a:pt x="6207" y="212318"/>
                  </a:lnTo>
                  <a:lnTo>
                    <a:pt x="7715" y="217381"/>
                  </a:lnTo>
                  <a:lnTo>
                    <a:pt x="9382" y="222394"/>
                  </a:lnTo>
                  <a:lnTo>
                    <a:pt x="11206" y="227352"/>
                  </a:lnTo>
                  <a:lnTo>
                    <a:pt x="13186" y="232250"/>
                  </a:lnTo>
                  <a:lnTo>
                    <a:pt x="15320" y="237083"/>
                  </a:lnTo>
                  <a:lnTo>
                    <a:pt x="17606" y="241846"/>
                  </a:lnTo>
                  <a:lnTo>
                    <a:pt x="20041" y="246534"/>
                  </a:lnTo>
                  <a:lnTo>
                    <a:pt x="22623" y="251143"/>
                  </a:lnTo>
                  <a:lnTo>
                    <a:pt x="25349" y="255668"/>
                  </a:lnTo>
                  <a:lnTo>
                    <a:pt x="28217" y="260105"/>
                  </a:lnTo>
                  <a:lnTo>
                    <a:pt x="31224" y="264449"/>
                  </a:lnTo>
                  <a:lnTo>
                    <a:pt x="34366" y="268695"/>
                  </a:lnTo>
                  <a:lnTo>
                    <a:pt x="37641" y="272841"/>
                  </a:lnTo>
                  <a:lnTo>
                    <a:pt x="41045" y="276881"/>
                  </a:lnTo>
                  <a:lnTo>
                    <a:pt x="44576" y="280811"/>
                  </a:lnTo>
                  <a:lnTo>
                    <a:pt x="48228" y="284627"/>
                  </a:lnTo>
                  <a:lnTo>
                    <a:pt x="52000" y="288327"/>
                  </a:lnTo>
                  <a:lnTo>
                    <a:pt x="55887" y="291905"/>
                  </a:lnTo>
                  <a:lnTo>
                    <a:pt x="59884" y="295359"/>
                  </a:lnTo>
                  <a:lnTo>
                    <a:pt x="63989" y="298684"/>
                  </a:lnTo>
                  <a:lnTo>
                    <a:pt x="68197" y="301879"/>
                  </a:lnTo>
                  <a:lnTo>
                    <a:pt x="72504" y="304938"/>
                  </a:lnTo>
                  <a:lnTo>
                    <a:pt x="76905" y="307861"/>
                  </a:lnTo>
                  <a:lnTo>
                    <a:pt x="81396" y="310642"/>
                  </a:lnTo>
                  <a:lnTo>
                    <a:pt x="85973" y="313280"/>
                  </a:lnTo>
                  <a:lnTo>
                    <a:pt x="90631" y="315773"/>
                  </a:lnTo>
                  <a:lnTo>
                    <a:pt x="95366" y="318117"/>
                  </a:lnTo>
                  <a:lnTo>
                    <a:pt x="100172" y="320310"/>
                  </a:lnTo>
                  <a:lnTo>
                    <a:pt x="105045" y="322350"/>
                  </a:lnTo>
                  <a:lnTo>
                    <a:pt x="109980" y="324235"/>
                  </a:lnTo>
                  <a:lnTo>
                    <a:pt x="114972" y="325963"/>
                  </a:lnTo>
                  <a:lnTo>
                    <a:pt x="120017" y="327533"/>
                  </a:lnTo>
                  <a:lnTo>
                    <a:pt x="125108" y="328943"/>
                  </a:lnTo>
                  <a:lnTo>
                    <a:pt x="130242" y="330190"/>
                  </a:lnTo>
                  <a:lnTo>
                    <a:pt x="135412" y="331276"/>
                  </a:lnTo>
                  <a:lnTo>
                    <a:pt x="140614" y="332197"/>
                  </a:lnTo>
                  <a:lnTo>
                    <a:pt x="145842" y="332953"/>
                  </a:lnTo>
                  <a:lnTo>
                    <a:pt x="151092" y="333544"/>
                  </a:lnTo>
                  <a:lnTo>
                    <a:pt x="156358" y="333968"/>
                  </a:lnTo>
                  <a:lnTo>
                    <a:pt x="161635" y="334226"/>
                  </a:lnTo>
                  <a:lnTo>
                    <a:pt x="166917" y="334317"/>
                  </a:lnTo>
                  <a:lnTo>
                    <a:pt x="172199" y="334241"/>
                  </a:lnTo>
                  <a:lnTo>
                    <a:pt x="177477" y="333999"/>
                  </a:lnTo>
                  <a:lnTo>
                    <a:pt x="182744" y="333589"/>
                  </a:lnTo>
                  <a:lnTo>
                    <a:pt x="187995" y="333014"/>
                  </a:lnTo>
                  <a:lnTo>
                    <a:pt x="193226" y="332272"/>
                  </a:lnTo>
                  <a:lnTo>
                    <a:pt x="198430" y="331366"/>
                  </a:lnTo>
                  <a:lnTo>
                    <a:pt x="203604" y="330296"/>
                  </a:lnTo>
                  <a:lnTo>
                    <a:pt x="208741" y="329063"/>
                  </a:lnTo>
                  <a:lnTo>
                    <a:pt x="213836" y="327668"/>
                  </a:lnTo>
                  <a:lnTo>
                    <a:pt x="218885" y="326113"/>
                  </a:lnTo>
                  <a:lnTo>
                    <a:pt x="223882" y="324399"/>
                  </a:lnTo>
                  <a:lnTo>
                    <a:pt x="228823" y="322528"/>
                  </a:lnTo>
                  <a:lnTo>
                    <a:pt x="233702" y="320502"/>
                  </a:lnTo>
                  <a:lnTo>
                    <a:pt x="238514" y="318322"/>
                  </a:lnTo>
                  <a:lnTo>
                    <a:pt x="243255" y="315992"/>
                  </a:lnTo>
                  <a:lnTo>
                    <a:pt x="247921" y="313513"/>
                  </a:lnTo>
                  <a:lnTo>
                    <a:pt x="252505" y="310888"/>
                  </a:lnTo>
                  <a:lnTo>
                    <a:pt x="257005" y="308119"/>
                  </a:lnTo>
                  <a:lnTo>
                    <a:pt x="261414" y="305210"/>
                  </a:lnTo>
                  <a:lnTo>
                    <a:pt x="265730" y="302163"/>
                  </a:lnTo>
                  <a:lnTo>
                    <a:pt x="269947" y="298980"/>
                  </a:lnTo>
                  <a:lnTo>
                    <a:pt x="274061" y="295667"/>
                  </a:lnTo>
                  <a:lnTo>
                    <a:pt x="278069" y="292224"/>
                  </a:lnTo>
                  <a:lnTo>
                    <a:pt x="281965" y="288657"/>
                  </a:lnTo>
                  <a:lnTo>
                    <a:pt x="285747" y="284969"/>
                  </a:lnTo>
                  <a:lnTo>
                    <a:pt x="289411" y="281163"/>
                  </a:lnTo>
                  <a:lnTo>
                    <a:pt x="292953" y="277243"/>
                  </a:lnTo>
                  <a:lnTo>
                    <a:pt x="296369" y="273213"/>
                  </a:lnTo>
                  <a:lnTo>
                    <a:pt x="299656" y="269077"/>
                  </a:lnTo>
                  <a:lnTo>
                    <a:pt x="302810" y="264839"/>
                  </a:lnTo>
                  <a:lnTo>
                    <a:pt x="305829" y="260504"/>
                  </a:lnTo>
                  <a:lnTo>
                    <a:pt x="308710" y="256075"/>
                  </a:lnTo>
                  <a:lnTo>
                    <a:pt x="311449" y="251558"/>
                  </a:lnTo>
                  <a:lnTo>
                    <a:pt x="314044" y="246957"/>
                  </a:lnTo>
                  <a:lnTo>
                    <a:pt x="316493" y="242275"/>
                  </a:lnTo>
                  <a:lnTo>
                    <a:pt x="318792" y="237519"/>
                  </a:lnTo>
                  <a:lnTo>
                    <a:pt x="320940" y="232692"/>
                  </a:lnTo>
                  <a:lnTo>
                    <a:pt x="322934" y="227800"/>
                  </a:lnTo>
                  <a:lnTo>
                    <a:pt x="324773" y="222848"/>
                  </a:lnTo>
                  <a:lnTo>
                    <a:pt x="326454" y="217839"/>
                  </a:lnTo>
                  <a:lnTo>
                    <a:pt x="327976" y="212780"/>
                  </a:lnTo>
                  <a:lnTo>
                    <a:pt x="329338" y="207676"/>
                  </a:lnTo>
                  <a:lnTo>
                    <a:pt x="330537" y="202531"/>
                  </a:lnTo>
                  <a:lnTo>
                    <a:pt x="331574" y="197351"/>
                  </a:lnTo>
                  <a:lnTo>
                    <a:pt x="332446" y="192140"/>
                  </a:lnTo>
                  <a:lnTo>
                    <a:pt x="333153" y="186905"/>
                  </a:lnTo>
                  <a:lnTo>
                    <a:pt x="333695" y="181650"/>
                  </a:lnTo>
                  <a:lnTo>
                    <a:pt x="334070" y="176380"/>
                  </a:lnTo>
                  <a:lnTo>
                    <a:pt x="334278" y="171101"/>
                  </a:lnTo>
                  <a:lnTo>
                    <a:pt x="334319" y="165819"/>
                  </a:lnTo>
                  <a:lnTo>
                    <a:pt x="334194" y="160537"/>
                  </a:lnTo>
                  <a:lnTo>
                    <a:pt x="333901" y="155262"/>
                  </a:lnTo>
                  <a:lnTo>
                    <a:pt x="333442" y="149999"/>
                  </a:lnTo>
                  <a:lnTo>
                    <a:pt x="332817" y="144754"/>
                  </a:lnTo>
                  <a:lnTo>
                    <a:pt x="332027" y="139530"/>
                  </a:lnTo>
                  <a:lnTo>
                    <a:pt x="331072" y="134334"/>
                  </a:lnTo>
                  <a:lnTo>
                    <a:pt x="329953" y="129171"/>
                  </a:lnTo>
                  <a:lnTo>
                    <a:pt x="328672" y="124046"/>
                  </a:lnTo>
                  <a:lnTo>
                    <a:pt x="327229" y="118964"/>
                  </a:lnTo>
                  <a:lnTo>
                    <a:pt x="325627" y="113930"/>
                  </a:lnTo>
                  <a:lnTo>
                    <a:pt x="323866" y="108949"/>
                  </a:lnTo>
                  <a:lnTo>
                    <a:pt x="321948" y="104026"/>
                  </a:lnTo>
                  <a:lnTo>
                    <a:pt x="319876" y="99167"/>
                  </a:lnTo>
                  <a:lnTo>
                    <a:pt x="317652" y="94375"/>
                  </a:lnTo>
                  <a:lnTo>
                    <a:pt x="315277" y="89656"/>
                  </a:lnTo>
                  <a:lnTo>
                    <a:pt x="312755" y="85014"/>
                  </a:lnTo>
                  <a:lnTo>
                    <a:pt x="310086" y="80454"/>
                  </a:lnTo>
                  <a:lnTo>
                    <a:pt x="307276" y="75981"/>
                  </a:lnTo>
                  <a:lnTo>
                    <a:pt x="304325" y="71599"/>
                  </a:lnTo>
                  <a:lnTo>
                    <a:pt x="301237" y="67313"/>
                  </a:lnTo>
                  <a:lnTo>
                    <a:pt x="298015" y="63126"/>
                  </a:lnTo>
                  <a:lnTo>
                    <a:pt x="294663" y="59043"/>
                  </a:lnTo>
                  <a:lnTo>
                    <a:pt x="291183" y="55068"/>
                  </a:lnTo>
                  <a:lnTo>
                    <a:pt x="287580" y="51204"/>
                  </a:lnTo>
                  <a:lnTo>
                    <a:pt x="283856" y="47457"/>
                  </a:lnTo>
                  <a:lnTo>
                    <a:pt x="280015" y="43829"/>
                  </a:lnTo>
                  <a:lnTo>
                    <a:pt x="276062" y="40325"/>
                  </a:lnTo>
                  <a:lnTo>
                    <a:pt x="272000" y="36947"/>
                  </a:lnTo>
                  <a:lnTo>
                    <a:pt x="267834" y="33699"/>
                  </a:lnTo>
                  <a:lnTo>
                    <a:pt x="263567" y="30584"/>
                  </a:lnTo>
                  <a:lnTo>
                    <a:pt x="259203" y="27606"/>
                  </a:lnTo>
                  <a:lnTo>
                    <a:pt x="254748" y="24767"/>
                  </a:lnTo>
                  <a:lnTo>
                    <a:pt x="250205" y="22071"/>
                  </a:lnTo>
                  <a:lnTo>
                    <a:pt x="245579" y="19519"/>
                  </a:lnTo>
                  <a:lnTo>
                    <a:pt x="240875" y="17115"/>
                  </a:lnTo>
                  <a:lnTo>
                    <a:pt x="236097" y="14860"/>
                  </a:lnTo>
                  <a:lnTo>
                    <a:pt x="231251" y="12758"/>
                  </a:lnTo>
                  <a:lnTo>
                    <a:pt x="226340" y="10810"/>
                  </a:lnTo>
                  <a:lnTo>
                    <a:pt x="221370" y="9018"/>
                  </a:lnTo>
                  <a:lnTo>
                    <a:pt x="216347" y="7383"/>
                  </a:lnTo>
                  <a:lnTo>
                    <a:pt x="211274" y="5909"/>
                  </a:lnTo>
                  <a:lnTo>
                    <a:pt x="206157" y="4595"/>
                  </a:lnTo>
                  <a:lnTo>
                    <a:pt x="201001" y="3444"/>
                  </a:lnTo>
                  <a:lnTo>
                    <a:pt x="195811" y="2457"/>
                  </a:lnTo>
                  <a:lnTo>
                    <a:pt x="190592" y="1633"/>
                  </a:lnTo>
                  <a:lnTo>
                    <a:pt x="185351" y="976"/>
                  </a:lnTo>
                  <a:lnTo>
                    <a:pt x="180091" y="484"/>
                  </a:lnTo>
                  <a:lnTo>
                    <a:pt x="174818" y="158"/>
                  </a:lnTo>
                  <a:lnTo>
                    <a:pt x="169537" y="0"/>
                  </a:lnTo>
                  <a:lnTo>
                    <a:pt x="167157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983779" y="3170392"/>
              <a:ext cx="2380" cy="167167"/>
            </a:xfrm>
            <a:custGeom>
              <a:avLst/>
              <a:pathLst>
                <a:path w="2380" h="167167">
                  <a:moveTo>
                    <a:pt x="2380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2637" y="2633064"/>
              <a:ext cx="166373" cy="167167"/>
            </a:xfrm>
            <a:custGeom>
              <a:avLst/>
              <a:pathLst>
                <a:path w="166373" h="167167">
                  <a:moveTo>
                    <a:pt x="166373" y="0"/>
                  </a:moveTo>
                  <a:lnTo>
                    <a:pt x="160901" y="89"/>
                  </a:lnTo>
                  <a:lnTo>
                    <a:pt x="155435" y="358"/>
                  </a:lnTo>
                  <a:lnTo>
                    <a:pt x="149980" y="805"/>
                  </a:lnTo>
                  <a:lnTo>
                    <a:pt x="144543" y="1431"/>
                  </a:lnTo>
                  <a:lnTo>
                    <a:pt x="139130" y="2234"/>
                  </a:lnTo>
                  <a:lnTo>
                    <a:pt x="133745" y="3215"/>
                  </a:lnTo>
                  <a:lnTo>
                    <a:pt x="128396" y="4370"/>
                  </a:lnTo>
                  <a:lnTo>
                    <a:pt x="123087" y="5701"/>
                  </a:lnTo>
                  <a:lnTo>
                    <a:pt x="117825" y="7204"/>
                  </a:lnTo>
                  <a:lnTo>
                    <a:pt x="112615" y="8879"/>
                  </a:lnTo>
                  <a:lnTo>
                    <a:pt x="107462" y="10724"/>
                  </a:lnTo>
                  <a:lnTo>
                    <a:pt x="102373" y="12736"/>
                  </a:lnTo>
                  <a:lnTo>
                    <a:pt x="97352" y="14914"/>
                  </a:lnTo>
                  <a:lnTo>
                    <a:pt x="92405" y="17255"/>
                  </a:lnTo>
                  <a:lnTo>
                    <a:pt x="87538" y="19756"/>
                  </a:lnTo>
                  <a:lnTo>
                    <a:pt x="82754" y="22416"/>
                  </a:lnTo>
                  <a:lnTo>
                    <a:pt x="78061" y="25231"/>
                  </a:lnTo>
                  <a:lnTo>
                    <a:pt x="73462" y="28197"/>
                  </a:lnTo>
                  <a:lnTo>
                    <a:pt x="68963" y="31313"/>
                  </a:lnTo>
                  <a:lnTo>
                    <a:pt x="64568" y="34575"/>
                  </a:lnTo>
                  <a:lnTo>
                    <a:pt x="60282" y="37978"/>
                  </a:lnTo>
                  <a:lnTo>
                    <a:pt x="56110" y="41520"/>
                  </a:lnTo>
                  <a:lnTo>
                    <a:pt x="52056" y="45197"/>
                  </a:lnTo>
                  <a:lnTo>
                    <a:pt x="48125" y="49004"/>
                  </a:lnTo>
                  <a:lnTo>
                    <a:pt x="44321" y="52938"/>
                  </a:lnTo>
                  <a:lnTo>
                    <a:pt x="40647" y="56995"/>
                  </a:lnTo>
                  <a:lnTo>
                    <a:pt x="37108" y="61170"/>
                  </a:lnTo>
                  <a:lnTo>
                    <a:pt x="33707" y="65458"/>
                  </a:lnTo>
                  <a:lnTo>
                    <a:pt x="30449" y="69855"/>
                  </a:lnTo>
                  <a:lnTo>
                    <a:pt x="27336" y="74356"/>
                  </a:lnTo>
                  <a:lnTo>
                    <a:pt x="24373" y="78957"/>
                  </a:lnTo>
                  <a:lnTo>
                    <a:pt x="21562" y="83653"/>
                  </a:lnTo>
                  <a:lnTo>
                    <a:pt x="18905" y="88438"/>
                  </a:lnTo>
                  <a:lnTo>
                    <a:pt x="16407" y="93307"/>
                  </a:lnTo>
                  <a:lnTo>
                    <a:pt x="14070" y="98256"/>
                  </a:lnTo>
                  <a:lnTo>
                    <a:pt x="11896" y="103278"/>
                  </a:lnTo>
                  <a:lnTo>
                    <a:pt x="9887" y="108369"/>
                  </a:lnTo>
                  <a:lnTo>
                    <a:pt x="8046" y="113523"/>
                  </a:lnTo>
                  <a:lnTo>
                    <a:pt x="6375" y="118735"/>
                  </a:lnTo>
                  <a:lnTo>
                    <a:pt x="4876" y="123998"/>
                  </a:lnTo>
                  <a:lnTo>
                    <a:pt x="3549" y="129308"/>
                  </a:lnTo>
                  <a:lnTo>
                    <a:pt x="2397" y="134658"/>
                  </a:lnTo>
                  <a:lnTo>
                    <a:pt x="1421" y="140043"/>
                  </a:lnTo>
                  <a:lnTo>
                    <a:pt x="621" y="145457"/>
                  </a:lnTo>
                  <a:lnTo>
                    <a:pt x="0" y="150894"/>
                  </a:lnTo>
                  <a:lnTo>
                    <a:pt x="1663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52637" y="2783959"/>
              <a:ext cx="166373" cy="16272"/>
            </a:xfrm>
            <a:custGeom>
              <a:avLst/>
              <a:pathLst>
                <a:path w="166373" h="16272">
                  <a:moveTo>
                    <a:pt x="0" y="0"/>
                  </a:moveTo>
                  <a:lnTo>
                    <a:pt x="166373" y="162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51844" y="2657475"/>
              <a:ext cx="334331" cy="309907"/>
            </a:xfrm>
            <a:custGeom>
              <a:avLst/>
              <a:pathLst>
                <a:path w="334331" h="309907">
                  <a:moveTo>
                    <a:pt x="793" y="126483"/>
                  </a:moveTo>
                  <a:lnTo>
                    <a:pt x="360" y="131783"/>
                  </a:lnTo>
                  <a:lnTo>
                    <a:pt x="95" y="137094"/>
                  </a:lnTo>
                  <a:lnTo>
                    <a:pt x="0" y="142411"/>
                  </a:lnTo>
                  <a:lnTo>
                    <a:pt x="73" y="147728"/>
                  </a:lnTo>
                  <a:lnTo>
                    <a:pt x="316" y="153040"/>
                  </a:lnTo>
                  <a:lnTo>
                    <a:pt x="727" y="158341"/>
                  </a:lnTo>
                  <a:lnTo>
                    <a:pt x="1307" y="163627"/>
                  </a:lnTo>
                  <a:lnTo>
                    <a:pt x="2055" y="168892"/>
                  </a:lnTo>
                  <a:lnTo>
                    <a:pt x="2970" y="174130"/>
                  </a:lnTo>
                  <a:lnTo>
                    <a:pt x="4051" y="179336"/>
                  </a:lnTo>
                  <a:lnTo>
                    <a:pt x="5297" y="184506"/>
                  </a:lnTo>
                  <a:lnTo>
                    <a:pt x="6706" y="189633"/>
                  </a:lnTo>
                  <a:lnTo>
                    <a:pt x="8279" y="194713"/>
                  </a:lnTo>
                  <a:lnTo>
                    <a:pt x="10011" y="199740"/>
                  </a:lnTo>
                  <a:lnTo>
                    <a:pt x="11903" y="204710"/>
                  </a:lnTo>
                  <a:lnTo>
                    <a:pt x="13952" y="209617"/>
                  </a:lnTo>
                  <a:lnTo>
                    <a:pt x="16156" y="214456"/>
                  </a:lnTo>
                  <a:lnTo>
                    <a:pt x="18513" y="219223"/>
                  </a:lnTo>
                  <a:lnTo>
                    <a:pt x="21021" y="223912"/>
                  </a:lnTo>
                  <a:lnTo>
                    <a:pt x="23676" y="228519"/>
                  </a:lnTo>
                  <a:lnTo>
                    <a:pt x="26476" y="233039"/>
                  </a:lnTo>
                  <a:lnTo>
                    <a:pt x="29419" y="237468"/>
                  </a:lnTo>
                  <a:lnTo>
                    <a:pt x="32501" y="241802"/>
                  </a:lnTo>
                  <a:lnTo>
                    <a:pt x="35719" y="246035"/>
                  </a:lnTo>
                  <a:lnTo>
                    <a:pt x="39071" y="250163"/>
                  </a:lnTo>
                  <a:lnTo>
                    <a:pt x="42552" y="254183"/>
                  </a:lnTo>
                  <a:lnTo>
                    <a:pt x="46159" y="258090"/>
                  </a:lnTo>
                  <a:lnTo>
                    <a:pt x="49888" y="261880"/>
                  </a:lnTo>
                  <a:lnTo>
                    <a:pt x="53736" y="265550"/>
                  </a:lnTo>
                  <a:lnTo>
                    <a:pt x="57699" y="269096"/>
                  </a:lnTo>
                  <a:lnTo>
                    <a:pt x="61773" y="272514"/>
                  </a:lnTo>
                  <a:lnTo>
                    <a:pt x="65953" y="275800"/>
                  </a:lnTo>
                  <a:lnTo>
                    <a:pt x="70236" y="278952"/>
                  </a:lnTo>
                  <a:lnTo>
                    <a:pt x="74617" y="281966"/>
                  </a:lnTo>
                  <a:lnTo>
                    <a:pt x="79091" y="284839"/>
                  </a:lnTo>
                  <a:lnTo>
                    <a:pt x="83655" y="287569"/>
                  </a:lnTo>
                  <a:lnTo>
                    <a:pt x="88303" y="290151"/>
                  </a:lnTo>
                  <a:lnTo>
                    <a:pt x="93031" y="292585"/>
                  </a:lnTo>
                  <a:lnTo>
                    <a:pt x="97834" y="294867"/>
                  </a:lnTo>
                  <a:lnTo>
                    <a:pt x="102707" y="296995"/>
                  </a:lnTo>
                  <a:lnTo>
                    <a:pt x="107645" y="298968"/>
                  </a:lnTo>
                  <a:lnTo>
                    <a:pt x="112644" y="300782"/>
                  </a:lnTo>
                  <a:lnTo>
                    <a:pt x="117697" y="302436"/>
                  </a:lnTo>
                  <a:lnTo>
                    <a:pt x="122801" y="303929"/>
                  </a:lnTo>
                  <a:lnTo>
                    <a:pt x="127950" y="305258"/>
                  </a:lnTo>
                  <a:lnTo>
                    <a:pt x="133138" y="306423"/>
                  </a:lnTo>
                  <a:lnTo>
                    <a:pt x="138361" y="307423"/>
                  </a:lnTo>
                  <a:lnTo>
                    <a:pt x="143613" y="308255"/>
                  </a:lnTo>
                  <a:lnTo>
                    <a:pt x="148888" y="308921"/>
                  </a:lnTo>
                  <a:lnTo>
                    <a:pt x="154183" y="309418"/>
                  </a:lnTo>
                  <a:lnTo>
                    <a:pt x="159490" y="309747"/>
                  </a:lnTo>
                  <a:lnTo>
                    <a:pt x="164805" y="309907"/>
                  </a:lnTo>
                  <a:lnTo>
                    <a:pt x="170123" y="309897"/>
                  </a:lnTo>
                  <a:lnTo>
                    <a:pt x="175437" y="309718"/>
                  </a:lnTo>
                  <a:lnTo>
                    <a:pt x="180743" y="309371"/>
                  </a:lnTo>
                  <a:lnTo>
                    <a:pt x="186036" y="308855"/>
                  </a:lnTo>
                  <a:lnTo>
                    <a:pt x="191309" y="308171"/>
                  </a:lnTo>
                  <a:lnTo>
                    <a:pt x="196558" y="307319"/>
                  </a:lnTo>
                  <a:lnTo>
                    <a:pt x="201777" y="306301"/>
                  </a:lnTo>
                  <a:lnTo>
                    <a:pt x="206961" y="305118"/>
                  </a:lnTo>
                  <a:lnTo>
                    <a:pt x="212105" y="303770"/>
                  </a:lnTo>
                  <a:lnTo>
                    <a:pt x="217204" y="302259"/>
                  </a:lnTo>
                  <a:lnTo>
                    <a:pt x="222251" y="300587"/>
                  </a:lnTo>
                  <a:lnTo>
                    <a:pt x="227243" y="298755"/>
                  </a:lnTo>
                  <a:lnTo>
                    <a:pt x="232175" y="296765"/>
                  </a:lnTo>
                  <a:lnTo>
                    <a:pt x="237040" y="294620"/>
                  </a:lnTo>
                  <a:lnTo>
                    <a:pt x="241835" y="292320"/>
                  </a:lnTo>
                  <a:lnTo>
                    <a:pt x="246554" y="289870"/>
                  </a:lnTo>
                  <a:lnTo>
                    <a:pt x="251193" y="287271"/>
                  </a:lnTo>
                  <a:lnTo>
                    <a:pt x="255747" y="284525"/>
                  </a:lnTo>
                  <a:lnTo>
                    <a:pt x="260211" y="281636"/>
                  </a:lnTo>
                  <a:lnTo>
                    <a:pt x="264581" y="278606"/>
                  </a:lnTo>
                  <a:lnTo>
                    <a:pt x="268853" y="275439"/>
                  </a:lnTo>
                  <a:lnTo>
                    <a:pt x="273021" y="272138"/>
                  </a:lnTo>
                  <a:lnTo>
                    <a:pt x="277083" y="268706"/>
                  </a:lnTo>
                  <a:lnTo>
                    <a:pt x="281033" y="265146"/>
                  </a:lnTo>
                  <a:lnTo>
                    <a:pt x="284868" y="261463"/>
                  </a:lnTo>
                  <a:lnTo>
                    <a:pt x="288584" y="257659"/>
                  </a:lnTo>
                  <a:lnTo>
                    <a:pt x="292177" y="253739"/>
                  </a:lnTo>
                  <a:lnTo>
                    <a:pt x="295644" y="249707"/>
                  </a:lnTo>
                  <a:lnTo>
                    <a:pt x="298980" y="245566"/>
                  </a:lnTo>
                  <a:lnTo>
                    <a:pt x="302184" y="241322"/>
                  </a:lnTo>
                  <a:lnTo>
                    <a:pt x="305250" y="236978"/>
                  </a:lnTo>
                  <a:lnTo>
                    <a:pt x="308177" y="232538"/>
                  </a:lnTo>
                  <a:lnTo>
                    <a:pt x="310962" y="228008"/>
                  </a:lnTo>
                  <a:lnTo>
                    <a:pt x="313600" y="223391"/>
                  </a:lnTo>
                  <a:lnTo>
                    <a:pt x="316091" y="218693"/>
                  </a:lnTo>
                  <a:lnTo>
                    <a:pt x="318431" y="213918"/>
                  </a:lnTo>
                  <a:lnTo>
                    <a:pt x="320618" y="209071"/>
                  </a:lnTo>
                  <a:lnTo>
                    <a:pt x="322649" y="204157"/>
                  </a:lnTo>
                  <a:lnTo>
                    <a:pt x="324523" y="199181"/>
                  </a:lnTo>
                  <a:lnTo>
                    <a:pt x="326238" y="194147"/>
                  </a:lnTo>
                  <a:lnTo>
                    <a:pt x="327792" y="189062"/>
                  </a:lnTo>
                  <a:lnTo>
                    <a:pt x="329184" y="183930"/>
                  </a:lnTo>
                  <a:lnTo>
                    <a:pt x="330412" y="178756"/>
                  </a:lnTo>
                  <a:lnTo>
                    <a:pt x="331474" y="173546"/>
                  </a:lnTo>
                  <a:lnTo>
                    <a:pt x="332370" y="168304"/>
                  </a:lnTo>
                  <a:lnTo>
                    <a:pt x="333099" y="163037"/>
                  </a:lnTo>
                  <a:lnTo>
                    <a:pt x="333660" y="157749"/>
                  </a:lnTo>
                  <a:lnTo>
                    <a:pt x="334053" y="152446"/>
                  </a:lnTo>
                  <a:lnTo>
                    <a:pt x="334277" y="147133"/>
                  </a:lnTo>
                  <a:lnTo>
                    <a:pt x="334331" y="141816"/>
                  </a:lnTo>
                  <a:lnTo>
                    <a:pt x="334217" y="136500"/>
                  </a:lnTo>
                  <a:lnTo>
                    <a:pt x="333933" y="131190"/>
                  </a:lnTo>
                  <a:lnTo>
                    <a:pt x="333481" y="125891"/>
                  </a:lnTo>
                  <a:lnTo>
                    <a:pt x="332861" y="120610"/>
                  </a:lnTo>
                  <a:lnTo>
                    <a:pt x="332072" y="115351"/>
                  </a:lnTo>
                  <a:lnTo>
                    <a:pt x="331117" y="110120"/>
                  </a:lnTo>
                  <a:lnTo>
                    <a:pt x="329997" y="104922"/>
                  </a:lnTo>
                  <a:lnTo>
                    <a:pt x="328711" y="99763"/>
                  </a:lnTo>
                  <a:lnTo>
                    <a:pt x="327262" y="94646"/>
                  </a:lnTo>
                  <a:lnTo>
                    <a:pt x="325651" y="89579"/>
                  </a:lnTo>
                  <a:lnTo>
                    <a:pt x="323879" y="84565"/>
                  </a:lnTo>
                  <a:lnTo>
                    <a:pt x="321949" y="79610"/>
                  </a:lnTo>
                  <a:lnTo>
                    <a:pt x="319862" y="74719"/>
                  </a:lnTo>
                  <a:lnTo>
                    <a:pt x="317621" y="69897"/>
                  </a:lnTo>
                  <a:lnTo>
                    <a:pt x="315228" y="65149"/>
                  </a:lnTo>
                  <a:lnTo>
                    <a:pt x="312684" y="60479"/>
                  </a:lnTo>
                  <a:lnTo>
                    <a:pt x="309994" y="55892"/>
                  </a:lnTo>
                  <a:lnTo>
                    <a:pt x="307159" y="51393"/>
                  </a:lnTo>
                  <a:lnTo>
                    <a:pt x="304182" y="46987"/>
                  </a:lnTo>
                  <a:lnTo>
                    <a:pt x="301067" y="42678"/>
                  </a:lnTo>
                  <a:lnTo>
                    <a:pt x="297816" y="38469"/>
                  </a:lnTo>
                  <a:lnTo>
                    <a:pt x="294433" y="34367"/>
                  </a:lnTo>
                  <a:lnTo>
                    <a:pt x="290921" y="30374"/>
                  </a:lnTo>
                  <a:lnTo>
                    <a:pt x="287284" y="26495"/>
                  </a:lnTo>
                  <a:lnTo>
                    <a:pt x="283526" y="22733"/>
                  </a:lnTo>
                  <a:lnTo>
                    <a:pt x="279650" y="19093"/>
                  </a:lnTo>
                  <a:lnTo>
                    <a:pt x="275660" y="15578"/>
                  </a:lnTo>
                  <a:lnTo>
                    <a:pt x="271560" y="12191"/>
                  </a:lnTo>
                  <a:lnTo>
                    <a:pt x="267354" y="8937"/>
                  </a:lnTo>
                  <a:lnTo>
                    <a:pt x="263047" y="5818"/>
                  </a:lnTo>
                  <a:lnTo>
                    <a:pt x="258644" y="2838"/>
                  </a:lnTo>
                  <a:lnTo>
                    <a:pt x="254147" y="0"/>
                  </a:lnTo>
                  <a:lnTo>
                    <a:pt x="167167" y="1427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919011" y="2633064"/>
              <a:ext cx="86980" cy="167167"/>
            </a:xfrm>
            <a:custGeom>
              <a:avLst/>
              <a:pathLst>
                <a:path w="86980" h="167167">
                  <a:moveTo>
                    <a:pt x="86980" y="24411"/>
                  </a:moveTo>
                  <a:lnTo>
                    <a:pt x="82048" y="21520"/>
                  </a:lnTo>
                  <a:lnTo>
                    <a:pt x="77019" y="18799"/>
                  </a:lnTo>
                  <a:lnTo>
                    <a:pt x="71901" y="16253"/>
                  </a:lnTo>
                  <a:lnTo>
                    <a:pt x="66698" y="13882"/>
                  </a:lnTo>
                  <a:lnTo>
                    <a:pt x="61418" y="11691"/>
                  </a:lnTo>
                  <a:lnTo>
                    <a:pt x="56065" y="9682"/>
                  </a:lnTo>
                  <a:lnTo>
                    <a:pt x="50647" y="7857"/>
                  </a:lnTo>
                  <a:lnTo>
                    <a:pt x="45170" y="6218"/>
                  </a:lnTo>
                  <a:lnTo>
                    <a:pt x="39640" y="4767"/>
                  </a:lnTo>
                  <a:lnTo>
                    <a:pt x="34064" y="3507"/>
                  </a:lnTo>
                  <a:lnTo>
                    <a:pt x="28447" y="2438"/>
                  </a:lnTo>
                  <a:lnTo>
                    <a:pt x="22798" y="1561"/>
                  </a:lnTo>
                  <a:lnTo>
                    <a:pt x="17122" y="879"/>
                  </a:lnTo>
                  <a:lnTo>
                    <a:pt x="11425" y="390"/>
                  </a:lnTo>
                  <a:lnTo>
                    <a:pt x="571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0023" y="2126963"/>
              <a:ext cx="48448" cy="167167"/>
            </a:xfrm>
            <a:custGeom>
              <a:avLst/>
              <a:pathLst>
                <a:path w="48448" h="167167">
                  <a:moveTo>
                    <a:pt x="48448" y="0"/>
                  </a:moveTo>
                  <a:lnTo>
                    <a:pt x="42305" y="112"/>
                  </a:lnTo>
                  <a:lnTo>
                    <a:pt x="36171" y="451"/>
                  </a:lnTo>
                  <a:lnTo>
                    <a:pt x="30053" y="1015"/>
                  </a:lnTo>
                  <a:lnTo>
                    <a:pt x="23960" y="1803"/>
                  </a:lnTo>
                  <a:lnTo>
                    <a:pt x="17900" y="2814"/>
                  </a:lnTo>
                  <a:lnTo>
                    <a:pt x="11881" y="4048"/>
                  </a:lnTo>
                  <a:lnTo>
                    <a:pt x="5911" y="5502"/>
                  </a:lnTo>
                  <a:lnTo>
                    <a:pt x="0" y="7174"/>
                  </a:lnTo>
                  <a:lnTo>
                    <a:pt x="484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680023" y="2134138"/>
              <a:ext cx="48448" cy="159992"/>
            </a:xfrm>
            <a:custGeom>
              <a:avLst/>
              <a:pathLst>
                <a:path w="48448" h="159992">
                  <a:moveTo>
                    <a:pt x="0" y="0"/>
                  </a:moveTo>
                  <a:lnTo>
                    <a:pt x="48448" y="1599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561305" y="2134138"/>
              <a:ext cx="258176" cy="327160"/>
            </a:xfrm>
            <a:custGeom>
              <a:avLst/>
              <a:pathLst>
                <a:path w="258176" h="327160">
                  <a:moveTo>
                    <a:pt x="118717" y="0"/>
                  </a:moveTo>
                  <a:lnTo>
                    <a:pt x="113624" y="1631"/>
                  </a:lnTo>
                  <a:lnTo>
                    <a:pt x="108586" y="3425"/>
                  </a:lnTo>
                  <a:lnTo>
                    <a:pt x="103608" y="5379"/>
                  </a:lnTo>
                  <a:lnTo>
                    <a:pt x="98695" y="7491"/>
                  </a:lnTo>
                  <a:lnTo>
                    <a:pt x="93852" y="9759"/>
                  </a:lnTo>
                  <a:lnTo>
                    <a:pt x="89084" y="12181"/>
                  </a:lnTo>
                  <a:lnTo>
                    <a:pt x="84396" y="14755"/>
                  </a:lnTo>
                  <a:lnTo>
                    <a:pt x="79792" y="17477"/>
                  </a:lnTo>
                  <a:lnTo>
                    <a:pt x="75278" y="20344"/>
                  </a:lnTo>
                  <a:lnTo>
                    <a:pt x="70858" y="23355"/>
                  </a:lnTo>
                  <a:lnTo>
                    <a:pt x="66537" y="26506"/>
                  </a:lnTo>
                  <a:lnTo>
                    <a:pt x="62318" y="29793"/>
                  </a:lnTo>
                  <a:lnTo>
                    <a:pt x="58207" y="33213"/>
                  </a:lnTo>
                  <a:lnTo>
                    <a:pt x="54208" y="36764"/>
                  </a:lnTo>
                  <a:lnTo>
                    <a:pt x="50324" y="40440"/>
                  </a:lnTo>
                  <a:lnTo>
                    <a:pt x="46559" y="44239"/>
                  </a:lnTo>
                  <a:lnTo>
                    <a:pt x="42918" y="48156"/>
                  </a:lnTo>
                  <a:lnTo>
                    <a:pt x="39404" y="52187"/>
                  </a:lnTo>
                  <a:lnTo>
                    <a:pt x="36021" y="56329"/>
                  </a:lnTo>
                  <a:lnTo>
                    <a:pt x="32773" y="60577"/>
                  </a:lnTo>
                  <a:lnTo>
                    <a:pt x="29661" y="64927"/>
                  </a:lnTo>
                  <a:lnTo>
                    <a:pt x="26691" y="69374"/>
                  </a:lnTo>
                  <a:lnTo>
                    <a:pt x="23864" y="73914"/>
                  </a:lnTo>
                  <a:lnTo>
                    <a:pt x="21184" y="78542"/>
                  </a:lnTo>
                  <a:lnTo>
                    <a:pt x="18653" y="83253"/>
                  </a:lnTo>
                  <a:lnTo>
                    <a:pt x="16275" y="88043"/>
                  </a:lnTo>
                  <a:lnTo>
                    <a:pt x="14050" y="92907"/>
                  </a:lnTo>
                  <a:lnTo>
                    <a:pt x="11983" y="97839"/>
                  </a:lnTo>
                  <a:lnTo>
                    <a:pt x="10074" y="102834"/>
                  </a:lnTo>
                  <a:lnTo>
                    <a:pt x="8326" y="107889"/>
                  </a:lnTo>
                  <a:lnTo>
                    <a:pt x="6741" y="112996"/>
                  </a:lnTo>
                  <a:lnTo>
                    <a:pt x="5320" y="118152"/>
                  </a:lnTo>
                  <a:lnTo>
                    <a:pt x="4064" y="123350"/>
                  </a:lnTo>
                  <a:lnTo>
                    <a:pt x="2975" y="128586"/>
                  </a:lnTo>
                  <a:lnTo>
                    <a:pt x="2055" y="133855"/>
                  </a:lnTo>
                  <a:lnTo>
                    <a:pt x="1303" y="139149"/>
                  </a:lnTo>
                  <a:lnTo>
                    <a:pt x="721" y="144466"/>
                  </a:lnTo>
                  <a:lnTo>
                    <a:pt x="310" y="149798"/>
                  </a:lnTo>
                  <a:lnTo>
                    <a:pt x="69" y="155140"/>
                  </a:lnTo>
                  <a:lnTo>
                    <a:pt x="0" y="160488"/>
                  </a:lnTo>
                  <a:lnTo>
                    <a:pt x="101" y="165835"/>
                  </a:lnTo>
                  <a:lnTo>
                    <a:pt x="373" y="171176"/>
                  </a:lnTo>
                  <a:lnTo>
                    <a:pt x="816" y="176505"/>
                  </a:lnTo>
                  <a:lnTo>
                    <a:pt x="1430" y="181818"/>
                  </a:lnTo>
                  <a:lnTo>
                    <a:pt x="2213" y="187108"/>
                  </a:lnTo>
                  <a:lnTo>
                    <a:pt x="3164" y="192371"/>
                  </a:lnTo>
                  <a:lnTo>
                    <a:pt x="4284" y="197601"/>
                  </a:lnTo>
                  <a:lnTo>
                    <a:pt x="5570" y="202791"/>
                  </a:lnTo>
                  <a:lnTo>
                    <a:pt x="7022" y="207939"/>
                  </a:lnTo>
                  <a:lnTo>
                    <a:pt x="8638" y="213037"/>
                  </a:lnTo>
                  <a:lnTo>
                    <a:pt x="10416" y="218080"/>
                  </a:lnTo>
                  <a:lnTo>
                    <a:pt x="12354" y="223065"/>
                  </a:lnTo>
                  <a:lnTo>
                    <a:pt x="14451" y="227985"/>
                  </a:lnTo>
                  <a:lnTo>
                    <a:pt x="16704" y="232835"/>
                  </a:lnTo>
                  <a:lnTo>
                    <a:pt x="19111" y="237610"/>
                  </a:lnTo>
                  <a:lnTo>
                    <a:pt x="21670" y="242307"/>
                  </a:lnTo>
                  <a:lnTo>
                    <a:pt x="24377" y="246919"/>
                  </a:lnTo>
                  <a:lnTo>
                    <a:pt x="27231" y="251442"/>
                  </a:lnTo>
                  <a:lnTo>
                    <a:pt x="30227" y="255871"/>
                  </a:lnTo>
                  <a:lnTo>
                    <a:pt x="33365" y="260202"/>
                  </a:lnTo>
                  <a:lnTo>
                    <a:pt x="36638" y="264431"/>
                  </a:lnTo>
                  <a:lnTo>
                    <a:pt x="40046" y="268553"/>
                  </a:lnTo>
                  <a:lnTo>
                    <a:pt x="43584" y="272564"/>
                  </a:lnTo>
                  <a:lnTo>
                    <a:pt x="47248" y="276459"/>
                  </a:lnTo>
                  <a:lnTo>
                    <a:pt x="51035" y="280235"/>
                  </a:lnTo>
                  <a:lnTo>
                    <a:pt x="54940" y="283889"/>
                  </a:lnTo>
                  <a:lnTo>
                    <a:pt x="58961" y="287415"/>
                  </a:lnTo>
                  <a:lnTo>
                    <a:pt x="63092" y="290811"/>
                  </a:lnTo>
                  <a:lnTo>
                    <a:pt x="67330" y="294073"/>
                  </a:lnTo>
                  <a:lnTo>
                    <a:pt x="71670" y="297198"/>
                  </a:lnTo>
                  <a:lnTo>
                    <a:pt x="76108" y="300183"/>
                  </a:lnTo>
                  <a:lnTo>
                    <a:pt x="80639" y="303024"/>
                  </a:lnTo>
                  <a:lnTo>
                    <a:pt x="85258" y="305718"/>
                  </a:lnTo>
                  <a:lnTo>
                    <a:pt x="89962" y="308264"/>
                  </a:lnTo>
                  <a:lnTo>
                    <a:pt x="94744" y="310657"/>
                  </a:lnTo>
                  <a:lnTo>
                    <a:pt x="99600" y="312897"/>
                  </a:lnTo>
                  <a:lnTo>
                    <a:pt x="104526" y="314980"/>
                  </a:lnTo>
                  <a:lnTo>
                    <a:pt x="109516" y="316904"/>
                  </a:lnTo>
                  <a:lnTo>
                    <a:pt x="114564" y="318668"/>
                  </a:lnTo>
                  <a:lnTo>
                    <a:pt x="119667" y="320269"/>
                  </a:lnTo>
                  <a:lnTo>
                    <a:pt x="124818" y="321707"/>
                  </a:lnTo>
                  <a:lnTo>
                    <a:pt x="130013" y="322979"/>
                  </a:lnTo>
                  <a:lnTo>
                    <a:pt x="135245" y="324084"/>
                  </a:lnTo>
                  <a:lnTo>
                    <a:pt x="140511" y="325021"/>
                  </a:lnTo>
                  <a:lnTo>
                    <a:pt x="145803" y="325789"/>
                  </a:lnTo>
                  <a:lnTo>
                    <a:pt x="151117" y="326387"/>
                  </a:lnTo>
                  <a:lnTo>
                    <a:pt x="156448" y="326816"/>
                  </a:lnTo>
                  <a:lnTo>
                    <a:pt x="161790" y="327073"/>
                  </a:lnTo>
                  <a:lnTo>
                    <a:pt x="167137" y="327160"/>
                  </a:lnTo>
                  <a:lnTo>
                    <a:pt x="172484" y="327075"/>
                  </a:lnTo>
                  <a:lnTo>
                    <a:pt x="177826" y="326819"/>
                  </a:lnTo>
                  <a:lnTo>
                    <a:pt x="183157" y="326393"/>
                  </a:lnTo>
                  <a:lnTo>
                    <a:pt x="188472" y="325796"/>
                  </a:lnTo>
                  <a:lnTo>
                    <a:pt x="193765" y="325030"/>
                  </a:lnTo>
                  <a:lnTo>
                    <a:pt x="199030" y="324095"/>
                  </a:lnTo>
                  <a:lnTo>
                    <a:pt x="204263" y="322992"/>
                  </a:lnTo>
                  <a:lnTo>
                    <a:pt x="209458" y="321721"/>
                  </a:lnTo>
                  <a:lnTo>
                    <a:pt x="214610" y="320286"/>
                  </a:lnTo>
                  <a:lnTo>
                    <a:pt x="219713" y="318686"/>
                  </a:lnTo>
                  <a:lnTo>
                    <a:pt x="224762" y="316924"/>
                  </a:lnTo>
                  <a:lnTo>
                    <a:pt x="229753" y="315002"/>
                  </a:lnTo>
                  <a:lnTo>
                    <a:pt x="234679" y="312920"/>
                  </a:lnTo>
                  <a:lnTo>
                    <a:pt x="239536" y="310682"/>
                  </a:lnTo>
                  <a:lnTo>
                    <a:pt x="244319" y="308290"/>
                  </a:lnTo>
                  <a:lnTo>
                    <a:pt x="249024" y="305747"/>
                  </a:lnTo>
                  <a:lnTo>
                    <a:pt x="253644" y="303054"/>
                  </a:lnTo>
                  <a:lnTo>
                    <a:pt x="258176" y="300214"/>
                  </a:lnTo>
                  <a:lnTo>
                    <a:pt x="167166" y="159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728472" y="2126963"/>
              <a:ext cx="167167" cy="307389"/>
            </a:xfrm>
            <a:custGeom>
              <a:avLst/>
              <a:pathLst>
                <a:path w="167167" h="307389">
                  <a:moveTo>
                    <a:pt x="91009" y="307389"/>
                  </a:moveTo>
                  <a:lnTo>
                    <a:pt x="95459" y="304398"/>
                  </a:lnTo>
                  <a:lnTo>
                    <a:pt x="99811" y="301266"/>
                  </a:lnTo>
                  <a:lnTo>
                    <a:pt x="104060" y="297997"/>
                  </a:lnTo>
                  <a:lnTo>
                    <a:pt x="108202" y="294592"/>
                  </a:lnTo>
                  <a:lnTo>
                    <a:pt x="112232" y="291057"/>
                  </a:lnTo>
                  <a:lnTo>
                    <a:pt x="116148" y="287394"/>
                  </a:lnTo>
                  <a:lnTo>
                    <a:pt x="119943" y="283608"/>
                  </a:lnTo>
                  <a:lnTo>
                    <a:pt x="123616" y="279701"/>
                  </a:lnTo>
                  <a:lnTo>
                    <a:pt x="127161" y="275679"/>
                  </a:lnTo>
                  <a:lnTo>
                    <a:pt x="130575" y="271546"/>
                  </a:lnTo>
                  <a:lnTo>
                    <a:pt x="133855" y="267305"/>
                  </a:lnTo>
                  <a:lnTo>
                    <a:pt x="136998" y="262961"/>
                  </a:lnTo>
                  <a:lnTo>
                    <a:pt x="139999" y="258518"/>
                  </a:lnTo>
                  <a:lnTo>
                    <a:pt x="142857" y="253982"/>
                  </a:lnTo>
                  <a:lnTo>
                    <a:pt x="145567" y="249356"/>
                  </a:lnTo>
                  <a:lnTo>
                    <a:pt x="148128" y="244646"/>
                  </a:lnTo>
                  <a:lnTo>
                    <a:pt x="150536" y="239855"/>
                  </a:lnTo>
                  <a:lnTo>
                    <a:pt x="152790" y="234991"/>
                  </a:lnTo>
                  <a:lnTo>
                    <a:pt x="154886" y="230056"/>
                  </a:lnTo>
                  <a:lnTo>
                    <a:pt x="156823" y="225057"/>
                  </a:lnTo>
                  <a:lnTo>
                    <a:pt x="158599" y="219998"/>
                  </a:lnTo>
                  <a:lnTo>
                    <a:pt x="160212" y="214885"/>
                  </a:lnTo>
                  <a:lnTo>
                    <a:pt x="161660" y="209723"/>
                  </a:lnTo>
                  <a:lnTo>
                    <a:pt x="162941" y="204517"/>
                  </a:lnTo>
                  <a:lnTo>
                    <a:pt x="164055" y="199272"/>
                  </a:lnTo>
                  <a:lnTo>
                    <a:pt x="165000" y="193995"/>
                  </a:lnTo>
                  <a:lnTo>
                    <a:pt x="165776" y="188690"/>
                  </a:lnTo>
                  <a:lnTo>
                    <a:pt x="166381" y="183362"/>
                  </a:lnTo>
                  <a:lnTo>
                    <a:pt x="166814" y="178018"/>
                  </a:lnTo>
                  <a:lnTo>
                    <a:pt x="167077" y="172663"/>
                  </a:lnTo>
                  <a:lnTo>
                    <a:pt x="167167" y="167303"/>
                  </a:lnTo>
                  <a:lnTo>
                    <a:pt x="167085" y="161942"/>
                  </a:lnTo>
                  <a:lnTo>
                    <a:pt x="166832" y="156586"/>
                  </a:lnTo>
                  <a:lnTo>
                    <a:pt x="166407" y="151242"/>
                  </a:lnTo>
                  <a:lnTo>
                    <a:pt x="165810" y="145914"/>
                  </a:lnTo>
                  <a:lnTo>
                    <a:pt x="165044" y="140607"/>
                  </a:lnTo>
                  <a:lnTo>
                    <a:pt x="164107" y="135328"/>
                  </a:lnTo>
                  <a:lnTo>
                    <a:pt x="163002" y="130082"/>
                  </a:lnTo>
                  <a:lnTo>
                    <a:pt x="161728" y="124874"/>
                  </a:lnTo>
                  <a:lnTo>
                    <a:pt x="160289" y="119709"/>
                  </a:lnTo>
                  <a:lnTo>
                    <a:pt x="158685" y="114594"/>
                  </a:lnTo>
                  <a:lnTo>
                    <a:pt x="156917" y="109532"/>
                  </a:lnTo>
                  <a:lnTo>
                    <a:pt x="154988" y="104530"/>
                  </a:lnTo>
                  <a:lnTo>
                    <a:pt x="152900" y="99592"/>
                  </a:lnTo>
                  <a:lnTo>
                    <a:pt x="150654" y="94723"/>
                  </a:lnTo>
                  <a:lnTo>
                    <a:pt x="148254" y="89929"/>
                  </a:lnTo>
                  <a:lnTo>
                    <a:pt x="145700" y="85215"/>
                  </a:lnTo>
                  <a:lnTo>
                    <a:pt x="142997" y="80584"/>
                  </a:lnTo>
                  <a:lnTo>
                    <a:pt x="140147" y="76043"/>
                  </a:lnTo>
                  <a:lnTo>
                    <a:pt x="137153" y="71596"/>
                  </a:lnTo>
                  <a:lnTo>
                    <a:pt x="134018" y="67247"/>
                  </a:lnTo>
                  <a:lnTo>
                    <a:pt x="130745" y="63000"/>
                  </a:lnTo>
                  <a:lnTo>
                    <a:pt x="127337" y="58861"/>
                  </a:lnTo>
                  <a:lnTo>
                    <a:pt x="123798" y="54833"/>
                  </a:lnTo>
                  <a:lnTo>
                    <a:pt x="120132" y="50921"/>
                  </a:lnTo>
                  <a:lnTo>
                    <a:pt x="116343" y="47129"/>
                  </a:lnTo>
                  <a:lnTo>
                    <a:pt x="112434" y="43459"/>
                  </a:lnTo>
                  <a:lnTo>
                    <a:pt x="108409" y="39918"/>
                  </a:lnTo>
                  <a:lnTo>
                    <a:pt x="104272" y="36506"/>
                  </a:lnTo>
                  <a:lnTo>
                    <a:pt x="100029" y="33230"/>
                  </a:lnTo>
                  <a:lnTo>
                    <a:pt x="95682" y="30091"/>
                  </a:lnTo>
                  <a:lnTo>
                    <a:pt x="91237" y="27093"/>
                  </a:lnTo>
                  <a:lnTo>
                    <a:pt x="86698" y="24239"/>
                  </a:lnTo>
                  <a:lnTo>
                    <a:pt x="82070" y="21533"/>
                  </a:lnTo>
                  <a:lnTo>
                    <a:pt x="77358" y="18976"/>
                  </a:lnTo>
                  <a:lnTo>
                    <a:pt x="72566" y="16571"/>
                  </a:lnTo>
                  <a:lnTo>
                    <a:pt x="67699" y="14322"/>
                  </a:lnTo>
                  <a:lnTo>
                    <a:pt x="62763" y="12229"/>
                  </a:lnTo>
                  <a:lnTo>
                    <a:pt x="57762" y="10296"/>
                  </a:lnTo>
                  <a:lnTo>
                    <a:pt x="52702" y="8524"/>
                  </a:lnTo>
                  <a:lnTo>
                    <a:pt x="47587" y="6916"/>
                  </a:lnTo>
                  <a:lnTo>
                    <a:pt x="42424" y="5472"/>
                  </a:lnTo>
                  <a:lnTo>
                    <a:pt x="37217" y="4195"/>
                  </a:lnTo>
                  <a:lnTo>
                    <a:pt x="31971" y="3085"/>
                  </a:lnTo>
                  <a:lnTo>
                    <a:pt x="26693" y="2145"/>
                  </a:lnTo>
                  <a:lnTo>
                    <a:pt x="21387" y="1373"/>
                  </a:lnTo>
                  <a:lnTo>
                    <a:pt x="16060" y="773"/>
                  </a:lnTo>
                  <a:lnTo>
                    <a:pt x="10715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5479" y="1681503"/>
              <a:ext cx="47755" cy="167167"/>
            </a:xfrm>
            <a:custGeom>
              <a:avLst/>
              <a:pathLst>
                <a:path w="47755" h="167167">
                  <a:moveTo>
                    <a:pt x="47755" y="0"/>
                  </a:moveTo>
                  <a:lnTo>
                    <a:pt x="41702" y="109"/>
                  </a:lnTo>
                  <a:lnTo>
                    <a:pt x="35658" y="438"/>
                  </a:lnTo>
                  <a:lnTo>
                    <a:pt x="29629" y="985"/>
                  </a:lnTo>
                  <a:lnTo>
                    <a:pt x="23624" y="1750"/>
                  </a:lnTo>
                  <a:lnTo>
                    <a:pt x="17651" y="2732"/>
                  </a:lnTo>
                  <a:lnTo>
                    <a:pt x="11717" y="3930"/>
                  </a:lnTo>
                  <a:lnTo>
                    <a:pt x="5831" y="5342"/>
                  </a:lnTo>
                  <a:lnTo>
                    <a:pt x="0" y="6966"/>
                  </a:lnTo>
                  <a:lnTo>
                    <a:pt x="4775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375479" y="168846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256088" y="1688469"/>
              <a:ext cx="334311" cy="327366"/>
            </a:xfrm>
            <a:custGeom>
              <a:avLst/>
              <a:pathLst>
                <a:path w="334311" h="327366">
                  <a:moveTo>
                    <a:pt x="119391" y="0"/>
                  </a:moveTo>
                  <a:lnTo>
                    <a:pt x="114348" y="1590"/>
                  </a:lnTo>
                  <a:lnTo>
                    <a:pt x="109358" y="3339"/>
                  </a:lnTo>
                  <a:lnTo>
                    <a:pt x="104426" y="5246"/>
                  </a:lnTo>
                  <a:lnTo>
                    <a:pt x="99556" y="7307"/>
                  </a:lnTo>
                  <a:lnTo>
                    <a:pt x="94754" y="9521"/>
                  </a:lnTo>
                  <a:lnTo>
                    <a:pt x="90025" y="11886"/>
                  </a:lnTo>
                  <a:lnTo>
                    <a:pt x="85372" y="14400"/>
                  </a:lnTo>
                  <a:lnTo>
                    <a:pt x="80802" y="17059"/>
                  </a:lnTo>
                  <a:lnTo>
                    <a:pt x="76318" y="19861"/>
                  </a:lnTo>
                  <a:lnTo>
                    <a:pt x="71924" y="22804"/>
                  </a:lnTo>
                  <a:lnTo>
                    <a:pt x="67626" y="25885"/>
                  </a:lnTo>
                  <a:lnTo>
                    <a:pt x="63428" y="29100"/>
                  </a:lnTo>
                  <a:lnTo>
                    <a:pt x="59333" y="32446"/>
                  </a:lnTo>
                  <a:lnTo>
                    <a:pt x="55347" y="35920"/>
                  </a:lnTo>
                  <a:lnTo>
                    <a:pt x="51472" y="39518"/>
                  </a:lnTo>
                  <a:lnTo>
                    <a:pt x="47713" y="43237"/>
                  </a:lnTo>
                  <a:lnTo>
                    <a:pt x="44073" y="47073"/>
                  </a:lnTo>
                  <a:lnTo>
                    <a:pt x="40556" y="51022"/>
                  </a:lnTo>
                  <a:lnTo>
                    <a:pt x="37167" y="55080"/>
                  </a:lnTo>
                  <a:lnTo>
                    <a:pt x="33907" y="59244"/>
                  </a:lnTo>
                  <a:lnTo>
                    <a:pt x="30780" y="63509"/>
                  </a:lnTo>
                  <a:lnTo>
                    <a:pt x="27790" y="67870"/>
                  </a:lnTo>
                  <a:lnTo>
                    <a:pt x="24940" y="72324"/>
                  </a:lnTo>
                  <a:lnTo>
                    <a:pt x="22232" y="76866"/>
                  </a:lnTo>
                  <a:lnTo>
                    <a:pt x="19668" y="81491"/>
                  </a:lnTo>
                  <a:lnTo>
                    <a:pt x="17253" y="86195"/>
                  </a:lnTo>
                  <a:lnTo>
                    <a:pt x="14987" y="90973"/>
                  </a:lnTo>
                  <a:lnTo>
                    <a:pt x="12874" y="95820"/>
                  </a:lnTo>
                  <a:lnTo>
                    <a:pt x="10915" y="100731"/>
                  </a:lnTo>
                  <a:lnTo>
                    <a:pt x="9112" y="105702"/>
                  </a:lnTo>
                  <a:lnTo>
                    <a:pt x="7467" y="110728"/>
                  </a:lnTo>
                  <a:lnTo>
                    <a:pt x="5982" y="115803"/>
                  </a:lnTo>
                  <a:lnTo>
                    <a:pt x="4659" y="120923"/>
                  </a:lnTo>
                  <a:lnTo>
                    <a:pt x="3498" y="126082"/>
                  </a:lnTo>
                  <a:lnTo>
                    <a:pt x="2500" y="131275"/>
                  </a:lnTo>
                  <a:lnTo>
                    <a:pt x="1668" y="136497"/>
                  </a:lnTo>
                  <a:lnTo>
                    <a:pt x="1001" y="141742"/>
                  </a:lnTo>
                  <a:lnTo>
                    <a:pt x="500" y="147006"/>
                  </a:lnTo>
                  <a:lnTo>
                    <a:pt x="166" y="152284"/>
                  </a:lnTo>
                  <a:lnTo>
                    <a:pt x="0" y="157569"/>
                  </a:lnTo>
                  <a:lnTo>
                    <a:pt x="0" y="162857"/>
                  </a:lnTo>
                  <a:lnTo>
                    <a:pt x="168" y="168142"/>
                  </a:lnTo>
                  <a:lnTo>
                    <a:pt x="502" y="173419"/>
                  </a:lnTo>
                  <a:lnTo>
                    <a:pt x="1004" y="178683"/>
                  </a:lnTo>
                  <a:lnTo>
                    <a:pt x="1671" y="183929"/>
                  </a:lnTo>
                  <a:lnTo>
                    <a:pt x="2505" y="189151"/>
                  </a:lnTo>
                  <a:lnTo>
                    <a:pt x="3503" y="194344"/>
                  </a:lnTo>
                  <a:lnTo>
                    <a:pt x="4664" y="199502"/>
                  </a:lnTo>
                  <a:lnTo>
                    <a:pt x="5989" y="204622"/>
                  </a:lnTo>
                  <a:lnTo>
                    <a:pt x="7474" y="209697"/>
                  </a:lnTo>
                  <a:lnTo>
                    <a:pt x="9120" y="214722"/>
                  </a:lnTo>
                  <a:lnTo>
                    <a:pt x="10923" y="219693"/>
                  </a:lnTo>
                  <a:lnTo>
                    <a:pt x="12883" y="224604"/>
                  </a:lnTo>
                  <a:lnTo>
                    <a:pt x="14997" y="229451"/>
                  </a:lnTo>
                  <a:lnTo>
                    <a:pt x="17264" y="234229"/>
                  </a:lnTo>
                  <a:lnTo>
                    <a:pt x="19680" y="238932"/>
                  </a:lnTo>
                  <a:lnTo>
                    <a:pt x="22244" y="243557"/>
                  </a:lnTo>
                  <a:lnTo>
                    <a:pt x="24953" y="248098"/>
                  </a:lnTo>
                  <a:lnTo>
                    <a:pt x="27804" y="252552"/>
                  </a:lnTo>
                  <a:lnTo>
                    <a:pt x="30795" y="256913"/>
                  </a:lnTo>
                  <a:lnTo>
                    <a:pt x="33922" y="261177"/>
                  </a:lnTo>
                  <a:lnTo>
                    <a:pt x="37182" y="265340"/>
                  </a:lnTo>
                  <a:lnTo>
                    <a:pt x="40572" y="269398"/>
                  </a:lnTo>
                  <a:lnTo>
                    <a:pt x="44090" y="273347"/>
                  </a:lnTo>
                  <a:lnTo>
                    <a:pt x="47730" y="277182"/>
                  </a:lnTo>
                  <a:lnTo>
                    <a:pt x="51489" y="280900"/>
                  </a:lnTo>
                  <a:lnTo>
                    <a:pt x="55365" y="284498"/>
                  </a:lnTo>
                  <a:lnTo>
                    <a:pt x="59352" y="287971"/>
                  </a:lnTo>
                  <a:lnTo>
                    <a:pt x="63447" y="291317"/>
                  </a:lnTo>
                  <a:lnTo>
                    <a:pt x="67646" y="294531"/>
                  </a:lnTo>
                  <a:lnTo>
                    <a:pt x="71944" y="297611"/>
                  </a:lnTo>
                  <a:lnTo>
                    <a:pt x="76338" y="300553"/>
                  </a:lnTo>
                  <a:lnTo>
                    <a:pt x="80823" y="303355"/>
                  </a:lnTo>
                  <a:lnTo>
                    <a:pt x="85394" y="306014"/>
                  </a:lnTo>
                  <a:lnTo>
                    <a:pt x="90046" y="308527"/>
                  </a:lnTo>
                  <a:lnTo>
                    <a:pt x="94776" y="310891"/>
                  </a:lnTo>
                  <a:lnTo>
                    <a:pt x="99579" y="313104"/>
                  </a:lnTo>
                  <a:lnTo>
                    <a:pt x="104448" y="315165"/>
                  </a:lnTo>
                  <a:lnTo>
                    <a:pt x="109381" y="317070"/>
                  </a:lnTo>
                  <a:lnTo>
                    <a:pt x="114371" y="318819"/>
                  </a:lnTo>
                  <a:lnTo>
                    <a:pt x="119415" y="320409"/>
                  </a:lnTo>
                  <a:lnTo>
                    <a:pt x="124506" y="321838"/>
                  </a:lnTo>
                  <a:lnTo>
                    <a:pt x="129639" y="323106"/>
                  </a:lnTo>
                  <a:lnTo>
                    <a:pt x="134811" y="324211"/>
                  </a:lnTo>
                  <a:lnTo>
                    <a:pt x="140014" y="325152"/>
                  </a:lnTo>
                  <a:lnTo>
                    <a:pt x="145245" y="325927"/>
                  </a:lnTo>
                  <a:lnTo>
                    <a:pt x="150497" y="326537"/>
                  </a:lnTo>
                  <a:lnTo>
                    <a:pt x="155767" y="326980"/>
                  </a:lnTo>
                  <a:lnTo>
                    <a:pt x="161047" y="327257"/>
                  </a:lnTo>
                  <a:lnTo>
                    <a:pt x="166334" y="327366"/>
                  </a:lnTo>
                  <a:lnTo>
                    <a:pt x="171622" y="327308"/>
                  </a:lnTo>
                  <a:lnTo>
                    <a:pt x="176905" y="327083"/>
                  </a:lnTo>
                  <a:lnTo>
                    <a:pt x="182178" y="326691"/>
                  </a:lnTo>
                  <a:lnTo>
                    <a:pt x="187436" y="326132"/>
                  </a:lnTo>
                  <a:lnTo>
                    <a:pt x="192674" y="325407"/>
                  </a:lnTo>
                  <a:lnTo>
                    <a:pt x="197887" y="324517"/>
                  </a:lnTo>
                  <a:lnTo>
                    <a:pt x="203069" y="323463"/>
                  </a:lnTo>
                  <a:lnTo>
                    <a:pt x="208214" y="322245"/>
                  </a:lnTo>
                  <a:lnTo>
                    <a:pt x="213319" y="320865"/>
                  </a:lnTo>
                  <a:lnTo>
                    <a:pt x="218377" y="319324"/>
                  </a:lnTo>
                  <a:lnTo>
                    <a:pt x="223385" y="317624"/>
                  </a:lnTo>
                  <a:lnTo>
                    <a:pt x="228336" y="315767"/>
                  </a:lnTo>
                  <a:lnTo>
                    <a:pt x="233225" y="313754"/>
                  </a:lnTo>
                  <a:lnTo>
                    <a:pt x="238049" y="311587"/>
                  </a:lnTo>
                  <a:lnTo>
                    <a:pt x="242801" y="309269"/>
                  </a:lnTo>
                  <a:lnTo>
                    <a:pt x="247478" y="306801"/>
                  </a:lnTo>
                  <a:lnTo>
                    <a:pt x="252075" y="304187"/>
                  </a:lnTo>
                  <a:lnTo>
                    <a:pt x="256586" y="301429"/>
                  </a:lnTo>
                  <a:lnTo>
                    <a:pt x="261009" y="298529"/>
                  </a:lnTo>
                  <a:lnTo>
                    <a:pt x="265337" y="295491"/>
                  </a:lnTo>
                  <a:lnTo>
                    <a:pt x="269567" y="292318"/>
                  </a:lnTo>
                  <a:lnTo>
                    <a:pt x="273694" y="289013"/>
                  </a:lnTo>
                  <a:lnTo>
                    <a:pt x="277715" y="285578"/>
                  </a:lnTo>
                  <a:lnTo>
                    <a:pt x="281625" y="282018"/>
                  </a:lnTo>
                  <a:lnTo>
                    <a:pt x="285421" y="278337"/>
                  </a:lnTo>
                  <a:lnTo>
                    <a:pt x="289098" y="274537"/>
                  </a:lnTo>
                  <a:lnTo>
                    <a:pt x="292653" y="270622"/>
                  </a:lnTo>
                  <a:lnTo>
                    <a:pt x="296083" y="266598"/>
                  </a:lnTo>
                  <a:lnTo>
                    <a:pt x="299383" y="262466"/>
                  </a:lnTo>
                  <a:lnTo>
                    <a:pt x="302552" y="258233"/>
                  </a:lnTo>
                  <a:lnTo>
                    <a:pt x="305585" y="253901"/>
                  </a:lnTo>
                  <a:lnTo>
                    <a:pt x="308479" y="249476"/>
                  </a:lnTo>
                  <a:lnTo>
                    <a:pt x="311232" y="244961"/>
                  </a:lnTo>
                  <a:lnTo>
                    <a:pt x="313841" y="240361"/>
                  </a:lnTo>
                  <a:lnTo>
                    <a:pt x="316303" y="235681"/>
                  </a:lnTo>
                  <a:lnTo>
                    <a:pt x="318615" y="230926"/>
                  </a:lnTo>
                  <a:lnTo>
                    <a:pt x="320776" y="226100"/>
                  </a:lnTo>
                  <a:lnTo>
                    <a:pt x="322784" y="221208"/>
                  </a:lnTo>
                  <a:lnTo>
                    <a:pt x="324636" y="216255"/>
                  </a:lnTo>
                  <a:lnTo>
                    <a:pt x="326330" y="211246"/>
                  </a:lnTo>
                  <a:lnTo>
                    <a:pt x="327864" y="206185"/>
                  </a:lnTo>
                  <a:lnTo>
                    <a:pt x="329238" y="201079"/>
                  </a:lnTo>
                  <a:lnTo>
                    <a:pt x="330450" y="195932"/>
                  </a:lnTo>
                  <a:lnTo>
                    <a:pt x="331499" y="190749"/>
                  </a:lnTo>
                  <a:lnTo>
                    <a:pt x="332383" y="185536"/>
                  </a:lnTo>
                  <a:lnTo>
                    <a:pt x="333101" y="180297"/>
                  </a:lnTo>
                  <a:lnTo>
                    <a:pt x="333654" y="175038"/>
                  </a:lnTo>
                  <a:lnTo>
                    <a:pt x="334040" y="169764"/>
                  </a:lnTo>
                  <a:lnTo>
                    <a:pt x="334259" y="164481"/>
                  </a:lnTo>
                  <a:lnTo>
                    <a:pt x="334311" y="159193"/>
                  </a:lnTo>
                  <a:lnTo>
                    <a:pt x="334195" y="153906"/>
                  </a:lnTo>
                  <a:lnTo>
                    <a:pt x="333912" y="148626"/>
                  </a:lnTo>
                  <a:lnTo>
                    <a:pt x="333463" y="143357"/>
                  </a:lnTo>
                  <a:lnTo>
                    <a:pt x="332847" y="138105"/>
                  </a:lnTo>
                  <a:lnTo>
                    <a:pt x="332065" y="132876"/>
                  </a:lnTo>
                  <a:lnTo>
                    <a:pt x="331119" y="127673"/>
                  </a:lnTo>
                  <a:lnTo>
                    <a:pt x="330008" y="122503"/>
                  </a:lnTo>
                  <a:lnTo>
                    <a:pt x="328734" y="117371"/>
                  </a:lnTo>
                  <a:lnTo>
                    <a:pt x="327298" y="112282"/>
                  </a:lnTo>
                  <a:lnTo>
                    <a:pt x="325703" y="107240"/>
                  </a:lnTo>
                  <a:lnTo>
                    <a:pt x="323948" y="102252"/>
                  </a:lnTo>
                  <a:lnTo>
                    <a:pt x="322037" y="97322"/>
                  </a:lnTo>
                  <a:lnTo>
                    <a:pt x="319971" y="92454"/>
                  </a:lnTo>
                  <a:lnTo>
                    <a:pt x="317752" y="87654"/>
                  </a:lnTo>
                  <a:lnTo>
                    <a:pt x="315382" y="82927"/>
                  </a:lnTo>
                  <a:lnTo>
                    <a:pt x="312864" y="78278"/>
                  </a:lnTo>
                  <a:lnTo>
                    <a:pt x="310200" y="73710"/>
                  </a:lnTo>
                  <a:lnTo>
                    <a:pt x="307392" y="69228"/>
                  </a:lnTo>
                  <a:lnTo>
                    <a:pt x="304445" y="64838"/>
                  </a:lnTo>
                  <a:lnTo>
                    <a:pt x="301360" y="60543"/>
                  </a:lnTo>
                  <a:lnTo>
                    <a:pt x="298141" y="56348"/>
                  </a:lnTo>
                  <a:lnTo>
                    <a:pt x="294791" y="52257"/>
                  </a:lnTo>
                  <a:lnTo>
                    <a:pt x="291313" y="48274"/>
                  </a:lnTo>
                  <a:lnTo>
                    <a:pt x="287711" y="44403"/>
                  </a:lnTo>
                  <a:lnTo>
                    <a:pt x="283988" y="40647"/>
                  </a:lnTo>
                  <a:lnTo>
                    <a:pt x="280148" y="37012"/>
                  </a:lnTo>
                  <a:lnTo>
                    <a:pt x="276195" y="33499"/>
                  </a:lnTo>
                  <a:lnTo>
                    <a:pt x="272133" y="30114"/>
                  </a:lnTo>
                  <a:lnTo>
                    <a:pt x="267966" y="26858"/>
                  </a:lnTo>
                  <a:lnTo>
                    <a:pt x="263699" y="23736"/>
                  </a:lnTo>
                  <a:lnTo>
                    <a:pt x="259334" y="20751"/>
                  </a:lnTo>
                  <a:lnTo>
                    <a:pt x="254877" y="17905"/>
                  </a:lnTo>
                  <a:lnTo>
                    <a:pt x="250333" y="15201"/>
                  </a:lnTo>
                  <a:lnTo>
                    <a:pt x="245705" y="12642"/>
                  </a:lnTo>
                  <a:lnTo>
                    <a:pt x="240999" y="10232"/>
                  </a:lnTo>
                  <a:lnTo>
                    <a:pt x="236219" y="7971"/>
                  </a:lnTo>
                  <a:lnTo>
                    <a:pt x="231369" y="5862"/>
                  </a:lnTo>
                  <a:lnTo>
                    <a:pt x="167146" y="1602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423235" y="1681503"/>
              <a:ext cx="64223" cy="167167"/>
            </a:xfrm>
            <a:custGeom>
              <a:avLst/>
              <a:pathLst>
                <a:path w="64223" h="167167">
                  <a:moveTo>
                    <a:pt x="64223" y="12829"/>
                  </a:moveTo>
                  <a:lnTo>
                    <a:pt x="58650" y="10626"/>
                  </a:lnTo>
                  <a:lnTo>
                    <a:pt x="53002" y="8624"/>
                  </a:lnTo>
                  <a:lnTo>
                    <a:pt x="47286" y="6827"/>
                  </a:lnTo>
                  <a:lnTo>
                    <a:pt x="41509" y="5235"/>
                  </a:lnTo>
                  <a:lnTo>
                    <a:pt x="35678" y="3851"/>
                  </a:lnTo>
                  <a:lnTo>
                    <a:pt x="29802" y="2678"/>
                  </a:lnTo>
                  <a:lnTo>
                    <a:pt x="23888" y="1715"/>
                  </a:lnTo>
                  <a:lnTo>
                    <a:pt x="17943" y="965"/>
                  </a:lnTo>
                  <a:lnTo>
                    <a:pt x="11974" y="429"/>
                  </a:lnTo>
                  <a:lnTo>
                    <a:pt x="5991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853889" y="1322571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2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39" y="3015"/>
                  </a:lnTo>
                  <a:lnTo>
                    <a:pt x="130351" y="4100"/>
                  </a:lnTo>
                  <a:lnTo>
                    <a:pt x="125200" y="5348"/>
                  </a:lnTo>
                  <a:lnTo>
                    <a:pt x="120092" y="6760"/>
                  </a:lnTo>
                  <a:lnTo>
                    <a:pt x="115030" y="8332"/>
                  </a:lnTo>
                  <a:lnTo>
                    <a:pt x="110021" y="10064"/>
                  </a:lnTo>
                  <a:lnTo>
                    <a:pt x="105069" y="11954"/>
                  </a:lnTo>
                  <a:lnTo>
                    <a:pt x="100180" y="14000"/>
                  </a:lnTo>
                  <a:lnTo>
                    <a:pt x="95358" y="16200"/>
                  </a:lnTo>
                  <a:lnTo>
                    <a:pt x="90609" y="18552"/>
                  </a:lnTo>
                  <a:lnTo>
                    <a:pt x="85936" y="21053"/>
                  </a:lnTo>
                  <a:lnTo>
                    <a:pt x="81345" y="23701"/>
                  </a:lnTo>
                  <a:lnTo>
                    <a:pt x="76840" y="26493"/>
                  </a:lnTo>
                  <a:lnTo>
                    <a:pt x="72426" y="29427"/>
                  </a:lnTo>
                  <a:lnTo>
                    <a:pt x="68107" y="32499"/>
                  </a:lnTo>
                  <a:lnTo>
                    <a:pt x="63887" y="35706"/>
                  </a:lnTo>
                  <a:lnTo>
                    <a:pt x="59772" y="39046"/>
                  </a:lnTo>
                  <a:lnTo>
                    <a:pt x="55764" y="42514"/>
                  </a:lnTo>
                  <a:lnTo>
                    <a:pt x="51869" y="46108"/>
                  </a:lnTo>
                  <a:lnTo>
                    <a:pt x="48089" y="49823"/>
                  </a:lnTo>
                  <a:lnTo>
                    <a:pt x="44429" y="53657"/>
                  </a:lnTo>
                  <a:lnTo>
                    <a:pt x="40892" y="57604"/>
                  </a:lnTo>
                  <a:lnTo>
                    <a:pt x="37482" y="61662"/>
                  </a:lnTo>
                  <a:lnTo>
                    <a:pt x="34203" y="65825"/>
                  </a:lnTo>
                  <a:lnTo>
                    <a:pt x="31057" y="70091"/>
                  </a:lnTo>
                  <a:lnTo>
                    <a:pt x="28048" y="74454"/>
                  </a:lnTo>
                  <a:lnTo>
                    <a:pt x="25179" y="78910"/>
                  </a:lnTo>
                  <a:lnTo>
                    <a:pt x="22452" y="83455"/>
                  </a:lnTo>
                  <a:lnTo>
                    <a:pt x="19871" y="88084"/>
                  </a:lnTo>
                  <a:lnTo>
                    <a:pt x="17438" y="92793"/>
                  </a:lnTo>
                  <a:lnTo>
                    <a:pt x="15156" y="97576"/>
                  </a:lnTo>
                  <a:lnTo>
                    <a:pt x="13026" y="102429"/>
                  </a:lnTo>
                  <a:lnTo>
                    <a:pt x="11051" y="107348"/>
                  </a:lnTo>
                  <a:lnTo>
                    <a:pt x="9233" y="112326"/>
                  </a:lnTo>
                  <a:lnTo>
                    <a:pt x="7574" y="117360"/>
                  </a:lnTo>
                  <a:lnTo>
                    <a:pt x="6075" y="122444"/>
                  </a:lnTo>
                  <a:lnTo>
                    <a:pt x="4739" y="127573"/>
                  </a:lnTo>
                  <a:lnTo>
                    <a:pt x="3565" y="132741"/>
                  </a:lnTo>
                  <a:lnTo>
                    <a:pt x="2556" y="137944"/>
                  </a:lnTo>
                  <a:lnTo>
                    <a:pt x="1712" y="143177"/>
                  </a:lnTo>
                  <a:lnTo>
                    <a:pt x="1035" y="148433"/>
                  </a:lnTo>
                  <a:lnTo>
                    <a:pt x="524" y="153709"/>
                  </a:lnTo>
                  <a:lnTo>
                    <a:pt x="182" y="158998"/>
                  </a:lnTo>
                  <a:lnTo>
                    <a:pt x="7" y="164295"/>
                  </a:lnTo>
                  <a:lnTo>
                    <a:pt x="0" y="169595"/>
                  </a:lnTo>
                  <a:lnTo>
                    <a:pt x="160" y="174892"/>
                  </a:lnTo>
                  <a:lnTo>
                    <a:pt x="489" y="180182"/>
                  </a:lnTo>
                  <a:lnTo>
                    <a:pt x="986" y="185459"/>
                  </a:lnTo>
                  <a:lnTo>
                    <a:pt x="1649" y="190717"/>
                  </a:lnTo>
                  <a:lnTo>
                    <a:pt x="2479" y="195952"/>
                  </a:lnTo>
                  <a:lnTo>
                    <a:pt x="3474" y="201158"/>
                  </a:lnTo>
                  <a:lnTo>
                    <a:pt x="4634" y="206329"/>
                  </a:lnTo>
                  <a:lnTo>
                    <a:pt x="5957" y="211462"/>
                  </a:lnTo>
                  <a:lnTo>
                    <a:pt x="7442" y="216549"/>
                  </a:lnTo>
                  <a:lnTo>
                    <a:pt x="9088" y="221587"/>
                  </a:lnTo>
                  <a:lnTo>
                    <a:pt x="10893" y="226571"/>
                  </a:lnTo>
                  <a:lnTo>
                    <a:pt x="12854" y="231494"/>
                  </a:lnTo>
                  <a:lnTo>
                    <a:pt x="14971" y="236353"/>
                  </a:lnTo>
                  <a:lnTo>
                    <a:pt x="17241" y="241143"/>
                  </a:lnTo>
                  <a:lnTo>
                    <a:pt x="19661" y="245858"/>
                  </a:lnTo>
                  <a:lnTo>
                    <a:pt x="22230" y="250494"/>
                  </a:lnTo>
                  <a:lnTo>
                    <a:pt x="24945" y="255046"/>
                  </a:lnTo>
                  <a:lnTo>
                    <a:pt x="27802" y="259510"/>
                  </a:lnTo>
                  <a:lnTo>
                    <a:pt x="30799" y="263881"/>
                  </a:lnTo>
                  <a:lnTo>
                    <a:pt x="33934" y="268155"/>
                  </a:lnTo>
                  <a:lnTo>
                    <a:pt x="37202" y="272327"/>
                  </a:lnTo>
                  <a:lnTo>
                    <a:pt x="40601" y="276394"/>
                  </a:lnTo>
                  <a:lnTo>
                    <a:pt x="44127" y="280351"/>
                  </a:lnTo>
                  <a:lnTo>
                    <a:pt x="47777" y="284194"/>
                  </a:lnTo>
                  <a:lnTo>
                    <a:pt x="51547" y="287919"/>
                  </a:lnTo>
                  <a:lnTo>
                    <a:pt x="55433" y="291523"/>
                  </a:lnTo>
                  <a:lnTo>
                    <a:pt x="59432" y="295002"/>
                  </a:lnTo>
                  <a:lnTo>
                    <a:pt x="63538" y="298353"/>
                  </a:lnTo>
                  <a:lnTo>
                    <a:pt x="67749" y="301571"/>
                  </a:lnTo>
                  <a:lnTo>
                    <a:pt x="72060" y="304655"/>
                  </a:lnTo>
                  <a:lnTo>
                    <a:pt x="76466" y="307600"/>
                  </a:lnTo>
                  <a:lnTo>
                    <a:pt x="80964" y="310404"/>
                  </a:lnTo>
                  <a:lnTo>
                    <a:pt x="85548" y="313065"/>
                  </a:lnTo>
                  <a:lnTo>
                    <a:pt x="90214" y="315578"/>
                  </a:lnTo>
                  <a:lnTo>
                    <a:pt x="94957" y="317942"/>
                  </a:lnTo>
                  <a:lnTo>
                    <a:pt x="99773" y="320155"/>
                  </a:lnTo>
                  <a:lnTo>
                    <a:pt x="104657" y="322214"/>
                  </a:lnTo>
                  <a:lnTo>
                    <a:pt x="109604" y="324117"/>
                  </a:lnTo>
                  <a:lnTo>
                    <a:pt x="114608" y="325863"/>
                  </a:lnTo>
                  <a:lnTo>
                    <a:pt x="119665" y="327449"/>
                  </a:lnTo>
                  <a:lnTo>
                    <a:pt x="124770" y="328873"/>
                  </a:lnTo>
                  <a:lnTo>
                    <a:pt x="129918" y="330136"/>
                  </a:lnTo>
                  <a:lnTo>
                    <a:pt x="135103" y="331234"/>
                  </a:lnTo>
                  <a:lnTo>
                    <a:pt x="140320" y="332167"/>
                  </a:lnTo>
                  <a:lnTo>
                    <a:pt x="145564" y="332935"/>
                  </a:lnTo>
                  <a:lnTo>
                    <a:pt x="150830" y="333536"/>
                  </a:lnTo>
                  <a:lnTo>
                    <a:pt x="156112" y="333970"/>
                  </a:lnTo>
                  <a:lnTo>
                    <a:pt x="161406" y="334236"/>
                  </a:lnTo>
                  <a:lnTo>
                    <a:pt x="166705" y="334334"/>
                  </a:lnTo>
                  <a:lnTo>
                    <a:pt x="172005" y="334264"/>
                  </a:lnTo>
                  <a:lnTo>
                    <a:pt x="177299" y="334026"/>
                  </a:lnTo>
                  <a:lnTo>
                    <a:pt x="182584" y="333620"/>
                  </a:lnTo>
                  <a:lnTo>
                    <a:pt x="187853" y="333047"/>
                  </a:lnTo>
                  <a:lnTo>
                    <a:pt x="193101" y="332308"/>
                  </a:lnTo>
                  <a:lnTo>
                    <a:pt x="198323" y="331402"/>
                  </a:lnTo>
                  <a:lnTo>
                    <a:pt x="203514" y="330331"/>
                  </a:lnTo>
                  <a:lnTo>
                    <a:pt x="208668" y="329096"/>
                  </a:lnTo>
                  <a:lnTo>
                    <a:pt x="213780" y="327699"/>
                  </a:lnTo>
                  <a:lnTo>
                    <a:pt x="218846" y="326140"/>
                  </a:lnTo>
                  <a:lnTo>
                    <a:pt x="223860" y="324421"/>
                  </a:lnTo>
                  <a:lnTo>
                    <a:pt x="228816" y="322544"/>
                  </a:lnTo>
                  <a:lnTo>
                    <a:pt x="233711" y="320511"/>
                  </a:lnTo>
                  <a:lnTo>
                    <a:pt x="238539" y="318324"/>
                  </a:lnTo>
                  <a:lnTo>
                    <a:pt x="243295" y="315985"/>
                  </a:lnTo>
                  <a:lnTo>
                    <a:pt x="247974" y="313496"/>
                  </a:lnTo>
                  <a:lnTo>
                    <a:pt x="252572" y="310861"/>
                  </a:lnTo>
                  <a:lnTo>
                    <a:pt x="257085" y="308080"/>
                  </a:lnTo>
                  <a:lnTo>
                    <a:pt x="261507" y="305158"/>
                  </a:lnTo>
                  <a:lnTo>
                    <a:pt x="265834" y="302098"/>
                  </a:lnTo>
                  <a:lnTo>
                    <a:pt x="270061" y="298902"/>
                  </a:lnTo>
                  <a:lnTo>
                    <a:pt x="274186" y="295573"/>
                  </a:lnTo>
                  <a:lnTo>
                    <a:pt x="278203" y="292115"/>
                  </a:lnTo>
                  <a:lnTo>
                    <a:pt x="282108" y="288532"/>
                  </a:lnTo>
                  <a:lnTo>
                    <a:pt x="285897" y="284827"/>
                  </a:lnTo>
                  <a:lnTo>
                    <a:pt x="289568" y="281003"/>
                  </a:lnTo>
                  <a:lnTo>
                    <a:pt x="293115" y="277065"/>
                  </a:lnTo>
                  <a:lnTo>
                    <a:pt x="296536" y="273017"/>
                  </a:lnTo>
                  <a:lnTo>
                    <a:pt x="299826" y="268862"/>
                  </a:lnTo>
                  <a:lnTo>
                    <a:pt x="302983" y="264605"/>
                  </a:lnTo>
                  <a:lnTo>
                    <a:pt x="306004" y="260250"/>
                  </a:lnTo>
                  <a:lnTo>
                    <a:pt x="308885" y="255801"/>
                  </a:lnTo>
                  <a:lnTo>
                    <a:pt x="311623" y="251263"/>
                  </a:lnTo>
                  <a:lnTo>
                    <a:pt x="314217" y="246641"/>
                  </a:lnTo>
                  <a:lnTo>
                    <a:pt x="316662" y="241939"/>
                  </a:lnTo>
                  <a:lnTo>
                    <a:pt x="318957" y="237162"/>
                  </a:lnTo>
                  <a:lnTo>
                    <a:pt x="321100" y="232314"/>
                  </a:lnTo>
                  <a:lnTo>
                    <a:pt x="323088" y="227401"/>
                  </a:lnTo>
                  <a:lnTo>
                    <a:pt x="324919" y="222427"/>
                  </a:lnTo>
                  <a:lnTo>
                    <a:pt x="326592" y="217398"/>
                  </a:lnTo>
                  <a:lnTo>
                    <a:pt x="328104" y="212318"/>
                  </a:lnTo>
                  <a:lnTo>
                    <a:pt x="329454" y="207193"/>
                  </a:lnTo>
                  <a:lnTo>
                    <a:pt x="330641" y="202028"/>
                  </a:lnTo>
                  <a:lnTo>
                    <a:pt x="331664" y="196827"/>
                  </a:lnTo>
                  <a:lnTo>
                    <a:pt x="332522" y="191597"/>
                  </a:lnTo>
                  <a:lnTo>
                    <a:pt x="333213" y="186342"/>
                  </a:lnTo>
                  <a:lnTo>
                    <a:pt x="333738" y="181068"/>
                  </a:lnTo>
                  <a:lnTo>
                    <a:pt x="334095" y="175780"/>
                  </a:lnTo>
                  <a:lnTo>
                    <a:pt x="334284" y="170483"/>
                  </a:lnTo>
                  <a:lnTo>
                    <a:pt x="334305" y="165183"/>
                  </a:lnTo>
                  <a:lnTo>
                    <a:pt x="334158" y="159885"/>
                  </a:lnTo>
                  <a:lnTo>
                    <a:pt x="333843" y="154595"/>
                  </a:lnTo>
                  <a:lnTo>
                    <a:pt x="333361" y="149317"/>
                  </a:lnTo>
                  <a:lnTo>
                    <a:pt x="332712" y="144056"/>
                  </a:lnTo>
                  <a:lnTo>
                    <a:pt x="331896" y="138820"/>
                  </a:lnTo>
                  <a:lnTo>
                    <a:pt x="330914" y="133611"/>
                  </a:lnTo>
                  <a:lnTo>
                    <a:pt x="329768" y="128437"/>
                  </a:lnTo>
                  <a:lnTo>
                    <a:pt x="328459" y="123301"/>
                  </a:lnTo>
                  <a:lnTo>
                    <a:pt x="326987" y="118209"/>
                  </a:lnTo>
                  <a:lnTo>
                    <a:pt x="325355" y="113167"/>
                  </a:lnTo>
                  <a:lnTo>
                    <a:pt x="323563" y="108179"/>
                  </a:lnTo>
                  <a:lnTo>
                    <a:pt x="321615" y="103250"/>
                  </a:lnTo>
                  <a:lnTo>
                    <a:pt x="319511" y="98385"/>
                  </a:lnTo>
                  <a:lnTo>
                    <a:pt x="317254" y="93590"/>
                  </a:lnTo>
                  <a:lnTo>
                    <a:pt x="314846" y="88868"/>
                  </a:lnTo>
                  <a:lnTo>
                    <a:pt x="312289" y="84225"/>
                  </a:lnTo>
                  <a:lnTo>
                    <a:pt x="309587" y="79666"/>
                  </a:lnTo>
                  <a:lnTo>
                    <a:pt x="306742" y="75195"/>
                  </a:lnTo>
                  <a:lnTo>
                    <a:pt x="303756" y="70816"/>
                  </a:lnTo>
                  <a:lnTo>
                    <a:pt x="300633" y="66533"/>
                  </a:lnTo>
                  <a:lnTo>
                    <a:pt x="297376" y="62352"/>
                  </a:lnTo>
                  <a:lnTo>
                    <a:pt x="293987" y="58277"/>
                  </a:lnTo>
                  <a:lnTo>
                    <a:pt x="290472" y="54311"/>
                  </a:lnTo>
                  <a:lnTo>
                    <a:pt x="286832" y="50458"/>
                  </a:lnTo>
                  <a:lnTo>
                    <a:pt x="283072" y="46722"/>
                  </a:lnTo>
                  <a:lnTo>
                    <a:pt x="279196" y="43108"/>
                  </a:lnTo>
                  <a:lnTo>
                    <a:pt x="275206" y="39618"/>
                  </a:lnTo>
                  <a:lnTo>
                    <a:pt x="271109" y="36257"/>
                  </a:lnTo>
                  <a:lnTo>
                    <a:pt x="266906" y="33027"/>
                  </a:lnTo>
                  <a:lnTo>
                    <a:pt x="262604" y="29932"/>
                  </a:lnTo>
                  <a:lnTo>
                    <a:pt x="258205" y="26975"/>
                  </a:lnTo>
                  <a:lnTo>
                    <a:pt x="253715" y="24159"/>
                  </a:lnTo>
                  <a:lnTo>
                    <a:pt x="249138" y="21487"/>
                  </a:lnTo>
                  <a:lnTo>
                    <a:pt x="244479" y="18961"/>
                  </a:lnTo>
                  <a:lnTo>
                    <a:pt x="239742" y="16584"/>
                  </a:lnTo>
                  <a:lnTo>
                    <a:pt x="234932" y="14358"/>
                  </a:lnTo>
                  <a:lnTo>
                    <a:pt x="230053" y="12286"/>
                  </a:lnTo>
                  <a:lnTo>
                    <a:pt x="225112" y="1037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21039" y="1332942"/>
              <a:ext cx="57962" cy="156796"/>
            </a:xfrm>
            <a:custGeom>
              <a:avLst/>
              <a:pathLst>
                <a:path w="57962" h="156796">
                  <a:moveTo>
                    <a:pt x="57962" y="0"/>
                  </a:moveTo>
                  <a:lnTo>
                    <a:pt x="0" y="1567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21039" y="1332551"/>
              <a:ext cx="57962" cy="157188"/>
            </a:xfrm>
            <a:custGeom>
              <a:avLst/>
              <a:pathLst>
                <a:path w="57962" h="157188">
                  <a:moveTo>
                    <a:pt x="57962" y="391"/>
                  </a:moveTo>
                  <a:lnTo>
                    <a:pt x="56893" y="0"/>
                  </a:lnTo>
                  <a:lnTo>
                    <a:pt x="0" y="1571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21039" y="1322571"/>
              <a:ext cx="56893" cy="167167"/>
            </a:xfrm>
            <a:custGeom>
              <a:avLst/>
              <a:pathLst>
                <a:path w="56893" h="167167">
                  <a:moveTo>
                    <a:pt x="56893" y="9979"/>
                  </a:moveTo>
                  <a:lnTo>
                    <a:pt x="51401" y="8098"/>
                  </a:lnTo>
                  <a:lnTo>
                    <a:pt x="45847" y="6410"/>
                  </a:lnTo>
                  <a:lnTo>
                    <a:pt x="40238" y="4915"/>
                  </a:lnTo>
                  <a:lnTo>
                    <a:pt x="34580" y="3615"/>
                  </a:lnTo>
                  <a:lnTo>
                    <a:pt x="28881" y="2513"/>
                  </a:lnTo>
                  <a:lnTo>
                    <a:pt x="23146" y="1610"/>
                  </a:lnTo>
                  <a:lnTo>
                    <a:pt x="17384" y="906"/>
                  </a:lnTo>
                  <a:lnTo>
                    <a:pt x="11601" y="403"/>
                  </a:lnTo>
                  <a:lnTo>
                    <a:pt x="5804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378110" y="1071028"/>
              <a:ext cx="334142" cy="334334"/>
            </a:xfrm>
            <a:custGeom>
              <a:avLst/>
              <a:pathLst>
                <a:path w="33414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1" y="336"/>
                  </a:lnTo>
                  <a:lnTo>
                    <a:pt x="151250" y="757"/>
                  </a:lnTo>
                  <a:lnTo>
                    <a:pt x="145976" y="1346"/>
                  </a:lnTo>
                  <a:lnTo>
                    <a:pt x="140723" y="2101"/>
                  </a:lnTo>
                  <a:lnTo>
                    <a:pt x="135497" y="3023"/>
                  </a:lnTo>
                  <a:lnTo>
                    <a:pt x="130303" y="4111"/>
                  </a:lnTo>
                  <a:lnTo>
                    <a:pt x="125145" y="5362"/>
                  </a:lnTo>
                  <a:lnTo>
                    <a:pt x="120031" y="6777"/>
                  </a:lnTo>
                  <a:lnTo>
                    <a:pt x="114963" y="8353"/>
                  </a:lnTo>
                  <a:lnTo>
                    <a:pt x="109948" y="10090"/>
                  </a:lnTo>
                  <a:lnTo>
                    <a:pt x="104991" y="11985"/>
                  </a:lnTo>
                  <a:lnTo>
                    <a:pt x="100097" y="14036"/>
                  </a:lnTo>
                  <a:lnTo>
                    <a:pt x="95270" y="16241"/>
                  </a:lnTo>
                  <a:lnTo>
                    <a:pt x="90515" y="18599"/>
                  </a:lnTo>
                  <a:lnTo>
                    <a:pt x="85838" y="21106"/>
                  </a:lnTo>
                  <a:lnTo>
                    <a:pt x="81243" y="23761"/>
                  </a:lnTo>
                  <a:lnTo>
                    <a:pt x="76734" y="26560"/>
                  </a:lnTo>
                  <a:lnTo>
                    <a:pt x="72316" y="29501"/>
                  </a:lnTo>
                  <a:lnTo>
                    <a:pt x="67994" y="32580"/>
                  </a:lnTo>
                  <a:lnTo>
                    <a:pt x="63772" y="35795"/>
                  </a:lnTo>
                  <a:lnTo>
                    <a:pt x="59654" y="39143"/>
                  </a:lnTo>
                  <a:lnTo>
                    <a:pt x="55645" y="42620"/>
                  </a:lnTo>
                  <a:lnTo>
                    <a:pt x="51747" y="46222"/>
                  </a:lnTo>
                  <a:lnTo>
                    <a:pt x="47967" y="49946"/>
                  </a:lnTo>
                  <a:lnTo>
                    <a:pt x="44306" y="53788"/>
                  </a:lnTo>
                  <a:lnTo>
                    <a:pt x="40769" y="57744"/>
                  </a:lnTo>
                  <a:lnTo>
                    <a:pt x="37359" y="61811"/>
                  </a:lnTo>
                  <a:lnTo>
                    <a:pt x="34080" y="65984"/>
                  </a:lnTo>
                  <a:lnTo>
                    <a:pt x="30936" y="70259"/>
                  </a:lnTo>
                  <a:lnTo>
                    <a:pt x="27928" y="74631"/>
                  </a:lnTo>
                  <a:lnTo>
                    <a:pt x="25061" y="79097"/>
                  </a:lnTo>
                  <a:lnTo>
                    <a:pt x="22337" y="83652"/>
                  </a:lnTo>
                  <a:lnTo>
                    <a:pt x="19759" y="88290"/>
                  </a:lnTo>
                  <a:lnTo>
                    <a:pt x="17330" y="93008"/>
                  </a:lnTo>
                  <a:lnTo>
                    <a:pt x="15051" y="97801"/>
                  </a:lnTo>
                  <a:lnTo>
                    <a:pt x="12926" y="102664"/>
                  </a:lnTo>
                  <a:lnTo>
                    <a:pt x="10956" y="107592"/>
                  </a:lnTo>
                  <a:lnTo>
                    <a:pt x="9144" y="112580"/>
                  </a:lnTo>
                  <a:lnTo>
                    <a:pt x="7491" y="117623"/>
                  </a:lnTo>
                  <a:lnTo>
                    <a:pt x="5999" y="122716"/>
                  </a:lnTo>
                  <a:lnTo>
                    <a:pt x="4669" y="127853"/>
                  </a:lnTo>
                  <a:lnTo>
                    <a:pt x="3503" y="133030"/>
                  </a:lnTo>
                  <a:lnTo>
                    <a:pt x="2502" y="138242"/>
                  </a:lnTo>
                  <a:lnTo>
                    <a:pt x="1667" y="143483"/>
                  </a:lnTo>
                  <a:lnTo>
                    <a:pt x="998" y="148748"/>
                  </a:lnTo>
                  <a:lnTo>
                    <a:pt x="497" y="154031"/>
                  </a:lnTo>
                  <a:lnTo>
                    <a:pt x="164" y="159327"/>
                  </a:lnTo>
                  <a:lnTo>
                    <a:pt x="0" y="164632"/>
                  </a:lnTo>
                  <a:lnTo>
                    <a:pt x="3" y="169939"/>
                  </a:lnTo>
                  <a:lnTo>
                    <a:pt x="175" y="175243"/>
                  </a:lnTo>
                  <a:lnTo>
                    <a:pt x="516" y="180539"/>
                  </a:lnTo>
                  <a:lnTo>
                    <a:pt x="1024" y="185821"/>
                  </a:lnTo>
                  <a:lnTo>
                    <a:pt x="1700" y="191085"/>
                  </a:lnTo>
                  <a:lnTo>
                    <a:pt x="2543" y="196325"/>
                  </a:lnTo>
                  <a:lnTo>
                    <a:pt x="3551" y="201535"/>
                  </a:lnTo>
                  <a:lnTo>
                    <a:pt x="4725" y="206710"/>
                  </a:lnTo>
                  <a:lnTo>
                    <a:pt x="6062" y="211846"/>
                  </a:lnTo>
                  <a:lnTo>
                    <a:pt x="7561" y="216937"/>
                  </a:lnTo>
                  <a:lnTo>
                    <a:pt x="9221" y="221978"/>
                  </a:lnTo>
                  <a:lnTo>
                    <a:pt x="11041" y="226963"/>
                  </a:lnTo>
                  <a:lnTo>
                    <a:pt x="13017" y="231888"/>
                  </a:lnTo>
                  <a:lnTo>
                    <a:pt x="15149" y="236748"/>
                  </a:lnTo>
                  <a:lnTo>
                    <a:pt x="17435" y="241537"/>
                  </a:lnTo>
                  <a:lnTo>
                    <a:pt x="19871" y="246252"/>
                  </a:lnTo>
                  <a:lnTo>
                    <a:pt x="22455" y="250887"/>
                  </a:lnTo>
                  <a:lnTo>
                    <a:pt x="25186" y="255438"/>
                  </a:lnTo>
                  <a:lnTo>
                    <a:pt x="28059" y="259900"/>
                  </a:lnTo>
                  <a:lnTo>
                    <a:pt x="31073" y="264268"/>
                  </a:lnTo>
                  <a:lnTo>
                    <a:pt x="34224" y="268538"/>
                  </a:lnTo>
                  <a:lnTo>
                    <a:pt x="37508" y="272706"/>
                  </a:lnTo>
                  <a:lnTo>
                    <a:pt x="40924" y="276768"/>
                  </a:lnTo>
                  <a:lnTo>
                    <a:pt x="44466" y="280720"/>
                  </a:lnTo>
                  <a:lnTo>
                    <a:pt x="48133" y="284557"/>
                  </a:lnTo>
                  <a:lnTo>
                    <a:pt x="51919" y="288275"/>
                  </a:lnTo>
                  <a:lnTo>
                    <a:pt x="55821" y="291872"/>
                  </a:lnTo>
                  <a:lnTo>
                    <a:pt x="59836" y="295343"/>
                  </a:lnTo>
                  <a:lnTo>
                    <a:pt x="63958" y="298685"/>
                  </a:lnTo>
                  <a:lnTo>
                    <a:pt x="68185" y="301894"/>
                  </a:lnTo>
                  <a:lnTo>
                    <a:pt x="72511" y="304967"/>
                  </a:lnTo>
                  <a:lnTo>
                    <a:pt x="76933" y="307902"/>
                  </a:lnTo>
                  <a:lnTo>
                    <a:pt x="81446" y="310694"/>
                  </a:lnTo>
                  <a:lnTo>
                    <a:pt x="86045" y="313342"/>
                  </a:lnTo>
                  <a:lnTo>
                    <a:pt x="90726" y="315843"/>
                  </a:lnTo>
                  <a:lnTo>
                    <a:pt x="95483" y="318194"/>
                  </a:lnTo>
                  <a:lnTo>
                    <a:pt x="100313" y="320393"/>
                  </a:lnTo>
                  <a:lnTo>
                    <a:pt x="105211" y="322437"/>
                  </a:lnTo>
                  <a:lnTo>
                    <a:pt x="110171" y="324325"/>
                  </a:lnTo>
                  <a:lnTo>
                    <a:pt x="115188" y="326054"/>
                  </a:lnTo>
                  <a:lnTo>
                    <a:pt x="120258" y="327623"/>
                  </a:lnTo>
                  <a:lnTo>
                    <a:pt x="125374" y="329031"/>
                  </a:lnTo>
                  <a:lnTo>
                    <a:pt x="130533" y="330275"/>
                  </a:lnTo>
                  <a:lnTo>
                    <a:pt x="135729" y="331355"/>
                  </a:lnTo>
                  <a:lnTo>
                    <a:pt x="140957" y="332270"/>
                  </a:lnTo>
                  <a:lnTo>
                    <a:pt x="146211" y="333018"/>
                  </a:lnTo>
                  <a:lnTo>
                    <a:pt x="151486" y="333599"/>
                  </a:lnTo>
                  <a:lnTo>
                    <a:pt x="156777" y="334012"/>
                  </a:lnTo>
                  <a:lnTo>
                    <a:pt x="162078" y="334257"/>
                  </a:lnTo>
                  <a:lnTo>
                    <a:pt x="167384" y="334334"/>
                  </a:lnTo>
                  <a:lnTo>
                    <a:pt x="172690" y="334242"/>
                  </a:lnTo>
                  <a:lnTo>
                    <a:pt x="177991" y="333982"/>
                  </a:lnTo>
                  <a:lnTo>
                    <a:pt x="183281" y="333554"/>
                  </a:lnTo>
                  <a:lnTo>
                    <a:pt x="188554" y="332958"/>
                  </a:lnTo>
                  <a:lnTo>
                    <a:pt x="193806" y="332195"/>
                  </a:lnTo>
                  <a:lnTo>
                    <a:pt x="199031" y="331266"/>
                  </a:lnTo>
                  <a:lnTo>
                    <a:pt x="204223" y="330171"/>
                  </a:lnTo>
                  <a:lnTo>
                    <a:pt x="209379" y="328912"/>
                  </a:lnTo>
                  <a:lnTo>
                    <a:pt x="214492" y="327490"/>
                  </a:lnTo>
                  <a:lnTo>
                    <a:pt x="219557" y="325906"/>
                  </a:lnTo>
                  <a:lnTo>
                    <a:pt x="224569" y="324163"/>
                  </a:lnTo>
                  <a:lnTo>
                    <a:pt x="229524" y="322261"/>
                  </a:lnTo>
                  <a:lnTo>
                    <a:pt x="234415" y="320203"/>
                  </a:lnTo>
                  <a:lnTo>
                    <a:pt x="239239" y="317991"/>
                  </a:lnTo>
                  <a:lnTo>
                    <a:pt x="243990" y="315626"/>
                  </a:lnTo>
                  <a:lnTo>
                    <a:pt x="248664" y="313112"/>
                  </a:lnTo>
                  <a:lnTo>
                    <a:pt x="253256" y="310451"/>
                  </a:lnTo>
                  <a:lnTo>
                    <a:pt x="257760" y="307646"/>
                  </a:lnTo>
                  <a:lnTo>
                    <a:pt x="262174" y="304699"/>
                  </a:lnTo>
                  <a:lnTo>
                    <a:pt x="266491" y="301613"/>
                  </a:lnTo>
                  <a:lnTo>
                    <a:pt x="270709" y="298392"/>
                  </a:lnTo>
                  <a:lnTo>
                    <a:pt x="274822" y="295039"/>
                  </a:lnTo>
                  <a:lnTo>
                    <a:pt x="278827" y="291556"/>
                  </a:lnTo>
                  <a:lnTo>
                    <a:pt x="282719" y="287949"/>
                  </a:lnTo>
                  <a:lnTo>
                    <a:pt x="286495" y="284219"/>
                  </a:lnTo>
                  <a:lnTo>
                    <a:pt x="290150" y="280372"/>
                  </a:lnTo>
                  <a:lnTo>
                    <a:pt x="293681" y="276411"/>
                  </a:lnTo>
                  <a:lnTo>
                    <a:pt x="297085" y="272339"/>
                  </a:lnTo>
                  <a:lnTo>
                    <a:pt x="300358" y="268162"/>
                  </a:lnTo>
                  <a:lnTo>
                    <a:pt x="303497" y="263882"/>
                  </a:lnTo>
                  <a:lnTo>
                    <a:pt x="306498" y="259506"/>
                  </a:lnTo>
                  <a:lnTo>
                    <a:pt x="309359" y="255036"/>
                  </a:lnTo>
                  <a:lnTo>
                    <a:pt x="312076" y="250477"/>
                  </a:lnTo>
                  <a:lnTo>
                    <a:pt x="314648" y="245835"/>
                  </a:lnTo>
                  <a:lnTo>
                    <a:pt x="317071" y="241113"/>
                  </a:lnTo>
                  <a:lnTo>
                    <a:pt x="319342" y="236317"/>
                  </a:lnTo>
                  <a:lnTo>
                    <a:pt x="321461" y="231451"/>
                  </a:lnTo>
                  <a:lnTo>
                    <a:pt x="323423" y="226521"/>
                  </a:lnTo>
                  <a:lnTo>
                    <a:pt x="325229" y="221530"/>
                  </a:lnTo>
                  <a:lnTo>
                    <a:pt x="326875" y="216485"/>
                  </a:lnTo>
                  <a:lnTo>
                    <a:pt x="328360" y="211390"/>
                  </a:lnTo>
                  <a:lnTo>
                    <a:pt x="329682" y="206251"/>
                  </a:lnTo>
                  <a:lnTo>
                    <a:pt x="330841" y="201072"/>
                  </a:lnTo>
                  <a:lnTo>
                    <a:pt x="331834" y="195859"/>
                  </a:lnTo>
                  <a:lnTo>
                    <a:pt x="332662" y="190617"/>
                  </a:lnTo>
                  <a:lnTo>
                    <a:pt x="333323" y="185351"/>
                  </a:lnTo>
                  <a:lnTo>
                    <a:pt x="333817" y="180067"/>
                  </a:lnTo>
                  <a:lnTo>
                    <a:pt x="334142" y="17477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545258" y="1238196"/>
              <a:ext cx="166994" cy="7603"/>
            </a:xfrm>
            <a:custGeom>
              <a:avLst/>
              <a:pathLst>
                <a:path w="166994" h="7603">
                  <a:moveTo>
                    <a:pt x="166994" y="7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545258" y="1238196"/>
              <a:ext cx="167082" cy="7603"/>
            </a:xfrm>
            <a:custGeom>
              <a:avLst/>
              <a:pathLst>
                <a:path w="167082" h="7603">
                  <a:moveTo>
                    <a:pt x="166994" y="7603"/>
                  </a:moveTo>
                  <a:lnTo>
                    <a:pt x="167082" y="5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545258" y="1071028"/>
              <a:ext cx="167167" cy="172495"/>
            </a:xfrm>
            <a:custGeom>
              <a:avLst/>
              <a:pathLst>
                <a:path w="167167" h="172495">
                  <a:moveTo>
                    <a:pt x="167082" y="172495"/>
                  </a:moveTo>
                  <a:lnTo>
                    <a:pt x="167167" y="167138"/>
                  </a:lnTo>
                  <a:lnTo>
                    <a:pt x="167080" y="161781"/>
                  </a:lnTo>
                  <a:lnTo>
                    <a:pt x="166822" y="156429"/>
                  </a:lnTo>
                  <a:lnTo>
                    <a:pt x="166392" y="151088"/>
                  </a:lnTo>
                  <a:lnTo>
                    <a:pt x="165791" y="145764"/>
                  </a:lnTo>
                  <a:lnTo>
                    <a:pt x="165020" y="140461"/>
                  </a:lnTo>
                  <a:lnTo>
                    <a:pt x="164079" y="135186"/>
                  </a:lnTo>
                  <a:lnTo>
                    <a:pt x="162970" y="129944"/>
                  </a:lnTo>
                  <a:lnTo>
                    <a:pt x="161694" y="124741"/>
                  </a:lnTo>
                  <a:lnTo>
                    <a:pt x="160251" y="119581"/>
                  </a:lnTo>
                  <a:lnTo>
                    <a:pt x="158643" y="114469"/>
                  </a:lnTo>
                  <a:lnTo>
                    <a:pt x="156873" y="109412"/>
                  </a:lnTo>
                  <a:lnTo>
                    <a:pt x="154942" y="104414"/>
                  </a:lnTo>
                  <a:lnTo>
                    <a:pt x="152851" y="99481"/>
                  </a:lnTo>
                  <a:lnTo>
                    <a:pt x="150603" y="94617"/>
                  </a:lnTo>
                  <a:lnTo>
                    <a:pt x="148201" y="89828"/>
                  </a:lnTo>
                  <a:lnTo>
                    <a:pt x="145646" y="85118"/>
                  </a:lnTo>
                  <a:lnTo>
                    <a:pt x="142942" y="80492"/>
                  </a:lnTo>
                  <a:lnTo>
                    <a:pt x="140091" y="75956"/>
                  </a:lnTo>
                  <a:lnTo>
                    <a:pt x="137095" y="71513"/>
                  </a:lnTo>
                  <a:lnTo>
                    <a:pt x="133960" y="67169"/>
                  </a:lnTo>
                  <a:lnTo>
                    <a:pt x="130686" y="62927"/>
                  </a:lnTo>
                  <a:lnTo>
                    <a:pt x="127278" y="58792"/>
                  </a:lnTo>
                  <a:lnTo>
                    <a:pt x="123740" y="54769"/>
                  </a:lnTo>
                  <a:lnTo>
                    <a:pt x="120074" y="50861"/>
                  </a:lnTo>
                  <a:lnTo>
                    <a:pt x="116285" y="47072"/>
                  </a:lnTo>
                  <a:lnTo>
                    <a:pt x="112376" y="43407"/>
                  </a:lnTo>
                  <a:lnTo>
                    <a:pt x="108352" y="39870"/>
                  </a:lnTo>
                  <a:lnTo>
                    <a:pt x="104217" y="36462"/>
                  </a:lnTo>
                  <a:lnTo>
                    <a:pt x="99975" y="33190"/>
                  </a:lnTo>
                  <a:lnTo>
                    <a:pt x="95630" y="30054"/>
                  </a:lnTo>
                  <a:lnTo>
                    <a:pt x="91186" y="27060"/>
                  </a:lnTo>
                  <a:lnTo>
                    <a:pt x="86649" y="24210"/>
                  </a:lnTo>
                  <a:lnTo>
                    <a:pt x="82023" y="21506"/>
                  </a:lnTo>
                  <a:lnTo>
                    <a:pt x="77313" y="18952"/>
                  </a:lnTo>
                  <a:lnTo>
                    <a:pt x="72523" y="16551"/>
                  </a:lnTo>
                  <a:lnTo>
                    <a:pt x="67659" y="14304"/>
                  </a:lnTo>
                  <a:lnTo>
                    <a:pt x="62725" y="12214"/>
                  </a:lnTo>
                  <a:lnTo>
                    <a:pt x="57727" y="10283"/>
                  </a:lnTo>
                  <a:lnTo>
                    <a:pt x="52670" y="8514"/>
                  </a:lnTo>
                  <a:lnTo>
                    <a:pt x="47558" y="6907"/>
                  </a:lnTo>
                  <a:lnTo>
                    <a:pt x="42398" y="5466"/>
                  </a:lnTo>
                  <a:lnTo>
                    <a:pt x="37194" y="4190"/>
                  </a:lnTo>
                  <a:lnTo>
                    <a:pt x="31952" y="3082"/>
                  </a:lnTo>
                  <a:lnTo>
                    <a:pt x="26676" y="2142"/>
                  </a:lnTo>
                  <a:lnTo>
                    <a:pt x="21374" y="1372"/>
                  </a:lnTo>
                  <a:lnTo>
                    <a:pt x="16050" y="772"/>
                  </a:lnTo>
                  <a:lnTo>
                    <a:pt x="10709" y="343"/>
                  </a:lnTo>
                  <a:lnTo>
                    <a:pt x="535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10094" y="941493"/>
              <a:ext cx="113449" cy="167167"/>
            </a:xfrm>
            <a:custGeom>
              <a:avLst/>
              <a:pathLst>
                <a:path w="113449" h="167167">
                  <a:moveTo>
                    <a:pt x="113449" y="0"/>
                  </a:moveTo>
                  <a:lnTo>
                    <a:pt x="107782" y="96"/>
                  </a:lnTo>
                  <a:lnTo>
                    <a:pt x="102122" y="384"/>
                  </a:lnTo>
                  <a:lnTo>
                    <a:pt x="96474" y="864"/>
                  </a:lnTo>
                  <a:lnTo>
                    <a:pt x="90847" y="1535"/>
                  </a:lnTo>
                  <a:lnTo>
                    <a:pt x="85245" y="2396"/>
                  </a:lnTo>
                  <a:lnTo>
                    <a:pt x="79675" y="3447"/>
                  </a:lnTo>
                  <a:lnTo>
                    <a:pt x="74145" y="4686"/>
                  </a:lnTo>
                  <a:lnTo>
                    <a:pt x="68659" y="6112"/>
                  </a:lnTo>
                  <a:lnTo>
                    <a:pt x="63225" y="7723"/>
                  </a:lnTo>
                  <a:lnTo>
                    <a:pt x="57849" y="9517"/>
                  </a:lnTo>
                  <a:lnTo>
                    <a:pt x="52537" y="11492"/>
                  </a:lnTo>
                  <a:lnTo>
                    <a:pt x="47294" y="13647"/>
                  </a:lnTo>
                  <a:lnTo>
                    <a:pt x="42128" y="15977"/>
                  </a:lnTo>
                  <a:lnTo>
                    <a:pt x="37044" y="18482"/>
                  </a:lnTo>
                  <a:lnTo>
                    <a:pt x="32047" y="21158"/>
                  </a:lnTo>
                  <a:lnTo>
                    <a:pt x="27144" y="24001"/>
                  </a:lnTo>
                  <a:lnTo>
                    <a:pt x="22341" y="27009"/>
                  </a:lnTo>
                  <a:lnTo>
                    <a:pt x="17642" y="30178"/>
                  </a:lnTo>
                  <a:lnTo>
                    <a:pt x="13053" y="33505"/>
                  </a:lnTo>
                  <a:lnTo>
                    <a:pt x="8580" y="36985"/>
                  </a:lnTo>
                  <a:lnTo>
                    <a:pt x="4227" y="40615"/>
                  </a:lnTo>
                  <a:lnTo>
                    <a:pt x="0" y="44390"/>
                  </a:lnTo>
                  <a:lnTo>
                    <a:pt x="1134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910094" y="985884"/>
              <a:ext cx="113449" cy="122776"/>
            </a:xfrm>
            <a:custGeom>
              <a:avLst/>
              <a:pathLst>
                <a:path w="113449" h="122776">
                  <a:moveTo>
                    <a:pt x="0" y="0"/>
                  </a:moveTo>
                  <a:lnTo>
                    <a:pt x="113449" y="1227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856376" y="962071"/>
              <a:ext cx="334330" cy="313746"/>
            </a:xfrm>
            <a:custGeom>
              <a:avLst/>
              <a:pathLst>
                <a:path w="334330" h="313746">
                  <a:moveTo>
                    <a:pt x="53717" y="23812"/>
                  </a:moveTo>
                  <a:lnTo>
                    <a:pt x="49886" y="27466"/>
                  </a:lnTo>
                  <a:lnTo>
                    <a:pt x="46173" y="31240"/>
                  </a:lnTo>
                  <a:lnTo>
                    <a:pt x="42581" y="35129"/>
                  </a:lnTo>
                  <a:lnTo>
                    <a:pt x="39114" y="39130"/>
                  </a:lnTo>
                  <a:lnTo>
                    <a:pt x="35775" y="43239"/>
                  </a:lnTo>
                  <a:lnTo>
                    <a:pt x="32568" y="47452"/>
                  </a:lnTo>
                  <a:lnTo>
                    <a:pt x="29496" y="51764"/>
                  </a:lnTo>
                  <a:lnTo>
                    <a:pt x="26563" y="56171"/>
                  </a:lnTo>
                  <a:lnTo>
                    <a:pt x="23770" y="60669"/>
                  </a:lnTo>
                  <a:lnTo>
                    <a:pt x="21121" y="65253"/>
                  </a:lnTo>
                  <a:lnTo>
                    <a:pt x="18619" y="69918"/>
                  </a:lnTo>
                  <a:lnTo>
                    <a:pt x="16265" y="74661"/>
                  </a:lnTo>
                  <a:lnTo>
                    <a:pt x="14063" y="79476"/>
                  </a:lnTo>
                  <a:lnTo>
                    <a:pt x="12015" y="84357"/>
                  </a:lnTo>
                  <a:lnTo>
                    <a:pt x="10122" y="89302"/>
                  </a:lnTo>
                  <a:lnTo>
                    <a:pt x="8386" y="94304"/>
                  </a:lnTo>
                  <a:lnTo>
                    <a:pt x="6810" y="99358"/>
                  </a:lnTo>
                  <a:lnTo>
                    <a:pt x="5395" y="104459"/>
                  </a:lnTo>
                  <a:lnTo>
                    <a:pt x="4142" y="109603"/>
                  </a:lnTo>
                  <a:lnTo>
                    <a:pt x="3053" y="114784"/>
                  </a:lnTo>
                  <a:lnTo>
                    <a:pt x="2128" y="119997"/>
                  </a:lnTo>
                  <a:lnTo>
                    <a:pt x="1369" y="125237"/>
                  </a:lnTo>
                  <a:lnTo>
                    <a:pt x="776" y="130498"/>
                  </a:lnTo>
                  <a:lnTo>
                    <a:pt x="349" y="135775"/>
                  </a:lnTo>
                  <a:lnTo>
                    <a:pt x="91" y="141063"/>
                  </a:lnTo>
                  <a:lnTo>
                    <a:pt x="0" y="146356"/>
                  </a:lnTo>
                  <a:lnTo>
                    <a:pt x="76" y="151650"/>
                  </a:lnTo>
                  <a:lnTo>
                    <a:pt x="320" y="156939"/>
                  </a:lnTo>
                  <a:lnTo>
                    <a:pt x="731" y="162217"/>
                  </a:lnTo>
                  <a:lnTo>
                    <a:pt x="1310" y="167480"/>
                  </a:lnTo>
                  <a:lnTo>
                    <a:pt x="2055" y="172721"/>
                  </a:lnTo>
                  <a:lnTo>
                    <a:pt x="2965" y="177937"/>
                  </a:lnTo>
                  <a:lnTo>
                    <a:pt x="4040" y="183121"/>
                  </a:lnTo>
                  <a:lnTo>
                    <a:pt x="5279" y="188268"/>
                  </a:lnTo>
                  <a:lnTo>
                    <a:pt x="6680" y="193374"/>
                  </a:lnTo>
                  <a:lnTo>
                    <a:pt x="8242" y="198432"/>
                  </a:lnTo>
                  <a:lnTo>
                    <a:pt x="9963" y="203439"/>
                  </a:lnTo>
                  <a:lnTo>
                    <a:pt x="11842" y="208389"/>
                  </a:lnTo>
                  <a:lnTo>
                    <a:pt x="13877" y="213276"/>
                  </a:lnTo>
                  <a:lnTo>
                    <a:pt x="16066" y="218097"/>
                  </a:lnTo>
                  <a:lnTo>
                    <a:pt x="18406" y="222846"/>
                  </a:lnTo>
                  <a:lnTo>
                    <a:pt x="20895" y="227518"/>
                  </a:lnTo>
                  <a:lnTo>
                    <a:pt x="23531" y="232110"/>
                  </a:lnTo>
                  <a:lnTo>
                    <a:pt x="26311" y="236615"/>
                  </a:lnTo>
                  <a:lnTo>
                    <a:pt x="29233" y="241031"/>
                  </a:lnTo>
                  <a:lnTo>
                    <a:pt x="32293" y="245351"/>
                  </a:lnTo>
                  <a:lnTo>
                    <a:pt x="35488" y="249573"/>
                  </a:lnTo>
                  <a:lnTo>
                    <a:pt x="38815" y="253691"/>
                  </a:lnTo>
                  <a:lnTo>
                    <a:pt x="42271" y="257701"/>
                  </a:lnTo>
                  <a:lnTo>
                    <a:pt x="45852" y="261601"/>
                  </a:lnTo>
                  <a:lnTo>
                    <a:pt x="49555" y="265385"/>
                  </a:lnTo>
                  <a:lnTo>
                    <a:pt x="53376" y="269050"/>
                  </a:lnTo>
                  <a:lnTo>
                    <a:pt x="57311" y="272591"/>
                  </a:lnTo>
                  <a:lnTo>
                    <a:pt x="61356" y="276007"/>
                  </a:lnTo>
                  <a:lnTo>
                    <a:pt x="65507" y="279293"/>
                  </a:lnTo>
                  <a:lnTo>
                    <a:pt x="69761" y="282445"/>
                  </a:lnTo>
                  <a:lnTo>
                    <a:pt x="74111" y="285462"/>
                  </a:lnTo>
                  <a:lnTo>
                    <a:pt x="78556" y="288339"/>
                  </a:lnTo>
                  <a:lnTo>
                    <a:pt x="83089" y="291074"/>
                  </a:lnTo>
                  <a:lnTo>
                    <a:pt x="87706" y="293664"/>
                  </a:lnTo>
                  <a:lnTo>
                    <a:pt x="92404" y="296106"/>
                  </a:lnTo>
                  <a:lnTo>
                    <a:pt x="97176" y="298399"/>
                  </a:lnTo>
                  <a:lnTo>
                    <a:pt x="102018" y="300539"/>
                  </a:lnTo>
                  <a:lnTo>
                    <a:pt x="106926" y="302525"/>
                  </a:lnTo>
                  <a:lnTo>
                    <a:pt x="111894" y="304354"/>
                  </a:lnTo>
                  <a:lnTo>
                    <a:pt x="116918" y="306026"/>
                  </a:lnTo>
                  <a:lnTo>
                    <a:pt x="121992" y="307537"/>
                  </a:lnTo>
                  <a:lnTo>
                    <a:pt x="127111" y="308887"/>
                  </a:lnTo>
                  <a:lnTo>
                    <a:pt x="132271" y="310074"/>
                  </a:lnTo>
                  <a:lnTo>
                    <a:pt x="137465" y="311097"/>
                  </a:lnTo>
                  <a:lnTo>
                    <a:pt x="142689" y="311955"/>
                  </a:lnTo>
                  <a:lnTo>
                    <a:pt x="147938" y="312647"/>
                  </a:lnTo>
                  <a:lnTo>
                    <a:pt x="153206" y="313173"/>
                  </a:lnTo>
                  <a:lnTo>
                    <a:pt x="158489" y="313531"/>
                  </a:lnTo>
                  <a:lnTo>
                    <a:pt x="163779" y="313722"/>
                  </a:lnTo>
                  <a:lnTo>
                    <a:pt x="169074" y="313746"/>
                  </a:lnTo>
                  <a:lnTo>
                    <a:pt x="174366" y="313601"/>
                  </a:lnTo>
                  <a:lnTo>
                    <a:pt x="179651" y="313290"/>
                  </a:lnTo>
                  <a:lnTo>
                    <a:pt x="184924" y="312811"/>
                  </a:lnTo>
                  <a:lnTo>
                    <a:pt x="190178" y="312165"/>
                  </a:lnTo>
                  <a:lnTo>
                    <a:pt x="195410" y="311353"/>
                  </a:lnTo>
                  <a:lnTo>
                    <a:pt x="200614" y="310376"/>
                  </a:lnTo>
                  <a:lnTo>
                    <a:pt x="205783" y="309235"/>
                  </a:lnTo>
                  <a:lnTo>
                    <a:pt x="210914" y="307931"/>
                  </a:lnTo>
                  <a:lnTo>
                    <a:pt x="216002" y="306464"/>
                  </a:lnTo>
                  <a:lnTo>
                    <a:pt x="221040" y="304838"/>
                  </a:lnTo>
                  <a:lnTo>
                    <a:pt x="226024" y="303052"/>
                  </a:lnTo>
                  <a:lnTo>
                    <a:pt x="230949" y="301110"/>
                  </a:lnTo>
                  <a:lnTo>
                    <a:pt x="235810" y="299013"/>
                  </a:lnTo>
                  <a:lnTo>
                    <a:pt x="240603" y="296763"/>
                  </a:lnTo>
                  <a:lnTo>
                    <a:pt x="245321" y="294362"/>
                  </a:lnTo>
                  <a:lnTo>
                    <a:pt x="249962" y="291813"/>
                  </a:lnTo>
                  <a:lnTo>
                    <a:pt x="254519" y="289118"/>
                  </a:lnTo>
                  <a:lnTo>
                    <a:pt x="258988" y="286281"/>
                  </a:lnTo>
                  <a:lnTo>
                    <a:pt x="263366" y="283303"/>
                  </a:lnTo>
                  <a:lnTo>
                    <a:pt x="267647" y="280188"/>
                  </a:lnTo>
                  <a:lnTo>
                    <a:pt x="271827" y="276939"/>
                  </a:lnTo>
                  <a:lnTo>
                    <a:pt x="275902" y="273560"/>
                  </a:lnTo>
                  <a:lnTo>
                    <a:pt x="279869" y="270053"/>
                  </a:lnTo>
                  <a:lnTo>
                    <a:pt x="283722" y="266422"/>
                  </a:lnTo>
                  <a:lnTo>
                    <a:pt x="287458" y="262671"/>
                  </a:lnTo>
                  <a:lnTo>
                    <a:pt x="291074" y="258803"/>
                  </a:lnTo>
                  <a:lnTo>
                    <a:pt x="294565" y="254823"/>
                  </a:lnTo>
                  <a:lnTo>
                    <a:pt x="297928" y="250735"/>
                  </a:lnTo>
                  <a:lnTo>
                    <a:pt x="301161" y="246542"/>
                  </a:lnTo>
                  <a:lnTo>
                    <a:pt x="304259" y="242249"/>
                  </a:lnTo>
                  <a:lnTo>
                    <a:pt x="307219" y="237859"/>
                  </a:lnTo>
                  <a:lnTo>
                    <a:pt x="310039" y="233379"/>
                  </a:lnTo>
                  <a:lnTo>
                    <a:pt x="312716" y="228811"/>
                  </a:lnTo>
                  <a:lnTo>
                    <a:pt x="315247" y="224160"/>
                  </a:lnTo>
                  <a:lnTo>
                    <a:pt x="317629" y="219432"/>
                  </a:lnTo>
                  <a:lnTo>
                    <a:pt x="319860" y="214631"/>
                  </a:lnTo>
                  <a:lnTo>
                    <a:pt x="321938" y="209762"/>
                  </a:lnTo>
                  <a:lnTo>
                    <a:pt x="323861" y="204829"/>
                  </a:lnTo>
                  <a:lnTo>
                    <a:pt x="325627" y="199838"/>
                  </a:lnTo>
                  <a:lnTo>
                    <a:pt x="327233" y="194793"/>
                  </a:lnTo>
                  <a:lnTo>
                    <a:pt x="328680" y="189700"/>
                  </a:lnTo>
                  <a:lnTo>
                    <a:pt x="329964" y="184564"/>
                  </a:lnTo>
                  <a:lnTo>
                    <a:pt x="331085" y="179390"/>
                  </a:lnTo>
                  <a:lnTo>
                    <a:pt x="332041" y="174183"/>
                  </a:lnTo>
                  <a:lnTo>
                    <a:pt x="332832" y="168948"/>
                  </a:lnTo>
                  <a:lnTo>
                    <a:pt x="333457" y="163691"/>
                  </a:lnTo>
                  <a:lnTo>
                    <a:pt x="333915" y="158416"/>
                  </a:lnTo>
                  <a:lnTo>
                    <a:pt x="334206" y="153130"/>
                  </a:lnTo>
                  <a:lnTo>
                    <a:pt x="334330" y="147837"/>
                  </a:lnTo>
                  <a:lnTo>
                    <a:pt x="334285" y="142543"/>
                  </a:lnTo>
                  <a:lnTo>
                    <a:pt x="334073" y="137253"/>
                  </a:lnTo>
                  <a:lnTo>
                    <a:pt x="333694" y="131972"/>
                  </a:lnTo>
                  <a:lnTo>
                    <a:pt x="333148" y="126706"/>
                  </a:lnTo>
                  <a:lnTo>
                    <a:pt x="332435" y="121460"/>
                  </a:lnTo>
                  <a:lnTo>
                    <a:pt x="331556" y="116239"/>
                  </a:lnTo>
                  <a:lnTo>
                    <a:pt x="330513" y="111049"/>
                  </a:lnTo>
                  <a:lnTo>
                    <a:pt x="329305" y="105894"/>
                  </a:lnTo>
                  <a:lnTo>
                    <a:pt x="327935" y="100780"/>
                  </a:lnTo>
                  <a:lnTo>
                    <a:pt x="326404" y="95712"/>
                  </a:lnTo>
                  <a:lnTo>
                    <a:pt x="324713" y="90695"/>
                  </a:lnTo>
                  <a:lnTo>
                    <a:pt x="322864" y="85734"/>
                  </a:lnTo>
                  <a:lnTo>
                    <a:pt x="320859" y="80834"/>
                  </a:lnTo>
                  <a:lnTo>
                    <a:pt x="318700" y="76000"/>
                  </a:lnTo>
                  <a:lnTo>
                    <a:pt x="316388" y="71237"/>
                  </a:lnTo>
                  <a:lnTo>
                    <a:pt x="313927" y="66550"/>
                  </a:lnTo>
                  <a:lnTo>
                    <a:pt x="311319" y="61942"/>
                  </a:lnTo>
                  <a:lnTo>
                    <a:pt x="308566" y="57420"/>
                  </a:lnTo>
                  <a:lnTo>
                    <a:pt x="305672" y="52987"/>
                  </a:lnTo>
                  <a:lnTo>
                    <a:pt x="302638" y="48648"/>
                  </a:lnTo>
                  <a:lnTo>
                    <a:pt x="299469" y="44407"/>
                  </a:lnTo>
                  <a:lnTo>
                    <a:pt x="296167" y="40269"/>
                  </a:lnTo>
                  <a:lnTo>
                    <a:pt x="292735" y="36237"/>
                  </a:lnTo>
                  <a:lnTo>
                    <a:pt x="289178" y="32316"/>
                  </a:lnTo>
                  <a:lnTo>
                    <a:pt x="285498" y="28510"/>
                  </a:lnTo>
                  <a:lnTo>
                    <a:pt x="281699" y="24822"/>
                  </a:lnTo>
                  <a:lnTo>
                    <a:pt x="277786" y="21256"/>
                  </a:lnTo>
                  <a:lnTo>
                    <a:pt x="273762" y="17816"/>
                  </a:lnTo>
                  <a:lnTo>
                    <a:pt x="269630" y="14505"/>
                  </a:lnTo>
                  <a:lnTo>
                    <a:pt x="265396" y="11327"/>
                  </a:lnTo>
                  <a:lnTo>
                    <a:pt x="261064" y="8284"/>
                  </a:lnTo>
                  <a:lnTo>
                    <a:pt x="256637" y="5380"/>
                  </a:lnTo>
                  <a:lnTo>
                    <a:pt x="252121" y="2617"/>
                  </a:lnTo>
                  <a:lnTo>
                    <a:pt x="247519" y="0"/>
                  </a:lnTo>
                  <a:lnTo>
                    <a:pt x="167167" y="1465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023544" y="941493"/>
              <a:ext cx="80352" cy="167167"/>
            </a:xfrm>
            <a:custGeom>
              <a:avLst/>
              <a:pathLst>
                <a:path w="80352" h="167167">
                  <a:moveTo>
                    <a:pt x="80352" y="20577"/>
                  </a:moveTo>
                  <a:lnTo>
                    <a:pt x="75051" y="17794"/>
                  </a:lnTo>
                  <a:lnTo>
                    <a:pt x="69654" y="15203"/>
                  </a:lnTo>
                  <a:lnTo>
                    <a:pt x="64168" y="12806"/>
                  </a:lnTo>
                  <a:lnTo>
                    <a:pt x="58600" y="10607"/>
                  </a:lnTo>
                  <a:lnTo>
                    <a:pt x="52956" y="8609"/>
                  </a:lnTo>
                  <a:lnTo>
                    <a:pt x="47244" y="6815"/>
                  </a:lnTo>
                  <a:lnTo>
                    <a:pt x="41472" y="5226"/>
                  </a:lnTo>
                  <a:lnTo>
                    <a:pt x="35647" y="3844"/>
                  </a:lnTo>
                  <a:lnTo>
                    <a:pt x="29776" y="2673"/>
                  </a:lnTo>
                  <a:lnTo>
                    <a:pt x="23866" y="1712"/>
                  </a:lnTo>
                  <a:lnTo>
                    <a:pt x="17927" y="964"/>
                  </a:lnTo>
                  <a:lnTo>
                    <a:pt x="11964" y="428"/>
                  </a:lnTo>
                  <a:lnTo>
                    <a:pt x="5985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73299" y="941493"/>
              <a:ext cx="112916" cy="167167"/>
            </a:xfrm>
            <a:custGeom>
              <a:avLst/>
              <a:pathLst>
                <a:path w="112916" h="167167">
                  <a:moveTo>
                    <a:pt x="112916" y="0"/>
                  </a:moveTo>
                  <a:lnTo>
                    <a:pt x="107282" y="94"/>
                  </a:lnTo>
                  <a:lnTo>
                    <a:pt x="101654" y="379"/>
                  </a:lnTo>
                  <a:lnTo>
                    <a:pt x="96040" y="854"/>
                  </a:lnTo>
                  <a:lnTo>
                    <a:pt x="90444" y="1517"/>
                  </a:lnTo>
                  <a:lnTo>
                    <a:pt x="84874" y="2368"/>
                  </a:lnTo>
                  <a:lnTo>
                    <a:pt x="79336" y="3407"/>
                  </a:lnTo>
                  <a:lnTo>
                    <a:pt x="73836" y="4632"/>
                  </a:lnTo>
                  <a:lnTo>
                    <a:pt x="68380" y="6041"/>
                  </a:lnTo>
                  <a:lnTo>
                    <a:pt x="62975" y="7634"/>
                  </a:lnTo>
                  <a:lnTo>
                    <a:pt x="57626" y="9408"/>
                  </a:lnTo>
                  <a:lnTo>
                    <a:pt x="52341" y="11361"/>
                  </a:lnTo>
                  <a:lnTo>
                    <a:pt x="47124" y="13491"/>
                  </a:lnTo>
                  <a:lnTo>
                    <a:pt x="41982" y="15795"/>
                  </a:lnTo>
                  <a:lnTo>
                    <a:pt x="36921" y="18272"/>
                  </a:lnTo>
                  <a:lnTo>
                    <a:pt x="31946" y="20918"/>
                  </a:lnTo>
                  <a:lnTo>
                    <a:pt x="27063" y="23730"/>
                  </a:lnTo>
                  <a:lnTo>
                    <a:pt x="22278" y="26705"/>
                  </a:lnTo>
                  <a:lnTo>
                    <a:pt x="17595" y="29839"/>
                  </a:lnTo>
                  <a:lnTo>
                    <a:pt x="13021" y="33130"/>
                  </a:lnTo>
                  <a:lnTo>
                    <a:pt x="8560" y="36573"/>
                  </a:lnTo>
                  <a:lnTo>
                    <a:pt x="4218" y="40164"/>
                  </a:lnTo>
                  <a:lnTo>
                    <a:pt x="0" y="43900"/>
                  </a:lnTo>
                  <a:lnTo>
                    <a:pt x="1129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373299" y="985393"/>
              <a:ext cx="112916" cy="123267"/>
            </a:xfrm>
            <a:custGeom>
              <a:avLst/>
              <a:pathLst>
                <a:path w="112916" h="123267">
                  <a:moveTo>
                    <a:pt x="0" y="0"/>
                  </a:moveTo>
                  <a:lnTo>
                    <a:pt x="112916" y="1232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319049" y="985393"/>
              <a:ext cx="167165" cy="280384"/>
            </a:xfrm>
            <a:custGeom>
              <a:avLst/>
              <a:pathLst>
                <a:path w="167165" h="280384">
                  <a:moveTo>
                    <a:pt x="54249" y="0"/>
                  </a:moveTo>
                  <a:lnTo>
                    <a:pt x="50356" y="3682"/>
                  </a:lnTo>
                  <a:lnTo>
                    <a:pt x="46584" y="7487"/>
                  </a:lnTo>
                  <a:lnTo>
                    <a:pt x="42935" y="11411"/>
                  </a:lnTo>
                  <a:lnTo>
                    <a:pt x="39414" y="15450"/>
                  </a:lnTo>
                  <a:lnTo>
                    <a:pt x="36024" y="19599"/>
                  </a:lnTo>
                  <a:lnTo>
                    <a:pt x="32769" y="23855"/>
                  </a:lnTo>
                  <a:lnTo>
                    <a:pt x="29652" y="28214"/>
                  </a:lnTo>
                  <a:lnTo>
                    <a:pt x="26677" y="32670"/>
                  </a:lnTo>
                  <a:lnTo>
                    <a:pt x="23845" y="37219"/>
                  </a:lnTo>
                  <a:lnTo>
                    <a:pt x="21161" y="41856"/>
                  </a:lnTo>
                  <a:lnTo>
                    <a:pt x="18627" y="46577"/>
                  </a:lnTo>
                  <a:lnTo>
                    <a:pt x="16245" y="51377"/>
                  </a:lnTo>
                  <a:lnTo>
                    <a:pt x="14019" y="56251"/>
                  </a:lnTo>
                  <a:lnTo>
                    <a:pt x="11950" y="61193"/>
                  </a:lnTo>
                  <a:lnTo>
                    <a:pt x="10040" y="66200"/>
                  </a:lnTo>
                  <a:lnTo>
                    <a:pt x="8292" y="71265"/>
                  </a:lnTo>
                  <a:lnTo>
                    <a:pt x="6707" y="76383"/>
                  </a:lnTo>
                  <a:lnTo>
                    <a:pt x="5287" y="81550"/>
                  </a:lnTo>
                  <a:lnTo>
                    <a:pt x="4033" y="86759"/>
                  </a:lnTo>
                  <a:lnTo>
                    <a:pt x="2947" y="92006"/>
                  </a:lnTo>
                  <a:lnTo>
                    <a:pt x="2029" y="97285"/>
                  </a:lnTo>
                  <a:lnTo>
                    <a:pt x="1282" y="102591"/>
                  </a:lnTo>
                  <a:lnTo>
                    <a:pt x="704" y="107918"/>
                  </a:lnTo>
                  <a:lnTo>
                    <a:pt x="298" y="113261"/>
                  </a:lnTo>
                  <a:lnTo>
                    <a:pt x="63" y="118614"/>
                  </a:lnTo>
                  <a:lnTo>
                    <a:pt x="0" y="123972"/>
                  </a:lnTo>
                  <a:lnTo>
                    <a:pt x="108" y="129329"/>
                  </a:lnTo>
                  <a:lnTo>
                    <a:pt x="388" y="134680"/>
                  </a:lnTo>
                  <a:lnTo>
                    <a:pt x="840" y="140019"/>
                  </a:lnTo>
                  <a:lnTo>
                    <a:pt x="1462" y="145341"/>
                  </a:lnTo>
                  <a:lnTo>
                    <a:pt x="2254" y="150640"/>
                  </a:lnTo>
                  <a:lnTo>
                    <a:pt x="3216" y="155911"/>
                  </a:lnTo>
                  <a:lnTo>
                    <a:pt x="4347" y="161149"/>
                  </a:lnTo>
                  <a:lnTo>
                    <a:pt x="5645" y="166347"/>
                  </a:lnTo>
                  <a:lnTo>
                    <a:pt x="7108" y="171502"/>
                  </a:lnTo>
                  <a:lnTo>
                    <a:pt x="8736" y="176607"/>
                  </a:lnTo>
                  <a:lnTo>
                    <a:pt x="10527" y="181657"/>
                  </a:lnTo>
                  <a:lnTo>
                    <a:pt x="12479" y="186647"/>
                  </a:lnTo>
                  <a:lnTo>
                    <a:pt x="14590" y="191572"/>
                  </a:lnTo>
                  <a:lnTo>
                    <a:pt x="16857" y="196427"/>
                  </a:lnTo>
                  <a:lnTo>
                    <a:pt x="19279" y="201206"/>
                  </a:lnTo>
                  <a:lnTo>
                    <a:pt x="21853" y="205906"/>
                  </a:lnTo>
                  <a:lnTo>
                    <a:pt x="24576" y="210520"/>
                  </a:lnTo>
                  <a:lnTo>
                    <a:pt x="27446" y="215045"/>
                  </a:lnTo>
                  <a:lnTo>
                    <a:pt x="30459" y="219476"/>
                  </a:lnTo>
                  <a:lnTo>
                    <a:pt x="33612" y="223808"/>
                  </a:lnTo>
                  <a:lnTo>
                    <a:pt x="36903" y="228037"/>
                  </a:lnTo>
                  <a:lnTo>
                    <a:pt x="40328" y="232158"/>
                  </a:lnTo>
                  <a:lnTo>
                    <a:pt x="43883" y="236167"/>
                  </a:lnTo>
                  <a:lnTo>
                    <a:pt x="47565" y="240060"/>
                  </a:lnTo>
                  <a:lnTo>
                    <a:pt x="51369" y="243833"/>
                  </a:lnTo>
                  <a:lnTo>
                    <a:pt x="55293" y="247482"/>
                  </a:lnTo>
                  <a:lnTo>
                    <a:pt x="59331" y="251003"/>
                  </a:lnTo>
                  <a:lnTo>
                    <a:pt x="63480" y="254394"/>
                  </a:lnTo>
                  <a:lnTo>
                    <a:pt x="67736" y="257649"/>
                  </a:lnTo>
                  <a:lnTo>
                    <a:pt x="72094" y="260767"/>
                  </a:lnTo>
                  <a:lnTo>
                    <a:pt x="76549" y="263743"/>
                  </a:lnTo>
                  <a:lnTo>
                    <a:pt x="81098" y="266575"/>
                  </a:lnTo>
                  <a:lnTo>
                    <a:pt x="85735" y="269260"/>
                  </a:lnTo>
                  <a:lnTo>
                    <a:pt x="90456" y="271795"/>
                  </a:lnTo>
                  <a:lnTo>
                    <a:pt x="95255" y="274177"/>
                  </a:lnTo>
                  <a:lnTo>
                    <a:pt x="100129" y="276404"/>
                  </a:lnTo>
                  <a:lnTo>
                    <a:pt x="105071" y="278474"/>
                  </a:lnTo>
                  <a:lnTo>
                    <a:pt x="110077" y="280384"/>
                  </a:lnTo>
                  <a:lnTo>
                    <a:pt x="167165" y="1232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29127" y="941493"/>
              <a:ext cx="224235" cy="334334"/>
            </a:xfrm>
            <a:custGeom>
              <a:avLst/>
              <a:pathLst>
                <a:path w="224235" h="334334">
                  <a:moveTo>
                    <a:pt x="0" y="324284"/>
                  </a:moveTo>
                  <a:lnTo>
                    <a:pt x="5012" y="326016"/>
                  </a:lnTo>
                  <a:lnTo>
                    <a:pt x="10078" y="327588"/>
                  </a:lnTo>
                  <a:lnTo>
                    <a:pt x="15191" y="328999"/>
                  </a:lnTo>
                  <a:lnTo>
                    <a:pt x="20345" y="330247"/>
                  </a:lnTo>
                  <a:lnTo>
                    <a:pt x="25537" y="331330"/>
                  </a:lnTo>
                  <a:lnTo>
                    <a:pt x="30761" y="332248"/>
                  </a:lnTo>
                  <a:lnTo>
                    <a:pt x="36011" y="333000"/>
                  </a:lnTo>
                  <a:lnTo>
                    <a:pt x="41282" y="333586"/>
                  </a:lnTo>
                  <a:lnTo>
                    <a:pt x="46570" y="334003"/>
                  </a:lnTo>
                  <a:lnTo>
                    <a:pt x="51867" y="334253"/>
                  </a:lnTo>
                  <a:lnTo>
                    <a:pt x="57170" y="334334"/>
                  </a:lnTo>
                  <a:lnTo>
                    <a:pt x="62473" y="334248"/>
                  </a:lnTo>
                  <a:lnTo>
                    <a:pt x="67771" y="333993"/>
                  </a:lnTo>
                  <a:lnTo>
                    <a:pt x="73058" y="333570"/>
                  </a:lnTo>
                  <a:lnTo>
                    <a:pt x="78329" y="332979"/>
                  </a:lnTo>
                  <a:lnTo>
                    <a:pt x="83578" y="332222"/>
                  </a:lnTo>
                  <a:lnTo>
                    <a:pt x="88801" y="331299"/>
                  </a:lnTo>
                  <a:lnTo>
                    <a:pt x="93991" y="330210"/>
                  </a:lnTo>
                  <a:lnTo>
                    <a:pt x="99145" y="328957"/>
                  </a:lnTo>
                  <a:lnTo>
                    <a:pt x="104256" y="327542"/>
                  </a:lnTo>
                  <a:lnTo>
                    <a:pt x="109320" y="325965"/>
                  </a:lnTo>
                  <a:lnTo>
                    <a:pt x="114331" y="324228"/>
                  </a:lnTo>
                  <a:lnTo>
                    <a:pt x="119285" y="322333"/>
                  </a:lnTo>
                  <a:lnTo>
                    <a:pt x="124176" y="320282"/>
                  </a:lnTo>
                  <a:lnTo>
                    <a:pt x="129000" y="318076"/>
                  </a:lnTo>
                  <a:lnTo>
                    <a:pt x="133751" y="315719"/>
                  </a:lnTo>
                  <a:lnTo>
                    <a:pt x="138425" y="313212"/>
                  </a:lnTo>
                  <a:lnTo>
                    <a:pt x="143017" y="310559"/>
                  </a:lnTo>
                  <a:lnTo>
                    <a:pt x="147522" y="307761"/>
                  </a:lnTo>
                  <a:lnTo>
                    <a:pt x="151937" y="304821"/>
                  </a:lnTo>
                  <a:lnTo>
                    <a:pt x="156256" y="301743"/>
                  </a:lnTo>
                  <a:lnTo>
                    <a:pt x="160475" y="298529"/>
                  </a:lnTo>
                  <a:lnTo>
                    <a:pt x="164590" y="295183"/>
                  </a:lnTo>
                  <a:lnTo>
                    <a:pt x="168597" y="291709"/>
                  </a:lnTo>
                  <a:lnTo>
                    <a:pt x="172492" y="288108"/>
                  </a:lnTo>
                  <a:lnTo>
                    <a:pt x="176270" y="284387"/>
                  </a:lnTo>
                  <a:lnTo>
                    <a:pt x="179929" y="280547"/>
                  </a:lnTo>
                  <a:lnTo>
                    <a:pt x="183464" y="276593"/>
                  </a:lnTo>
                  <a:lnTo>
                    <a:pt x="186872" y="272529"/>
                  </a:lnTo>
                  <a:lnTo>
                    <a:pt x="190149" y="268359"/>
                  </a:lnTo>
                  <a:lnTo>
                    <a:pt x="193292" y="264087"/>
                  </a:lnTo>
                  <a:lnTo>
                    <a:pt x="196298" y="259717"/>
                  </a:lnTo>
                  <a:lnTo>
                    <a:pt x="199164" y="255254"/>
                  </a:lnTo>
                  <a:lnTo>
                    <a:pt x="201887" y="250703"/>
                  </a:lnTo>
                  <a:lnTo>
                    <a:pt x="204464" y="246067"/>
                  </a:lnTo>
                  <a:lnTo>
                    <a:pt x="206892" y="241352"/>
                  </a:lnTo>
                  <a:lnTo>
                    <a:pt x="209170" y="236563"/>
                  </a:lnTo>
                  <a:lnTo>
                    <a:pt x="211295" y="231703"/>
                  </a:lnTo>
                  <a:lnTo>
                    <a:pt x="213265" y="226779"/>
                  </a:lnTo>
                  <a:lnTo>
                    <a:pt x="215077" y="221795"/>
                  </a:lnTo>
                  <a:lnTo>
                    <a:pt x="216731" y="216755"/>
                  </a:lnTo>
                  <a:lnTo>
                    <a:pt x="218224" y="211666"/>
                  </a:lnTo>
                  <a:lnTo>
                    <a:pt x="219554" y="206532"/>
                  </a:lnTo>
                  <a:lnTo>
                    <a:pt x="220721" y="201358"/>
                  </a:lnTo>
                  <a:lnTo>
                    <a:pt x="221723" y="196150"/>
                  </a:lnTo>
                  <a:lnTo>
                    <a:pt x="222560" y="190913"/>
                  </a:lnTo>
                  <a:lnTo>
                    <a:pt x="223230" y="185651"/>
                  </a:lnTo>
                  <a:lnTo>
                    <a:pt x="223733" y="180372"/>
                  </a:lnTo>
                  <a:lnTo>
                    <a:pt x="224068" y="175078"/>
                  </a:lnTo>
                  <a:lnTo>
                    <a:pt x="224235" y="169777"/>
                  </a:lnTo>
                  <a:lnTo>
                    <a:pt x="224233" y="164474"/>
                  </a:lnTo>
                  <a:lnTo>
                    <a:pt x="224064" y="159173"/>
                  </a:lnTo>
                  <a:lnTo>
                    <a:pt x="223726" y="153880"/>
                  </a:lnTo>
                  <a:lnTo>
                    <a:pt x="223221" y="148600"/>
                  </a:lnTo>
                  <a:lnTo>
                    <a:pt x="222548" y="143339"/>
                  </a:lnTo>
                  <a:lnTo>
                    <a:pt x="221709" y="138102"/>
                  </a:lnTo>
                  <a:lnTo>
                    <a:pt x="220704" y="132895"/>
                  </a:lnTo>
                  <a:lnTo>
                    <a:pt x="219535" y="127722"/>
                  </a:lnTo>
                  <a:lnTo>
                    <a:pt x="218202" y="122588"/>
                  </a:lnTo>
                  <a:lnTo>
                    <a:pt x="216706" y="117500"/>
                  </a:lnTo>
                  <a:lnTo>
                    <a:pt x="215050" y="112461"/>
                  </a:lnTo>
                  <a:lnTo>
                    <a:pt x="213235" y="107478"/>
                  </a:lnTo>
                  <a:lnTo>
                    <a:pt x="211263" y="102554"/>
                  </a:lnTo>
                  <a:lnTo>
                    <a:pt x="209136" y="97696"/>
                  </a:lnTo>
                  <a:lnTo>
                    <a:pt x="206856" y="92907"/>
                  </a:lnTo>
                  <a:lnTo>
                    <a:pt x="204425" y="88194"/>
                  </a:lnTo>
                  <a:lnTo>
                    <a:pt x="201845" y="83559"/>
                  </a:lnTo>
                  <a:lnTo>
                    <a:pt x="199120" y="79009"/>
                  </a:lnTo>
                  <a:lnTo>
                    <a:pt x="196252" y="74548"/>
                  </a:lnTo>
                  <a:lnTo>
                    <a:pt x="193244" y="70180"/>
                  </a:lnTo>
                  <a:lnTo>
                    <a:pt x="190098" y="65909"/>
                  </a:lnTo>
                  <a:lnTo>
                    <a:pt x="186819" y="61741"/>
                  </a:lnTo>
                  <a:lnTo>
                    <a:pt x="183410" y="57678"/>
                  </a:lnTo>
                  <a:lnTo>
                    <a:pt x="179873" y="53726"/>
                  </a:lnTo>
                  <a:lnTo>
                    <a:pt x="176212" y="49888"/>
                  </a:lnTo>
                  <a:lnTo>
                    <a:pt x="172432" y="46168"/>
                  </a:lnTo>
                  <a:lnTo>
                    <a:pt x="168535" y="42570"/>
                  </a:lnTo>
                  <a:lnTo>
                    <a:pt x="164527" y="39097"/>
                  </a:lnTo>
                  <a:lnTo>
                    <a:pt x="160410" y="35754"/>
                  </a:lnTo>
                  <a:lnTo>
                    <a:pt x="156189" y="32542"/>
                  </a:lnTo>
                  <a:lnTo>
                    <a:pt x="151869" y="29466"/>
                  </a:lnTo>
                  <a:lnTo>
                    <a:pt x="147453" y="26529"/>
                  </a:lnTo>
                  <a:lnTo>
                    <a:pt x="142946" y="23733"/>
                  </a:lnTo>
                  <a:lnTo>
                    <a:pt x="138352" y="21081"/>
                  </a:lnTo>
                  <a:lnTo>
                    <a:pt x="133677" y="18577"/>
                  </a:lnTo>
                  <a:lnTo>
                    <a:pt x="128925" y="16222"/>
                  </a:lnTo>
                  <a:lnTo>
                    <a:pt x="124100" y="14019"/>
                  </a:lnTo>
                  <a:lnTo>
                    <a:pt x="119208" y="11970"/>
                  </a:lnTo>
                  <a:lnTo>
                    <a:pt x="114254" y="10078"/>
                  </a:lnTo>
                  <a:lnTo>
                    <a:pt x="109242" y="8343"/>
                  </a:lnTo>
                  <a:lnTo>
                    <a:pt x="104177" y="6769"/>
                  </a:lnTo>
                  <a:lnTo>
                    <a:pt x="99065" y="5356"/>
                  </a:lnTo>
                  <a:lnTo>
                    <a:pt x="93911" y="4106"/>
                  </a:lnTo>
                  <a:lnTo>
                    <a:pt x="88719" y="3019"/>
                  </a:lnTo>
                  <a:lnTo>
                    <a:pt x="83496" y="2099"/>
                  </a:lnTo>
                  <a:lnTo>
                    <a:pt x="78247" y="1344"/>
                  </a:lnTo>
                  <a:lnTo>
                    <a:pt x="72975" y="756"/>
                  </a:lnTo>
                  <a:lnTo>
                    <a:pt x="67688" y="336"/>
                  </a:lnTo>
                  <a:lnTo>
                    <a:pt x="62391" y="84"/>
                  </a:lnTo>
                  <a:lnTo>
                    <a:pt x="57088" y="0"/>
                  </a:lnTo>
                  <a:lnTo>
                    <a:pt x="570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797334" y="1071028"/>
              <a:ext cx="167167" cy="320203"/>
            </a:xfrm>
            <a:custGeom>
              <a:avLst/>
              <a:pathLst>
                <a:path w="167167" h="320203">
                  <a:moveTo>
                    <a:pt x="167167" y="0"/>
                  </a:moveTo>
                  <a:lnTo>
                    <a:pt x="161804" y="86"/>
                  </a:lnTo>
                  <a:lnTo>
                    <a:pt x="156446" y="344"/>
                  </a:lnTo>
                  <a:lnTo>
                    <a:pt x="151100" y="773"/>
                  </a:lnTo>
                  <a:lnTo>
                    <a:pt x="145770" y="1375"/>
                  </a:lnTo>
                  <a:lnTo>
                    <a:pt x="140462" y="2146"/>
                  </a:lnTo>
                  <a:lnTo>
                    <a:pt x="135181" y="3088"/>
                  </a:lnTo>
                  <a:lnTo>
                    <a:pt x="129933" y="4199"/>
                  </a:lnTo>
                  <a:lnTo>
                    <a:pt x="124724" y="5477"/>
                  </a:lnTo>
                  <a:lnTo>
                    <a:pt x="119559" y="6922"/>
                  </a:lnTo>
                  <a:lnTo>
                    <a:pt x="114442" y="8532"/>
                  </a:lnTo>
                  <a:lnTo>
                    <a:pt x="109380" y="10305"/>
                  </a:lnTo>
                  <a:lnTo>
                    <a:pt x="104377" y="12240"/>
                  </a:lnTo>
                  <a:lnTo>
                    <a:pt x="99439" y="14334"/>
                  </a:lnTo>
                  <a:lnTo>
                    <a:pt x="94571" y="16585"/>
                  </a:lnTo>
                  <a:lnTo>
                    <a:pt x="89777" y="18992"/>
                  </a:lnTo>
                  <a:lnTo>
                    <a:pt x="85063" y="21551"/>
                  </a:lnTo>
                  <a:lnTo>
                    <a:pt x="80434" y="24260"/>
                  </a:lnTo>
                  <a:lnTo>
                    <a:pt x="75894" y="27116"/>
                  </a:lnTo>
                  <a:lnTo>
                    <a:pt x="71448" y="30117"/>
                  </a:lnTo>
                  <a:lnTo>
                    <a:pt x="67100" y="33258"/>
                  </a:lnTo>
                  <a:lnTo>
                    <a:pt x="62855" y="36537"/>
                  </a:lnTo>
                  <a:lnTo>
                    <a:pt x="58718" y="39951"/>
                  </a:lnTo>
                  <a:lnTo>
                    <a:pt x="54693" y="43496"/>
                  </a:lnTo>
                  <a:lnTo>
                    <a:pt x="50783" y="47168"/>
                  </a:lnTo>
                  <a:lnTo>
                    <a:pt x="46993" y="50964"/>
                  </a:lnTo>
                  <a:lnTo>
                    <a:pt x="43327" y="54879"/>
                  </a:lnTo>
                  <a:lnTo>
                    <a:pt x="39788" y="58910"/>
                  </a:lnTo>
                  <a:lnTo>
                    <a:pt x="36380" y="63052"/>
                  </a:lnTo>
                  <a:lnTo>
                    <a:pt x="33108" y="67302"/>
                  </a:lnTo>
                  <a:lnTo>
                    <a:pt x="29973" y="71654"/>
                  </a:lnTo>
                  <a:lnTo>
                    <a:pt x="26979" y="76105"/>
                  </a:lnTo>
                  <a:lnTo>
                    <a:pt x="24130" y="80649"/>
                  </a:lnTo>
                  <a:lnTo>
                    <a:pt x="21428" y="85283"/>
                  </a:lnTo>
                  <a:lnTo>
                    <a:pt x="18876" y="90000"/>
                  </a:lnTo>
                  <a:lnTo>
                    <a:pt x="16476" y="94798"/>
                  </a:lnTo>
                  <a:lnTo>
                    <a:pt x="14232" y="99669"/>
                  </a:lnTo>
                  <a:lnTo>
                    <a:pt x="12145" y="104611"/>
                  </a:lnTo>
                  <a:lnTo>
                    <a:pt x="10218" y="109616"/>
                  </a:lnTo>
                  <a:lnTo>
                    <a:pt x="8453" y="114681"/>
                  </a:lnTo>
                  <a:lnTo>
                    <a:pt x="6850" y="119800"/>
                  </a:lnTo>
                  <a:lnTo>
                    <a:pt x="5413" y="124968"/>
                  </a:lnTo>
                  <a:lnTo>
                    <a:pt x="4143" y="130179"/>
                  </a:lnTo>
                  <a:lnTo>
                    <a:pt x="3040" y="135428"/>
                  </a:lnTo>
                  <a:lnTo>
                    <a:pt x="2106" y="140710"/>
                  </a:lnTo>
                  <a:lnTo>
                    <a:pt x="1342" y="146019"/>
                  </a:lnTo>
                  <a:lnTo>
                    <a:pt x="749" y="151350"/>
                  </a:lnTo>
                  <a:lnTo>
                    <a:pt x="327" y="156697"/>
                  </a:lnTo>
                  <a:lnTo>
                    <a:pt x="77" y="162055"/>
                  </a:lnTo>
                  <a:lnTo>
                    <a:pt x="0" y="167418"/>
                  </a:lnTo>
                  <a:lnTo>
                    <a:pt x="94" y="172781"/>
                  </a:lnTo>
                  <a:lnTo>
                    <a:pt x="360" y="178139"/>
                  </a:lnTo>
                  <a:lnTo>
                    <a:pt x="798" y="183484"/>
                  </a:lnTo>
                  <a:lnTo>
                    <a:pt x="1407" y="188814"/>
                  </a:lnTo>
                  <a:lnTo>
                    <a:pt x="2187" y="194120"/>
                  </a:lnTo>
                  <a:lnTo>
                    <a:pt x="3136" y="199399"/>
                  </a:lnTo>
                  <a:lnTo>
                    <a:pt x="4255" y="204645"/>
                  </a:lnTo>
                  <a:lnTo>
                    <a:pt x="5541" y="209853"/>
                  </a:lnTo>
                  <a:lnTo>
                    <a:pt x="6994" y="215016"/>
                  </a:lnTo>
                  <a:lnTo>
                    <a:pt x="8611" y="220130"/>
                  </a:lnTo>
                  <a:lnTo>
                    <a:pt x="10392" y="225190"/>
                  </a:lnTo>
                  <a:lnTo>
                    <a:pt x="12334" y="230189"/>
                  </a:lnTo>
                  <a:lnTo>
                    <a:pt x="14436" y="235124"/>
                  </a:lnTo>
                  <a:lnTo>
                    <a:pt x="16695" y="239989"/>
                  </a:lnTo>
                  <a:lnTo>
                    <a:pt x="19108" y="244779"/>
                  </a:lnTo>
                  <a:lnTo>
                    <a:pt x="21675" y="249489"/>
                  </a:lnTo>
                  <a:lnTo>
                    <a:pt x="24391" y="254115"/>
                  </a:lnTo>
                  <a:lnTo>
                    <a:pt x="27254" y="258651"/>
                  </a:lnTo>
                  <a:lnTo>
                    <a:pt x="30261" y="263092"/>
                  </a:lnTo>
                  <a:lnTo>
                    <a:pt x="33409" y="267435"/>
                  </a:lnTo>
                  <a:lnTo>
                    <a:pt x="36694" y="271675"/>
                  </a:lnTo>
                  <a:lnTo>
                    <a:pt x="40114" y="275807"/>
                  </a:lnTo>
                  <a:lnTo>
                    <a:pt x="43665" y="279827"/>
                  </a:lnTo>
                  <a:lnTo>
                    <a:pt x="47343" y="283731"/>
                  </a:lnTo>
                  <a:lnTo>
                    <a:pt x="51144" y="287515"/>
                  </a:lnTo>
                  <a:lnTo>
                    <a:pt x="55065" y="291176"/>
                  </a:lnTo>
                  <a:lnTo>
                    <a:pt x="59101" y="294708"/>
                  </a:lnTo>
                  <a:lnTo>
                    <a:pt x="63249" y="298110"/>
                  </a:lnTo>
                  <a:lnTo>
                    <a:pt x="67503" y="301376"/>
                  </a:lnTo>
                  <a:lnTo>
                    <a:pt x="71860" y="304505"/>
                  </a:lnTo>
                  <a:lnTo>
                    <a:pt x="76315" y="307491"/>
                  </a:lnTo>
                  <a:lnTo>
                    <a:pt x="80864" y="310334"/>
                  </a:lnTo>
                  <a:lnTo>
                    <a:pt x="85502" y="313029"/>
                  </a:lnTo>
                  <a:lnTo>
                    <a:pt x="90223" y="315574"/>
                  </a:lnTo>
                  <a:lnTo>
                    <a:pt x="95024" y="317966"/>
                  </a:lnTo>
                  <a:lnTo>
                    <a:pt x="99899" y="32020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897233" y="1238196"/>
              <a:ext cx="67267" cy="153036"/>
            </a:xfrm>
            <a:custGeom>
              <a:avLst/>
              <a:pathLst>
                <a:path w="67267" h="153036">
                  <a:moveTo>
                    <a:pt x="0" y="153036"/>
                  </a:moveTo>
                  <a:lnTo>
                    <a:pt x="6726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897233" y="1086133"/>
              <a:ext cx="234431" cy="319230"/>
            </a:xfrm>
            <a:custGeom>
              <a:avLst/>
              <a:pathLst>
                <a:path w="234431" h="319230">
                  <a:moveTo>
                    <a:pt x="0" y="305098"/>
                  </a:moveTo>
                  <a:lnTo>
                    <a:pt x="4917" y="307167"/>
                  </a:lnTo>
                  <a:lnTo>
                    <a:pt x="9897" y="309077"/>
                  </a:lnTo>
                  <a:lnTo>
                    <a:pt x="14936" y="310828"/>
                  </a:lnTo>
                  <a:lnTo>
                    <a:pt x="20028" y="312416"/>
                  </a:lnTo>
                  <a:lnTo>
                    <a:pt x="25169" y="313842"/>
                  </a:lnTo>
                  <a:lnTo>
                    <a:pt x="30352" y="315103"/>
                  </a:lnTo>
                  <a:lnTo>
                    <a:pt x="35573" y="316198"/>
                  </a:lnTo>
                  <a:lnTo>
                    <a:pt x="40826" y="317125"/>
                  </a:lnTo>
                  <a:lnTo>
                    <a:pt x="46106" y="317885"/>
                  </a:lnTo>
                  <a:lnTo>
                    <a:pt x="51408" y="318476"/>
                  </a:lnTo>
                  <a:lnTo>
                    <a:pt x="56725" y="318897"/>
                  </a:lnTo>
                  <a:lnTo>
                    <a:pt x="62054" y="319148"/>
                  </a:lnTo>
                  <a:lnTo>
                    <a:pt x="67387" y="319230"/>
                  </a:lnTo>
                  <a:lnTo>
                    <a:pt x="72721" y="319141"/>
                  </a:lnTo>
                  <a:lnTo>
                    <a:pt x="78049" y="318882"/>
                  </a:lnTo>
                  <a:lnTo>
                    <a:pt x="83366" y="318453"/>
                  </a:lnTo>
                  <a:lnTo>
                    <a:pt x="88667" y="317854"/>
                  </a:lnTo>
                  <a:lnTo>
                    <a:pt x="93946" y="317087"/>
                  </a:lnTo>
                  <a:lnTo>
                    <a:pt x="99198" y="316152"/>
                  </a:lnTo>
                  <a:lnTo>
                    <a:pt x="104417" y="315050"/>
                  </a:lnTo>
                  <a:lnTo>
                    <a:pt x="109598" y="313781"/>
                  </a:lnTo>
                  <a:lnTo>
                    <a:pt x="114737" y="312348"/>
                  </a:lnTo>
                  <a:lnTo>
                    <a:pt x="119827" y="310752"/>
                  </a:lnTo>
                  <a:lnTo>
                    <a:pt x="124863" y="308994"/>
                  </a:lnTo>
                  <a:lnTo>
                    <a:pt x="129841" y="307077"/>
                  </a:lnTo>
                  <a:lnTo>
                    <a:pt x="134755" y="305001"/>
                  </a:lnTo>
                  <a:lnTo>
                    <a:pt x="139600" y="302770"/>
                  </a:lnTo>
                  <a:lnTo>
                    <a:pt x="144372" y="300386"/>
                  </a:lnTo>
                  <a:lnTo>
                    <a:pt x="149065" y="297850"/>
                  </a:lnTo>
                  <a:lnTo>
                    <a:pt x="153675" y="295166"/>
                  </a:lnTo>
                  <a:lnTo>
                    <a:pt x="158197" y="292336"/>
                  </a:lnTo>
                  <a:lnTo>
                    <a:pt x="162626" y="289363"/>
                  </a:lnTo>
                  <a:lnTo>
                    <a:pt x="166959" y="286251"/>
                  </a:lnTo>
                  <a:lnTo>
                    <a:pt x="171189" y="283002"/>
                  </a:lnTo>
                  <a:lnTo>
                    <a:pt x="175314" y="279619"/>
                  </a:lnTo>
                  <a:lnTo>
                    <a:pt x="179329" y="276107"/>
                  </a:lnTo>
                  <a:lnTo>
                    <a:pt x="183230" y="272468"/>
                  </a:lnTo>
                  <a:lnTo>
                    <a:pt x="187013" y="268707"/>
                  </a:lnTo>
                  <a:lnTo>
                    <a:pt x="190673" y="264827"/>
                  </a:lnTo>
                  <a:lnTo>
                    <a:pt x="194208" y="260832"/>
                  </a:lnTo>
                  <a:lnTo>
                    <a:pt x="197614" y="256726"/>
                  </a:lnTo>
                  <a:lnTo>
                    <a:pt x="200887" y="252514"/>
                  </a:lnTo>
                  <a:lnTo>
                    <a:pt x="204024" y="248200"/>
                  </a:lnTo>
                  <a:lnTo>
                    <a:pt x="207022" y="243787"/>
                  </a:lnTo>
                  <a:lnTo>
                    <a:pt x="209878" y="239282"/>
                  </a:lnTo>
                  <a:lnTo>
                    <a:pt x="212588" y="234687"/>
                  </a:lnTo>
                  <a:lnTo>
                    <a:pt x="215150" y="230008"/>
                  </a:lnTo>
                  <a:lnTo>
                    <a:pt x="217562" y="225250"/>
                  </a:lnTo>
                  <a:lnTo>
                    <a:pt x="219820" y="220418"/>
                  </a:lnTo>
                  <a:lnTo>
                    <a:pt x="221924" y="215515"/>
                  </a:lnTo>
                  <a:lnTo>
                    <a:pt x="223869" y="210549"/>
                  </a:lnTo>
                  <a:lnTo>
                    <a:pt x="225656" y="205522"/>
                  </a:lnTo>
                  <a:lnTo>
                    <a:pt x="227281" y="200441"/>
                  </a:lnTo>
                  <a:lnTo>
                    <a:pt x="228743" y="195311"/>
                  </a:lnTo>
                  <a:lnTo>
                    <a:pt x="230041" y="190137"/>
                  </a:lnTo>
                  <a:lnTo>
                    <a:pt x="231173" y="184924"/>
                  </a:lnTo>
                  <a:lnTo>
                    <a:pt x="232138" y="179678"/>
                  </a:lnTo>
                  <a:lnTo>
                    <a:pt x="232935" y="174403"/>
                  </a:lnTo>
                  <a:lnTo>
                    <a:pt x="233563" y="169106"/>
                  </a:lnTo>
                  <a:lnTo>
                    <a:pt x="234023" y="163792"/>
                  </a:lnTo>
                  <a:lnTo>
                    <a:pt x="234312" y="158465"/>
                  </a:lnTo>
                  <a:lnTo>
                    <a:pt x="234431" y="153132"/>
                  </a:lnTo>
                  <a:lnTo>
                    <a:pt x="234380" y="147798"/>
                  </a:lnTo>
                  <a:lnTo>
                    <a:pt x="234159" y="142468"/>
                  </a:lnTo>
                  <a:lnTo>
                    <a:pt x="233768" y="137148"/>
                  </a:lnTo>
                  <a:lnTo>
                    <a:pt x="233207" y="131843"/>
                  </a:lnTo>
                  <a:lnTo>
                    <a:pt x="232478" y="126559"/>
                  </a:lnTo>
                  <a:lnTo>
                    <a:pt x="231580" y="121301"/>
                  </a:lnTo>
                  <a:lnTo>
                    <a:pt x="230515" y="116074"/>
                  </a:lnTo>
                  <a:lnTo>
                    <a:pt x="229283" y="110883"/>
                  </a:lnTo>
                  <a:lnTo>
                    <a:pt x="227887" y="105735"/>
                  </a:lnTo>
                  <a:lnTo>
                    <a:pt x="226327" y="100634"/>
                  </a:lnTo>
                  <a:lnTo>
                    <a:pt x="224605" y="95585"/>
                  </a:lnTo>
                  <a:lnTo>
                    <a:pt x="222723" y="90594"/>
                  </a:lnTo>
                  <a:lnTo>
                    <a:pt x="220683" y="85665"/>
                  </a:lnTo>
                  <a:lnTo>
                    <a:pt x="218486" y="80804"/>
                  </a:lnTo>
                  <a:lnTo>
                    <a:pt x="216135" y="76015"/>
                  </a:lnTo>
                  <a:lnTo>
                    <a:pt x="213633" y="71304"/>
                  </a:lnTo>
                  <a:lnTo>
                    <a:pt x="210982" y="66675"/>
                  </a:lnTo>
                  <a:lnTo>
                    <a:pt x="208184" y="62133"/>
                  </a:lnTo>
                  <a:lnTo>
                    <a:pt x="205243" y="57683"/>
                  </a:lnTo>
                  <a:lnTo>
                    <a:pt x="202162" y="53329"/>
                  </a:lnTo>
                  <a:lnTo>
                    <a:pt x="198943" y="49075"/>
                  </a:lnTo>
                  <a:lnTo>
                    <a:pt x="195590" y="44926"/>
                  </a:lnTo>
                  <a:lnTo>
                    <a:pt x="192106" y="40886"/>
                  </a:lnTo>
                  <a:lnTo>
                    <a:pt x="188495" y="36960"/>
                  </a:lnTo>
                  <a:lnTo>
                    <a:pt x="184761" y="33150"/>
                  </a:lnTo>
                  <a:lnTo>
                    <a:pt x="180907" y="29462"/>
                  </a:lnTo>
                  <a:lnTo>
                    <a:pt x="176938" y="25899"/>
                  </a:lnTo>
                  <a:lnTo>
                    <a:pt x="172857" y="22464"/>
                  </a:lnTo>
                  <a:lnTo>
                    <a:pt x="168668" y="19161"/>
                  </a:lnTo>
                  <a:lnTo>
                    <a:pt x="164376" y="15993"/>
                  </a:lnTo>
                  <a:lnTo>
                    <a:pt x="159985" y="12964"/>
                  </a:lnTo>
                  <a:lnTo>
                    <a:pt x="155499" y="10076"/>
                  </a:lnTo>
                  <a:lnTo>
                    <a:pt x="150924" y="7333"/>
                  </a:lnTo>
                  <a:lnTo>
                    <a:pt x="146264" y="4738"/>
                  </a:lnTo>
                  <a:lnTo>
                    <a:pt x="141523" y="2292"/>
                  </a:lnTo>
                  <a:lnTo>
                    <a:pt x="136707" y="0"/>
                  </a:lnTo>
                  <a:lnTo>
                    <a:pt x="67267" y="1520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64501" y="1071028"/>
              <a:ext cx="69439" cy="167167"/>
            </a:xfrm>
            <a:custGeom>
              <a:avLst/>
              <a:pathLst>
                <a:path w="69439" h="167167">
                  <a:moveTo>
                    <a:pt x="69439" y="15104"/>
                  </a:moveTo>
                  <a:lnTo>
                    <a:pt x="63968" y="12723"/>
                  </a:lnTo>
                  <a:lnTo>
                    <a:pt x="58415" y="10538"/>
                  </a:lnTo>
                  <a:lnTo>
                    <a:pt x="52788" y="8553"/>
                  </a:lnTo>
                  <a:lnTo>
                    <a:pt x="47093" y="6770"/>
                  </a:lnTo>
                  <a:lnTo>
                    <a:pt x="41338" y="5191"/>
                  </a:lnTo>
                  <a:lnTo>
                    <a:pt x="35531" y="3819"/>
                  </a:lnTo>
                  <a:lnTo>
                    <a:pt x="29679" y="2655"/>
                  </a:lnTo>
                  <a:lnTo>
                    <a:pt x="23788" y="1701"/>
                  </a:lnTo>
                  <a:lnTo>
                    <a:pt x="17868" y="957"/>
                  </a:lnTo>
                  <a:lnTo>
                    <a:pt x="11924" y="425"/>
                  </a:lnTo>
                  <a:lnTo>
                    <a:pt x="5966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81408" y="1322571"/>
              <a:ext cx="107312" cy="167167"/>
            </a:xfrm>
            <a:custGeom>
              <a:avLst/>
              <a:pathLst>
                <a:path w="107312" h="167167">
                  <a:moveTo>
                    <a:pt x="107312" y="0"/>
                  </a:moveTo>
                  <a:lnTo>
                    <a:pt x="101764" y="92"/>
                  </a:lnTo>
                  <a:lnTo>
                    <a:pt x="96223" y="368"/>
                  </a:lnTo>
                  <a:lnTo>
                    <a:pt x="90693" y="828"/>
                  </a:lnTo>
                  <a:lnTo>
                    <a:pt x="85182" y="1471"/>
                  </a:lnTo>
                  <a:lnTo>
                    <a:pt x="79696" y="2296"/>
                  </a:lnTo>
                  <a:lnTo>
                    <a:pt x="74240" y="3304"/>
                  </a:lnTo>
                  <a:lnTo>
                    <a:pt x="68820" y="4491"/>
                  </a:lnTo>
                  <a:lnTo>
                    <a:pt x="63443" y="5858"/>
                  </a:lnTo>
                  <a:lnTo>
                    <a:pt x="58114" y="7403"/>
                  </a:lnTo>
                  <a:lnTo>
                    <a:pt x="52839" y="9124"/>
                  </a:lnTo>
                  <a:lnTo>
                    <a:pt x="47624" y="11019"/>
                  </a:lnTo>
                  <a:lnTo>
                    <a:pt x="42475" y="13085"/>
                  </a:lnTo>
                  <a:lnTo>
                    <a:pt x="37397" y="15322"/>
                  </a:lnTo>
                  <a:lnTo>
                    <a:pt x="32397" y="17726"/>
                  </a:lnTo>
                  <a:lnTo>
                    <a:pt x="27479" y="20294"/>
                  </a:lnTo>
                  <a:lnTo>
                    <a:pt x="22648" y="23024"/>
                  </a:lnTo>
                  <a:lnTo>
                    <a:pt x="17912" y="25913"/>
                  </a:lnTo>
                  <a:lnTo>
                    <a:pt x="13273" y="28958"/>
                  </a:lnTo>
                  <a:lnTo>
                    <a:pt x="8738" y="32155"/>
                  </a:lnTo>
                  <a:lnTo>
                    <a:pt x="4312" y="35500"/>
                  </a:lnTo>
                  <a:lnTo>
                    <a:pt x="0" y="38991"/>
                  </a:lnTo>
                  <a:lnTo>
                    <a:pt x="10731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381408" y="1361563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321573" y="1361563"/>
              <a:ext cx="334305" cy="295342"/>
            </a:xfrm>
            <a:custGeom>
              <a:avLst/>
              <a:pathLst>
                <a:path w="334305" h="295342">
                  <a:moveTo>
                    <a:pt x="59835" y="0"/>
                  </a:moveTo>
                  <a:lnTo>
                    <a:pt x="55815" y="3475"/>
                  </a:lnTo>
                  <a:lnTo>
                    <a:pt x="51909" y="7076"/>
                  </a:lnTo>
                  <a:lnTo>
                    <a:pt x="48118" y="10799"/>
                  </a:lnTo>
                  <a:lnTo>
                    <a:pt x="44448" y="14641"/>
                  </a:lnTo>
                  <a:lnTo>
                    <a:pt x="40902" y="18598"/>
                  </a:lnTo>
                  <a:lnTo>
                    <a:pt x="37483" y="22666"/>
                  </a:lnTo>
                  <a:lnTo>
                    <a:pt x="34196" y="26840"/>
                  </a:lnTo>
                  <a:lnTo>
                    <a:pt x="31042" y="31116"/>
                  </a:lnTo>
                  <a:lnTo>
                    <a:pt x="28026" y="35490"/>
                  </a:lnTo>
                  <a:lnTo>
                    <a:pt x="25151" y="39959"/>
                  </a:lnTo>
                  <a:lnTo>
                    <a:pt x="22419" y="44516"/>
                  </a:lnTo>
                  <a:lnTo>
                    <a:pt x="19834" y="49157"/>
                  </a:lnTo>
                  <a:lnTo>
                    <a:pt x="17397" y="53879"/>
                  </a:lnTo>
                  <a:lnTo>
                    <a:pt x="15111" y="58676"/>
                  </a:lnTo>
                  <a:lnTo>
                    <a:pt x="12979" y="63542"/>
                  </a:lnTo>
                  <a:lnTo>
                    <a:pt x="11003" y="68475"/>
                  </a:lnTo>
                  <a:lnTo>
                    <a:pt x="9185" y="73467"/>
                  </a:lnTo>
                  <a:lnTo>
                    <a:pt x="7526" y="78515"/>
                  </a:lnTo>
                  <a:lnTo>
                    <a:pt x="6028" y="83613"/>
                  </a:lnTo>
                  <a:lnTo>
                    <a:pt x="4694" y="88756"/>
                  </a:lnTo>
                  <a:lnTo>
                    <a:pt x="3523" y="93938"/>
                  </a:lnTo>
                  <a:lnTo>
                    <a:pt x="2517" y="99156"/>
                  </a:lnTo>
                  <a:lnTo>
                    <a:pt x="1678" y="104402"/>
                  </a:lnTo>
                  <a:lnTo>
                    <a:pt x="1006" y="109673"/>
                  </a:lnTo>
                  <a:lnTo>
                    <a:pt x="502" y="114962"/>
                  </a:lnTo>
                  <a:lnTo>
                    <a:pt x="167" y="120265"/>
                  </a:lnTo>
                  <a:lnTo>
                    <a:pt x="0" y="125575"/>
                  </a:lnTo>
                  <a:lnTo>
                    <a:pt x="1" y="130889"/>
                  </a:lnTo>
                  <a:lnTo>
                    <a:pt x="172" y="136199"/>
                  </a:lnTo>
                  <a:lnTo>
                    <a:pt x="511" y="141502"/>
                  </a:lnTo>
                  <a:lnTo>
                    <a:pt x="1019" y="146791"/>
                  </a:lnTo>
                  <a:lnTo>
                    <a:pt x="1695" y="152061"/>
                  </a:lnTo>
                  <a:lnTo>
                    <a:pt x="2537" y="157307"/>
                  </a:lnTo>
                  <a:lnTo>
                    <a:pt x="3546" y="162524"/>
                  </a:lnTo>
                  <a:lnTo>
                    <a:pt x="4720" y="167706"/>
                  </a:lnTo>
                  <a:lnTo>
                    <a:pt x="6059" y="172848"/>
                  </a:lnTo>
                  <a:lnTo>
                    <a:pt x="7560" y="177944"/>
                  </a:lnTo>
                  <a:lnTo>
                    <a:pt x="9222" y="182991"/>
                  </a:lnTo>
                  <a:lnTo>
                    <a:pt x="11044" y="187982"/>
                  </a:lnTo>
                  <a:lnTo>
                    <a:pt x="13023" y="192913"/>
                  </a:lnTo>
                  <a:lnTo>
                    <a:pt x="15159" y="197778"/>
                  </a:lnTo>
                  <a:lnTo>
                    <a:pt x="17447" y="202573"/>
                  </a:lnTo>
                  <a:lnTo>
                    <a:pt x="19887" y="207293"/>
                  </a:lnTo>
                  <a:lnTo>
                    <a:pt x="22476" y="211933"/>
                  </a:lnTo>
                  <a:lnTo>
                    <a:pt x="25211" y="216489"/>
                  </a:lnTo>
                  <a:lnTo>
                    <a:pt x="28089" y="220955"/>
                  </a:lnTo>
                  <a:lnTo>
                    <a:pt x="31108" y="225327"/>
                  </a:lnTo>
                  <a:lnTo>
                    <a:pt x="34264" y="229601"/>
                  </a:lnTo>
                  <a:lnTo>
                    <a:pt x="37555" y="233773"/>
                  </a:lnTo>
                  <a:lnTo>
                    <a:pt x="40976" y="237838"/>
                  </a:lnTo>
                  <a:lnTo>
                    <a:pt x="44525" y="241793"/>
                  </a:lnTo>
                  <a:lnTo>
                    <a:pt x="48198" y="245632"/>
                  </a:lnTo>
                  <a:lnTo>
                    <a:pt x="51991" y="249353"/>
                  </a:lnTo>
                  <a:lnTo>
                    <a:pt x="55900" y="252952"/>
                  </a:lnTo>
                  <a:lnTo>
                    <a:pt x="59922" y="256424"/>
                  </a:lnTo>
                  <a:lnTo>
                    <a:pt x="64052" y="259767"/>
                  </a:lnTo>
                  <a:lnTo>
                    <a:pt x="68286" y="262977"/>
                  </a:lnTo>
                  <a:lnTo>
                    <a:pt x="72620" y="266051"/>
                  </a:lnTo>
                  <a:lnTo>
                    <a:pt x="77049" y="268985"/>
                  </a:lnTo>
                  <a:lnTo>
                    <a:pt x="81570" y="271777"/>
                  </a:lnTo>
                  <a:lnTo>
                    <a:pt x="86177" y="274424"/>
                  </a:lnTo>
                  <a:lnTo>
                    <a:pt x="90865" y="276924"/>
                  </a:lnTo>
                  <a:lnTo>
                    <a:pt x="95631" y="279273"/>
                  </a:lnTo>
                  <a:lnTo>
                    <a:pt x="100469" y="281469"/>
                  </a:lnTo>
                  <a:lnTo>
                    <a:pt x="105374" y="283511"/>
                  </a:lnTo>
                  <a:lnTo>
                    <a:pt x="110342" y="285396"/>
                  </a:lnTo>
                  <a:lnTo>
                    <a:pt x="115368" y="287121"/>
                  </a:lnTo>
                  <a:lnTo>
                    <a:pt x="120445" y="288687"/>
                  </a:lnTo>
                  <a:lnTo>
                    <a:pt x="125570" y="290090"/>
                  </a:lnTo>
                  <a:lnTo>
                    <a:pt x="130736" y="291329"/>
                  </a:lnTo>
                  <a:lnTo>
                    <a:pt x="135940" y="292404"/>
                  </a:lnTo>
                  <a:lnTo>
                    <a:pt x="141175" y="293313"/>
                  </a:lnTo>
                  <a:lnTo>
                    <a:pt x="146436" y="294055"/>
                  </a:lnTo>
                  <a:lnTo>
                    <a:pt x="151718" y="294629"/>
                  </a:lnTo>
                  <a:lnTo>
                    <a:pt x="157016" y="295036"/>
                  </a:lnTo>
                  <a:lnTo>
                    <a:pt x="162324" y="295273"/>
                  </a:lnTo>
                  <a:lnTo>
                    <a:pt x="167637" y="295342"/>
                  </a:lnTo>
                  <a:lnTo>
                    <a:pt x="172949" y="295242"/>
                  </a:lnTo>
                  <a:lnTo>
                    <a:pt x="178256" y="294973"/>
                  </a:lnTo>
                  <a:lnTo>
                    <a:pt x="183551" y="294536"/>
                  </a:lnTo>
                  <a:lnTo>
                    <a:pt x="188830" y="293931"/>
                  </a:lnTo>
                  <a:lnTo>
                    <a:pt x="194086" y="293158"/>
                  </a:lnTo>
                  <a:lnTo>
                    <a:pt x="199316" y="292218"/>
                  </a:lnTo>
                  <a:lnTo>
                    <a:pt x="204513" y="291113"/>
                  </a:lnTo>
                  <a:lnTo>
                    <a:pt x="209672" y="289843"/>
                  </a:lnTo>
                  <a:lnTo>
                    <a:pt x="214789" y="288410"/>
                  </a:lnTo>
                  <a:lnTo>
                    <a:pt x="219857" y="286815"/>
                  </a:lnTo>
                  <a:lnTo>
                    <a:pt x="224872" y="285060"/>
                  </a:lnTo>
                  <a:lnTo>
                    <a:pt x="229829" y="283146"/>
                  </a:lnTo>
                  <a:lnTo>
                    <a:pt x="234722" y="281076"/>
                  </a:lnTo>
                  <a:lnTo>
                    <a:pt x="239547" y="278851"/>
                  </a:lnTo>
                  <a:lnTo>
                    <a:pt x="244299" y="276474"/>
                  </a:lnTo>
                  <a:lnTo>
                    <a:pt x="248973" y="273947"/>
                  </a:lnTo>
                  <a:lnTo>
                    <a:pt x="253564" y="271273"/>
                  </a:lnTo>
                  <a:lnTo>
                    <a:pt x="258068" y="268454"/>
                  </a:lnTo>
                  <a:lnTo>
                    <a:pt x="262481" y="265494"/>
                  </a:lnTo>
                  <a:lnTo>
                    <a:pt x="266796" y="262395"/>
                  </a:lnTo>
                  <a:lnTo>
                    <a:pt x="271012" y="259160"/>
                  </a:lnTo>
                  <a:lnTo>
                    <a:pt x="275122" y="255793"/>
                  </a:lnTo>
                  <a:lnTo>
                    <a:pt x="279123" y="252297"/>
                  </a:lnTo>
                  <a:lnTo>
                    <a:pt x="283011" y="248676"/>
                  </a:lnTo>
                  <a:lnTo>
                    <a:pt x="286782" y="244933"/>
                  </a:lnTo>
                  <a:lnTo>
                    <a:pt x="290432" y="241072"/>
                  </a:lnTo>
                  <a:lnTo>
                    <a:pt x="293958" y="237097"/>
                  </a:lnTo>
                  <a:lnTo>
                    <a:pt x="297355" y="233012"/>
                  </a:lnTo>
                  <a:lnTo>
                    <a:pt x="300621" y="228821"/>
                  </a:lnTo>
                  <a:lnTo>
                    <a:pt x="303753" y="224528"/>
                  </a:lnTo>
                  <a:lnTo>
                    <a:pt x="306746" y="220138"/>
                  </a:lnTo>
                  <a:lnTo>
                    <a:pt x="309598" y="215655"/>
                  </a:lnTo>
                  <a:lnTo>
                    <a:pt x="312306" y="211084"/>
                  </a:lnTo>
                  <a:lnTo>
                    <a:pt x="314867" y="206428"/>
                  </a:lnTo>
                  <a:lnTo>
                    <a:pt x="317280" y="201694"/>
                  </a:lnTo>
                  <a:lnTo>
                    <a:pt x="319540" y="196886"/>
                  </a:lnTo>
                  <a:lnTo>
                    <a:pt x="321647" y="192008"/>
                  </a:lnTo>
                  <a:lnTo>
                    <a:pt x="323598" y="187066"/>
                  </a:lnTo>
                  <a:lnTo>
                    <a:pt x="325390" y="182064"/>
                  </a:lnTo>
                  <a:lnTo>
                    <a:pt x="327023" y="177008"/>
                  </a:lnTo>
                  <a:lnTo>
                    <a:pt x="328494" y="171902"/>
                  </a:lnTo>
                  <a:lnTo>
                    <a:pt x="329802" y="166752"/>
                  </a:lnTo>
                  <a:lnTo>
                    <a:pt x="330946" y="161564"/>
                  </a:lnTo>
                  <a:lnTo>
                    <a:pt x="331924" y="156341"/>
                  </a:lnTo>
                  <a:lnTo>
                    <a:pt x="332736" y="151090"/>
                  </a:lnTo>
                  <a:lnTo>
                    <a:pt x="333381" y="145816"/>
                  </a:lnTo>
                  <a:lnTo>
                    <a:pt x="333857" y="140524"/>
                  </a:lnTo>
                  <a:lnTo>
                    <a:pt x="334166" y="135220"/>
                  </a:lnTo>
                  <a:lnTo>
                    <a:pt x="334305" y="129909"/>
                  </a:lnTo>
                  <a:lnTo>
                    <a:pt x="334276" y="124595"/>
                  </a:lnTo>
                  <a:lnTo>
                    <a:pt x="334078" y="119286"/>
                  </a:lnTo>
                  <a:lnTo>
                    <a:pt x="333711" y="113985"/>
                  </a:lnTo>
                  <a:lnTo>
                    <a:pt x="333176" y="108699"/>
                  </a:lnTo>
                  <a:lnTo>
                    <a:pt x="332473" y="103432"/>
                  </a:lnTo>
                  <a:lnTo>
                    <a:pt x="331603" y="98191"/>
                  </a:lnTo>
                  <a:lnTo>
                    <a:pt x="330567" y="92979"/>
                  </a:lnTo>
                  <a:lnTo>
                    <a:pt x="329366" y="87804"/>
                  </a:lnTo>
                  <a:lnTo>
                    <a:pt x="328001" y="82669"/>
                  </a:lnTo>
                  <a:lnTo>
                    <a:pt x="326474" y="77580"/>
                  </a:lnTo>
                  <a:lnTo>
                    <a:pt x="324785" y="72542"/>
                  </a:lnTo>
                  <a:lnTo>
                    <a:pt x="322937" y="67560"/>
                  </a:lnTo>
                  <a:lnTo>
                    <a:pt x="320932" y="62640"/>
                  </a:lnTo>
                  <a:lnTo>
                    <a:pt x="318772" y="57785"/>
                  </a:lnTo>
                  <a:lnTo>
                    <a:pt x="316458" y="53002"/>
                  </a:lnTo>
                  <a:lnTo>
                    <a:pt x="313994" y="48295"/>
                  </a:lnTo>
                  <a:lnTo>
                    <a:pt x="311381" y="43669"/>
                  </a:lnTo>
                  <a:lnTo>
                    <a:pt x="308623" y="39127"/>
                  </a:lnTo>
                  <a:lnTo>
                    <a:pt x="167147" y="128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488720" y="1322571"/>
              <a:ext cx="141475" cy="167167"/>
            </a:xfrm>
            <a:custGeom>
              <a:avLst/>
              <a:pathLst>
                <a:path w="141475" h="167167">
                  <a:moveTo>
                    <a:pt x="141475" y="78119"/>
                  </a:moveTo>
                  <a:lnTo>
                    <a:pt x="138502" y="73562"/>
                  </a:lnTo>
                  <a:lnTo>
                    <a:pt x="135383" y="69104"/>
                  </a:lnTo>
                  <a:lnTo>
                    <a:pt x="132120" y="64750"/>
                  </a:lnTo>
                  <a:lnTo>
                    <a:pt x="128717" y="60505"/>
                  </a:lnTo>
                  <a:lnTo>
                    <a:pt x="125178" y="56373"/>
                  </a:lnTo>
                  <a:lnTo>
                    <a:pt x="121506" y="52358"/>
                  </a:lnTo>
                  <a:lnTo>
                    <a:pt x="117705" y="48464"/>
                  </a:lnTo>
                  <a:lnTo>
                    <a:pt x="113780" y="44696"/>
                  </a:lnTo>
                  <a:lnTo>
                    <a:pt x="109734" y="41059"/>
                  </a:lnTo>
                  <a:lnTo>
                    <a:pt x="105572" y="37554"/>
                  </a:lnTo>
                  <a:lnTo>
                    <a:pt x="101298" y="34187"/>
                  </a:lnTo>
                  <a:lnTo>
                    <a:pt x="96916" y="30961"/>
                  </a:lnTo>
                  <a:lnTo>
                    <a:pt x="92433" y="27879"/>
                  </a:lnTo>
                  <a:lnTo>
                    <a:pt x="87851" y="24945"/>
                  </a:lnTo>
                  <a:lnTo>
                    <a:pt x="83176" y="22161"/>
                  </a:lnTo>
                  <a:lnTo>
                    <a:pt x="78413" y="19531"/>
                  </a:lnTo>
                  <a:lnTo>
                    <a:pt x="73567" y="17058"/>
                  </a:lnTo>
                  <a:lnTo>
                    <a:pt x="68643" y="14743"/>
                  </a:lnTo>
                  <a:lnTo>
                    <a:pt x="63646" y="12590"/>
                  </a:lnTo>
                  <a:lnTo>
                    <a:pt x="58582" y="10600"/>
                  </a:lnTo>
                  <a:lnTo>
                    <a:pt x="53455" y="8777"/>
                  </a:lnTo>
                  <a:lnTo>
                    <a:pt x="48273" y="7121"/>
                  </a:lnTo>
                  <a:lnTo>
                    <a:pt x="43039" y="5635"/>
                  </a:lnTo>
                  <a:lnTo>
                    <a:pt x="37759" y="4320"/>
                  </a:lnTo>
                  <a:lnTo>
                    <a:pt x="32439" y="3177"/>
                  </a:lnTo>
                  <a:lnTo>
                    <a:pt x="27085" y="2208"/>
                  </a:lnTo>
                  <a:lnTo>
                    <a:pt x="21703" y="1414"/>
                  </a:lnTo>
                  <a:lnTo>
                    <a:pt x="16297" y="796"/>
                  </a:lnTo>
                  <a:lnTo>
                    <a:pt x="10874" y="354"/>
                  </a:lnTo>
                  <a:lnTo>
                    <a:pt x="544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27108" y="1681503"/>
              <a:ext cx="59416" cy="167167"/>
            </a:xfrm>
            <a:custGeom>
              <a:avLst/>
              <a:pathLst>
                <a:path w="59416" h="167167">
                  <a:moveTo>
                    <a:pt x="59416" y="0"/>
                  </a:moveTo>
                  <a:lnTo>
                    <a:pt x="53342" y="110"/>
                  </a:lnTo>
                  <a:lnTo>
                    <a:pt x="47277" y="441"/>
                  </a:lnTo>
                  <a:lnTo>
                    <a:pt x="41228" y="992"/>
                  </a:lnTo>
                  <a:lnTo>
                    <a:pt x="35203" y="1762"/>
                  </a:lnTo>
                  <a:lnTo>
                    <a:pt x="29210" y="2751"/>
                  </a:lnTo>
                  <a:lnTo>
                    <a:pt x="23257" y="3957"/>
                  </a:lnTo>
                  <a:lnTo>
                    <a:pt x="17352" y="5378"/>
                  </a:lnTo>
                  <a:lnTo>
                    <a:pt x="11502" y="7013"/>
                  </a:lnTo>
                  <a:lnTo>
                    <a:pt x="5715" y="8860"/>
                  </a:lnTo>
                  <a:lnTo>
                    <a:pt x="0" y="10915"/>
                  </a:lnTo>
                  <a:lnTo>
                    <a:pt x="5941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27108" y="1692418"/>
              <a:ext cx="59416" cy="156251"/>
            </a:xfrm>
            <a:custGeom>
              <a:avLst/>
              <a:pathLst>
                <a:path w="59416" h="156251">
                  <a:moveTo>
                    <a:pt x="0" y="0"/>
                  </a:moveTo>
                  <a:lnTo>
                    <a:pt x="59416" y="156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919359" y="1681503"/>
              <a:ext cx="334321" cy="334330"/>
            </a:xfrm>
            <a:custGeom>
              <a:avLst/>
              <a:pathLst>
                <a:path w="334321" h="334330">
                  <a:moveTo>
                    <a:pt x="107749" y="10915"/>
                  </a:moveTo>
                  <a:lnTo>
                    <a:pt x="102833" y="12874"/>
                  </a:lnTo>
                  <a:lnTo>
                    <a:pt x="97982" y="14987"/>
                  </a:lnTo>
                  <a:lnTo>
                    <a:pt x="93200" y="17253"/>
                  </a:lnTo>
                  <a:lnTo>
                    <a:pt x="88492" y="19670"/>
                  </a:lnTo>
                  <a:lnTo>
                    <a:pt x="83863" y="22234"/>
                  </a:lnTo>
                  <a:lnTo>
                    <a:pt x="79317" y="24943"/>
                  </a:lnTo>
                  <a:lnTo>
                    <a:pt x="74860" y="27795"/>
                  </a:lnTo>
                  <a:lnTo>
                    <a:pt x="70495" y="30786"/>
                  </a:lnTo>
                  <a:lnTo>
                    <a:pt x="66226" y="33914"/>
                  </a:lnTo>
                  <a:lnTo>
                    <a:pt x="62059" y="37176"/>
                  </a:lnTo>
                  <a:lnTo>
                    <a:pt x="57998" y="40568"/>
                  </a:lnTo>
                  <a:lnTo>
                    <a:pt x="54045" y="44086"/>
                  </a:lnTo>
                  <a:lnTo>
                    <a:pt x="50206" y="47729"/>
                  </a:lnTo>
                  <a:lnTo>
                    <a:pt x="46484" y="51490"/>
                  </a:lnTo>
                  <a:lnTo>
                    <a:pt x="42884" y="55368"/>
                  </a:lnTo>
                  <a:lnTo>
                    <a:pt x="39407" y="59358"/>
                  </a:lnTo>
                  <a:lnTo>
                    <a:pt x="36059" y="63455"/>
                  </a:lnTo>
                  <a:lnTo>
                    <a:pt x="32842" y="67657"/>
                  </a:lnTo>
                  <a:lnTo>
                    <a:pt x="29760" y="71958"/>
                  </a:lnTo>
                  <a:lnTo>
                    <a:pt x="26815" y="76355"/>
                  </a:lnTo>
                  <a:lnTo>
                    <a:pt x="24011" y="80843"/>
                  </a:lnTo>
                  <a:lnTo>
                    <a:pt x="21350" y="85417"/>
                  </a:lnTo>
                  <a:lnTo>
                    <a:pt x="18836" y="90074"/>
                  </a:lnTo>
                  <a:lnTo>
                    <a:pt x="16470" y="94807"/>
                  </a:lnTo>
                  <a:lnTo>
                    <a:pt x="14255" y="99613"/>
                  </a:lnTo>
                  <a:lnTo>
                    <a:pt x="12194" y="104487"/>
                  </a:lnTo>
                  <a:lnTo>
                    <a:pt x="10288" y="109423"/>
                  </a:lnTo>
                  <a:lnTo>
                    <a:pt x="8539" y="114417"/>
                  </a:lnTo>
                  <a:lnTo>
                    <a:pt x="6948" y="119465"/>
                  </a:lnTo>
                  <a:lnTo>
                    <a:pt x="5519" y="124560"/>
                  </a:lnTo>
                  <a:lnTo>
                    <a:pt x="4251" y="129697"/>
                  </a:lnTo>
                  <a:lnTo>
                    <a:pt x="3147" y="134873"/>
                  </a:lnTo>
                  <a:lnTo>
                    <a:pt x="2207" y="140080"/>
                  </a:lnTo>
                  <a:lnTo>
                    <a:pt x="1432" y="145315"/>
                  </a:lnTo>
                  <a:lnTo>
                    <a:pt x="824" y="150572"/>
                  </a:lnTo>
                  <a:lnTo>
                    <a:pt x="382" y="155845"/>
                  </a:lnTo>
                  <a:lnTo>
                    <a:pt x="107" y="161129"/>
                  </a:lnTo>
                  <a:lnTo>
                    <a:pt x="0" y="166420"/>
                  </a:lnTo>
                  <a:lnTo>
                    <a:pt x="60" y="171712"/>
                  </a:lnTo>
                  <a:lnTo>
                    <a:pt x="287" y="176998"/>
                  </a:lnTo>
                  <a:lnTo>
                    <a:pt x="682" y="182275"/>
                  </a:lnTo>
                  <a:lnTo>
                    <a:pt x="1244" y="187537"/>
                  </a:lnTo>
                  <a:lnTo>
                    <a:pt x="1971" y="192779"/>
                  </a:lnTo>
                  <a:lnTo>
                    <a:pt x="2865" y="197995"/>
                  </a:lnTo>
                  <a:lnTo>
                    <a:pt x="3923" y="203179"/>
                  </a:lnTo>
                  <a:lnTo>
                    <a:pt x="5145" y="208328"/>
                  </a:lnTo>
                  <a:lnTo>
                    <a:pt x="6529" y="213436"/>
                  </a:lnTo>
                  <a:lnTo>
                    <a:pt x="8074" y="218497"/>
                  </a:lnTo>
                  <a:lnTo>
                    <a:pt x="9778" y="223507"/>
                  </a:lnTo>
                  <a:lnTo>
                    <a:pt x="11640" y="228460"/>
                  </a:lnTo>
                  <a:lnTo>
                    <a:pt x="13658" y="233352"/>
                  </a:lnTo>
                  <a:lnTo>
                    <a:pt x="15830" y="238178"/>
                  </a:lnTo>
                  <a:lnTo>
                    <a:pt x="18153" y="242932"/>
                  </a:lnTo>
                  <a:lnTo>
                    <a:pt x="20626" y="247611"/>
                  </a:lnTo>
                  <a:lnTo>
                    <a:pt x="23245" y="252208"/>
                  </a:lnTo>
                  <a:lnTo>
                    <a:pt x="26009" y="256721"/>
                  </a:lnTo>
                  <a:lnTo>
                    <a:pt x="28915" y="261144"/>
                  </a:lnTo>
                  <a:lnTo>
                    <a:pt x="31958" y="265473"/>
                  </a:lnTo>
                  <a:lnTo>
                    <a:pt x="35138" y="269703"/>
                  </a:lnTo>
                  <a:lnTo>
                    <a:pt x="38449" y="273830"/>
                  </a:lnTo>
                  <a:lnTo>
                    <a:pt x="41890" y="277851"/>
                  </a:lnTo>
                  <a:lnTo>
                    <a:pt x="45456" y="281761"/>
                  </a:lnTo>
                  <a:lnTo>
                    <a:pt x="49144" y="285556"/>
                  </a:lnTo>
                  <a:lnTo>
                    <a:pt x="52950" y="289232"/>
                  </a:lnTo>
                  <a:lnTo>
                    <a:pt x="56871" y="292786"/>
                  </a:lnTo>
                  <a:lnTo>
                    <a:pt x="60902" y="296214"/>
                  </a:lnTo>
                  <a:lnTo>
                    <a:pt x="65040" y="299513"/>
                  </a:lnTo>
                  <a:lnTo>
                    <a:pt x="69280" y="302679"/>
                  </a:lnTo>
                  <a:lnTo>
                    <a:pt x="73618" y="305709"/>
                  </a:lnTo>
                  <a:lnTo>
                    <a:pt x="78050" y="308600"/>
                  </a:lnTo>
                  <a:lnTo>
                    <a:pt x="82571" y="311350"/>
                  </a:lnTo>
                  <a:lnTo>
                    <a:pt x="87177" y="313956"/>
                  </a:lnTo>
                  <a:lnTo>
                    <a:pt x="91864" y="316414"/>
                  </a:lnTo>
                  <a:lnTo>
                    <a:pt x="96625" y="318722"/>
                  </a:lnTo>
                  <a:lnTo>
                    <a:pt x="101457" y="320879"/>
                  </a:lnTo>
                  <a:lnTo>
                    <a:pt x="106356" y="322882"/>
                  </a:lnTo>
                  <a:lnTo>
                    <a:pt x="111315" y="324729"/>
                  </a:lnTo>
                  <a:lnTo>
                    <a:pt x="116330" y="326417"/>
                  </a:lnTo>
                  <a:lnTo>
                    <a:pt x="121396" y="327947"/>
                  </a:lnTo>
                  <a:lnTo>
                    <a:pt x="126507" y="329315"/>
                  </a:lnTo>
                  <a:lnTo>
                    <a:pt x="131660" y="330520"/>
                  </a:lnTo>
                  <a:lnTo>
                    <a:pt x="136848" y="331562"/>
                  </a:lnTo>
                  <a:lnTo>
                    <a:pt x="142067" y="332440"/>
                  </a:lnTo>
                  <a:lnTo>
                    <a:pt x="147310" y="333151"/>
                  </a:lnTo>
                  <a:lnTo>
                    <a:pt x="152574" y="333696"/>
                  </a:lnTo>
                  <a:lnTo>
                    <a:pt x="157852" y="334075"/>
                  </a:lnTo>
                  <a:lnTo>
                    <a:pt x="163140" y="334286"/>
                  </a:lnTo>
                  <a:lnTo>
                    <a:pt x="168431" y="334330"/>
                  </a:lnTo>
                  <a:lnTo>
                    <a:pt x="173722" y="334206"/>
                  </a:lnTo>
                  <a:lnTo>
                    <a:pt x="179005" y="333915"/>
                  </a:lnTo>
                  <a:lnTo>
                    <a:pt x="184277" y="333456"/>
                  </a:lnTo>
                  <a:lnTo>
                    <a:pt x="189532" y="332831"/>
                  </a:lnTo>
                  <a:lnTo>
                    <a:pt x="194764" y="332040"/>
                  </a:lnTo>
                  <a:lnTo>
                    <a:pt x="199969" y="331084"/>
                  </a:lnTo>
                  <a:lnTo>
                    <a:pt x="205141" y="329964"/>
                  </a:lnTo>
                  <a:lnTo>
                    <a:pt x="210275" y="328680"/>
                  </a:lnTo>
                  <a:lnTo>
                    <a:pt x="215365" y="327235"/>
                  </a:lnTo>
                  <a:lnTo>
                    <a:pt x="220407" y="325629"/>
                  </a:lnTo>
                  <a:lnTo>
                    <a:pt x="225396" y="323864"/>
                  </a:lnTo>
                  <a:lnTo>
                    <a:pt x="230327" y="321943"/>
                  </a:lnTo>
                  <a:lnTo>
                    <a:pt x="235194" y="319866"/>
                  </a:lnTo>
                  <a:lnTo>
                    <a:pt x="239993" y="317636"/>
                  </a:lnTo>
                  <a:lnTo>
                    <a:pt x="244719" y="315256"/>
                  </a:lnTo>
                  <a:lnTo>
                    <a:pt x="249367" y="312727"/>
                  </a:lnTo>
                  <a:lnTo>
                    <a:pt x="253933" y="310052"/>
                  </a:lnTo>
                  <a:lnTo>
                    <a:pt x="258413" y="307234"/>
                  </a:lnTo>
                  <a:lnTo>
                    <a:pt x="262800" y="304276"/>
                  </a:lnTo>
                  <a:lnTo>
                    <a:pt x="267092" y="301180"/>
                  </a:lnTo>
                  <a:lnTo>
                    <a:pt x="271284" y="297950"/>
                  </a:lnTo>
                  <a:lnTo>
                    <a:pt x="275371" y="294589"/>
                  </a:lnTo>
                  <a:lnTo>
                    <a:pt x="279350" y="291101"/>
                  </a:lnTo>
                  <a:lnTo>
                    <a:pt x="283216" y="287488"/>
                  </a:lnTo>
                  <a:lnTo>
                    <a:pt x="286967" y="283754"/>
                  </a:lnTo>
                  <a:lnTo>
                    <a:pt x="290597" y="279904"/>
                  </a:lnTo>
                  <a:lnTo>
                    <a:pt x="294103" y="275941"/>
                  </a:lnTo>
                  <a:lnTo>
                    <a:pt x="297482" y="271868"/>
                  </a:lnTo>
                  <a:lnTo>
                    <a:pt x="300731" y="267691"/>
                  </a:lnTo>
                  <a:lnTo>
                    <a:pt x="303846" y="263413"/>
                  </a:lnTo>
                  <a:lnTo>
                    <a:pt x="306824" y="259039"/>
                  </a:lnTo>
                  <a:lnTo>
                    <a:pt x="309662" y="254573"/>
                  </a:lnTo>
                  <a:lnTo>
                    <a:pt x="312357" y="250019"/>
                  </a:lnTo>
                  <a:lnTo>
                    <a:pt x="314906" y="245382"/>
                  </a:lnTo>
                  <a:lnTo>
                    <a:pt x="317308" y="240666"/>
                  </a:lnTo>
                  <a:lnTo>
                    <a:pt x="319559" y="235877"/>
                  </a:lnTo>
                  <a:lnTo>
                    <a:pt x="321657" y="231019"/>
                  </a:lnTo>
                  <a:lnTo>
                    <a:pt x="323601" y="226097"/>
                  </a:lnTo>
                  <a:lnTo>
                    <a:pt x="325388" y="221116"/>
                  </a:lnTo>
                  <a:lnTo>
                    <a:pt x="327016" y="216081"/>
                  </a:lnTo>
                  <a:lnTo>
                    <a:pt x="328484" y="210997"/>
                  </a:lnTo>
                  <a:lnTo>
                    <a:pt x="329791" y="205869"/>
                  </a:lnTo>
                  <a:lnTo>
                    <a:pt x="330934" y="200703"/>
                  </a:lnTo>
                  <a:lnTo>
                    <a:pt x="331914" y="195502"/>
                  </a:lnTo>
                  <a:lnTo>
                    <a:pt x="332728" y="190274"/>
                  </a:lnTo>
                  <a:lnTo>
                    <a:pt x="333376" y="185022"/>
                  </a:lnTo>
                  <a:lnTo>
                    <a:pt x="333858" y="179752"/>
                  </a:lnTo>
                  <a:lnTo>
                    <a:pt x="334173" y="174470"/>
                  </a:lnTo>
                  <a:lnTo>
                    <a:pt x="334321" y="169180"/>
                  </a:lnTo>
                  <a:lnTo>
                    <a:pt x="334301" y="163888"/>
                  </a:lnTo>
                  <a:lnTo>
                    <a:pt x="334113" y="158600"/>
                  </a:lnTo>
                  <a:lnTo>
                    <a:pt x="333758" y="153320"/>
                  </a:lnTo>
                  <a:lnTo>
                    <a:pt x="333236" y="148054"/>
                  </a:lnTo>
                  <a:lnTo>
                    <a:pt x="332548" y="142807"/>
                  </a:lnTo>
                  <a:lnTo>
                    <a:pt x="331694" y="137585"/>
                  </a:lnTo>
                  <a:lnTo>
                    <a:pt x="330676" y="132392"/>
                  </a:lnTo>
                  <a:lnTo>
                    <a:pt x="329493" y="127234"/>
                  </a:lnTo>
                  <a:lnTo>
                    <a:pt x="328148" y="122116"/>
                  </a:lnTo>
                  <a:lnTo>
                    <a:pt x="326641" y="117043"/>
                  </a:lnTo>
                  <a:lnTo>
                    <a:pt x="324975" y="112021"/>
                  </a:lnTo>
                  <a:lnTo>
                    <a:pt x="323150" y="107053"/>
                  </a:lnTo>
                  <a:lnTo>
                    <a:pt x="321169" y="102146"/>
                  </a:lnTo>
                  <a:lnTo>
                    <a:pt x="319034" y="97305"/>
                  </a:lnTo>
                  <a:lnTo>
                    <a:pt x="316747" y="92533"/>
                  </a:lnTo>
                  <a:lnTo>
                    <a:pt x="314310" y="87836"/>
                  </a:lnTo>
                  <a:lnTo>
                    <a:pt x="311725" y="83218"/>
                  </a:lnTo>
                  <a:lnTo>
                    <a:pt x="308996" y="78685"/>
                  </a:lnTo>
                  <a:lnTo>
                    <a:pt x="306124" y="74240"/>
                  </a:lnTo>
                  <a:lnTo>
                    <a:pt x="303113" y="69888"/>
                  </a:lnTo>
                  <a:lnTo>
                    <a:pt x="299966" y="65634"/>
                  </a:lnTo>
                  <a:lnTo>
                    <a:pt x="296686" y="61481"/>
                  </a:lnTo>
                  <a:lnTo>
                    <a:pt x="293276" y="57435"/>
                  </a:lnTo>
                  <a:lnTo>
                    <a:pt x="289739" y="53498"/>
                  </a:lnTo>
                  <a:lnTo>
                    <a:pt x="286080" y="49676"/>
                  </a:lnTo>
                  <a:lnTo>
                    <a:pt x="282302" y="45971"/>
                  </a:lnTo>
                  <a:lnTo>
                    <a:pt x="278408" y="42387"/>
                  </a:lnTo>
                  <a:lnTo>
                    <a:pt x="274403" y="38929"/>
                  </a:lnTo>
                  <a:lnTo>
                    <a:pt x="270290" y="35599"/>
                  </a:lnTo>
                  <a:lnTo>
                    <a:pt x="266074" y="32400"/>
                  </a:lnTo>
                  <a:lnTo>
                    <a:pt x="261759" y="29337"/>
                  </a:lnTo>
                  <a:lnTo>
                    <a:pt x="257349" y="26412"/>
                  </a:lnTo>
                  <a:lnTo>
                    <a:pt x="252849" y="23628"/>
                  </a:lnTo>
                  <a:lnTo>
                    <a:pt x="248263" y="20988"/>
                  </a:lnTo>
                  <a:lnTo>
                    <a:pt x="243595" y="18495"/>
                  </a:lnTo>
                  <a:lnTo>
                    <a:pt x="238851" y="16150"/>
                  </a:lnTo>
                  <a:lnTo>
                    <a:pt x="234035" y="13957"/>
                  </a:lnTo>
                  <a:lnTo>
                    <a:pt x="229153" y="11917"/>
                  </a:lnTo>
                  <a:lnTo>
                    <a:pt x="224208" y="10033"/>
                  </a:lnTo>
                  <a:lnTo>
                    <a:pt x="219206" y="8306"/>
                  </a:lnTo>
                  <a:lnTo>
                    <a:pt x="214151" y="6739"/>
                  </a:lnTo>
                  <a:lnTo>
                    <a:pt x="209050" y="5332"/>
                  </a:lnTo>
                  <a:lnTo>
                    <a:pt x="203907" y="4087"/>
                  </a:lnTo>
                  <a:lnTo>
                    <a:pt x="198727" y="3006"/>
                  </a:lnTo>
                  <a:lnTo>
                    <a:pt x="193515" y="2089"/>
                  </a:lnTo>
                  <a:lnTo>
                    <a:pt x="188277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86578" y="2126963"/>
              <a:ext cx="94709" cy="167167"/>
            </a:xfrm>
            <a:custGeom>
              <a:avLst/>
              <a:pathLst>
                <a:path w="94709" h="167167">
                  <a:moveTo>
                    <a:pt x="94709" y="0"/>
                  </a:moveTo>
                  <a:lnTo>
                    <a:pt x="89116" y="93"/>
                  </a:lnTo>
                  <a:lnTo>
                    <a:pt x="83530" y="374"/>
                  </a:lnTo>
                  <a:lnTo>
                    <a:pt x="77956" y="841"/>
                  </a:lnTo>
                  <a:lnTo>
                    <a:pt x="72401" y="1495"/>
                  </a:lnTo>
                  <a:lnTo>
                    <a:pt x="66870" y="2334"/>
                  </a:lnTo>
                  <a:lnTo>
                    <a:pt x="61371" y="3357"/>
                  </a:lnTo>
                  <a:lnTo>
                    <a:pt x="55910" y="4564"/>
                  </a:lnTo>
                  <a:lnTo>
                    <a:pt x="50491" y="5954"/>
                  </a:lnTo>
                  <a:lnTo>
                    <a:pt x="45123" y="7523"/>
                  </a:lnTo>
                  <a:lnTo>
                    <a:pt x="39809" y="9272"/>
                  </a:lnTo>
                  <a:lnTo>
                    <a:pt x="34557" y="11197"/>
                  </a:lnTo>
                  <a:lnTo>
                    <a:pt x="29373" y="13296"/>
                  </a:lnTo>
                  <a:lnTo>
                    <a:pt x="24262" y="15568"/>
                  </a:lnTo>
                  <a:lnTo>
                    <a:pt x="19229" y="18010"/>
                  </a:lnTo>
                  <a:lnTo>
                    <a:pt x="14281" y="20619"/>
                  </a:lnTo>
                  <a:lnTo>
                    <a:pt x="9423" y="23392"/>
                  </a:lnTo>
                  <a:lnTo>
                    <a:pt x="4661" y="26325"/>
                  </a:lnTo>
                  <a:lnTo>
                    <a:pt x="0" y="29417"/>
                  </a:lnTo>
                  <a:lnTo>
                    <a:pt x="9470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686578" y="2156381"/>
              <a:ext cx="94709" cy="137749"/>
            </a:xfrm>
            <a:custGeom>
              <a:avLst/>
              <a:pathLst>
                <a:path w="94709" h="137749">
                  <a:moveTo>
                    <a:pt x="0" y="0"/>
                  </a:moveTo>
                  <a:lnTo>
                    <a:pt x="94709" y="1377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4130" y="2127618"/>
              <a:ext cx="334324" cy="333668"/>
            </a:xfrm>
            <a:custGeom>
              <a:avLst/>
              <a:pathLst>
                <a:path w="334324" h="333668">
                  <a:moveTo>
                    <a:pt x="72447" y="28762"/>
                  </a:moveTo>
                  <a:lnTo>
                    <a:pt x="68143" y="31823"/>
                  </a:lnTo>
                  <a:lnTo>
                    <a:pt x="63938" y="35018"/>
                  </a:lnTo>
                  <a:lnTo>
                    <a:pt x="59835" y="38344"/>
                  </a:lnTo>
                  <a:lnTo>
                    <a:pt x="55840" y="41799"/>
                  </a:lnTo>
                  <a:lnTo>
                    <a:pt x="51956" y="45377"/>
                  </a:lnTo>
                  <a:lnTo>
                    <a:pt x="48187" y="49077"/>
                  </a:lnTo>
                  <a:lnTo>
                    <a:pt x="44536" y="52894"/>
                  </a:lnTo>
                  <a:lnTo>
                    <a:pt x="41008" y="56824"/>
                  </a:lnTo>
                  <a:lnTo>
                    <a:pt x="37606" y="60864"/>
                  </a:lnTo>
                  <a:lnTo>
                    <a:pt x="34334" y="65009"/>
                  </a:lnTo>
                  <a:lnTo>
                    <a:pt x="31193" y="69256"/>
                  </a:lnTo>
                  <a:lnTo>
                    <a:pt x="28189" y="73599"/>
                  </a:lnTo>
                  <a:lnTo>
                    <a:pt x="25323" y="78036"/>
                  </a:lnTo>
                  <a:lnTo>
                    <a:pt x="22599" y="82560"/>
                  </a:lnTo>
                  <a:lnTo>
                    <a:pt x="20019" y="87169"/>
                  </a:lnTo>
                  <a:lnTo>
                    <a:pt x="17586" y="91856"/>
                  </a:lnTo>
                  <a:lnTo>
                    <a:pt x="15302" y="96619"/>
                  </a:lnTo>
                  <a:lnTo>
                    <a:pt x="13170" y="101451"/>
                  </a:lnTo>
                  <a:lnTo>
                    <a:pt x="11192" y="106348"/>
                  </a:lnTo>
                  <a:lnTo>
                    <a:pt x="9369" y="111304"/>
                  </a:lnTo>
                  <a:lnTo>
                    <a:pt x="7704" y="116317"/>
                  </a:lnTo>
                  <a:lnTo>
                    <a:pt x="6198" y="121379"/>
                  </a:lnTo>
                  <a:lnTo>
                    <a:pt x="4852" y="126486"/>
                  </a:lnTo>
                  <a:lnTo>
                    <a:pt x="3669" y="131633"/>
                  </a:lnTo>
                  <a:lnTo>
                    <a:pt x="2648" y="136815"/>
                  </a:lnTo>
                  <a:lnTo>
                    <a:pt x="1792" y="142027"/>
                  </a:lnTo>
                  <a:lnTo>
                    <a:pt x="1101" y="147263"/>
                  </a:lnTo>
                  <a:lnTo>
                    <a:pt x="576" y="152518"/>
                  </a:lnTo>
                  <a:lnTo>
                    <a:pt x="217" y="157787"/>
                  </a:lnTo>
                  <a:lnTo>
                    <a:pt x="25" y="163065"/>
                  </a:lnTo>
                  <a:lnTo>
                    <a:pt x="0" y="168347"/>
                  </a:lnTo>
                  <a:lnTo>
                    <a:pt x="141" y="173626"/>
                  </a:lnTo>
                  <a:lnTo>
                    <a:pt x="449" y="178899"/>
                  </a:lnTo>
                  <a:lnTo>
                    <a:pt x="923" y="184159"/>
                  </a:lnTo>
                  <a:lnTo>
                    <a:pt x="1564" y="189401"/>
                  </a:lnTo>
                  <a:lnTo>
                    <a:pt x="2370" y="194621"/>
                  </a:lnTo>
                  <a:lnTo>
                    <a:pt x="3340" y="199813"/>
                  </a:lnTo>
                  <a:lnTo>
                    <a:pt x="4473" y="204971"/>
                  </a:lnTo>
                  <a:lnTo>
                    <a:pt x="5770" y="210091"/>
                  </a:lnTo>
                  <a:lnTo>
                    <a:pt x="7227" y="215167"/>
                  </a:lnTo>
                  <a:lnTo>
                    <a:pt x="8844" y="220195"/>
                  </a:lnTo>
                  <a:lnTo>
                    <a:pt x="10618" y="225170"/>
                  </a:lnTo>
                  <a:lnTo>
                    <a:pt x="12550" y="230085"/>
                  </a:lnTo>
                  <a:lnTo>
                    <a:pt x="14635" y="234938"/>
                  </a:lnTo>
                  <a:lnTo>
                    <a:pt x="16873" y="239722"/>
                  </a:lnTo>
                  <a:lnTo>
                    <a:pt x="19260" y="244433"/>
                  </a:lnTo>
                  <a:lnTo>
                    <a:pt x="21796" y="249066"/>
                  </a:lnTo>
                  <a:lnTo>
                    <a:pt x="24476" y="253616"/>
                  </a:lnTo>
                  <a:lnTo>
                    <a:pt x="27299" y="258080"/>
                  </a:lnTo>
                  <a:lnTo>
                    <a:pt x="30261" y="262453"/>
                  </a:lnTo>
                  <a:lnTo>
                    <a:pt x="33360" y="266729"/>
                  </a:lnTo>
                  <a:lnTo>
                    <a:pt x="36593" y="270906"/>
                  </a:lnTo>
                  <a:lnTo>
                    <a:pt x="39956" y="274978"/>
                  </a:lnTo>
                  <a:lnTo>
                    <a:pt x="43446" y="278942"/>
                  </a:lnTo>
                  <a:lnTo>
                    <a:pt x="47059" y="282794"/>
                  </a:lnTo>
                  <a:lnTo>
                    <a:pt x="50792" y="286530"/>
                  </a:lnTo>
                  <a:lnTo>
                    <a:pt x="54642" y="290146"/>
                  </a:lnTo>
                  <a:lnTo>
                    <a:pt x="58604" y="293639"/>
                  </a:lnTo>
                  <a:lnTo>
                    <a:pt x="62674" y="297005"/>
                  </a:lnTo>
                  <a:lnTo>
                    <a:pt x="66848" y="300240"/>
                  </a:lnTo>
                  <a:lnTo>
                    <a:pt x="71123" y="303342"/>
                  </a:lnTo>
                  <a:lnTo>
                    <a:pt x="75493" y="306308"/>
                  </a:lnTo>
                  <a:lnTo>
                    <a:pt x="79955" y="309133"/>
                  </a:lnTo>
                  <a:lnTo>
                    <a:pt x="84504" y="311817"/>
                  </a:lnTo>
                  <a:lnTo>
                    <a:pt x="89135" y="314355"/>
                  </a:lnTo>
                  <a:lnTo>
                    <a:pt x="93844" y="316746"/>
                  </a:lnTo>
                  <a:lnTo>
                    <a:pt x="98627" y="318987"/>
                  </a:lnTo>
                  <a:lnTo>
                    <a:pt x="103478" y="321076"/>
                  </a:lnTo>
                  <a:lnTo>
                    <a:pt x="108392" y="323011"/>
                  </a:lnTo>
                  <a:lnTo>
                    <a:pt x="113365" y="324789"/>
                  </a:lnTo>
                  <a:lnTo>
                    <a:pt x="118392" y="326409"/>
                  </a:lnTo>
                  <a:lnTo>
                    <a:pt x="123468" y="327870"/>
                  </a:lnTo>
                  <a:lnTo>
                    <a:pt x="128587" y="329169"/>
                  </a:lnTo>
                  <a:lnTo>
                    <a:pt x="133744" y="330307"/>
                  </a:lnTo>
                  <a:lnTo>
                    <a:pt x="138935" y="331280"/>
                  </a:lnTo>
                  <a:lnTo>
                    <a:pt x="144154" y="332090"/>
                  </a:lnTo>
                  <a:lnTo>
                    <a:pt x="149396" y="332734"/>
                  </a:lnTo>
                  <a:lnTo>
                    <a:pt x="154656" y="333212"/>
                  </a:lnTo>
                  <a:lnTo>
                    <a:pt x="159928" y="333523"/>
                  </a:lnTo>
                  <a:lnTo>
                    <a:pt x="165208" y="333668"/>
                  </a:lnTo>
                  <a:lnTo>
                    <a:pt x="170489" y="333647"/>
                  </a:lnTo>
                  <a:lnTo>
                    <a:pt x="175767" y="333458"/>
                  </a:lnTo>
                  <a:lnTo>
                    <a:pt x="181037" y="333103"/>
                  </a:lnTo>
                  <a:lnTo>
                    <a:pt x="186292" y="332581"/>
                  </a:lnTo>
                  <a:lnTo>
                    <a:pt x="191529" y="331894"/>
                  </a:lnTo>
                  <a:lnTo>
                    <a:pt x="196741" y="331041"/>
                  </a:lnTo>
                  <a:lnTo>
                    <a:pt x="201924" y="330025"/>
                  </a:lnTo>
                  <a:lnTo>
                    <a:pt x="207072" y="328845"/>
                  </a:lnTo>
                  <a:lnTo>
                    <a:pt x="212180" y="327503"/>
                  </a:lnTo>
                  <a:lnTo>
                    <a:pt x="217243" y="326000"/>
                  </a:lnTo>
                  <a:lnTo>
                    <a:pt x="222256" y="324338"/>
                  </a:lnTo>
                  <a:lnTo>
                    <a:pt x="227215" y="322519"/>
                  </a:lnTo>
                  <a:lnTo>
                    <a:pt x="232113" y="320544"/>
                  </a:lnTo>
                  <a:lnTo>
                    <a:pt x="236946" y="318415"/>
                  </a:lnTo>
                  <a:lnTo>
                    <a:pt x="241710" y="316135"/>
                  </a:lnTo>
                  <a:lnTo>
                    <a:pt x="246399" y="313705"/>
                  </a:lnTo>
                  <a:lnTo>
                    <a:pt x="251010" y="311128"/>
                  </a:lnTo>
                  <a:lnTo>
                    <a:pt x="255536" y="308407"/>
                  </a:lnTo>
                  <a:lnTo>
                    <a:pt x="259974" y="305544"/>
                  </a:lnTo>
                  <a:lnTo>
                    <a:pt x="264320" y="302543"/>
                  </a:lnTo>
                  <a:lnTo>
                    <a:pt x="268569" y="299405"/>
                  </a:lnTo>
                  <a:lnTo>
                    <a:pt x="272716" y="296136"/>
                  </a:lnTo>
                  <a:lnTo>
                    <a:pt x="276758" y="292736"/>
                  </a:lnTo>
                  <a:lnTo>
                    <a:pt x="280691" y="289211"/>
                  </a:lnTo>
                  <a:lnTo>
                    <a:pt x="284510" y="285563"/>
                  </a:lnTo>
                  <a:lnTo>
                    <a:pt x="288213" y="281797"/>
                  </a:lnTo>
                  <a:lnTo>
                    <a:pt x="291794" y="277915"/>
                  </a:lnTo>
                  <a:lnTo>
                    <a:pt x="295251" y="273922"/>
                  </a:lnTo>
                  <a:lnTo>
                    <a:pt x="298580" y="269822"/>
                  </a:lnTo>
                  <a:lnTo>
                    <a:pt x="301778" y="265619"/>
                  </a:lnTo>
                  <a:lnTo>
                    <a:pt x="304842" y="261317"/>
                  </a:lnTo>
                  <a:lnTo>
                    <a:pt x="307768" y="256920"/>
                  </a:lnTo>
                  <a:lnTo>
                    <a:pt x="310554" y="252433"/>
                  </a:lnTo>
                  <a:lnTo>
                    <a:pt x="313196" y="247860"/>
                  </a:lnTo>
                  <a:lnTo>
                    <a:pt x="315693" y="243206"/>
                  </a:lnTo>
                  <a:lnTo>
                    <a:pt x="318042" y="238476"/>
                  </a:lnTo>
                  <a:lnTo>
                    <a:pt x="320240" y="233673"/>
                  </a:lnTo>
                  <a:lnTo>
                    <a:pt x="322285" y="228804"/>
                  </a:lnTo>
                  <a:lnTo>
                    <a:pt x="324175" y="223872"/>
                  </a:lnTo>
                  <a:lnTo>
                    <a:pt x="325909" y="218883"/>
                  </a:lnTo>
                  <a:lnTo>
                    <a:pt x="327484" y="213842"/>
                  </a:lnTo>
                  <a:lnTo>
                    <a:pt x="328899" y="208754"/>
                  </a:lnTo>
                  <a:lnTo>
                    <a:pt x="330153" y="203623"/>
                  </a:lnTo>
                  <a:lnTo>
                    <a:pt x="331244" y="198456"/>
                  </a:lnTo>
                  <a:lnTo>
                    <a:pt x="332171" y="193256"/>
                  </a:lnTo>
                  <a:lnTo>
                    <a:pt x="332934" y="188030"/>
                  </a:lnTo>
                  <a:lnTo>
                    <a:pt x="333531" y="182783"/>
                  </a:lnTo>
                  <a:lnTo>
                    <a:pt x="333962" y="177519"/>
                  </a:lnTo>
                  <a:lnTo>
                    <a:pt x="334226" y="172244"/>
                  </a:lnTo>
                  <a:lnTo>
                    <a:pt x="334324" y="166963"/>
                  </a:lnTo>
                  <a:lnTo>
                    <a:pt x="334255" y="161682"/>
                  </a:lnTo>
                  <a:lnTo>
                    <a:pt x="334019" y="156406"/>
                  </a:lnTo>
                  <a:lnTo>
                    <a:pt x="333616" y="151140"/>
                  </a:lnTo>
                  <a:lnTo>
                    <a:pt x="333047" y="145889"/>
                  </a:lnTo>
                  <a:lnTo>
                    <a:pt x="332313" y="140659"/>
                  </a:lnTo>
                  <a:lnTo>
                    <a:pt x="331414" y="135455"/>
                  </a:lnTo>
                  <a:lnTo>
                    <a:pt x="330351" y="130281"/>
                  </a:lnTo>
                  <a:lnTo>
                    <a:pt x="329125" y="125144"/>
                  </a:lnTo>
                  <a:lnTo>
                    <a:pt x="327737" y="120048"/>
                  </a:lnTo>
                  <a:lnTo>
                    <a:pt x="326189" y="114999"/>
                  </a:lnTo>
                  <a:lnTo>
                    <a:pt x="324483" y="110001"/>
                  </a:lnTo>
                  <a:lnTo>
                    <a:pt x="322619" y="105059"/>
                  </a:lnTo>
                  <a:lnTo>
                    <a:pt x="320600" y="100179"/>
                  </a:lnTo>
                  <a:lnTo>
                    <a:pt x="318428" y="95365"/>
                  </a:lnTo>
                  <a:lnTo>
                    <a:pt x="316105" y="90621"/>
                  </a:lnTo>
                  <a:lnTo>
                    <a:pt x="313633" y="85954"/>
                  </a:lnTo>
                  <a:lnTo>
                    <a:pt x="311015" y="81367"/>
                  </a:lnTo>
                  <a:lnTo>
                    <a:pt x="308254" y="76865"/>
                  </a:lnTo>
                  <a:lnTo>
                    <a:pt x="305351" y="72453"/>
                  </a:lnTo>
                  <a:lnTo>
                    <a:pt x="302311" y="68134"/>
                  </a:lnTo>
                  <a:lnTo>
                    <a:pt x="299136" y="63914"/>
                  </a:lnTo>
                  <a:lnTo>
                    <a:pt x="295829" y="59796"/>
                  </a:lnTo>
                  <a:lnTo>
                    <a:pt x="292393" y="55784"/>
                  </a:lnTo>
                  <a:lnTo>
                    <a:pt x="288833" y="51883"/>
                  </a:lnTo>
                  <a:lnTo>
                    <a:pt x="285151" y="48097"/>
                  </a:lnTo>
                  <a:lnTo>
                    <a:pt x="281352" y="44428"/>
                  </a:lnTo>
                  <a:lnTo>
                    <a:pt x="277438" y="40882"/>
                  </a:lnTo>
                  <a:lnTo>
                    <a:pt x="273414" y="37461"/>
                  </a:lnTo>
                  <a:lnTo>
                    <a:pt x="269284" y="34169"/>
                  </a:lnTo>
                  <a:lnTo>
                    <a:pt x="265053" y="31008"/>
                  </a:lnTo>
                  <a:lnTo>
                    <a:pt x="260723" y="27983"/>
                  </a:lnTo>
                  <a:lnTo>
                    <a:pt x="256301" y="25097"/>
                  </a:lnTo>
                  <a:lnTo>
                    <a:pt x="251789" y="22351"/>
                  </a:lnTo>
                  <a:lnTo>
                    <a:pt x="247192" y="19750"/>
                  </a:lnTo>
                  <a:lnTo>
                    <a:pt x="242516" y="17295"/>
                  </a:lnTo>
                  <a:lnTo>
                    <a:pt x="237765" y="14989"/>
                  </a:lnTo>
                  <a:lnTo>
                    <a:pt x="232943" y="12834"/>
                  </a:lnTo>
                  <a:lnTo>
                    <a:pt x="228056" y="10832"/>
                  </a:lnTo>
                  <a:lnTo>
                    <a:pt x="223107" y="8986"/>
                  </a:lnTo>
                  <a:lnTo>
                    <a:pt x="218103" y="7297"/>
                  </a:lnTo>
                  <a:lnTo>
                    <a:pt x="213048" y="5767"/>
                  </a:lnTo>
                  <a:lnTo>
                    <a:pt x="207947" y="4398"/>
                  </a:lnTo>
                  <a:lnTo>
                    <a:pt x="202806" y="3190"/>
                  </a:lnTo>
                  <a:lnTo>
                    <a:pt x="197629" y="2146"/>
                  </a:lnTo>
                  <a:lnTo>
                    <a:pt x="192421" y="1265"/>
                  </a:lnTo>
                  <a:lnTo>
                    <a:pt x="187188" y="549"/>
                  </a:lnTo>
                  <a:lnTo>
                    <a:pt x="181936" y="0"/>
                  </a:lnTo>
                  <a:lnTo>
                    <a:pt x="167157" y="166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2126963"/>
              <a:ext cx="14778" cy="167167"/>
            </a:xfrm>
            <a:custGeom>
              <a:avLst/>
              <a:pathLst>
                <a:path w="14778" h="167167">
                  <a:moveTo>
                    <a:pt x="14778" y="6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423599" y="2633064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0" y="1343"/>
                  </a:lnTo>
                  <a:lnTo>
                    <a:pt x="140753" y="2097"/>
                  </a:lnTo>
                  <a:lnTo>
                    <a:pt x="135533" y="3016"/>
                  </a:lnTo>
                  <a:lnTo>
                    <a:pt x="130344" y="4101"/>
                  </a:lnTo>
                  <a:lnTo>
                    <a:pt x="125192" y="5350"/>
                  </a:lnTo>
                  <a:lnTo>
                    <a:pt x="120082" y="6762"/>
                  </a:lnTo>
                  <a:lnTo>
                    <a:pt x="115020" y="8335"/>
                  </a:lnTo>
                  <a:lnTo>
                    <a:pt x="110010" y="10068"/>
                  </a:lnTo>
                  <a:lnTo>
                    <a:pt x="105058" y="11958"/>
                  </a:lnTo>
                  <a:lnTo>
                    <a:pt x="100168" y="14005"/>
                  </a:lnTo>
                  <a:lnTo>
                    <a:pt x="95345" y="16206"/>
                  </a:lnTo>
                  <a:lnTo>
                    <a:pt x="90595" y="18559"/>
                  </a:lnTo>
                  <a:lnTo>
                    <a:pt x="85921" y="21061"/>
                  </a:lnTo>
                  <a:lnTo>
                    <a:pt x="81330" y="23709"/>
                  </a:lnTo>
                  <a:lnTo>
                    <a:pt x="76824" y="26503"/>
                  </a:lnTo>
                  <a:lnTo>
                    <a:pt x="72409" y="29437"/>
                  </a:lnTo>
                  <a:lnTo>
                    <a:pt x="68090" y="32510"/>
                  </a:lnTo>
                  <a:lnTo>
                    <a:pt x="63870" y="35719"/>
                  </a:lnTo>
                  <a:lnTo>
                    <a:pt x="59755" y="39060"/>
                  </a:lnTo>
                  <a:lnTo>
                    <a:pt x="55747" y="42529"/>
                  </a:lnTo>
                  <a:lnTo>
                    <a:pt x="51851" y="46124"/>
                  </a:lnTo>
                  <a:lnTo>
                    <a:pt x="48071" y="49841"/>
                  </a:lnTo>
                  <a:lnTo>
                    <a:pt x="44411" y="53675"/>
                  </a:lnTo>
                  <a:lnTo>
                    <a:pt x="40874" y="57624"/>
                  </a:lnTo>
                  <a:lnTo>
                    <a:pt x="37464" y="61683"/>
                  </a:lnTo>
                  <a:lnTo>
                    <a:pt x="34185" y="65848"/>
                  </a:lnTo>
                  <a:lnTo>
                    <a:pt x="31039" y="70115"/>
                  </a:lnTo>
                  <a:lnTo>
                    <a:pt x="28030" y="74479"/>
                  </a:lnTo>
                  <a:lnTo>
                    <a:pt x="25161" y="78937"/>
                  </a:lnTo>
                  <a:lnTo>
                    <a:pt x="22435" y="83483"/>
                  </a:lnTo>
                  <a:lnTo>
                    <a:pt x="19855" y="88114"/>
                  </a:lnTo>
                  <a:lnTo>
                    <a:pt x="17422" y="92824"/>
                  </a:lnTo>
                  <a:lnTo>
                    <a:pt x="15140" y="97608"/>
                  </a:lnTo>
                  <a:lnTo>
                    <a:pt x="13011" y="102463"/>
                  </a:lnTo>
                  <a:lnTo>
                    <a:pt x="11037" y="107383"/>
                  </a:lnTo>
                  <a:lnTo>
                    <a:pt x="9220" y="112363"/>
                  </a:lnTo>
                  <a:lnTo>
                    <a:pt x="7562" y="117398"/>
                  </a:lnTo>
                  <a:lnTo>
                    <a:pt x="6064" y="122483"/>
                  </a:lnTo>
                  <a:lnTo>
                    <a:pt x="4728" y="127613"/>
                  </a:lnTo>
                  <a:lnTo>
                    <a:pt x="3556" y="132782"/>
                  </a:lnTo>
                  <a:lnTo>
                    <a:pt x="2548" y="137987"/>
                  </a:lnTo>
                  <a:lnTo>
                    <a:pt x="1705" y="143220"/>
                  </a:lnTo>
                  <a:lnTo>
                    <a:pt x="1029" y="148478"/>
                  </a:lnTo>
                  <a:lnTo>
                    <a:pt x="520" y="153755"/>
                  </a:lnTo>
                  <a:lnTo>
                    <a:pt x="179" y="159045"/>
                  </a:lnTo>
                  <a:lnTo>
                    <a:pt x="5" y="164343"/>
                  </a:lnTo>
                  <a:lnTo>
                    <a:pt x="0" y="169644"/>
                  </a:lnTo>
                  <a:lnTo>
                    <a:pt x="162" y="174943"/>
                  </a:lnTo>
                  <a:lnTo>
                    <a:pt x="493" y="180233"/>
                  </a:lnTo>
                  <a:lnTo>
                    <a:pt x="991" y="185511"/>
                  </a:lnTo>
                  <a:lnTo>
                    <a:pt x="1656" y="190770"/>
                  </a:lnTo>
                  <a:lnTo>
                    <a:pt x="2487" y="196005"/>
                  </a:lnTo>
                  <a:lnTo>
                    <a:pt x="3485" y="201212"/>
                  </a:lnTo>
                  <a:lnTo>
                    <a:pt x="4646" y="206384"/>
                  </a:lnTo>
                  <a:lnTo>
                    <a:pt x="5972" y="211517"/>
                  </a:lnTo>
                  <a:lnTo>
                    <a:pt x="7459" y="216605"/>
                  </a:lnTo>
                  <a:lnTo>
                    <a:pt x="9107" y="221643"/>
                  </a:lnTo>
                  <a:lnTo>
                    <a:pt x="10913" y="226627"/>
                  </a:lnTo>
                  <a:lnTo>
                    <a:pt x="12877" y="231551"/>
                  </a:lnTo>
                  <a:lnTo>
                    <a:pt x="14996" y="236410"/>
                  </a:lnTo>
                  <a:lnTo>
                    <a:pt x="17268" y="241199"/>
                  </a:lnTo>
                  <a:lnTo>
                    <a:pt x="19691" y="245914"/>
                  </a:lnTo>
                  <a:lnTo>
                    <a:pt x="22262" y="250550"/>
                  </a:lnTo>
                  <a:lnTo>
                    <a:pt x="24979" y="255102"/>
                  </a:lnTo>
                  <a:lnTo>
                    <a:pt x="27838" y="259566"/>
                  </a:lnTo>
                  <a:lnTo>
                    <a:pt x="30838" y="263936"/>
                  </a:lnTo>
                  <a:lnTo>
                    <a:pt x="33975" y="268210"/>
                  </a:lnTo>
                  <a:lnTo>
                    <a:pt x="37245" y="272382"/>
                  </a:lnTo>
                  <a:lnTo>
                    <a:pt x="40647" y="276448"/>
                  </a:lnTo>
                  <a:lnTo>
                    <a:pt x="44175" y="280404"/>
                  </a:lnTo>
                  <a:lnTo>
                    <a:pt x="47828" y="284246"/>
                  </a:lnTo>
                  <a:lnTo>
                    <a:pt x="51600" y="287970"/>
                  </a:lnTo>
                  <a:lnTo>
                    <a:pt x="55488" y="291573"/>
                  </a:lnTo>
                  <a:lnTo>
                    <a:pt x="59489" y="295051"/>
                  </a:lnTo>
                  <a:lnTo>
                    <a:pt x="63598" y="298400"/>
                  </a:lnTo>
                  <a:lnTo>
                    <a:pt x="67811" y="301618"/>
                  </a:lnTo>
                  <a:lnTo>
                    <a:pt x="72124" y="304700"/>
                  </a:lnTo>
                  <a:lnTo>
                    <a:pt x="76532" y="307643"/>
                  </a:lnTo>
                  <a:lnTo>
                    <a:pt x="81032" y="310446"/>
                  </a:lnTo>
                  <a:lnTo>
                    <a:pt x="85618" y="313104"/>
                  </a:lnTo>
                  <a:lnTo>
                    <a:pt x="90286" y="315616"/>
                  </a:lnTo>
                  <a:lnTo>
                    <a:pt x="95032" y="317979"/>
                  </a:lnTo>
                  <a:lnTo>
                    <a:pt x="99850" y="320189"/>
                  </a:lnTo>
                  <a:lnTo>
                    <a:pt x="104736" y="322246"/>
                  </a:lnTo>
                  <a:lnTo>
                    <a:pt x="109684" y="324147"/>
                  </a:lnTo>
                  <a:lnTo>
                    <a:pt x="114690" y="325890"/>
                  </a:lnTo>
                  <a:lnTo>
                    <a:pt x="119750" y="327474"/>
                  </a:lnTo>
                  <a:lnTo>
                    <a:pt x="124856" y="328896"/>
                  </a:lnTo>
                  <a:lnTo>
                    <a:pt x="130005" y="330156"/>
                  </a:lnTo>
                  <a:lnTo>
                    <a:pt x="135192" y="331251"/>
                  </a:lnTo>
                  <a:lnTo>
                    <a:pt x="140411" y="332182"/>
                  </a:lnTo>
                  <a:lnTo>
                    <a:pt x="145656" y="332947"/>
                  </a:lnTo>
                  <a:lnTo>
                    <a:pt x="150923" y="333545"/>
                  </a:lnTo>
                  <a:lnTo>
                    <a:pt x="156207" y="333976"/>
                  </a:lnTo>
                  <a:lnTo>
                    <a:pt x="161501" y="334239"/>
                  </a:lnTo>
                  <a:lnTo>
                    <a:pt x="166802" y="334334"/>
                  </a:lnTo>
                  <a:lnTo>
                    <a:pt x="172102" y="334261"/>
                  </a:lnTo>
                  <a:lnTo>
                    <a:pt x="177398" y="334020"/>
                  </a:lnTo>
                  <a:lnTo>
                    <a:pt x="182683" y="333611"/>
                  </a:lnTo>
                  <a:lnTo>
                    <a:pt x="187953" y="333035"/>
                  </a:lnTo>
                  <a:lnTo>
                    <a:pt x="193201" y="332292"/>
                  </a:lnTo>
                  <a:lnTo>
                    <a:pt x="198424" y="331383"/>
                  </a:lnTo>
                  <a:lnTo>
                    <a:pt x="203615" y="330308"/>
                  </a:lnTo>
                  <a:lnTo>
                    <a:pt x="208769" y="329070"/>
                  </a:lnTo>
                  <a:lnTo>
                    <a:pt x="213882" y="327669"/>
                  </a:lnTo>
                  <a:lnTo>
                    <a:pt x="218947" y="326107"/>
                  </a:lnTo>
                  <a:lnTo>
                    <a:pt x="223961" y="324384"/>
                  </a:lnTo>
                  <a:lnTo>
                    <a:pt x="228917" y="322504"/>
                  </a:lnTo>
                  <a:lnTo>
                    <a:pt x="233811" y="320467"/>
                  </a:lnTo>
                  <a:lnTo>
                    <a:pt x="238639" y="318277"/>
                  </a:lnTo>
                  <a:lnTo>
                    <a:pt x="243394" y="315934"/>
                  </a:lnTo>
                  <a:lnTo>
                    <a:pt x="248072" y="313442"/>
                  </a:lnTo>
                  <a:lnTo>
                    <a:pt x="252670" y="310802"/>
                  </a:lnTo>
                  <a:lnTo>
                    <a:pt x="257181" y="308018"/>
                  </a:lnTo>
                  <a:lnTo>
                    <a:pt x="261602" y="305093"/>
                  </a:lnTo>
                  <a:lnTo>
                    <a:pt x="265927" y="302029"/>
                  </a:lnTo>
                  <a:lnTo>
                    <a:pt x="270154" y="298829"/>
                  </a:lnTo>
                  <a:lnTo>
                    <a:pt x="274277" y="295497"/>
                  </a:lnTo>
                  <a:lnTo>
                    <a:pt x="278292" y="292036"/>
                  </a:lnTo>
                  <a:lnTo>
                    <a:pt x="282195" y="288449"/>
                  </a:lnTo>
                  <a:lnTo>
                    <a:pt x="285983" y="284740"/>
                  </a:lnTo>
                  <a:lnTo>
                    <a:pt x="289651" y="280913"/>
                  </a:lnTo>
                  <a:lnTo>
                    <a:pt x="293196" y="276972"/>
                  </a:lnTo>
                  <a:lnTo>
                    <a:pt x="296614" y="272920"/>
                  </a:lnTo>
                  <a:lnTo>
                    <a:pt x="299902" y="268762"/>
                  </a:lnTo>
                  <a:lnTo>
                    <a:pt x="303056" y="264501"/>
                  </a:lnTo>
                  <a:lnTo>
                    <a:pt x="306074" y="260143"/>
                  </a:lnTo>
                  <a:lnTo>
                    <a:pt x="308952" y="255692"/>
                  </a:lnTo>
                  <a:lnTo>
                    <a:pt x="311688" y="251151"/>
                  </a:lnTo>
                  <a:lnTo>
                    <a:pt x="314278" y="246526"/>
                  </a:lnTo>
                  <a:lnTo>
                    <a:pt x="316720" y="241821"/>
                  </a:lnTo>
                  <a:lnTo>
                    <a:pt x="319012" y="237041"/>
                  </a:lnTo>
                  <a:lnTo>
                    <a:pt x="321151" y="232191"/>
                  </a:lnTo>
                  <a:lnTo>
                    <a:pt x="323136" y="227275"/>
                  </a:lnTo>
                  <a:lnTo>
                    <a:pt x="324963" y="222299"/>
                  </a:lnTo>
                  <a:lnTo>
                    <a:pt x="326632" y="217267"/>
                  </a:lnTo>
                  <a:lnTo>
                    <a:pt x="328140" y="212185"/>
                  </a:lnTo>
                  <a:lnTo>
                    <a:pt x="329487" y="207058"/>
                  </a:lnTo>
                  <a:lnTo>
                    <a:pt x="330670" y="201891"/>
                  </a:lnTo>
                  <a:lnTo>
                    <a:pt x="331689" y="196689"/>
                  </a:lnTo>
                  <a:lnTo>
                    <a:pt x="332542" y="191457"/>
                  </a:lnTo>
                  <a:lnTo>
                    <a:pt x="333229" y="186200"/>
                  </a:lnTo>
                  <a:lnTo>
                    <a:pt x="333749" y="180925"/>
                  </a:lnTo>
                  <a:lnTo>
                    <a:pt x="334101" y="175636"/>
                  </a:lnTo>
                  <a:lnTo>
                    <a:pt x="334286" y="170338"/>
                  </a:lnTo>
                  <a:lnTo>
                    <a:pt x="334302" y="165037"/>
                  </a:lnTo>
                  <a:lnTo>
                    <a:pt x="334151" y="159738"/>
                  </a:lnTo>
                  <a:lnTo>
                    <a:pt x="333831" y="154447"/>
                  </a:lnTo>
                  <a:lnTo>
                    <a:pt x="333344" y="149168"/>
                  </a:lnTo>
                  <a:lnTo>
                    <a:pt x="332690" y="14390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90748" y="2638061"/>
              <a:ext cx="165541" cy="162169"/>
            </a:xfrm>
            <a:custGeom>
              <a:avLst/>
              <a:pathLst>
                <a:path w="165541" h="162169">
                  <a:moveTo>
                    <a:pt x="165541" y="138910"/>
                  </a:moveTo>
                  <a:lnTo>
                    <a:pt x="164685" y="133469"/>
                  </a:lnTo>
                  <a:lnTo>
                    <a:pt x="163650" y="128060"/>
                  </a:lnTo>
                  <a:lnTo>
                    <a:pt x="162438" y="122688"/>
                  </a:lnTo>
                  <a:lnTo>
                    <a:pt x="161049" y="117359"/>
                  </a:lnTo>
                  <a:lnTo>
                    <a:pt x="159486" y="112078"/>
                  </a:lnTo>
                  <a:lnTo>
                    <a:pt x="157749" y="106852"/>
                  </a:lnTo>
                  <a:lnTo>
                    <a:pt x="155841" y="101685"/>
                  </a:lnTo>
                  <a:lnTo>
                    <a:pt x="153764" y="96585"/>
                  </a:lnTo>
                  <a:lnTo>
                    <a:pt x="151520" y="91555"/>
                  </a:lnTo>
                  <a:lnTo>
                    <a:pt x="149112" y="86602"/>
                  </a:lnTo>
                  <a:lnTo>
                    <a:pt x="146542" y="81732"/>
                  </a:lnTo>
                  <a:lnTo>
                    <a:pt x="143813" y="76948"/>
                  </a:lnTo>
                  <a:lnTo>
                    <a:pt x="140928" y="72257"/>
                  </a:lnTo>
                  <a:lnTo>
                    <a:pt x="137889" y="67664"/>
                  </a:lnTo>
                  <a:lnTo>
                    <a:pt x="134701" y="63173"/>
                  </a:lnTo>
                  <a:lnTo>
                    <a:pt x="131367" y="58789"/>
                  </a:lnTo>
                  <a:lnTo>
                    <a:pt x="127891" y="54518"/>
                  </a:lnTo>
                  <a:lnTo>
                    <a:pt x="124275" y="50364"/>
                  </a:lnTo>
                  <a:lnTo>
                    <a:pt x="120525" y="46331"/>
                  </a:lnTo>
                  <a:lnTo>
                    <a:pt x="116644" y="42423"/>
                  </a:lnTo>
                  <a:lnTo>
                    <a:pt x="112636" y="38646"/>
                  </a:lnTo>
                  <a:lnTo>
                    <a:pt x="108506" y="35003"/>
                  </a:lnTo>
                  <a:lnTo>
                    <a:pt x="104258" y="31498"/>
                  </a:lnTo>
                  <a:lnTo>
                    <a:pt x="99897" y="28134"/>
                  </a:lnTo>
                  <a:lnTo>
                    <a:pt x="95428" y="24916"/>
                  </a:lnTo>
                  <a:lnTo>
                    <a:pt x="90855" y="21847"/>
                  </a:lnTo>
                  <a:lnTo>
                    <a:pt x="86183" y="18931"/>
                  </a:lnTo>
                  <a:lnTo>
                    <a:pt x="81418" y="16170"/>
                  </a:lnTo>
                  <a:lnTo>
                    <a:pt x="76565" y="13567"/>
                  </a:lnTo>
                  <a:lnTo>
                    <a:pt x="71628" y="11125"/>
                  </a:lnTo>
                  <a:lnTo>
                    <a:pt x="66614" y="8848"/>
                  </a:lnTo>
                  <a:lnTo>
                    <a:pt x="61527" y="6737"/>
                  </a:lnTo>
                  <a:lnTo>
                    <a:pt x="56374" y="4794"/>
                  </a:lnTo>
                  <a:lnTo>
                    <a:pt x="51159" y="3023"/>
                  </a:lnTo>
                  <a:lnTo>
                    <a:pt x="45889" y="1424"/>
                  </a:lnTo>
                  <a:lnTo>
                    <a:pt x="40569" y="0"/>
                  </a:lnTo>
                  <a:lnTo>
                    <a:pt x="0" y="1621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90748" y="2633064"/>
              <a:ext cx="40569" cy="167167"/>
            </a:xfrm>
            <a:custGeom>
              <a:avLst/>
              <a:pathLst>
                <a:path w="40569" h="167167">
                  <a:moveTo>
                    <a:pt x="40569" y="4997"/>
                  </a:moveTo>
                  <a:lnTo>
                    <a:pt x="33912" y="3475"/>
                  </a:lnTo>
                  <a:lnTo>
                    <a:pt x="27197" y="2227"/>
                  </a:lnTo>
                  <a:lnTo>
                    <a:pt x="20438" y="1254"/>
                  </a:lnTo>
                  <a:lnTo>
                    <a:pt x="13644" y="557"/>
                  </a:lnTo>
                  <a:lnTo>
                    <a:pt x="6827" y="13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358821" y="3170392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0" y="751"/>
                  </a:lnTo>
                  <a:lnTo>
                    <a:pt x="146078" y="1334"/>
                  </a:lnTo>
                  <a:lnTo>
                    <a:pt x="140848" y="2083"/>
                  </a:lnTo>
                  <a:lnTo>
                    <a:pt x="135643" y="2997"/>
                  </a:lnTo>
                  <a:lnTo>
                    <a:pt x="130471" y="4075"/>
                  </a:lnTo>
                  <a:lnTo>
                    <a:pt x="125334" y="5316"/>
                  </a:lnTo>
                  <a:lnTo>
                    <a:pt x="120240" y="6719"/>
                  </a:lnTo>
                  <a:lnTo>
                    <a:pt x="115192" y="8282"/>
                  </a:lnTo>
                  <a:lnTo>
                    <a:pt x="110197" y="10004"/>
                  </a:lnTo>
                  <a:lnTo>
                    <a:pt x="105258" y="11883"/>
                  </a:lnTo>
                  <a:lnTo>
                    <a:pt x="100381" y="13917"/>
                  </a:lnTo>
                  <a:lnTo>
                    <a:pt x="95571" y="16104"/>
                  </a:lnTo>
                  <a:lnTo>
                    <a:pt x="90832" y="18442"/>
                  </a:lnTo>
                  <a:lnTo>
                    <a:pt x="86170" y="20928"/>
                  </a:lnTo>
                  <a:lnTo>
                    <a:pt x="81589" y="23561"/>
                  </a:lnTo>
                  <a:lnTo>
                    <a:pt x="77093" y="26337"/>
                  </a:lnTo>
                  <a:lnTo>
                    <a:pt x="72687" y="29254"/>
                  </a:lnTo>
                  <a:lnTo>
                    <a:pt x="68375" y="32309"/>
                  </a:lnTo>
                  <a:lnTo>
                    <a:pt x="64162" y="35498"/>
                  </a:lnTo>
                  <a:lnTo>
                    <a:pt x="60052" y="38819"/>
                  </a:lnTo>
                  <a:lnTo>
                    <a:pt x="56049" y="42269"/>
                  </a:lnTo>
                  <a:lnTo>
                    <a:pt x="52158" y="45843"/>
                  </a:lnTo>
                  <a:lnTo>
                    <a:pt x="48380" y="49538"/>
                  </a:lnTo>
                  <a:lnTo>
                    <a:pt x="44722" y="53351"/>
                  </a:lnTo>
                  <a:lnTo>
                    <a:pt x="41186" y="57277"/>
                  </a:lnTo>
                  <a:lnTo>
                    <a:pt x="37776" y="61313"/>
                  </a:lnTo>
                  <a:lnTo>
                    <a:pt x="34495" y="65455"/>
                  </a:lnTo>
                  <a:lnTo>
                    <a:pt x="31347" y="69699"/>
                  </a:lnTo>
                  <a:lnTo>
                    <a:pt x="28334" y="74040"/>
                  </a:lnTo>
                  <a:lnTo>
                    <a:pt x="25460" y="78474"/>
                  </a:lnTo>
                  <a:lnTo>
                    <a:pt x="22728" y="82997"/>
                  </a:lnTo>
                  <a:lnTo>
                    <a:pt x="20140" y="87604"/>
                  </a:lnTo>
                  <a:lnTo>
                    <a:pt x="17699" y="92290"/>
                  </a:lnTo>
                  <a:lnTo>
                    <a:pt x="15407" y="97051"/>
                  </a:lnTo>
                  <a:lnTo>
                    <a:pt x="13267" y="101882"/>
                  </a:lnTo>
                  <a:lnTo>
                    <a:pt x="11280" y="106779"/>
                  </a:lnTo>
                  <a:lnTo>
                    <a:pt x="9449" y="111736"/>
                  </a:lnTo>
                  <a:lnTo>
                    <a:pt x="7776" y="116748"/>
                  </a:lnTo>
                  <a:lnTo>
                    <a:pt x="6262" y="121810"/>
                  </a:lnTo>
                  <a:lnTo>
                    <a:pt x="4909" y="126918"/>
                  </a:lnTo>
                  <a:lnTo>
                    <a:pt x="3718" y="132066"/>
                  </a:lnTo>
                  <a:lnTo>
                    <a:pt x="2691" y="137249"/>
                  </a:lnTo>
                  <a:lnTo>
                    <a:pt x="1827" y="142462"/>
                  </a:lnTo>
                  <a:lnTo>
                    <a:pt x="1129" y="147700"/>
                  </a:lnTo>
                  <a:lnTo>
                    <a:pt x="597" y="152957"/>
                  </a:lnTo>
                  <a:lnTo>
                    <a:pt x="231" y="158228"/>
                  </a:lnTo>
                  <a:lnTo>
                    <a:pt x="32" y="163509"/>
                  </a:lnTo>
                  <a:lnTo>
                    <a:pt x="0" y="168792"/>
                  </a:lnTo>
                  <a:lnTo>
                    <a:pt x="134" y="174075"/>
                  </a:lnTo>
                  <a:lnTo>
                    <a:pt x="436" y="179350"/>
                  </a:lnTo>
                  <a:lnTo>
                    <a:pt x="904" y="184613"/>
                  </a:lnTo>
                  <a:lnTo>
                    <a:pt x="1539" y="189859"/>
                  </a:lnTo>
                  <a:lnTo>
                    <a:pt x="2339" y="195082"/>
                  </a:lnTo>
                  <a:lnTo>
                    <a:pt x="3303" y="200277"/>
                  </a:lnTo>
                  <a:lnTo>
                    <a:pt x="4432" y="205440"/>
                  </a:lnTo>
                  <a:lnTo>
                    <a:pt x="5723" y="210564"/>
                  </a:lnTo>
                  <a:lnTo>
                    <a:pt x="7175" y="215644"/>
                  </a:lnTo>
                  <a:lnTo>
                    <a:pt x="8787" y="220676"/>
                  </a:lnTo>
                  <a:lnTo>
                    <a:pt x="10557" y="225655"/>
                  </a:lnTo>
                  <a:lnTo>
                    <a:pt x="12484" y="230575"/>
                  </a:lnTo>
                  <a:lnTo>
                    <a:pt x="14565" y="235432"/>
                  </a:lnTo>
                  <a:lnTo>
                    <a:pt x="16799" y="240220"/>
                  </a:lnTo>
                  <a:lnTo>
                    <a:pt x="19183" y="244936"/>
                  </a:lnTo>
                  <a:lnTo>
                    <a:pt x="21715" y="249574"/>
                  </a:lnTo>
                  <a:lnTo>
                    <a:pt x="24392" y="254130"/>
                  </a:lnTo>
                  <a:lnTo>
                    <a:pt x="27212" y="258598"/>
                  </a:lnTo>
                  <a:lnTo>
                    <a:pt x="30171" y="262976"/>
                  </a:lnTo>
                  <a:lnTo>
                    <a:pt x="33268" y="267257"/>
                  </a:lnTo>
                  <a:lnTo>
                    <a:pt x="36498" y="271439"/>
                  </a:lnTo>
                  <a:lnTo>
                    <a:pt x="39859" y="275517"/>
                  </a:lnTo>
                  <a:lnTo>
                    <a:pt x="43347" y="279486"/>
                  </a:lnTo>
                  <a:lnTo>
                    <a:pt x="46959" y="283343"/>
                  </a:lnTo>
                  <a:lnTo>
                    <a:pt x="50690" y="287084"/>
                  </a:lnTo>
                  <a:lnTo>
                    <a:pt x="54539" y="290705"/>
                  </a:lnTo>
                  <a:lnTo>
                    <a:pt x="58499" y="294202"/>
                  </a:lnTo>
                  <a:lnTo>
                    <a:pt x="62569" y="297573"/>
                  </a:lnTo>
                  <a:lnTo>
                    <a:pt x="66742" y="300814"/>
                  </a:lnTo>
                  <a:lnTo>
                    <a:pt x="71016" y="303921"/>
                  </a:lnTo>
                  <a:lnTo>
                    <a:pt x="75387" y="306891"/>
                  </a:lnTo>
                  <a:lnTo>
                    <a:pt x="79848" y="309722"/>
                  </a:lnTo>
                  <a:lnTo>
                    <a:pt x="84398" y="312410"/>
                  </a:lnTo>
                  <a:lnTo>
                    <a:pt x="89029" y="314953"/>
                  </a:lnTo>
                  <a:lnTo>
                    <a:pt x="93739" y="317348"/>
                  </a:lnTo>
                  <a:lnTo>
                    <a:pt x="98522" y="319594"/>
                  </a:lnTo>
                  <a:lnTo>
                    <a:pt x="103374" y="321687"/>
                  </a:lnTo>
                  <a:lnTo>
                    <a:pt x="108290" y="323626"/>
                  </a:lnTo>
                  <a:lnTo>
                    <a:pt x="113264" y="325408"/>
                  </a:lnTo>
                  <a:lnTo>
                    <a:pt x="118292" y="327032"/>
                  </a:lnTo>
                  <a:lnTo>
                    <a:pt x="123369" y="328497"/>
                  </a:lnTo>
                  <a:lnTo>
                    <a:pt x="128490" y="329800"/>
                  </a:lnTo>
                  <a:lnTo>
                    <a:pt x="133649" y="330941"/>
                  </a:lnTo>
                  <a:lnTo>
                    <a:pt x="138842" y="331919"/>
                  </a:lnTo>
                  <a:lnTo>
                    <a:pt x="144063" y="332731"/>
                  </a:lnTo>
                  <a:lnTo>
                    <a:pt x="149307" y="333378"/>
                  </a:lnTo>
                  <a:lnTo>
                    <a:pt x="154569" y="333860"/>
                  </a:lnTo>
                  <a:lnTo>
                    <a:pt x="159844" y="334174"/>
                  </a:lnTo>
                  <a:lnTo>
                    <a:pt x="165126" y="334322"/>
                  </a:lnTo>
                  <a:lnTo>
                    <a:pt x="170410" y="334303"/>
                  </a:lnTo>
                  <a:lnTo>
                    <a:pt x="175691" y="334117"/>
                  </a:lnTo>
                  <a:lnTo>
                    <a:pt x="180963" y="333763"/>
                  </a:lnTo>
                  <a:lnTo>
                    <a:pt x="186221" y="333244"/>
                  </a:lnTo>
                  <a:lnTo>
                    <a:pt x="191461" y="332559"/>
                  </a:lnTo>
                  <a:lnTo>
                    <a:pt x="196676" y="331708"/>
                  </a:lnTo>
                  <a:lnTo>
                    <a:pt x="201861" y="330693"/>
                  </a:lnTo>
                  <a:lnTo>
                    <a:pt x="207012" y="329514"/>
                  </a:lnTo>
                  <a:lnTo>
                    <a:pt x="212123" y="328174"/>
                  </a:lnTo>
                  <a:lnTo>
                    <a:pt x="217190" y="326672"/>
                  </a:lnTo>
                  <a:lnTo>
                    <a:pt x="222206" y="325011"/>
                  </a:lnTo>
                  <a:lnTo>
                    <a:pt x="227167" y="323193"/>
                  </a:lnTo>
                  <a:lnTo>
                    <a:pt x="232068" y="321218"/>
                  </a:lnTo>
                  <a:lnTo>
                    <a:pt x="236905" y="319090"/>
                  </a:lnTo>
                  <a:lnTo>
                    <a:pt x="241671" y="316809"/>
                  </a:lnTo>
                  <a:lnTo>
                    <a:pt x="246363" y="314380"/>
                  </a:lnTo>
                  <a:lnTo>
                    <a:pt x="250977" y="311803"/>
                  </a:lnTo>
                  <a:lnTo>
                    <a:pt x="255506" y="309082"/>
                  </a:lnTo>
                  <a:lnTo>
                    <a:pt x="259947" y="306218"/>
                  </a:lnTo>
                  <a:lnTo>
                    <a:pt x="264295" y="303216"/>
                  </a:lnTo>
                  <a:lnTo>
                    <a:pt x="268547" y="300078"/>
                  </a:lnTo>
                  <a:lnTo>
                    <a:pt x="272697" y="296808"/>
                  </a:lnTo>
                  <a:lnTo>
                    <a:pt x="276741" y="293407"/>
                  </a:lnTo>
                  <a:lnTo>
                    <a:pt x="280677" y="289881"/>
                  </a:lnTo>
                  <a:lnTo>
                    <a:pt x="284498" y="286232"/>
                  </a:lnTo>
                  <a:lnTo>
                    <a:pt x="288203" y="282464"/>
                  </a:lnTo>
                  <a:lnTo>
                    <a:pt x="291786" y="278581"/>
                  </a:lnTo>
                  <a:lnTo>
                    <a:pt x="295245" y="274586"/>
                  </a:lnTo>
                  <a:lnTo>
                    <a:pt x="298576" y="270484"/>
                  </a:lnTo>
                  <a:lnTo>
                    <a:pt x="301776" y="266279"/>
                  </a:lnTo>
                  <a:lnTo>
                    <a:pt x="304841" y="261975"/>
                  </a:lnTo>
                  <a:lnTo>
                    <a:pt x="307769" y="257576"/>
                  </a:lnTo>
                  <a:lnTo>
                    <a:pt x="310556" y="253087"/>
                  </a:lnTo>
                  <a:lnTo>
                    <a:pt x="313200" y="248512"/>
                  </a:lnTo>
                  <a:lnTo>
                    <a:pt x="315698" y="243856"/>
                  </a:lnTo>
                  <a:lnTo>
                    <a:pt x="318047" y="239123"/>
                  </a:lnTo>
                  <a:lnTo>
                    <a:pt x="320246" y="234318"/>
                  </a:lnTo>
                  <a:lnTo>
                    <a:pt x="322292" y="229446"/>
                  </a:lnTo>
                  <a:lnTo>
                    <a:pt x="324183" y="224512"/>
                  </a:lnTo>
                  <a:lnTo>
                    <a:pt x="325917" y="219521"/>
                  </a:lnTo>
                  <a:lnTo>
                    <a:pt x="327492" y="214477"/>
                  </a:lnTo>
                  <a:lnTo>
                    <a:pt x="328907" y="209386"/>
                  </a:lnTo>
                  <a:lnTo>
                    <a:pt x="330161" y="204253"/>
                  </a:lnTo>
                  <a:lnTo>
                    <a:pt x="331251" y="199083"/>
                  </a:lnTo>
                  <a:lnTo>
                    <a:pt x="332178" y="193881"/>
                  </a:lnTo>
                  <a:lnTo>
                    <a:pt x="332940" y="188652"/>
                  </a:lnTo>
                  <a:lnTo>
                    <a:pt x="333536" y="183402"/>
                  </a:lnTo>
                  <a:lnTo>
                    <a:pt x="333966" y="178135"/>
                  </a:lnTo>
                  <a:lnTo>
                    <a:pt x="334230" y="172858"/>
                  </a:lnTo>
                  <a:lnTo>
                    <a:pt x="334326" y="167575"/>
                  </a:lnTo>
                  <a:lnTo>
                    <a:pt x="334255" y="162291"/>
                  </a:lnTo>
                  <a:lnTo>
                    <a:pt x="334018" y="157012"/>
                  </a:lnTo>
                  <a:lnTo>
                    <a:pt x="333613" y="151744"/>
                  </a:lnTo>
                  <a:lnTo>
                    <a:pt x="333043" y="146491"/>
                  </a:lnTo>
                  <a:lnTo>
                    <a:pt x="332307" y="141258"/>
                  </a:lnTo>
                  <a:lnTo>
                    <a:pt x="331405" y="136052"/>
                  </a:lnTo>
                  <a:lnTo>
                    <a:pt x="330340" y="130876"/>
                  </a:lnTo>
                  <a:lnTo>
                    <a:pt x="329111" y="125737"/>
                  </a:lnTo>
                  <a:lnTo>
                    <a:pt x="327721" y="120639"/>
                  </a:lnTo>
                  <a:lnTo>
                    <a:pt x="326170" y="115588"/>
                  </a:lnTo>
                  <a:lnTo>
                    <a:pt x="324461" y="110588"/>
                  </a:lnTo>
                  <a:lnTo>
                    <a:pt x="322594" y="105645"/>
                  </a:lnTo>
                  <a:lnTo>
                    <a:pt x="320572" y="100763"/>
                  </a:lnTo>
                  <a:lnTo>
                    <a:pt x="318396" y="95947"/>
                  </a:lnTo>
                  <a:lnTo>
                    <a:pt x="316070" y="91203"/>
                  </a:lnTo>
                  <a:lnTo>
                    <a:pt x="313595" y="86535"/>
                  </a:lnTo>
                  <a:lnTo>
                    <a:pt x="310973" y="81947"/>
                  </a:lnTo>
                  <a:lnTo>
                    <a:pt x="308208" y="77444"/>
                  </a:lnTo>
                  <a:lnTo>
                    <a:pt x="305302" y="73031"/>
                  </a:lnTo>
                  <a:lnTo>
                    <a:pt x="302258" y="68712"/>
                  </a:lnTo>
                  <a:lnTo>
                    <a:pt x="299078" y="64492"/>
                  </a:lnTo>
                  <a:lnTo>
                    <a:pt x="295767" y="60374"/>
                  </a:lnTo>
                  <a:lnTo>
                    <a:pt x="292328" y="56362"/>
                  </a:lnTo>
                  <a:lnTo>
                    <a:pt x="288763" y="52462"/>
                  </a:lnTo>
                  <a:lnTo>
                    <a:pt x="285077" y="48676"/>
                  </a:lnTo>
                  <a:lnTo>
                    <a:pt x="281274" y="45008"/>
                  </a:lnTo>
                  <a:lnTo>
                    <a:pt x="277356" y="41462"/>
                  </a:lnTo>
                  <a:lnTo>
                    <a:pt x="273328" y="38042"/>
                  </a:lnTo>
                  <a:lnTo>
                    <a:pt x="269194" y="34751"/>
                  </a:lnTo>
                  <a:lnTo>
                    <a:pt x="264958" y="31593"/>
                  </a:lnTo>
                  <a:lnTo>
                    <a:pt x="260624" y="28569"/>
                  </a:lnTo>
                  <a:lnTo>
                    <a:pt x="256197" y="25685"/>
                  </a:lnTo>
                  <a:lnTo>
                    <a:pt x="251681" y="22941"/>
                  </a:lnTo>
                  <a:lnTo>
                    <a:pt x="247080" y="20342"/>
                  </a:lnTo>
                  <a:lnTo>
                    <a:pt x="242400" y="17890"/>
                  </a:lnTo>
                  <a:lnTo>
                    <a:pt x="237645" y="15586"/>
                  </a:lnTo>
                  <a:lnTo>
                    <a:pt x="232819" y="13434"/>
                  </a:lnTo>
                  <a:lnTo>
                    <a:pt x="227927" y="1143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181828"/>
              <a:ext cx="60767" cy="155731"/>
            </a:xfrm>
            <a:custGeom>
              <a:avLst/>
              <a:pathLst>
                <a:path w="60767" h="155731">
                  <a:moveTo>
                    <a:pt x="60767" y="0"/>
                  </a:moveTo>
                  <a:lnTo>
                    <a:pt x="0" y="1557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176279"/>
              <a:ext cx="60767" cy="161280"/>
            </a:xfrm>
            <a:custGeom>
              <a:avLst/>
              <a:pathLst>
                <a:path w="60767" h="161280">
                  <a:moveTo>
                    <a:pt x="60767" y="5548"/>
                  </a:moveTo>
                  <a:lnTo>
                    <a:pt x="52444" y="2552"/>
                  </a:lnTo>
                  <a:lnTo>
                    <a:pt x="43973" y="0"/>
                  </a:lnTo>
                  <a:lnTo>
                    <a:pt x="0" y="1612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170392"/>
              <a:ext cx="43973" cy="167167"/>
            </a:xfrm>
            <a:custGeom>
              <a:avLst/>
              <a:pathLst>
                <a:path w="43973" h="167167">
                  <a:moveTo>
                    <a:pt x="43973" y="5887"/>
                  </a:moveTo>
                  <a:lnTo>
                    <a:pt x="37810" y="4332"/>
                  </a:lnTo>
                  <a:lnTo>
                    <a:pt x="31592" y="3012"/>
                  </a:lnTo>
                  <a:lnTo>
                    <a:pt x="25329" y="1930"/>
                  </a:lnTo>
                  <a:lnTo>
                    <a:pt x="19028" y="1086"/>
                  </a:lnTo>
                  <a:lnTo>
                    <a:pt x="12701" y="483"/>
                  </a:lnTo>
                  <a:lnTo>
                    <a:pt x="6355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423597" y="3707720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5" y="5345"/>
                  </a:lnTo>
                  <a:lnTo>
                    <a:pt x="120108" y="6755"/>
                  </a:lnTo>
                  <a:lnTo>
                    <a:pt x="115048" y="8326"/>
                  </a:lnTo>
                  <a:lnTo>
                    <a:pt x="110041" y="10057"/>
                  </a:lnTo>
                  <a:lnTo>
                    <a:pt x="105091" y="11946"/>
                  </a:lnTo>
                  <a:lnTo>
                    <a:pt x="100203" y="13991"/>
                  </a:lnTo>
                  <a:lnTo>
                    <a:pt x="95382" y="16189"/>
                  </a:lnTo>
                  <a:lnTo>
                    <a:pt x="90634" y="18540"/>
                  </a:lnTo>
                  <a:lnTo>
                    <a:pt x="85962" y="21039"/>
                  </a:lnTo>
                  <a:lnTo>
                    <a:pt x="81372" y="23685"/>
                  </a:lnTo>
                  <a:lnTo>
                    <a:pt x="76868" y="26476"/>
                  </a:lnTo>
                  <a:lnTo>
                    <a:pt x="72455" y="29407"/>
                  </a:lnTo>
                  <a:lnTo>
                    <a:pt x="68137" y="32478"/>
                  </a:lnTo>
                  <a:lnTo>
                    <a:pt x="63918" y="35683"/>
                  </a:lnTo>
                  <a:lnTo>
                    <a:pt x="59803" y="39021"/>
                  </a:lnTo>
                  <a:lnTo>
                    <a:pt x="55796" y="42487"/>
                  </a:lnTo>
                  <a:lnTo>
                    <a:pt x="51901" y="46078"/>
                  </a:lnTo>
                  <a:lnTo>
                    <a:pt x="48121" y="49791"/>
                  </a:lnTo>
                  <a:lnTo>
                    <a:pt x="44461" y="53623"/>
                  </a:lnTo>
                  <a:lnTo>
                    <a:pt x="40925" y="57568"/>
                  </a:lnTo>
                  <a:lnTo>
                    <a:pt x="37515" y="61623"/>
                  </a:lnTo>
                  <a:lnTo>
                    <a:pt x="34235" y="65784"/>
                  </a:lnTo>
                  <a:lnTo>
                    <a:pt x="31089" y="70047"/>
                  </a:lnTo>
                  <a:lnTo>
                    <a:pt x="28080" y="74408"/>
                  </a:lnTo>
                  <a:lnTo>
                    <a:pt x="25210" y="78862"/>
                  </a:lnTo>
                  <a:lnTo>
                    <a:pt x="22483" y="83404"/>
                  </a:lnTo>
                  <a:lnTo>
                    <a:pt x="19901" y="88031"/>
                  </a:lnTo>
                  <a:lnTo>
                    <a:pt x="17467" y="92737"/>
                  </a:lnTo>
                  <a:lnTo>
                    <a:pt x="15184" y="97518"/>
                  </a:lnTo>
                  <a:lnTo>
                    <a:pt x="13053" y="102369"/>
                  </a:lnTo>
                  <a:lnTo>
                    <a:pt x="11077" y="107285"/>
                  </a:lnTo>
                  <a:lnTo>
                    <a:pt x="9257" y="112261"/>
                  </a:lnTo>
                  <a:lnTo>
                    <a:pt x="7597" y="117292"/>
                  </a:lnTo>
                  <a:lnTo>
                    <a:pt x="6096" y="122373"/>
                  </a:lnTo>
                  <a:lnTo>
                    <a:pt x="4758" y="127500"/>
                  </a:lnTo>
                  <a:lnTo>
                    <a:pt x="3582" y="132666"/>
                  </a:lnTo>
                  <a:lnTo>
                    <a:pt x="2571" y="137867"/>
                  </a:lnTo>
                  <a:lnTo>
                    <a:pt x="1725" y="143097"/>
                  </a:lnTo>
                  <a:lnTo>
                    <a:pt x="1045" y="148352"/>
                  </a:lnTo>
                  <a:lnTo>
                    <a:pt x="533" y="153625"/>
                  </a:lnTo>
                  <a:lnTo>
                    <a:pt x="187" y="158912"/>
                  </a:lnTo>
                  <a:lnTo>
                    <a:pt x="9" y="164207"/>
                  </a:lnTo>
                  <a:lnTo>
                    <a:pt x="0" y="169506"/>
                  </a:lnTo>
                  <a:lnTo>
                    <a:pt x="158" y="174802"/>
                  </a:lnTo>
                  <a:lnTo>
                    <a:pt x="483" y="180090"/>
                  </a:lnTo>
                  <a:lnTo>
                    <a:pt x="977" y="185365"/>
                  </a:lnTo>
                  <a:lnTo>
                    <a:pt x="1637" y="190622"/>
                  </a:lnTo>
                  <a:lnTo>
                    <a:pt x="2463" y="195856"/>
                  </a:lnTo>
                  <a:lnTo>
                    <a:pt x="3455" y="201060"/>
                  </a:lnTo>
                  <a:lnTo>
                    <a:pt x="4611" y="206231"/>
                  </a:lnTo>
                  <a:lnTo>
                    <a:pt x="5931" y="211362"/>
                  </a:lnTo>
                  <a:lnTo>
                    <a:pt x="7413" y="216449"/>
                  </a:lnTo>
                  <a:lnTo>
                    <a:pt x="9055" y="221486"/>
                  </a:lnTo>
                  <a:lnTo>
                    <a:pt x="10855" y="226469"/>
                  </a:lnTo>
                  <a:lnTo>
                    <a:pt x="12813" y="231392"/>
                  </a:lnTo>
                  <a:lnTo>
                    <a:pt x="14926" y="236251"/>
                  </a:lnTo>
                  <a:lnTo>
                    <a:pt x="17192" y="241041"/>
                  </a:lnTo>
                  <a:lnTo>
                    <a:pt x="19608" y="245756"/>
                  </a:lnTo>
                  <a:lnTo>
                    <a:pt x="22173" y="250392"/>
                  </a:lnTo>
                  <a:lnTo>
                    <a:pt x="24883" y="254945"/>
                  </a:lnTo>
                  <a:lnTo>
                    <a:pt x="27736" y="259409"/>
                  </a:lnTo>
                  <a:lnTo>
                    <a:pt x="30729" y="263781"/>
                  </a:lnTo>
                  <a:lnTo>
                    <a:pt x="33860" y="268055"/>
                  </a:lnTo>
                  <a:lnTo>
                    <a:pt x="37124" y="272229"/>
                  </a:lnTo>
                  <a:lnTo>
                    <a:pt x="40519" y="276297"/>
                  </a:lnTo>
                  <a:lnTo>
                    <a:pt x="44041" y="280255"/>
                  </a:lnTo>
                  <a:lnTo>
                    <a:pt x="47686" y="284099"/>
                  </a:lnTo>
                  <a:lnTo>
                    <a:pt x="51452" y="287827"/>
                  </a:lnTo>
                  <a:lnTo>
                    <a:pt x="55334" y="291433"/>
                  </a:lnTo>
                  <a:lnTo>
                    <a:pt x="59328" y="294914"/>
                  </a:lnTo>
                  <a:lnTo>
                    <a:pt x="63430" y="298266"/>
                  </a:lnTo>
                  <a:lnTo>
                    <a:pt x="67637" y="301488"/>
                  </a:lnTo>
                  <a:lnTo>
                    <a:pt x="71944" y="304574"/>
                  </a:lnTo>
                  <a:lnTo>
                    <a:pt x="76346" y="307522"/>
                  </a:lnTo>
                  <a:lnTo>
                    <a:pt x="80840" y="310329"/>
                  </a:lnTo>
                  <a:lnTo>
                    <a:pt x="85420" y="312992"/>
                  </a:lnTo>
                  <a:lnTo>
                    <a:pt x="90082" y="315509"/>
                  </a:lnTo>
                  <a:lnTo>
                    <a:pt x="94822" y="317877"/>
                  </a:lnTo>
                  <a:lnTo>
                    <a:pt x="99634" y="320093"/>
                  </a:lnTo>
                  <a:lnTo>
                    <a:pt x="104515" y="322156"/>
                  </a:lnTo>
                  <a:lnTo>
                    <a:pt x="109458" y="324063"/>
                  </a:lnTo>
                  <a:lnTo>
                    <a:pt x="114459" y="325813"/>
                  </a:lnTo>
                  <a:lnTo>
                    <a:pt x="119513" y="327403"/>
                  </a:lnTo>
                  <a:lnTo>
                    <a:pt x="124615" y="328832"/>
                  </a:lnTo>
                  <a:lnTo>
                    <a:pt x="129759" y="330099"/>
                  </a:lnTo>
                  <a:lnTo>
                    <a:pt x="134941" y="331202"/>
                  </a:lnTo>
                  <a:lnTo>
                    <a:pt x="140156" y="332140"/>
                  </a:lnTo>
                  <a:lnTo>
                    <a:pt x="145398" y="332913"/>
                  </a:lnTo>
                  <a:lnTo>
                    <a:pt x="150661" y="333519"/>
                  </a:lnTo>
                  <a:lnTo>
                    <a:pt x="155941" y="333958"/>
                  </a:lnTo>
                  <a:lnTo>
                    <a:pt x="161232" y="334230"/>
                  </a:lnTo>
                  <a:lnTo>
                    <a:pt x="166530" y="334333"/>
                  </a:lnTo>
                  <a:lnTo>
                    <a:pt x="171828" y="334269"/>
                  </a:lnTo>
                  <a:lnTo>
                    <a:pt x="177121" y="334037"/>
                  </a:lnTo>
                  <a:lnTo>
                    <a:pt x="182404" y="333637"/>
                  </a:lnTo>
                  <a:lnTo>
                    <a:pt x="187672" y="333070"/>
                  </a:lnTo>
                  <a:lnTo>
                    <a:pt x="192919" y="332336"/>
                  </a:lnTo>
                  <a:lnTo>
                    <a:pt x="198140" y="331437"/>
                  </a:lnTo>
                  <a:lnTo>
                    <a:pt x="203331" y="330372"/>
                  </a:lnTo>
                  <a:lnTo>
                    <a:pt x="208484" y="329144"/>
                  </a:lnTo>
                  <a:lnTo>
                    <a:pt x="213597" y="327752"/>
                  </a:lnTo>
                  <a:lnTo>
                    <a:pt x="218663" y="326200"/>
                  </a:lnTo>
                  <a:lnTo>
                    <a:pt x="223676" y="324488"/>
                  </a:lnTo>
                  <a:lnTo>
                    <a:pt x="228634" y="322617"/>
                  </a:lnTo>
                  <a:lnTo>
                    <a:pt x="233529" y="320591"/>
                  </a:lnTo>
                  <a:lnTo>
                    <a:pt x="238358" y="318410"/>
                  </a:lnTo>
                  <a:lnTo>
                    <a:pt x="243115" y="316078"/>
                  </a:lnTo>
                  <a:lnTo>
                    <a:pt x="247796" y="313595"/>
                  </a:lnTo>
                  <a:lnTo>
                    <a:pt x="252396" y="310966"/>
                  </a:lnTo>
                  <a:lnTo>
                    <a:pt x="256910" y="308192"/>
                  </a:lnTo>
                  <a:lnTo>
                    <a:pt x="261334" y="305277"/>
                  </a:lnTo>
                  <a:lnTo>
                    <a:pt x="265664" y="302223"/>
                  </a:lnTo>
                  <a:lnTo>
                    <a:pt x="269894" y="299033"/>
                  </a:lnTo>
                  <a:lnTo>
                    <a:pt x="274021" y="295711"/>
                  </a:lnTo>
                  <a:lnTo>
                    <a:pt x="278041" y="292260"/>
                  </a:lnTo>
                  <a:lnTo>
                    <a:pt x="281950" y="288683"/>
                  </a:lnTo>
                  <a:lnTo>
                    <a:pt x="285743" y="284984"/>
                  </a:lnTo>
                  <a:lnTo>
                    <a:pt x="289417" y="281166"/>
                  </a:lnTo>
                  <a:lnTo>
                    <a:pt x="292968" y="277234"/>
                  </a:lnTo>
                  <a:lnTo>
                    <a:pt x="296393" y="273192"/>
                  </a:lnTo>
                  <a:lnTo>
                    <a:pt x="299688" y="269043"/>
                  </a:lnTo>
                  <a:lnTo>
                    <a:pt x="302850" y="264791"/>
                  </a:lnTo>
                  <a:lnTo>
                    <a:pt x="305876" y="260442"/>
                  </a:lnTo>
                  <a:lnTo>
                    <a:pt x="308762" y="255999"/>
                  </a:lnTo>
                  <a:lnTo>
                    <a:pt x="311506" y="251467"/>
                  </a:lnTo>
                  <a:lnTo>
                    <a:pt x="314105" y="246850"/>
                  </a:lnTo>
                  <a:lnTo>
                    <a:pt x="316556" y="242152"/>
                  </a:lnTo>
                  <a:lnTo>
                    <a:pt x="318858" y="237380"/>
                  </a:lnTo>
                  <a:lnTo>
                    <a:pt x="321007" y="232537"/>
                  </a:lnTo>
                  <a:lnTo>
                    <a:pt x="323001" y="227629"/>
                  </a:lnTo>
                  <a:lnTo>
                    <a:pt x="324839" y="222659"/>
                  </a:lnTo>
                  <a:lnTo>
                    <a:pt x="326518" y="217634"/>
                  </a:lnTo>
                  <a:lnTo>
                    <a:pt x="328037" y="212558"/>
                  </a:lnTo>
                  <a:lnTo>
                    <a:pt x="329395" y="207437"/>
                  </a:lnTo>
                  <a:lnTo>
                    <a:pt x="330590" y="202275"/>
                  </a:lnTo>
                  <a:lnTo>
                    <a:pt x="331620" y="197078"/>
                  </a:lnTo>
                  <a:lnTo>
                    <a:pt x="332486" y="191851"/>
                  </a:lnTo>
                  <a:lnTo>
                    <a:pt x="333185" y="186599"/>
                  </a:lnTo>
                  <a:lnTo>
                    <a:pt x="333717" y="181328"/>
                  </a:lnTo>
                  <a:lnTo>
                    <a:pt x="334082" y="176042"/>
                  </a:lnTo>
                  <a:lnTo>
                    <a:pt x="334280" y="170747"/>
                  </a:lnTo>
                  <a:lnTo>
                    <a:pt x="334309" y="165449"/>
                  </a:lnTo>
                  <a:lnTo>
                    <a:pt x="334171" y="160153"/>
                  </a:lnTo>
                  <a:lnTo>
                    <a:pt x="333865" y="154863"/>
                  </a:lnTo>
                  <a:lnTo>
                    <a:pt x="333391" y="149586"/>
                  </a:lnTo>
                  <a:lnTo>
                    <a:pt x="332750" y="144327"/>
                  </a:lnTo>
                  <a:lnTo>
                    <a:pt x="331943" y="139090"/>
                  </a:lnTo>
                  <a:lnTo>
                    <a:pt x="330971" y="133882"/>
                  </a:lnTo>
                  <a:lnTo>
                    <a:pt x="329834" y="128707"/>
                  </a:lnTo>
                  <a:lnTo>
                    <a:pt x="328533" y="123571"/>
                  </a:lnTo>
                  <a:lnTo>
                    <a:pt x="327071" y="118479"/>
                  </a:lnTo>
                  <a:lnTo>
                    <a:pt x="325447" y="113435"/>
                  </a:lnTo>
                  <a:lnTo>
                    <a:pt x="323665" y="108446"/>
                  </a:lnTo>
                  <a:lnTo>
                    <a:pt x="321725" y="103515"/>
                  </a:lnTo>
                  <a:lnTo>
                    <a:pt x="319631" y="98649"/>
                  </a:lnTo>
                  <a:lnTo>
                    <a:pt x="317383" y="93851"/>
                  </a:lnTo>
                  <a:lnTo>
                    <a:pt x="314984" y="89127"/>
                  </a:lnTo>
                  <a:lnTo>
                    <a:pt x="312436" y="84481"/>
                  </a:lnTo>
                  <a:lnTo>
                    <a:pt x="309743" y="79918"/>
                  </a:lnTo>
                  <a:lnTo>
                    <a:pt x="306907" y="75443"/>
                  </a:lnTo>
                  <a:lnTo>
                    <a:pt x="303930" y="71060"/>
                  </a:lnTo>
                  <a:lnTo>
                    <a:pt x="300815" y="66774"/>
                  </a:lnTo>
                  <a:lnTo>
                    <a:pt x="297567" y="62589"/>
                  </a:lnTo>
                  <a:lnTo>
                    <a:pt x="294187" y="58508"/>
                  </a:lnTo>
                  <a:lnTo>
                    <a:pt x="290680" y="54537"/>
                  </a:lnTo>
                  <a:lnTo>
                    <a:pt x="287048" y="50679"/>
                  </a:lnTo>
                  <a:lnTo>
                    <a:pt x="283297" y="46938"/>
                  </a:lnTo>
                  <a:lnTo>
                    <a:pt x="279428" y="43317"/>
                  </a:lnTo>
                  <a:lnTo>
                    <a:pt x="275447" y="39822"/>
                  </a:lnTo>
                  <a:lnTo>
                    <a:pt x="271357" y="36454"/>
                  </a:lnTo>
                  <a:lnTo>
                    <a:pt x="267162" y="33217"/>
                  </a:lnTo>
                  <a:lnTo>
                    <a:pt x="262867" y="30115"/>
                  </a:lnTo>
                  <a:lnTo>
                    <a:pt x="258476" y="27150"/>
                  </a:lnTo>
                  <a:lnTo>
                    <a:pt x="253993" y="24326"/>
                  </a:lnTo>
                  <a:lnTo>
                    <a:pt x="249422" y="21646"/>
                  </a:lnTo>
                  <a:lnTo>
                    <a:pt x="244769" y="19112"/>
                  </a:lnTo>
                  <a:lnTo>
                    <a:pt x="240039" y="16727"/>
                  </a:lnTo>
                  <a:lnTo>
                    <a:pt x="235234" y="14492"/>
                  </a:lnTo>
                  <a:lnTo>
                    <a:pt x="230362" y="12411"/>
                  </a:lnTo>
                  <a:lnTo>
                    <a:pt x="225426" y="10486"/>
                  </a:lnTo>
                  <a:lnTo>
                    <a:pt x="220431" y="8718"/>
                  </a:lnTo>
                  <a:lnTo>
                    <a:pt x="215383" y="7109"/>
                  </a:lnTo>
                  <a:lnTo>
                    <a:pt x="210287" y="5661"/>
                  </a:lnTo>
                  <a:lnTo>
                    <a:pt x="205147" y="4375"/>
                  </a:lnTo>
                  <a:lnTo>
                    <a:pt x="199969" y="3253"/>
                  </a:lnTo>
                  <a:lnTo>
                    <a:pt x="194758" y="2295"/>
                  </a:lnTo>
                  <a:lnTo>
                    <a:pt x="189519" y="1503"/>
                  </a:lnTo>
                  <a:lnTo>
                    <a:pt x="184258" y="877"/>
                  </a:lnTo>
                  <a:lnTo>
                    <a:pt x="178979" y="419"/>
                  </a:lnTo>
                  <a:lnTo>
                    <a:pt x="173689" y="127"/>
                  </a:lnTo>
                  <a:lnTo>
                    <a:pt x="168392" y="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90748" y="3707725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90748" y="3707720"/>
              <a:ext cx="1241" cy="167167"/>
            </a:xfrm>
            <a:custGeom>
              <a:avLst/>
              <a:pathLst>
                <a:path w="1241" h="167167">
                  <a:moveTo>
                    <a:pt x="1241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14136" y="4213821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5" y="5345"/>
                  </a:lnTo>
                  <a:lnTo>
                    <a:pt x="120108" y="6755"/>
                  </a:lnTo>
                  <a:lnTo>
                    <a:pt x="115048" y="8326"/>
                  </a:lnTo>
                  <a:lnTo>
                    <a:pt x="110041" y="10057"/>
                  </a:lnTo>
                  <a:lnTo>
                    <a:pt x="105091" y="11946"/>
                  </a:lnTo>
                  <a:lnTo>
                    <a:pt x="100203" y="13991"/>
                  </a:lnTo>
                  <a:lnTo>
                    <a:pt x="95382" y="16189"/>
                  </a:lnTo>
                  <a:lnTo>
                    <a:pt x="90634" y="18540"/>
                  </a:lnTo>
                  <a:lnTo>
                    <a:pt x="85962" y="21039"/>
                  </a:lnTo>
                  <a:lnTo>
                    <a:pt x="81372" y="23685"/>
                  </a:lnTo>
                  <a:lnTo>
                    <a:pt x="76868" y="26476"/>
                  </a:lnTo>
                  <a:lnTo>
                    <a:pt x="72455" y="29407"/>
                  </a:lnTo>
                  <a:lnTo>
                    <a:pt x="68137" y="32478"/>
                  </a:lnTo>
                  <a:lnTo>
                    <a:pt x="63918" y="35683"/>
                  </a:lnTo>
                  <a:lnTo>
                    <a:pt x="59803" y="39021"/>
                  </a:lnTo>
                  <a:lnTo>
                    <a:pt x="55796" y="42487"/>
                  </a:lnTo>
                  <a:lnTo>
                    <a:pt x="51901" y="46078"/>
                  </a:lnTo>
                  <a:lnTo>
                    <a:pt x="48121" y="49791"/>
                  </a:lnTo>
                  <a:lnTo>
                    <a:pt x="44461" y="53623"/>
                  </a:lnTo>
                  <a:lnTo>
                    <a:pt x="40925" y="57568"/>
                  </a:lnTo>
                  <a:lnTo>
                    <a:pt x="37515" y="61623"/>
                  </a:lnTo>
                  <a:lnTo>
                    <a:pt x="34235" y="65784"/>
                  </a:lnTo>
                  <a:lnTo>
                    <a:pt x="31089" y="70047"/>
                  </a:lnTo>
                  <a:lnTo>
                    <a:pt x="28080" y="74408"/>
                  </a:lnTo>
                  <a:lnTo>
                    <a:pt x="25210" y="78862"/>
                  </a:lnTo>
                  <a:lnTo>
                    <a:pt x="22483" y="83404"/>
                  </a:lnTo>
                  <a:lnTo>
                    <a:pt x="19901" y="88031"/>
                  </a:lnTo>
                  <a:lnTo>
                    <a:pt x="17467" y="92737"/>
                  </a:lnTo>
                  <a:lnTo>
                    <a:pt x="15184" y="97518"/>
                  </a:lnTo>
                  <a:lnTo>
                    <a:pt x="13053" y="102369"/>
                  </a:lnTo>
                  <a:lnTo>
                    <a:pt x="11077" y="107285"/>
                  </a:lnTo>
                  <a:lnTo>
                    <a:pt x="9257" y="112261"/>
                  </a:lnTo>
                  <a:lnTo>
                    <a:pt x="7597" y="117292"/>
                  </a:lnTo>
                  <a:lnTo>
                    <a:pt x="6096" y="122373"/>
                  </a:lnTo>
                  <a:lnTo>
                    <a:pt x="4758" y="127500"/>
                  </a:lnTo>
                  <a:lnTo>
                    <a:pt x="3582" y="132666"/>
                  </a:lnTo>
                  <a:lnTo>
                    <a:pt x="2571" y="137867"/>
                  </a:lnTo>
                  <a:lnTo>
                    <a:pt x="1725" y="143097"/>
                  </a:lnTo>
                  <a:lnTo>
                    <a:pt x="1045" y="148352"/>
                  </a:lnTo>
                  <a:lnTo>
                    <a:pt x="533" y="153625"/>
                  </a:lnTo>
                  <a:lnTo>
                    <a:pt x="187" y="158912"/>
                  </a:lnTo>
                  <a:lnTo>
                    <a:pt x="9" y="164207"/>
                  </a:lnTo>
                  <a:lnTo>
                    <a:pt x="0" y="169506"/>
                  </a:lnTo>
                  <a:lnTo>
                    <a:pt x="158" y="174802"/>
                  </a:lnTo>
                  <a:lnTo>
                    <a:pt x="483" y="180090"/>
                  </a:lnTo>
                  <a:lnTo>
                    <a:pt x="977" y="185365"/>
                  </a:lnTo>
                  <a:lnTo>
                    <a:pt x="1637" y="190622"/>
                  </a:lnTo>
                  <a:lnTo>
                    <a:pt x="2463" y="195856"/>
                  </a:lnTo>
                  <a:lnTo>
                    <a:pt x="3455" y="201060"/>
                  </a:lnTo>
                  <a:lnTo>
                    <a:pt x="4611" y="206231"/>
                  </a:lnTo>
                  <a:lnTo>
                    <a:pt x="5931" y="211362"/>
                  </a:lnTo>
                  <a:lnTo>
                    <a:pt x="7413" y="216449"/>
                  </a:lnTo>
                  <a:lnTo>
                    <a:pt x="9055" y="221486"/>
                  </a:lnTo>
                  <a:lnTo>
                    <a:pt x="10855" y="226469"/>
                  </a:lnTo>
                  <a:lnTo>
                    <a:pt x="12813" y="231392"/>
                  </a:lnTo>
                  <a:lnTo>
                    <a:pt x="14926" y="236251"/>
                  </a:lnTo>
                  <a:lnTo>
                    <a:pt x="17192" y="241041"/>
                  </a:lnTo>
                  <a:lnTo>
                    <a:pt x="19608" y="245756"/>
                  </a:lnTo>
                  <a:lnTo>
                    <a:pt x="22173" y="250392"/>
                  </a:lnTo>
                  <a:lnTo>
                    <a:pt x="24883" y="254945"/>
                  </a:lnTo>
                  <a:lnTo>
                    <a:pt x="27736" y="259409"/>
                  </a:lnTo>
                  <a:lnTo>
                    <a:pt x="30729" y="263781"/>
                  </a:lnTo>
                  <a:lnTo>
                    <a:pt x="33860" y="268055"/>
                  </a:lnTo>
                  <a:lnTo>
                    <a:pt x="37124" y="272229"/>
                  </a:lnTo>
                  <a:lnTo>
                    <a:pt x="40519" y="276297"/>
                  </a:lnTo>
                  <a:lnTo>
                    <a:pt x="44041" y="280255"/>
                  </a:lnTo>
                  <a:lnTo>
                    <a:pt x="47686" y="284099"/>
                  </a:lnTo>
                  <a:lnTo>
                    <a:pt x="51452" y="287827"/>
                  </a:lnTo>
                  <a:lnTo>
                    <a:pt x="55334" y="291433"/>
                  </a:lnTo>
                  <a:lnTo>
                    <a:pt x="59328" y="294914"/>
                  </a:lnTo>
                  <a:lnTo>
                    <a:pt x="63430" y="298266"/>
                  </a:lnTo>
                  <a:lnTo>
                    <a:pt x="67637" y="301488"/>
                  </a:lnTo>
                  <a:lnTo>
                    <a:pt x="71944" y="304574"/>
                  </a:lnTo>
                  <a:lnTo>
                    <a:pt x="76346" y="307522"/>
                  </a:lnTo>
                  <a:lnTo>
                    <a:pt x="80840" y="310329"/>
                  </a:lnTo>
                  <a:lnTo>
                    <a:pt x="85420" y="312992"/>
                  </a:lnTo>
                  <a:lnTo>
                    <a:pt x="90082" y="315509"/>
                  </a:lnTo>
                  <a:lnTo>
                    <a:pt x="94822" y="317877"/>
                  </a:lnTo>
                  <a:lnTo>
                    <a:pt x="99634" y="320093"/>
                  </a:lnTo>
                  <a:lnTo>
                    <a:pt x="104515" y="322156"/>
                  </a:lnTo>
                  <a:lnTo>
                    <a:pt x="109458" y="324063"/>
                  </a:lnTo>
                  <a:lnTo>
                    <a:pt x="114459" y="325813"/>
                  </a:lnTo>
                  <a:lnTo>
                    <a:pt x="119513" y="327403"/>
                  </a:lnTo>
                  <a:lnTo>
                    <a:pt x="124615" y="328832"/>
                  </a:lnTo>
                  <a:lnTo>
                    <a:pt x="129759" y="330099"/>
                  </a:lnTo>
                  <a:lnTo>
                    <a:pt x="134941" y="331202"/>
                  </a:lnTo>
                  <a:lnTo>
                    <a:pt x="140156" y="332140"/>
                  </a:lnTo>
                  <a:lnTo>
                    <a:pt x="145398" y="332913"/>
                  </a:lnTo>
                  <a:lnTo>
                    <a:pt x="150661" y="333519"/>
                  </a:lnTo>
                  <a:lnTo>
                    <a:pt x="155941" y="333958"/>
                  </a:lnTo>
                  <a:lnTo>
                    <a:pt x="161232" y="334230"/>
                  </a:lnTo>
                  <a:lnTo>
                    <a:pt x="166530" y="334333"/>
                  </a:lnTo>
                  <a:lnTo>
                    <a:pt x="171828" y="334269"/>
                  </a:lnTo>
                  <a:lnTo>
                    <a:pt x="177121" y="334037"/>
                  </a:lnTo>
                  <a:lnTo>
                    <a:pt x="182404" y="333637"/>
                  </a:lnTo>
                  <a:lnTo>
                    <a:pt x="187672" y="333070"/>
                  </a:lnTo>
                  <a:lnTo>
                    <a:pt x="192919" y="332336"/>
                  </a:lnTo>
                  <a:lnTo>
                    <a:pt x="198140" y="331437"/>
                  </a:lnTo>
                  <a:lnTo>
                    <a:pt x="203331" y="330372"/>
                  </a:lnTo>
                  <a:lnTo>
                    <a:pt x="208484" y="329144"/>
                  </a:lnTo>
                  <a:lnTo>
                    <a:pt x="213597" y="327752"/>
                  </a:lnTo>
                  <a:lnTo>
                    <a:pt x="218663" y="326200"/>
                  </a:lnTo>
                  <a:lnTo>
                    <a:pt x="223676" y="324488"/>
                  </a:lnTo>
                  <a:lnTo>
                    <a:pt x="228634" y="322617"/>
                  </a:lnTo>
                  <a:lnTo>
                    <a:pt x="233529" y="320591"/>
                  </a:lnTo>
                  <a:lnTo>
                    <a:pt x="238358" y="318410"/>
                  </a:lnTo>
                  <a:lnTo>
                    <a:pt x="243115" y="316078"/>
                  </a:lnTo>
                  <a:lnTo>
                    <a:pt x="247796" y="313595"/>
                  </a:lnTo>
                  <a:lnTo>
                    <a:pt x="252396" y="310966"/>
                  </a:lnTo>
                  <a:lnTo>
                    <a:pt x="256910" y="308192"/>
                  </a:lnTo>
                  <a:lnTo>
                    <a:pt x="261334" y="305277"/>
                  </a:lnTo>
                  <a:lnTo>
                    <a:pt x="265664" y="302223"/>
                  </a:lnTo>
                  <a:lnTo>
                    <a:pt x="269894" y="299033"/>
                  </a:lnTo>
                  <a:lnTo>
                    <a:pt x="274021" y="295711"/>
                  </a:lnTo>
                  <a:lnTo>
                    <a:pt x="278041" y="292260"/>
                  </a:lnTo>
                  <a:lnTo>
                    <a:pt x="281950" y="288683"/>
                  </a:lnTo>
                  <a:lnTo>
                    <a:pt x="285743" y="284984"/>
                  </a:lnTo>
                  <a:lnTo>
                    <a:pt x="289417" y="281166"/>
                  </a:lnTo>
                  <a:lnTo>
                    <a:pt x="292968" y="277234"/>
                  </a:lnTo>
                  <a:lnTo>
                    <a:pt x="296393" y="273192"/>
                  </a:lnTo>
                  <a:lnTo>
                    <a:pt x="299688" y="269043"/>
                  </a:lnTo>
                  <a:lnTo>
                    <a:pt x="302850" y="264791"/>
                  </a:lnTo>
                  <a:lnTo>
                    <a:pt x="305876" y="260442"/>
                  </a:lnTo>
                  <a:lnTo>
                    <a:pt x="308762" y="255999"/>
                  </a:lnTo>
                  <a:lnTo>
                    <a:pt x="311506" y="251467"/>
                  </a:lnTo>
                  <a:lnTo>
                    <a:pt x="314105" y="246850"/>
                  </a:lnTo>
                  <a:lnTo>
                    <a:pt x="316556" y="242152"/>
                  </a:lnTo>
                  <a:lnTo>
                    <a:pt x="318858" y="237380"/>
                  </a:lnTo>
                  <a:lnTo>
                    <a:pt x="321007" y="232537"/>
                  </a:lnTo>
                  <a:lnTo>
                    <a:pt x="323001" y="227629"/>
                  </a:lnTo>
                  <a:lnTo>
                    <a:pt x="324839" y="222659"/>
                  </a:lnTo>
                  <a:lnTo>
                    <a:pt x="326518" y="217634"/>
                  </a:lnTo>
                  <a:lnTo>
                    <a:pt x="328037" y="212558"/>
                  </a:lnTo>
                  <a:lnTo>
                    <a:pt x="329395" y="207437"/>
                  </a:lnTo>
                  <a:lnTo>
                    <a:pt x="330590" y="202275"/>
                  </a:lnTo>
                  <a:lnTo>
                    <a:pt x="331620" y="197078"/>
                  </a:lnTo>
                  <a:lnTo>
                    <a:pt x="332486" y="191851"/>
                  </a:lnTo>
                  <a:lnTo>
                    <a:pt x="333185" y="186599"/>
                  </a:lnTo>
                  <a:lnTo>
                    <a:pt x="333717" y="181328"/>
                  </a:lnTo>
                  <a:lnTo>
                    <a:pt x="334082" y="176042"/>
                  </a:lnTo>
                  <a:lnTo>
                    <a:pt x="334280" y="170747"/>
                  </a:lnTo>
                  <a:lnTo>
                    <a:pt x="334309" y="165449"/>
                  </a:lnTo>
                  <a:lnTo>
                    <a:pt x="334171" y="160153"/>
                  </a:lnTo>
                  <a:lnTo>
                    <a:pt x="333865" y="154863"/>
                  </a:lnTo>
                  <a:lnTo>
                    <a:pt x="333391" y="149586"/>
                  </a:lnTo>
                  <a:lnTo>
                    <a:pt x="332750" y="144327"/>
                  </a:lnTo>
                  <a:lnTo>
                    <a:pt x="331943" y="139090"/>
                  </a:lnTo>
                  <a:lnTo>
                    <a:pt x="330971" y="133882"/>
                  </a:lnTo>
                  <a:lnTo>
                    <a:pt x="329834" y="128707"/>
                  </a:lnTo>
                  <a:lnTo>
                    <a:pt x="328533" y="123571"/>
                  </a:lnTo>
                  <a:lnTo>
                    <a:pt x="327071" y="118479"/>
                  </a:lnTo>
                  <a:lnTo>
                    <a:pt x="325447" y="113435"/>
                  </a:lnTo>
                  <a:lnTo>
                    <a:pt x="323665" y="108446"/>
                  </a:lnTo>
                  <a:lnTo>
                    <a:pt x="321725" y="103515"/>
                  </a:lnTo>
                  <a:lnTo>
                    <a:pt x="319631" y="98649"/>
                  </a:lnTo>
                  <a:lnTo>
                    <a:pt x="317383" y="93851"/>
                  </a:lnTo>
                  <a:lnTo>
                    <a:pt x="314984" y="89127"/>
                  </a:lnTo>
                  <a:lnTo>
                    <a:pt x="312436" y="84481"/>
                  </a:lnTo>
                  <a:lnTo>
                    <a:pt x="309743" y="79918"/>
                  </a:lnTo>
                  <a:lnTo>
                    <a:pt x="306907" y="75443"/>
                  </a:lnTo>
                  <a:lnTo>
                    <a:pt x="303930" y="71060"/>
                  </a:lnTo>
                  <a:lnTo>
                    <a:pt x="300815" y="66774"/>
                  </a:lnTo>
                  <a:lnTo>
                    <a:pt x="297567" y="62589"/>
                  </a:lnTo>
                  <a:lnTo>
                    <a:pt x="294187" y="58508"/>
                  </a:lnTo>
                  <a:lnTo>
                    <a:pt x="290680" y="54537"/>
                  </a:lnTo>
                  <a:lnTo>
                    <a:pt x="287048" y="50679"/>
                  </a:lnTo>
                  <a:lnTo>
                    <a:pt x="283297" y="46938"/>
                  </a:lnTo>
                  <a:lnTo>
                    <a:pt x="279428" y="43317"/>
                  </a:lnTo>
                  <a:lnTo>
                    <a:pt x="275447" y="39822"/>
                  </a:lnTo>
                  <a:lnTo>
                    <a:pt x="271357" y="36454"/>
                  </a:lnTo>
                  <a:lnTo>
                    <a:pt x="267162" y="33217"/>
                  </a:lnTo>
                  <a:lnTo>
                    <a:pt x="262867" y="30115"/>
                  </a:lnTo>
                  <a:lnTo>
                    <a:pt x="258476" y="27150"/>
                  </a:lnTo>
                  <a:lnTo>
                    <a:pt x="253993" y="24326"/>
                  </a:lnTo>
                  <a:lnTo>
                    <a:pt x="249422" y="21646"/>
                  </a:lnTo>
                  <a:lnTo>
                    <a:pt x="244769" y="19112"/>
                  </a:lnTo>
                  <a:lnTo>
                    <a:pt x="240039" y="16727"/>
                  </a:lnTo>
                  <a:lnTo>
                    <a:pt x="235234" y="14492"/>
                  </a:lnTo>
                  <a:lnTo>
                    <a:pt x="230362" y="12411"/>
                  </a:lnTo>
                  <a:lnTo>
                    <a:pt x="225426" y="10486"/>
                  </a:lnTo>
                  <a:lnTo>
                    <a:pt x="220431" y="8718"/>
                  </a:lnTo>
                  <a:lnTo>
                    <a:pt x="215383" y="7109"/>
                  </a:lnTo>
                  <a:lnTo>
                    <a:pt x="210287" y="5661"/>
                  </a:lnTo>
                  <a:lnTo>
                    <a:pt x="205147" y="4375"/>
                  </a:lnTo>
                  <a:lnTo>
                    <a:pt x="199969" y="3253"/>
                  </a:lnTo>
                  <a:lnTo>
                    <a:pt x="194758" y="2295"/>
                  </a:lnTo>
                  <a:lnTo>
                    <a:pt x="189519" y="1503"/>
                  </a:lnTo>
                  <a:lnTo>
                    <a:pt x="184258" y="877"/>
                  </a:lnTo>
                  <a:lnTo>
                    <a:pt x="178979" y="419"/>
                  </a:lnTo>
                  <a:lnTo>
                    <a:pt x="173689" y="127"/>
                  </a:lnTo>
                  <a:lnTo>
                    <a:pt x="168392" y="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781287" y="4213826"/>
              <a:ext cx="1241" cy="167162"/>
            </a:xfrm>
            <a:custGeom>
              <a:avLst/>
              <a:pathLst>
                <a:path w="1241" h="167162">
                  <a:moveTo>
                    <a:pt x="1241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781287" y="4213821"/>
              <a:ext cx="1241" cy="167167"/>
            </a:xfrm>
            <a:custGeom>
              <a:avLst/>
              <a:pathLst>
                <a:path w="1241" h="167167">
                  <a:moveTo>
                    <a:pt x="1241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4267" y="4659281"/>
              <a:ext cx="162257" cy="167167"/>
            </a:xfrm>
            <a:custGeom>
              <a:avLst/>
              <a:pathLst>
                <a:path w="162257" h="167167">
                  <a:moveTo>
                    <a:pt x="162257" y="0"/>
                  </a:moveTo>
                  <a:lnTo>
                    <a:pt x="156844" y="87"/>
                  </a:lnTo>
                  <a:lnTo>
                    <a:pt x="151437" y="350"/>
                  </a:lnTo>
                  <a:lnTo>
                    <a:pt x="146041" y="788"/>
                  </a:lnTo>
                  <a:lnTo>
                    <a:pt x="140662" y="1400"/>
                  </a:lnTo>
                  <a:lnTo>
                    <a:pt x="135306" y="2186"/>
                  </a:lnTo>
                  <a:lnTo>
                    <a:pt x="129978" y="3146"/>
                  </a:lnTo>
                  <a:lnTo>
                    <a:pt x="124683" y="4277"/>
                  </a:lnTo>
                  <a:lnTo>
                    <a:pt x="119429" y="5579"/>
                  </a:lnTo>
                  <a:lnTo>
                    <a:pt x="114219" y="7050"/>
                  </a:lnTo>
                  <a:lnTo>
                    <a:pt x="109059" y="8690"/>
                  </a:lnTo>
                  <a:lnTo>
                    <a:pt x="103956" y="10495"/>
                  </a:lnTo>
                  <a:lnTo>
                    <a:pt x="98913" y="12465"/>
                  </a:lnTo>
                  <a:lnTo>
                    <a:pt x="93937" y="14598"/>
                  </a:lnTo>
                  <a:lnTo>
                    <a:pt x="89033" y="16890"/>
                  </a:lnTo>
                  <a:lnTo>
                    <a:pt x="84205" y="19340"/>
                  </a:lnTo>
                  <a:lnTo>
                    <a:pt x="79459" y="21945"/>
                  </a:lnTo>
                  <a:lnTo>
                    <a:pt x="74800" y="24702"/>
                  </a:lnTo>
                  <a:lnTo>
                    <a:pt x="70233" y="27608"/>
                  </a:lnTo>
                  <a:lnTo>
                    <a:pt x="65763" y="30661"/>
                  </a:lnTo>
                  <a:lnTo>
                    <a:pt x="61393" y="33857"/>
                  </a:lnTo>
                  <a:lnTo>
                    <a:pt x="57129" y="37193"/>
                  </a:lnTo>
                  <a:lnTo>
                    <a:pt x="52976" y="40665"/>
                  </a:lnTo>
                  <a:lnTo>
                    <a:pt x="48937" y="44270"/>
                  </a:lnTo>
                  <a:lnTo>
                    <a:pt x="45017" y="48004"/>
                  </a:lnTo>
                  <a:lnTo>
                    <a:pt x="41220" y="51863"/>
                  </a:lnTo>
                  <a:lnTo>
                    <a:pt x="37550" y="55843"/>
                  </a:lnTo>
                  <a:lnTo>
                    <a:pt x="34011" y="59939"/>
                  </a:lnTo>
                  <a:lnTo>
                    <a:pt x="30606" y="64148"/>
                  </a:lnTo>
                  <a:lnTo>
                    <a:pt x="27339" y="68465"/>
                  </a:lnTo>
                  <a:lnTo>
                    <a:pt x="24214" y="72885"/>
                  </a:lnTo>
                  <a:lnTo>
                    <a:pt x="21233" y="77405"/>
                  </a:lnTo>
                  <a:lnTo>
                    <a:pt x="18401" y="82018"/>
                  </a:lnTo>
                  <a:lnTo>
                    <a:pt x="15719" y="86721"/>
                  </a:lnTo>
                  <a:lnTo>
                    <a:pt x="13191" y="91508"/>
                  </a:lnTo>
                  <a:lnTo>
                    <a:pt x="10819" y="96374"/>
                  </a:lnTo>
                  <a:lnTo>
                    <a:pt x="8606" y="101315"/>
                  </a:lnTo>
                  <a:lnTo>
                    <a:pt x="6555" y="106325"/>
                  </a:lnTo>
                  <a:lnTo>
                    <a:pt x="4666" y="111399"/>
                  </a:lnTo>
                  <a:lnTo>
                    <a:pt x="2943" y="116531"/>
                  </a:lnTo>
                  <a:lnTo>
                    <a:pt x="1387" y="121716"/>
                  </a:lnTo>
                  <a:lnTo>
                    <a:pt x="0" y="126949"/>
                  </a:lnTo>
                  <a:lnTo>
                    <a:pt x="1622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924267" y="4786230"/>
              <a:ext cx="162257" cy="40218"/>
            </a:xfrm>
            <a:custGeom>
              <a:avLst/>
              <a:pathLst>
                <a:path w="162257" h="40218">
                  <a:moveTo>
                    <a:pt x="0" y="0"/>
                  </a:moveTo>
                  <a:lnTo>
                    <a:pt x="162257" y="40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920365" y="4786230"/>
              <a:ext cx="166159" cy="40218"/>
            </a:xfrm>
            <a:custGeom>
              <a:avLst/>
              <a:pathLst>
                <a:path w="166159" h="40218">
                  <a:moveTo>
                    <a:pt x="3901" y="0"/>
                  </a:moveTo>
                  <a:lnTo>
                    <a:pt x="2277" y="7235"/>
                  </a:lnTo>
                  <a:lnTo>
                    <a:pt x="976" y="14536"/>
                  </a:lnTo>
                  <a:lnTo>
                    <a:pt x="0" y="21887"/>
                  </a:lnTo>
                  <a:lnTo>
                    <a:pt x="166159" y="402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919375" y="4659281"/>
              <a:ext cx="334296" cy="334334"/>
            </a:xfrm>
            <a:custGeom>
              <a:avLst/>
              <a:pathLst>
                <a:path w="334296" h="334334">
                  <a:moveTo>
                    <a:pt x="990" y="148836"/>
                  </a:moveTo>
                  <a:lnTo>
                    <a:pt x="492" y="154116"/>
                  </a:lnTo>
                  <a:lnTo>
                    <a:pt x="162" y="159409"/>
                  </a:lnTo>
                  <a:lnTo>
                    <a:pt x="0" y="164709"/>
                  </a:lnTo>
                  <a:lnTo>
                    <a:pt x="6" y="170013"/>
                  </a:lnTo>
                  <a:lnTo>
                    <a:pt x="180" y="175313"/>
                  </a:lnTo>
                  <a:lnTo>
                    <a:pt x="522" y="180605"/>
                  </a:lnTo>
                  <a:lnTo>
                    <a:pt x="1033" y="185884"/>
                  </a:lnTo>
                  <a:lnTo>
                    <a:pt x="1710" y="191144"/>
                  </a:lnTo>
                  <a:lnTo>
                    <a:pt x="2554" y="196379"/>
                  </a:lnTo>
                  <a:lnTo>
                    <a:pt x="3563" y="201586"/>
                  </a:lnTo>
                  <a:lnTo>
                    <a:pt x="4737" y="206757"/>
                  </a:lnTo>
                  <a:lnTo>
                    <a:pt x="6075" y="211889"/>
                  </a:lnTo>
                  <a:lnTo>
                    <a:pt x="7574" y="216976"/>
                  </a:lnTo>
                  <a:lnTo>
                    <a:pt x="9235" y="222012"/>
                  </a:lnTo>
                  <a:lnTo>
                    <a:pt x="11054" y="226994"/>
                  </a:lnTo>
                  <a:lnTo>
                    <a:pt x="13030" y="231915"/>
                  </a:lnTo>
                  <a:lnTo>
                    <a:pt x="15161" y="236771"/>
                  </a:lnTo>
                  <a:lnTo>
                    <a:pt x="17446" y="241557"/>
                  </a:lnTo>
                  <a:lnTo>
                    <a:pt x="19881" y="246268"/>
                  </a:lnTo>
                  <a:lnTo>
                    <a:pt x="22464" y="250900"/>
                  </a:lnTo>
                  <a:lnTo>
                    <a:pt x="25193" y="255447"/>
                  </a:lnTo>
                  <a:lnTo>
                    <a:pt x="28064" y="259906"/>
                  </a:lnTo>
                  <a:lnTo>
                    <a:pt x="31076" y="264271"/>
                  </a:lnTo>
                  <a:lnTo>
                    <a:pt x="34225" y="268538"/>
                  </a:lnTo>
                  <a:lnTo>
                    <a:pt x="37507" y="272704"/>
                  </a:lnTo>
                  <a:lnTo>
                    <a:pt x="40920" y="276763"/>
                  </a:lnTo>
                  <a:lnTo>
                    <a:pt x="44460" y="280712"/>
                  </a:lnTo>
                  <a:lnTo>
                    <a:pt x="48123" y="284546"/>
                  </a:lnTo>
                  <a:lnTo>
                    <a:pt x="51906" y="288263"/>
                  </a:lnTo>
                  <a:lnTo>
                    <a:pt x="55806" y="291857"/>
                  </a:lnTo>
                  <a:lnTo>
                    <a:pt x="59817" y="295326"/>
                  </a:lnTo>
                  <a:lnTo>
                    <a:pt x="63936" y="298666"/>
                  </a:lnTo>
                  <a:lnTo>
                    <a:pt x="68159" y="301874"/>
                  </a:lnTo>
                  <a:lnTo>
                    <a:pt x="72482" y="304946"/>
                  </a:lnTo>
                  <a:lnTo>
                    <a:pt x="76900" y="307880"/>
                  </a:lnTo>
                  <a:lnTo>
                    <a:pt x="81409" y="310672"/>
                  </a:lnTo>
                  <a:lnTo>
                    <a:pt x="86004" y="313319"/>
                  </a:lnTo>
                  <a:lnTo>
                    <a:pt x="90681" y="315819"/>
                  </a:lnTo>
                  <a:lnTo>
                    <a:pt x="95435" y="318170"/>
                  </a:lnTo>
                  <a:lnTo>
                    <a:pt x="100260" y="320369"/>
                  </a:lnTo>
                  <a:lnTo>
                    <a:pt x="105154" y="322414"/>
                  </a:lnTo>
                  <a:lnTo>
                    <a:pt x="110109" y="324302"/>
                  </a:lnTo>
                  <a:lnTo>
                    <a:pt x="115122" y="326032"/>
                  </a:lnTo>
                  <a:lnTo>
                    <a:pt x="120188" y="327603"/>
                  </a:lnTo>
                  <a:lnTo>
                    <a:pt x="125300" y="329012"/>
                  </a:lnTo>
                  <a:lnTo>
                    <a:pt x="130455" y="330258"/>
                  </a:lnTo>
                  <a:lnTo>
                    <a:pt x="135647" y="331339"/>
                  </a:lnTo>
                  <a:lnTo>
                    <a:pt x="140870" y="332256"/>
                  </a:lnTo>
                  <a:lnTo>
                    <a:pt x="146120" y="333006"/>
                  </a:lnTo>
                  <a:lnTo>
                    <a:pt x="151391" y="333590"/>
                  </a:lnTo>
                  <a:lnTo>
                    <a:pt x="156678" y="334006"/>
                  </a:lnTo>
                  <a:lnTo>
                    <a:pt x="161976" y="334254"/>
                  </a:lnTo>
                  <a:lnTo>
                    <a:pt x="167278" y="334334"/>
                  </a:lnTo>
                  <a:lnTo>
                    <a:pt x="172581" y="334246"/>
                  </a:lnTo>
                  <a:lnTo>
                    <a:pt x="177878" y="333990"/>
                  </a:lnTo>
                  <a:lnTo>
                    <a:pt x="183164" y="333565"/>
                  </a:lnTo>
                  <a:lnTo>
                    <a:pt x="188434" y="332974"/>
                  </a:lnTo>
                  <a:lnTo>
                    <a:pt x="193683" y="332215"/>
                  </a:lnTo>
                  <a:lnTo>
                    <a:pt x="198905" y="331290"/>
                  </a:lnTo>
                  <a:lnTo>
                    <a:pt x="204095" y="330201"/>
                  </a:lnTo>
                  <a:lnTo>
                    <a:pt x="209248" y="328947"/>
                  </a:lnTo>
                  <a:lnTo>
                    <a:pt x="214358" y="327530"/>
                  </a:lnTo>
                  <a:lnTo>
                    <a:pt x="219421" y="325952"/>
                  </a:lnTo>
                  <a:lnTo>
                    <a:pt x="224432" y="324214"/>
                  </a:lnTo>
                  <a:lnTo>
                    <a:pt x="229384" y="322318"/>
                  </a:lnTo>
                  <a:lnTo>
                    <a:pt x="234274" y="320265"/>
                  </a:lnTo>
                  <a:lnTo>
                    <a:pt x="239097" y="318059"/>
                  </a:lnTo>
                  <a:lnTo>
                    <a:pt x="243847" y="315701"/>
                  </a:lnTo>
                  <a:lnTo>
                    <a:pt x="248520" y="313193"/>
                  </a:lnTo>
                  <a:lnTo>
                    <a:pt x="253111" y="310539"/>
                  </a:lnTo>
                  <a:lnTo>
                    <a:pt x="257615" y="307740"/>
                  </a:lnTo>
                  <a:lnTo>
                    <a:pt x="262029" y="304800"/>
                  </a:lnTo>
                  <a:lnTo>
                    <a:pt x="266347" y="301721"/>
                  </a:lnTo>
                  <a:lnTo>
                    <a:pt x="270565" y="298506"/>
                  </a:lnTo>
                  <a:lnTo>
                    <a:pt x="274679" y="295160"/>
                  </a:lnTo>
                  <a:lnTo>
                    <a:pt x="278685" y="291685"/>
                  </a:lnTo>
                  <a:lnTo>
                    <a:pt x="282579" y="288084"/>
                  </a:lnTo>
                  <a:lnTo>
                    <a:pt x="286356" y="284362"/>
                  </a:lnTo>
                  <a:lnTo>
                    <a:pt x="290013" y="280522"/>
                  </a:lnTo>
                  <a:lnTo>
                    <a:pt x="293547" y="276567"/>
                  </a:lnTo>
                  <a:lnTo>
                    <a:pt x="296954" y="272503"/>
                  </a:lnTo>
                  <a:lnTo>
                    <a:pt x="300230" y="268332"/>
                  </a:lnTo>
                  <a:lnTo>
                    <a:pt x="303372" y="264060"/>
                  </a:lnTo>
                  <a:lnTo>
                    <a:pt x="306377" y="259690"/>
                  </a:lnTo>
                  <a:lnTo>
                    <a:pt x="309241" y="255227"/>
                  </a:lnTo>
                  <a:lnTo>
                    <a:pt x="311963" y="250676"/>
                  </a:lnTo>
                  <a:lnTo>
                    <a:pt x="314539" y="246040"/>
                  </a:lnTo>
                  <a:lnTo>
                    <a:pt x="316967" y="241325"/>
                  </a:lnTo>
                  <a:lnTo>
                    <a:pt x="319244" y="236536"/>
                  </a:lnTo>
                  <a:lnTo>
                    <a:pt x="321368" y="231677"/>
                  </a:lnTo>
                  <a:lnTo>
                    <a:pt x="323336" y="226752"/>
                  </a:lnTo>
                  <a:lnTo>
                    <a:pt x="325148" y="221768"/>
                  </a:lnTo>
                  <a:lnTo>
                    <a:pt x="326800" y="216729"/>
                  </a:lnTo>
                  <a:lnTo>
                    <a:pt x="328292" y="211640"/>
                  </a:lnTo>
                  <a:lnTo>
                    <a:pt x="329622" y="206506"/>
                  </a:lnTo>
                  <a:lnTo>
                    <a:pt x="330788" y="201332"/>
                  </a:lnTo>
                  <a:lnTo>
                    <a:pt x="331789" y="196124"/>
                  </a:lnTo>
                  <a:lnTo>
                    <a:pt x="332625" y="190888"/>
                  </a:lnTo>
                  <a:lnTo>
                    <a:pt x="333294" y="185627"/>
                  </a:lnTo>
                  <a:lnTo>
                    <a:pt x="333796" y="180347"/>
                  </a:lnTo>
                  <a:lnTo>
                    <a:pt x="334130" y="175055"/>
                  </a:lnTo>
                  <a:lnTo>
                    <a:pt x="334296" y="169754"/>
                  </a:lnTo>
                  <a:lnTo>
                    <a:pt x="334294" y="164451"/>
                  </a:lnTo>
                  <a:lnTo>
                    <a:pt x="334124" y="159150"/>
                  </a:lnTo>
                  <a:lnTo>
                    <a:pt x="333786" y="153858"/>
                  </a:lnTo>
                  <a:lnTo>
                    <a:pt x="333280" y="148579"/>
                  </a:lnTo>
                  <a:lnTo>
                    <a:pt x="332606" y="143318"/>
                  </a:lnTo>
                  <a:lnTo>
                    <a:pt x="331767" y="138082"/>
                  </a:lnTo>
                  <a:lnTo>
                    <a:pt x="330761" y="132875"/>
                  </a:lnTo>
                  <a:lnTo>
                    <a:pt x="329591" y="127702"/>
                  </a:lnTo>
                  <a:lnTo>
                    <a:pt x="328258" y="122570"/>
                  </a:lnTo>
                  <a:lnTo>
                    <a:pt x="326762" y="117482"/>
                  </a:lnTo>
                  <a:lnTo>
                    <a:pt x="325106" y="112444"/>
                  </a:lnTo>
                  <a:lnTo>
                    <a:pt x="323290" y="107461"/>
                  </a:lnTo>
                  <a:lnTo>
                    <a:pt x="321318" y="102538"/>
                  </a:lnTo>
                  <a:lnTo>
                    <a:pt x="319190" y="97680"/>
                  </a:lnTo>
                  <a:lnTo>
                    <a:pt x="316910" y="92892"/>
                  </a:lnTo>
                  <a:lnTo>
                    <a:pt x="314478" y="88179"/>
                  </a:lnTo>
                  <a:lnTo>
                    <a:pt x="311899" y="83546"/>
                  </a:lnTo>
                  <a:lnTo>
                    <a:pt x="309173" y="78996"/>
                  </a:lnTo>
                  <a:lnTo>
                    <a:pt x="306305" y="74536"/>
                  </a:lnTo>
                  <a:lnTo>
                    <a:pt x="303297" y="70168"/>
                  </a:lnTo>
                  <a:lnTo>
                    <a:pt x="300151" y="65899"/>
                  </a:lnTo>
                  <a:lnTo>
                    <a:pt x="296872" y="61731"/>
                  </a:lnTo>
                  <a:lnTo>
                    <a:pt x="293462" y="57669"/>
                  </a:lnTo>
                  <a:lnTo>
                    <a:pt x="289926" y="53717"/>
                  </a:lnTo>
                  <a:lnTo>
                    <a:pt x="286265" y="49880"/>
                  </a:lnTo>
                  <a:lnTo>
                    <a:pt x="282485" y="46161"/>
                  </a:lnTo>
                  <a:lnTo>
                    <a:pt x="278589" y="42563"/>
                  </a:lnTo>
                  <a:lnTo>
                    <a:pt x="274580" y="39091"/>
                  </a:lnTo>
                  <a:lnTo>
                    <a:pt x="270463" y="35747"/>
                  </a:lnTo>
                  <a:lnTo>
                    <a:pt x="266243" y="32536"/>
                  </a:lnTo>
                  <a:lnTo>
                    <a:pt x="261922" y="29461"/>
                  </a:lnTo>
                  <a:lnTo>
                    <a:pt x="257507" y="26524"/>
                  </a:lnTo>
                  <a:lnTo>
                    <a:pt x="253000" y="23729"/>
                  </a:lnTo>
                  <a:lnTo>
                    <a:pt x="248407" y="21078"/>
                  </a:lnTo>
                  <a:lnTo>
                    <a:pt x="243732" y="18574"/>
                  </a:lnTo>
                  <a:lnTo>
                    <a:pt x="238980" y="16219"/>
                  </a:lnTo>
                  <a:lnTo>
                    <a:pt x="234156" y="14017"/>
                  </a:lnTo>
                  <a:lnTo>
                    <a:pt x="229264" y="11968"/>
                  </a:lnTo>
                  <a:lnTo>
                    <a:pt x="224310" y="10076"/>
                  </a:lnTo>
                  <a:lnTo>
                    <a:pt x="219298" y="8342"/>
                  </a:lnTo>
                  <a:lnTo>
                    <a:pt x="214234" y="6768"/>
                  </a:lnTo>
                  <a:lnTo>
                    <a:pt x="209123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858" y="5018213"/>
              <a:ext cx="1862" cy="167167"/>
            </a:xfrm>
            <a:custGeom>
              <a:avLst/>
              <a:pathLst>
                <a:path w="1862" h="167167">
                  <a:moveTo>
                    <a:pt x="1862" y="0"/>
                  </a:moveTo>
                  <a:lnTo>
                    <a:pt x="0" y="10"/>
                  </a:lnTo>
                  <a:lnTo>
                    <a:pt x="186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486858" y="5018223"/>
              <a:ext cx="1862" cy="167157"/>
            </a:xfrm>
            <a:custGeom>
              <a:avLst/>
              <a:pathLst>
                <a:path w="1862" h="167157">
                  <a:moveTo>
                    <a:pt x="0" y="0"/>
                  </a:moveTo>
                  <a:lnTo>
                    <a:pt x="1862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321563" y="5018223"/>
              <a:ext cx="334319" cy="334324"/>
            </a:xfrm>
            <a:custGeom>
              <a:avLst/>
              <a:pathLst>
                <a:path w="334319" h="334324">
                  <a:moveTo>
                    <a:pt x="165294" y="0"/>
                  </a:moveTo>
                  <a:lnTo>
                    <a:pt x="160013" y="142"/>
                  </a:lnTo>
                  <a:lnTo>
                    <a:pt x="154740" y="451"/>
                  </a:lnTo>
                  <a:lnTo>
                    <a:pt x="149479" y="926"/>
                  </a:lnTo>
                  <a:lnTo>
                    <a:pt x="144235" y="1568"/>
                  </a:lnTo>
                  <a:lnTo>
                    <a:pt x="139014" y="2375"/>
                  </a:lnTo>
                  <a:lnTo>
                    <a:pt x="133822" y="3346"/>
                  </a:lnTo>
                  <a:lnTo>
                    <a:pt x="128663" y="4481"/>
                  </a:lnTo>
                  <a:lnTo>
                    <a:pt x="123542" y="5779"/>
                  </a:lnTo>
                  <a:lnTo>
                    <a:pt x="118465" y="7238"/>
                  </a:lnTo>
                  <a:lnTo>
                    <a:pt x="113436" y="8856"/>
                  </a:lnTo>
                  <a:lnTo>
                    <a:pt x="108461" y="10632"/>
                  </a:lnTo>
                  <a:lnTo>
                    <a:pt x="103545" y="12565"/>
                  </a:lnTo>
                  <a:lnTo>
                    <a:pt x="98692" y="14652"/>
                  </a:lnTo>
                  <a:lnTo>
                    <a:pt x="93908" y="16892"/>
                  </a:lnTo>
                  <a:lnTo>
                    <a:pt x="89196" y="19281"/>
                  </a:lnTo>
                  <a:lnTo>
                    <a:pt x="84563" y="21818"/>
                  </a:lnTo>
                  <a:lnTo>
                    <a:pt x="80012" y="24500"/>
                  </a:lnTo>
                  <a:lnTo>
                    <a:pt x="75548" y="27325"/>
                  </a:lnTo>
                  <a:lnTo>
                    <a:pt x="71175" y="30290"/>
                  </a:lnTo>
                  <a:lnTo>
                    <a:pt x="66899" y="33391"/>
                  </a:lnTo>
                  <a:lnTo>
                    <a:pt x="62722" y="36625"/>
                  </a:lnTo>
                  <a:lnTo>
                    <a:pt x="58650" y="39990"/>
                  </a:lnTo>
                  <a:lnTo>
                    <a:pt x="54686" y="43482"/>
                  </a:lnTo>
                  <a:lnTo>
                    <a:pt x="50835" y="47097"/>
                  </a:lnTo>
                  <a:lnTo>
                    <a:pt x="47099" y="50833"/>
                  </a:lnTo>
                  <a:lnTo>
                    <a:pt x="43484" y="54684"/>
                  </a:lnTo>
                  <a:lnTo>
                    <a:pt x="39992" y="58648"/>
                  </a:lnTo>
                  <a:lnTo>
                    <a:pt x="36627" y="62720"/>
                  </a:lnTo>
                  <a:lnTo>
                    <a:pt x="33392" y="66897"/>
                  </a:lnTo>
                  <a:lnTo>
                    <a:pt x="30291" y="71173"/>
                  </a:lnTo>
                  <a:lnTo>
                    <a:pt x="27327" y="75546"/>
                  </a:lnTo>
                  <a:lnTo>
                    <a:pt x="24502" y="80010"/>
                  </a:lnTo>
                  <a:lnTo>
                    <a:pt x="21819" y="84561"/>
                  </a:lnTo>
                  <a:lnTo>
                    <a:pt x="19282" y="89194"/>
                  </a:lnTo>
                  <a:lnTo>
                    <a:pt x="16893" y="93905"/>
                  </a:lnTo>
                  <a:lnTo>
                    <a:pt x="14653" y="98690"/>
                  </a:lnTo>
                  <a:lnTo>
                    <a:pt x="12566" y="103542"/>
                  </a:lnTo>
                  <a:lnTo>
                    <a:pt x="10633" y="108459"/>
                  </a:lnTo>
                  <a:lnTo>
                    <a:pt x="8857" y="113434"/>
                  </a:lnTo>
                  <a:lnTo>
                    <a:pt x="7238" y="118462"/>
                  </a:lnTo>
                  <a:lnTo>
                    <a:pt x="5780" y="123539"/>
                  </a:lnTo>
                  <a:lnTo>
                    <a:pt x="4482" y="128660"/>
                  </a:lnTo>
                  <a:lnTo>
                    <a:pt x="3347" y="133819"/>
                  </a:lnTo>
                  <a:lnTo>
                    <a:pt x="2375" y="139012"/>
                  </a:lnTo>
                  <a:lnTo>
                    <a:pt x="1568" y="144232"/>
                  </a:lnTo>
                  <a:lnTo>
                    <a:pt x="927" y="149476"/>
                  </a:lnTo>
                  <a:lnTo>
                    <a:pt x="451" y="154737"/>
                  </a:lnTo>
                  <a:lnTo>
                    <a:pt x="142" y="160011"/>
                  </a:lnTo>
                  <a:lnTo>
                    <a:pt x="0" y="165291"/>
                  </a:lnTo>
                  <a:lnTo>
                    <a:pt x="24" y="170574"/>
                  </a:lnTo>
                  <a:lnTo>
                    <a:pt x="215" y="175853"/>
                  </a:lnTo>
                  <a:lnTo>
                    <a:pt x="574" y="181123"/>
                  </a:lnTo>
                  <a:lnTo>
                    <a:pt x="1098" y="186380"/>
                  </a:lnTo>
                  <a:lnTo>
                    <a:pt x="1788" y="191617"/>
                  </a:lnTo>
                  <a:lnTo>
                    <a:pt x="2644" y="196830"/>
                  </a:lnTo>
                  <a:lnTo>
                    <a:pt x="3664" y="202013"/>
                  </a:lnTo>
                  <a:lnTo>
                    <a:pt x="4847" y="207162"/>
                  </a:lnTo>
                  <a:lnTo>
                    <a:pt x="6192" y="212270"/>
                  </a:lnTo>
                  <a:lnTo>
                    <a:pt x="7697" y="217334"/>
                  </a:lnTo>
                  <a:lnTo>
                    <a:pt x="9362" y="222347"/>
                  </a:lnTo>
                  <a:lnTo>
                    <a:pt x="11185" y="227305"/>
                  </a:lnTo>
                  <a:lnTo>
                    <a:pt x="13163" y="232203"/>
                  </a:lnTo>
                  <a:lnTo>
                    <a:pt x="15296" y="237037"/>
                  </a:lnTo>
                  <a:lnTo>
                    <a:pt x="17579" y="241800"/>
                  </a:lnTo>
                  <a:lnTo>
                    <a:pt x="20013" y="246489"/>
                  </a:lnTo>
                  <a:lnTo>
                    <a:pt x="22593" y="251099"/>
                  </a:lnTo>
                  <a:lnTo>
                    <a:pt x="25317" y="255624"/>
                  </a:lnTo>
                  <a:lnTo>
                    <a:pt x="28183" y="260062"/>
                  </a:lnTo>
                  <a:lnTo>
                    <a:pt x="31188" y="264407"/>
                  </a:lnTo>
                  <a:lnTo>
                    <a:pt x="34329" y="268654"/>
                  </a:lnTo>
                  <a:lnTo>
                    <a:pt x="37602" y="272800"/>
                  </a:lnTo>
                  <a:lnTo>
                    <a:pt x="41005" y="276841"/>
                  </a:lnTo>
                  <a:lnTo>
                    <a:pt x="44533" y="280772"/>
                  </a:lnTo>
                  <a:lnTo>
                    <a:pt x="48185" y="284590"/>
                  </a:lnTo>
                  <a:lnTo>
                    <a:pt x="51954" y="288291"/>
                  </a:lnTo>
                  <a:lnTo>
                    <a:pt x="55839" y="291870"/>
                  </a:lnTo>
                  <a:lnTo>
                    <a:pt x="59836" y="295325"/>
                  </a:lnTo>
                  <a:lnTo>
                    <a:pt x="63939" y="298652"/>
                  </a:lnTo>
                  <a:lnTo>
                    <a:pt x="68145" y="301848"/>
                  </a:lnTo>
                  <a:lnTo>
                    <a:pt x="72450" y="304909"/>
                  </a:lnTo>
                  <a:lnTo>
                    <a:pt x="76850" y="307833"/>
                  </a:lnTo>
                  <a:lnTo>
                    <a:pt x="81340" y="310616"/>
                  </a:lnTo>
                  <a:lnTo>
                    <a:pt x="85916" y="313256"/>
                  </a:lnTo>
                  <a:lnTo>
                    <a:pt x="90573" y="315750"/>
                  </a:lnTo>
                  <a:lnTo>
                    <a:pt x="95306" y="318095"/>
                  </a:lnTo>
                  <a:lnTo>
                    <a:pt x="100111" y="320290"/>
                  </a:lnTo>
                  <a:lnTo>
                    <a:pt x="104983" y="322332"/>
                  </a:lnTo>
                  <a:lnTo>
                    <a:pt x="109917" y="324219"/>
                  </a:lnTo>
                  <a:lnTo>
                    <a:pt x="114908" y="325949"/>
                  </a:lnTo>
                  <a:lnTo>
                    <a:pt x="119952" y="327521"/>
                  </a:lnTo>
                  <a:lnTo>
                    <a:pt x="125042" y="328932"/>
                  </a:lnTo>
                  <a:lnTo>
                    <a:pt x="130175" y="330182"/>
                  </a:lnTo>
                  <a:lnTo>
                    <a:pt x="135344" y="331269"/>
                  </a:lnTo>
                  <a:lnTo>
                    <a:pt x="140546" y="332192"/>
                  </a:lnTo>
                  <a:lnTo>
                    <a:pt x="145774" y="332951"/>
                  </a:lnTo>
                  <a:lnTo>
                    <a:pt x="151023" y="333544"/>
                  </a:lnTo>
                  <a:lnTo>
                    <a:pt x="156288" y="333970"/>
                  </a:lnTo>
                  <a:lnTo>
                    <a:pt x="161564" y="334230"/>
                  </a:lnTo>
                  <a:lnTo>
                    <a:pt x="166846" y="334324"/>
                  </a:lnTo>
                  <a:lnTo>
                    <a:pt x="172128" y="334250"/>
                  </a:lnTo>
                  <a:lnTo>
                    <a:pt x="177405" y="334010"/>
                  </a:lnTo>
                  <a:lnTo>
                    <a:pt x="182672" y="333602"/>
                  </a:lnTo>
                  <a:lnTo>
                    <a:pt x="187924" y="333029"/>
                  </a:lnTo>
                  <a:lnTo>
                    <a:pt x="193154" y="332290"/>
                  </a:lnTo>
                  <a:lnTo>
                    <a:pt x="198359" y="331386"/>
                  </a:lnTo>
                  <a:lnTo>
                    <a:pt x="203532" y="330318"/>
                  </a:lnTo>
                  <a:lnTo>
                    <a:pt x="208670" y="329087"/>
                  </a:lnTo>
                  <a:lnTo>
                    <a:pt x="213765" y="327695"/>
                  </a:lnTo>
                  <a:lnTo>
                    <a:pt x="218815" y="326142"/>
                  </a:lnTo>
                  <a:lnTo>
                    <a:pt x="223812" y="324430"/>
                  </a:lnTo>
                  <a:lnTo>
                    <a:pt x="228753" y="322562"/>
                  </a:lnTo>
                  <a:lnTo>
                    <a:pt x="233633" y="320538"/>
                  </a:lnTo>
                  <a:lnTo>
                    <a:pt x="238446" y="318361"/>
                  </a:lnTo>
                  <a:lnTo>
                    <a:pt x="243188" y="316033"/>
                  </a:lnTo>
                  <a:lnTo>
                    <a:pt x="247854" y="313556"/>
                  </a:lnTo>
                  <a:lnTo>
                    <a:pt x="252439" y="310933"/>
                  </a:lnTo>
                  <a:lnTo>
                    <a:pt x="256940" y="308167"/>
                  </a:lnTo>
                  <a:lnTo>
                    <a:pt x="261350" y="305260"/>
                  </a:lnTo>
                  <a:lnTo>
                    <a:pt x="265667" y="302215"/>
                  </a:lnTo>
                  <a:lnTo>
                    <a:pt x="269885" y="299035"/>
                  </a:lnTo>
                  <a:lnTo>
                    <a:pt x="274001" y="295723"/>
                  </a:lnTo>
                  <a:lnTo>
                    <a:pt x="278010" y="292283"/>
                  </a:lnTo>
                  <a:lnTo>
                    <a:pt x="281908" y="288718"/>
                  </a:lnTo>
                  <a:lnTo>
                    <a:pt x="285692" y="285031"/>
                  </a:lnTo>
                  <a:lnTo>
                    <a:pt x="289357" y="281227"/>
                  </a:lnTo>
                  <a:lnTo>
                    <a:pt x="292900" y="277309"/>
                  </a:lnTo>
                  <a:lnTo>
                    <a:pt x="296318" y="273281"/>
                  </a:lnTo>
                  <a:lnTo>
                    <a:pt x="299606" y="269147"/>
                  </a:lnTo>
                  <a:lnTo>
                    <a:pt x="302763" y="264911"/>
                  </a:lnTo>
                  <a:lnTo>
                    <a:pt x="305784" y="260577"/>
                  </a:lnTo>
                  <a:lnTo>
                    <a:pt x="308666" y="256151"/>
                  </a:lnTo>
                  <a:lnTo>
                    <a:pt x="311408" y="251635"/>
                  </a:lnTo>
                  <a:lnTo>
                    <a:pt x="314005" y="247035"/>
                  </a:lnTo>
                  <a:lnTo>
                    <a:pt x="316455" y="242355"/>
                  </a:lnTo>
                  <a:lnTo>
                    <a:pt x="318757" y="237600"/>
                  </a:lnTo>
                  <a:lnTo>
                    <a:pt x="320907" y="232775"/>
                  </a:lnTo>
                  <a:lnTo>
                    <a:pt x="322904" y="227884"/>
                  </a:lnTo>
                  <a:lnTo>
                    <a:pt x="324745" y="222933"/>
                  </a:lnTo>
                  <a:lnTo>
                    <a:pt x="326428" y="217926"/>
                  </a:lnTo>
                  <a:lnTo>
                    <a:pt x="327953" y="212868"/>
                  </a:lnTo>
                  <a:lnTo>
                    <a:pt x="329317" y="207764"/>
                  </a:lnTo>
                  <a:lnTo>
                    <a:pt x="330519" y="202620"/>
                  </a:lnTo>
                  <a:lnTo>
                    <a:pt x="331558" y="197441"/>
                  </a:lnTo>
                  <a:lnTo>
                    <a:pt x="332433" y="192231"/>
                  </a:lnTo>
                  <a:lnTo>
                    <a:pt x="333142" y="186997"/>
                  </a:lnTo>
                  <a:lnTo>
                    <a:pt x="333686" y="181742"/>
                  </a:lnTo>
                  <a:lnTo>
                    <a:pt x="334064" y="176473"/>
                  </a:lnTo>
                  <a:lnTo>
                    <a:pt x="334275" y="171195"/>
                  </a:lnTo>
                  <a:lnTo>
                    <a:pt x="334319" y="165912"/>
                  </a:lnTo>
                  <a:lnTo>
                    <a:pt x="334197" y="160631"/>
                  </a:lnTo>
                  <a:lnTo>
                    <a:pt x="333907" y="155356"/>
                  </a:lnTo>
                  <a:lnTo>
                    <a:pt x="333451" y="150093"/>
                  </a:lnTo>
                  <a:lnTo>
                    <a:pt x="332829" y="144848"/>
                  </a:lnTo>
                  <a:lnTo>
                    <a:pt x="332041" y="139624"/>
                  </a:lnTo>
                  <a:lnTo>
                    <a:pt x="331089" y="134428"/>
                  </a:lnTo>
                  <a:lnTo>
                    <a:pt x="329973" y="129265"/>
                  </a:lnTo>
                  <a:lnTo>
                    <a:pt x="328694" y="124139"/>
                  </a:lnTo>
                  <a:lnTo>
                    <a:pt x="327254" y="119057"/>
                  </a:lnTo>
                  <a:lnTo>
                    <a:pt x="325655" y="114022"/>
                  </a:lnTo>
                  <a:lnTo>
                    <a:pt x="323897" y="109041"/>
                  </a:lnTo>
                  <a:lnTo>
                    <a:pt x="321982" y="104117"/>
                  </a:lnTo>
                  <a:lnTo>
                    <a:pt x="319913" y="99257"/>
                  </a:lnTo>
                  <a:lnTo>
                    <a:pt x="317691" y="94464"/>
                  </a:lnTo>
                  <a:lnTo>
                    <a:pt x="315319" y="89744"/>
                  </a:lnTo>
                  <a:lnTo>
                    <a:pt x="312799" y="85101"/>
                  </a:lnTo>
                  <a:lnTo>
                    <a:pt x="310134" y="80540"/>
                  </a:lnTo>
                  <a:lnTo>
                    <a:pt x="307326" y="76066"/>
                  </a:lnTo>
                  <a:lnTo>
                    <a:pt x="304378" y="71682"/>
                  </a:lnTo>
                  <a:lnTo>
                    <a:pt x="301292" y="67394"/>
                  </a:lnTo>
                  <a:lnTo>
                    <a:pt x="298073" y="63206"/>
                  </a:lnTo>
                  <a:lnTo>
                    <a:pt x="294723" y="59121"/>
                  </a:lnTo>
                  <a:lnTo>
                    <a:pt x="291246" y="55144"/>
                  </a:lnTo>
                  <a:lnTo>
                    <a:pt x="287645" y="51280"/>
                  </a:lnTo>
                  <a:lnTo>
                    <a:pt x="283924" y="47530"/>
                  </a:lnTo>
                  <a:lnTo>
                    <a:pt x="280085" y="43901"/>
                  </a:lnTo>
                  <a:lnTo>
                    <a:pt x="276135" y="40394"/>
                  </a:lnTo>
                  <a:lnTo>
                    <a:pt x="272075" y="37014"/>
                  </a:lnTo>
                  <a:lnTo>
                    <a:pt x="267910" y="33764"/>
                  </a:lnTo>
                  <a:lnTo>
                    <a:pt x="263645" y="30647"/>
                  </a:lnTo>
                  <a:lnTo>
                    <a:pt x="259284" y="27666"/>
                  </a:lnTo>
                  <a:lnTo>
                    <a:pt x="254830" y="24825"/>
                  </a:lnTo>
                  <a:lnTo>
                    <a:pt x="250289" y="22126"/>
                  </a:lnTo>
                  <a:lnTo>
                    <a:pt x="245666" y="19572"/>
                  </a:lnTo>
                  <a:lnTo>
                    <a:pt x="240963" y="17165"/>
                  </a:lnTo>
                  <a:lnTo>
                    <a:pt x="236187" y="14908"/>
                  </a:lnTo>
                  <a:lnTo>
                    <a:pt x="231342" y="12802"/>
                  </a:lnTo>
                  <a:lnTo>
                    <a:pt x="226433" y="10852"/>
                  </a:lnTo>
                  <a:lnTo>
                    <a:pt x="221465" y="9057"/>
                  </a:lnTo>
                  <a:lnTo>
                    <a:pt x="216442" y="7420"/>
                  </a:lnTo>
                  <a:lnTo>
                    <a:pt x="211370" y="5942"/>
                  </a:lnTo>
                  <a:lnTo>
                    <a:pt x="206254" y="4626"/>
                  </a:lnTo>
                  <a:lnTo>
                    <a:pt x="201099" y="3471"/>
                  </a:lnTo>
                  <a:lnTo>
                    <a:pt x="195910" y="2481"/>
                  </a:lnTo>
                  <a:lnTo>
                    <a:pt x="190693" y="1654"/>
                  </a:lnTo>
                  <a:lnTo>
                    <a:pt x="185452" y="993"/>
                  </a:lnTo>
                  <a:lnTo>
                    <a:pt x="180192" y="498"/>
                  </a:lnTo>
                  <a:lnTo>
                    <a:pt x="174920" y="169"/>
                  </a:lnTo>
                  <a:lnTo>
                    <a:pt x="169640" y="8"/>
                  </a:lnTo>
                  <a:lnTo>
                    <a:pt x="167157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488720" y="5018213"/>
              <a:ext cx="2483" cy="167167"/>
            </a:xfrm>
            <a:custGeom>
              <a:avLst/>
              <a:pathLst>
                <a:path w="2483" h="167167">
                  <a:moveTo>
                    <a:pt x="2483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799974" y="5269756"/>
              <a:ext cx="164526" cy="167167"/>
            </a:xfrm>
            <a:custGeom>
              <a:avLst/>
              <a:pathLst>
                <a:path w="164526" h="167167">
                  <a:moveTo>
                    <a:pt x="164526" y="0"/>
                  </a:moveTo>
                  <a:lnTo>
                    <a:pt x="159113" y="87"/>
                  </a:lnTo>
                  <a:lnTo>
                    <a:pt x="153705" y="350"/>
                  </a:lnTo>
                  <a:lnTo>
                    <a:pt x="148308" y="788"/>
                  </a:lnTo>
                  <a:lnTo>
                    <a:pt x="142928" y="1401"/>
                  </a:lnTo>
                  <a:lnTo>
                    <a:pt x="137571" y="2187"/>
                  </a:lnTo>
                  <a:lnTo>
                    <a:pt x="132242" y="3147"/>
                  </a:lnTo>
                  <a:lnTo>
                    <a:pt x="126947" y="4278"/>
                  </a:lnTo>
                  <a:lnTo>
                    <a:pt x="121692" y="5581"/>
                  </a:lnTo>
                  <a:lnTo>
                    <a:pt x="116481" y="7053"/>
                  </a:lnTo>
                  <a:lnTo>
                    <a:pt x="111321" y="8693"/>
                  </a:lnTo>
                  <a:lnTo>
                    <a:pt x="106216" y="10499"/>
                  </a:lnTo>
                  <a:lnTo>
                    <a:pt x="101173" y="12469"/>
                  </a:lnTo>
                  <a:lnTo>
                    <a:pt x="96196" y="14602"/>
                  </a:lnTo>
                  <a:lnTo>
                    <a:pt x="91291" y="16895"/>
                  </a:lnTo>
                  <a:lnTo>
                    <a:pt x="86463" y="19346"/>
                  </a:lnTo>
                  <a:lnTo>
                    <a:pt x="81717" y="21952"/>
                  </a:lnTo>
                  <a:lnTo>
                    <a:pt x="77057" y="24710"/>
                  </a:lnTo>
                  <a:lnTo>
                    <a:pt x="72490" y="27617"/>
                  </a:lnTo>
                  <a:lnTo>
                    <a:pt x="68019" y="30671"/>
                  </a:lnTo>
                  <a:lnTo>
                    <a:pt x="63649" y="33868"/>
                  </a:lnTo>
                  <a:lnTo>
                    <a:pt x="59385" y="37205"/>
                  </a:lnTo>
                  <a:lnTo>
                    <a:pt x="55231" y="40678"/>
                  </a:lnTo>
                  <a:lnTo>
                    <a:pt x="51192" y="44284"/>
                  </a:lnTo>
                  <a:lnTo>
                    <a:pt x="47272" y="48019"/>
                  </a:lnTo>
                  <a:lnTo>
                    <a:pt x="43474" y="51879"/>
                  </a:lnTo>
                  <a:lnTo>
                    <a:pt x="39804" y="55860"/>
                  </a:lnTo>
                  <a:lnTo>
                    <a:pt x="36265" y="59957"/>
                  </a:lnTo>
                  <a:lnTo>
                    <a:pt x="32860" y="64167"/>
                  </a:lnTo>
                  <a:lnTo>
                    <a:pt x="29594" y="68485"/>
                  </a:lnTo>
                  <a:lnTo>
                    <a:pt x="26468" y="72907"/>
                  </a:lnTo>
                  <a:lnTo>
                    <a:pt x="23488" y="77428"/>
                  </a:lnTo>
                  <a:lnTo>
                    <a:pt x="20656" y="82042"/>
                  </a:lnTo>
                  <a:lnTo>
                    <a:pt x="17975" y="86746"/>
                  </a:lnTo>
                  <a:lnTo>
                    <a:pt x="15447" y="91535"/>
                  </a:lnTo>
                  <a:lnTo>
                    <a:pt x="13076" y="96402"/>
                  </a:lnTo>
                  <a:lnTo>
                    <a:pt x="10863" y="101344"/>
                  </a:lnTo>
                  <a:lnTo>
                    <a:pt x="8812" y="106355"/>
                  </a:lnTo>
                  <a:lnTo>
                    <a:pt x="6925" y="111430"/>
                  </a:lnTo>
                  <a:lnTo>
                    <a:pt x="5202" y="116563"/>
                  </a:lnTo>
                  <a:lnTo>
                    <a:pt x="3647" y="121750"/>
                  </a:lnTo>
                  <a:lnTo>
                    <a:pt x="2260" y="126984"/>
                  </a:lnTo>
                  <a:lnTo>
                    <a:pt x="1044" y="132260"/>
                  </a:lnTo>
                  <a:lnTo>
                    <a:pt x="0" y="137573"/>
                  </a:lnTo>
                  <a:lnTo>
                    <a:pt x="16452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797347" y="5269756"/>
              <a:ext cx="334303" cy="334334"/>
            </a:xfrm>
            <a:custGeom>
              <a:avLst/>
              <a:pathLst>
                <a:path w="334303" h="334334">
                  <a:moveTo>
                    <a:pt x="2627" y="137573"/>
                  </a:moveTo>
                  <a:lnTo>
                    <a:pt x="1770" y="142811"/>
                  </a:lnTo>
                  <a:lnTo>
                    <a:pt x="1080" y="148075"/>
                  </a:lnTo>
                  <a:lnTo>
                    <a:pt x="558" y="153357"/>
                  </a:lnTo>
                  <a:lnTo>
                    <a:pt x="203" y="158654"/>
                  </a:lnTo>
                  <a:lnTo>
                    <a:pt x="17" y="163959"/>
                  </a:lnTo>
                  <a:lnTo>
                    <a:pt x="0" y="169267"/>
                  </a:lnTo>
                  <a:lnTo>
                    <a:pt x="150" y="174573"/>
                  </a:lnTo>
                  <a:lnTo>
                    <a:pt x="470" y="179872"/>
                  </a:lnTo>
                  <a:lnTo>
                    <a:pt x="957" y="185157"/>
                  </a:lnTo>
                  <a:lnTo>
                    <a:pt x="1612" y="190425"/>
                  </a:lnTo>
                  <a:lnTo>
                    <a:pt x="2434" y="195669"/>
                  </a:lnTo>
                  <a:lnTo>
                    <a:pt x="3422" y="200885"/>
                  </a:lnTo>
                  <a:lnTo>
                    <a:pt x="4575" y="206066"/>
                  </a:lnTo>
                  <a:lnTo>
                    <a:pt x="5892" y="211209"/>
                  </a:lnTo>
                  <a:lnTo>
                    <a:pt x="7372" y="216307"/>
                  </a:lnTo>
                  <a:lnTo>
                    <a:pt x="9013" y="221355"/>
                  </a:lnTo>
                  <a:lnTo>
                    <a:pt x="10813" y="226349"/>
                  </a:lnTo>
                  <a:lnTo>
                    <a:pt x="12771" y="231283"/>
                  </a:lnTo>
                  <a:lnTo>
                    <a:pt x="14884" y="236152"/>
                  </a:lnTo>
                  <a:lnTo>
                    <a:pt x="17151" y="240952"/>
                  </a:lnTo>
                  <a:lnTo>
                    <a:pt x="19570" y="245677"/>
                  </a:lnTo>
                  <a:lnTo>
                    <a:pt x="22137" y="250324"/>
                  </a:lnTo>
                  <a:lnTo>
                    <a:pt x="24850" y="254886"/>
                  </a:lnTo>
                  <a:lnTo>
                    <a:pt x="27707" y="259360"/>
                  </a:lnTo>
                  <a:lnTo>
                    <a:pt x="30704" y="263741"/>
                  </a:lnTo>
                  <a:lnTo>
                    <a:pt x="33839" y="268025"/>
                  </a:lnTo>
                  <a:lnTo>
                    <a:pt x="37109" y="272206"/>
                  </a:lnTo>
                  <a:lnTo>
                    <a:pt x="40510" y="276282"/>
                  </a:lnTo>
                  <a:lnTo>
                    <a:pt x="44038" y="280248"/>
                  </a:lnTo>
                  <a:lnTo>
                    <a:pt x="47690" y="284100"/>
                  </a:lnTo>
                  <a:lnTo>
                    <a:pt x="51463" y="287834"/>
                  </a:lnTo>
                  <a:lnTo>
                    <a:pt x="55353" y="291447"/>
                  </a:lnTo>
                  <a:lnTo>
                    <a:pt x="59355" y="294934"/>
                  </a:lnTo>
                  <a:lnTo>
                    <a:pt x="63466" y="298292"/>
                  </a:lnTo>
                  <a:lnTo>
                    <a:pt x="67681" y="301518"/>
                  </a:lnTo>
                  <a:lnTo>
                    <a:pt x="71997" y="304609"/>
                  </a:lnTo>
                  <a:lnTo>
                    <a:pt x="76409" y="307561"/>
                  </a:lnTo>
                  <a:lnTo>
                    <a:pt x="80912" y="310371"/>
                  </a:lnTo>
                  <a:lnTo>
                    <a:pt x="85503" y="313037"/>
                  </a:lnTo>
                  <a:lnTo>
                    <a:pt x="90175" y="315556"/>
                  </a:lnTo>
                  <a:lnTo>
                    <a:pt x="94925" y="317925"/>
                  </a:lnTo>
                  <a:lnTo>
                    <a:pt x="99748" y="320142"/>
                  </a:lnTo>
                  <a:lnTo>
                    <a:pt x="104639" y="322205"/>
                  </a:lnTo>
                  <a:lnTo>
                    <a:pt x="109593" y="324112"/>
                  </a:lnTo>
                  <a:lnTo>
                    <a:pt x="114605" y="325860"/>
                  </a:lnTo>
                  <a:lnTo>
                    <a:pt x="119671" y="327449"/>
                  </a:lnTo>
                  <a:lnTo>
                    <a:pt x="124783" y="328876"/>
                  </a:lnTo>
                  <a:lnTo>
                    <a:pt x="129939" y="330139"/>
                  </a:lnTo>
                  <a:lnTo>
                    <a:pt x="135132" y="331239"/>
                  </a:lnTo>
                  <a:lnTo>
                    <a:pt x="140358" y="332173"/>
                  </a:lnTo>
                  <a:lnTo>
                    <a:pt x="145610" y="332940"/>
                  </a:lnTo>
                  <a:lnTo>
                    <a:pt x="150884" y="333541"/>
                  </a:lnTo>
                  <a:lnTo>
                    <a:pt x="156175" y="333973"/>
                  </a:lnTo>
                  <a:lnTo>
                    <a:pt x="161477" y="334238"/>
                  </a:lnTo>
                  <a:lnTo>
                    <a:pt x="166784" y="334334"/>
                  </a:lnTo>
                  <a:lnTo>
                    <a:pt x="172092" y="334261"/>
                  </a:lnTo>
                  <a:lnTo>
                    <a:pt x="177395" y="334020"/>
                  </a:lnTo>
                  <a:lnTo>
                    <a:pt x="182687" y="333611"/>
                  </a:lnTo>
                  <a:lnTo>
                    <a:pt x="187964" y="333034"/>
                  </a:lnTo>
                  <a:lnTo>
                    <a:pt x="193220" y="332290"/>
                  </a:lnTo>
                  <a:lnTo>
                    <a:pt x="198449" y="331379"/>
                  </a:lnTo>
                  <a:lnTo>
                    <a:pt x="203647" y="330302"/>
                  </a:lnTo>
                  <a:lnTo>
                    <a:pt x="208809" y="329061"/>
                  </a:lnTo>
                  <a:lnTo>
                    <a:pt x="213928" y="327657"/>
                  </a:lnTo>
                  <a:lnTo>
                    <a:pt x="219000" y="326091"/>
                  </a:lnTo>
                  <a:lnTo>
                    <a:pt x="224020" y="324365"/>
                  </a:lnTo>
                  <a:lnTo>
                    <a:pt x="228982" y="322480"/>
                  </a:lnTo>
                  <a:lnTo>
                    <a:pt x="233882" y="320439"/>
                  </a:lnTo>
                  <a:lnTo>
                    <a:pt x="238715" y="318243"/>
                  </a:lnTo>
                  <a:lnTo>
                    <a:pt x="243475" y="315895"/>
                  </a:lnTo>
                  <a:lnTo>
                    <a:pt x="248159" y="313397"/>
                  </a:lnTo>
                  <a:lnTo>
                    <a:pt x="252761" y="310751"/>
                  </a:lnTo>
                  <a:lnTo>
                    <a:pt x="257277" y="307960"/>
                  </a:lnTo>
                  <a:lnTo>
                    <a:pt x="261702" y="305028"/>
                  </a:lnTo>
                  <a:lnTo>
                    <a:pt x="266031" y="301957"/>
                  </a:lnTo>
                  <a:lnTo>
                    <a:pt x="270261" y="298749"/>
                  </a:lnTo>
                  <a:lnTo>
                    <a:pt x="274387" y="295409"/>
                  </a:lnTo>
                  <a:lnTo>
                    <a:pt x="278404" y="291940"/>
                  </a:lnTo>
                  <a:lnTo>
                    <a:pt x="282310" y="288345"/>
                  </a:lnTo>
                  <a:lnTo>
                    <a:pt x="286099" y="284627"/>
                  </a:lnTo>
                  <a:lnTo>
                    <a:pt x="289769" y="280792"/>
                  </a:lnTo>
                  <a:lnTo>
                    <a:pt x="293314" y="276841"/>
                  </a:lnTo>
                  <a:lnTo>
                    <a:pt x="296733" y="272780"/>
                  </a:lnTo>
                  <a:lnTo>
                    <a:pt x="300021" y="268613"/>
                  </a:lnTo>
                  <a:lnTo>
                    <a:pt x="303175" y="264343"/>
                  </a:lnTo>
                  <a:lnTo>
                    <a:pt x="306192" y="259976"/>
                  </a:lnTo>
                  <a:lnTo>
                    <a:pt x="309068" y="255514"/>
                  </a:lnTo>
                  <a:lnTo>
                    <a:pt x="311802" y="250964"/>
                  </a:lnTo>
                  <a:lnTo>
                    <a:pt x="314389" y="246329"/>
                  </a:lnTo>
                  <a:lnTo>
                    <a:pt x="316828" y="241614"/>
                  </a:lnTo>
                  <a:lnTo>
                    <a:pt x="319117" y="236825"/>
                  </a:lnTo>
                  <a:lnTo>
                    <a:pt x="321252" y="231965"/>
                  </a:lnTo>
                  <a:lnTo>
                    <a:pt x="323231" y="227039"/>
                  </a:lnTo>
                  <a:lnTo>
                    <a:pt x="325054" y="222054"/>
                  </a:lnTo>
                  <a:lnTo>
                    <a:pt x="326717" y="217013"/>
                  </a:lnTo>
                  <a:lnTo>
                    <a:pt x="328219" y="211921"/>
                  </a:lnTo>
                  <a:lnTo>
                    <a:pt x="329559" y="206785"/>
                  </a:lnTo>
                  <a:lnTo>
                    <a:pt x="330735" y="201609"/>
                  </a:lnTo>
                  <a:lnTo>
                    <a:pt x="331746" y="196397"/>
                  </a:lnTo>
                  <a:lnTo>
                    <a:pt x="332591" y="191157"/>
                  </a:lnTo>
                  <a:lnTo>
                    <a:pt x="333269" y="185892"/>
                  </a:lnTo>
                  <a:lnTo>
                    <a:pt x="333780" y="180608"/>
                  </a:lnTo>
                  <a:lnTo>
                    <a:pt x="334123" y="175311"/>
                  </a:lnTo>
                  <a:lnTo>
                    <a:pt x="334297" y="170006"/>
                  </a:lnTo>
                  <a:lnTo>
                    <a:pt x="334303" y="164698"/>
                  </a:lnTo>
                  <a:lnTo>
                    <a:pt x="334140" y="159392"/>
                  </a:lnTo>
                  <a:lnTo>
                    <a:pt x="333809" y="154094"/>
                  </a:lnTo>
                  <a:lnTo>
                    <a:pt x="333310" y="148809"/>
                  </a:lnTo>
                  <a:lnTo>
                    <a:pt x="332643" y="143543"/>
                  </a:lnTo>
                  <a:lnTo>
                    <a:pt x="331810" y="138300"/>
                  </a:lnTo>
                  <a:lnTo>
                    <a:pt x="330810" y="133087"/>
                  </a:lnTo>
                  <a:lnTo>
                    <a:pt x="329646" y="127908"/>
                  </a:lnTo>
                  <a:lnTo>
                    <a:pt x="328317" y="122769"/>
                  </a:lnTo>
                  <a:lnTo>
                    <a:pt x="326827" y="117674"/>
                  </a:lnTo>
                  <a:lnTo>
                    <a:pt x="325175" y="112629"/>
                  </a:lnTo>
                  <a:lnTo>
                    <a:pt x="323363" y="107640"/>
                  </a:lnTo>
                  <a:lnTo>
                    <a:pt x="321395" y="102710"/>
                  </a:lnTo>
                  <a:lnTo>
                    <a:pt x="319270" y="97845"/>
                  </a:lnTo>
                  <a:lnTo>
                    <a:pt x="316993" y="93051"/>
                  </a:lnTo>
                  <a:lnTo>
                    <a:pt x="314564" y="88330"/>
                  </a:lnTo>
                  <a:lnTo>
                    <a:pt x="311987" y="83690"/>
                  </a:lnTo>
                  <a:lnTo>
                    <a:pt x="309263" y="79134"/>
                  </a:lnTo>
                  <a:lnTo>
                    <a:pt x="306396" y="74666"/>
                  </a:lnTo>
                  <a:lnTo>
                    <a:pt x="303389" y="70292"/>
                  </a:lnTo>
                  <a:lnTo>
                    <a:pt x="300245" y="66015"/>
                  </a:lnTo>
                  <a:lnTo>
                    <a:pt x="296966" y="61840"/>
                  </a:lnTo>
                  <a:lnTo>
                    <a:pt x="293556" y="57772"/>
                  </a:lnTo>
                  <a:lnTo>
                    <a:pt x="290019" y="53814"/>
                  </a:lnTo>
                  <a:lnTo>
                    <a:pt x="286358" y="49970"/>
                  </a:lnTo>
                  <a:lnTo>
                    <a:pt x="282577" y="46244"/>
                  </a:lnTo>
                  <a:lnTo>
                    <a:pt x="278680" y="42640"/>
                  </a:lnTo>
                  <a:lnTo>
                    <a:pt x="274670" y="39162"/>
                  </a:lnTo>
                  <a:lnTo>
                    <a:pt x="270551" y="35813"/>
                  </a:lnTo>
                  <a:lnTo>
                    <a:pt x="266329" y="32596"/>
                  </a:lnTo>
                  <a:lnTo>
                    <a:pt x="262006" y="29515"/>
                  </a:lnTo>
                  <a:lnTo>
                    <a:pt x="257588" y="26573"/>
                  </a:lnTo>
                  <a:lnTo>
                    <a:pt x="253078" y="23773"/>
                  </a:lnTo>
                  <a:lnTo>
                    <a:pt x="248482" y="21117"/>
                  </a:lnTo>
                  <a:lnTo>
                    <a:pt x="243804" y="18608"/>
                  </a:lnTo>
                  <a:lnTo>
                    <a:pt x="239049" y="16249"/>
                  </a:lnTo>
                  <a:lnTo>
                    <a:pt x="234221" y="14043"/>
                  </a:lnTo>
                  <a:lnTo>
                    <a:pt x="229325" y="11991"/>
                  </a:lnTo>
                  <a:lnTo>
                    <a:pt x="224367" y="10095"/>
                  </a:lnTo>
                  <a:lnTo>
                    <a:pt x="219351" y="8358"/>
                  </a:lnTo>
                  <a:lnTo>
                    <a:pt x="214283" y="6780"/>
                  </a:lnTo>
                  <a:lnTo>
                    <a:pt x="209166" y="5365"/>
                  </a:lnTo>
                  <a:lnTo>
                    <a:pt x="204008" y="4113"/>
                  </a:lnTo>
                  <a:lnTo>
                    <a:pt x="198812" y="3025"/>
                  </a:lnTo>
                  <a:lnTo>
                    <a:pt x="193585" y="2102"/>
                  </a:lnTo>
                  <a:lnTo>
                    <a:pt x="188331" y="1346"/>
                  </a:lnTo>
                  <a:lnTo>
                    <a:pt x="183055" y="758"/>
                  </a:lnTo>
                  <a:lnTo>
                    <a:pt x="177764" y="337"/>
                  </a:lnTo>
                  <a:lnTo>
                    <a:pt x="172461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0550" y="5399291"/>
              <a:ext cx="25665" cy="167167"/>
            </a:xfrm>
            <a:custGeom>
              <a:avLst/>
              <a:pathLst>
                <a:path w="25665" h="167167">
                  <a:moveTo>
                    <a:pt x="25665" y="0"/>
                  </a:moveTo>
                  <a:lnTo>
                    <a:pt x="17079" y="220"/>
                  </a:lnTo>
                  <a:lnTo>
                    <a:pt x="8517" y="881"/>
                  </a:lnTo>
                  <a:lnTo>
                    <a:pt x="0" y="1981"/>
                  </a:lnTo>
                  <a:lnTo>
                    <a:pt x="2566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0550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60550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460550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460550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460550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460550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319055" y="5401273"/>
              <a:ext cx="334327" cy="332345"/>
            </a:xfrm>
            <a:custGeom>
              <a:avLst/>
              <a:pathLst>
                <a:path w="334327" h="332345">
                  <a:moveTo>
                    <a:pt x="141495" y="0"/>
                  </a:moveTo>
                  <a:lnTo>
                    <a:pt x="136276" y="895"/>
                  </a:lnTo>
                  <a:lnTo>
                    <a:pt x="131088" y="1956"/>
                  </a:lnTo>
                  <a:lnTo>
                    <a:pt x="125936" y="3180"/>
                  </a:lnTo>
                  <a:lnTo>
                    <a:pt x="120825" y="4567"/>
                  </a:lnTo>
                  <a:lnTo>
                    <a:pt x="115761" y="6116"/>
                  </a:lnTo>
                  <a:lnTo>
                    <a:pt x="110748" y="7824"/>
                  </a:lnTo>
                  <a:lnTo>
                    <a:pt x="105792" y="9689"/>
                  </a:lnTo>
                  <a:lnTo>
                    <a:pt x="100898" y="11711"/>
                  </a:lnTo>
                  <a:lnTo>
                    <a:pt x="96070" y="13887"/>
                  </a:lnTo>
                  <a:lnTo>
                    <a:pt x="91313" y="16214"/>
                  </a:lnTo>
                  <a:lnTo>
                    <a:pt x="86633" y="18692"/>
                  </a:lnTo>
                  <a:lnTo>
                    <a:pt x="82033" y="21316"/>
                  </a:lnTo>
                  <a:lnTo>
                    <a:pt x="77519" y="24084"/>
                  </a:lnTo>
                  <a:lnTo>
                    <a:pt x="73095" y="26994"/>
                  </a:lnTo>
                  <a:lnTo>
                    <a:pt x="68765" y="30043"/>
                  </a:lnTo>
                  <a:lnTo>
                    <a:pt x="64534" y="33227"/>
                  </a:lnTo>
                  <a:lnTo>
                    <a:pt x="60406" y="36544"/>
                  </a:lnTo>
                  <a:lnTo>
                    <a:pt x="56385" y="39990"/>
                  </a:lnTo>
                  <a:lnTo>
                    <a:pt x="52475" y="43562"/>
                  </a:lnTo>
                  <a:lnTo>
                    <a:pt x="48680" y="47255"/>
                  </a:lnTo>
                  <a:lnTo>
                    <a:pt x="45004" y="51067"/>
                  </a:lnTo>
                  <a:lnTo>
                    <a:pt x="41451" y="54994"/>
                  </a:lnTo>
                  <a:lnTo>
                    <a:pt x="38024" y="59031"/>
                  </a:lnTo>
                  <a:lnTo>
                    <a:pt x="34726" y="63174"/>
                  </a:lnTo>
                  <a:lnTo>
                    <a:pt x="31562" y="67420"/>
                  </a:lnTo>
                  <a:lnTo>
                    <a:pt x="28533" y="71764"/>
                  </a:lnTo>
                  <a:lnTo>
                    <a:pt x="25644" y="76202"/>
                  </a:lnTo>
                  <a:lnTo>
                    <a:pt x="22896" y="80729"/>
                  </a:lnTo>
                  <a:lnTo>
                    <a:pt x="20294" y="85341"/>
                  </a:lnTo>
                  <a:lnTo>
                    <a:pt x="17838" y="90033"/>
                  </a:lnTo>
                  <a:lnTo>
                    <a:pt x="15533" y="94800"/>
                  </a:lnTo>
                  <a:lnTo>
                    <a:pt x="13380" y="99638"/>
                  </a:lnTo>
                  <a:lnTo>
                    <a:pt x="11381" y="104542"/>
                  </a:lnTo>
                  <a:lnTo>
                    <a:pt x="9538" y="109506"/>
                  </a:lnTo>
                  <a:lnTo>
                    <a:pt x="7853" y="114527"/>
                  </a:lnTo>
                  <a:lnTo>
                    <a:pt x="6329" y="119598"/>
                  </a:lnTo>
                  <a:lnTo>
                    <a:pt x="4966" y="124715"/>
                  </a:lnTo>
                  <a:lnTo>
                    <a:pt x="3765" y="129873"/>
                  </a:lnTo>
                  <a:lnTo>
                    <a:pt x="2729" y="135066"/>
                  </a:lnTo>
                  <a:lnTo>
                    <a:pt x="1857" y="140289"/>
                  </a:lnTo>
                  <a:lnTo>
                    <a:pt x="1151" y="145538"/>
                  </a:lnTo>
                  <a:lnTo>
                    <a:pt x="612" y="150806"/>
                  </a:lnTo>
                  <a:lnTo>
                    <a:pt x="241" y="156088"/>
                  </a:lnTo>
                  <a:lnTo>
                    <a:pt x="36" y="161380"/>
                  </a:lnTo>
                  <a:lnTo>
                    <a:pt x="0" y="166675"/>
                  </a:lnTo>
                  <a:lnTo>
                    <a:pt x="131" y="171969"/>
                  </a:lnTo>
                  <a:lnTo>
                    <a:pt x="429" y="177256"/>
                  </a:lnTo>
                  <a:lnTo>
                    <a:pt x="895" y="182531"/>
                  </a:lnTo>
                  <a:lnTo>
                    <a:pt x="1528" y="187789"/>
                  </a:lnTo>
                  <a:lnTo>
                    <a:pt x="2327" y="193024"/>
                  </a:lnTo>
                  <a:lnTo>
                    <a:pt x="3292" y="198230"/>
                  </a:lnTo>
                  <a:lnTo>
                    <a:pt x="4421" y="203404"/>
                  </a:lnTo>
                  <a:lnTo>
                    <a:pt x="5713" y="208540"/>
                  </a:lnTo>
                  <a:lnTo>
                    <a:pt x="7167" y="213632"/>
                  </a:lnTo>
                  <a:lnTo>
                    <a:pt x="8782" y="218675"/>
                  </a:lnTo>
                  <a:lnTo>
                    <a:pt x="10555" y="223665"/>
                  </a:lnTo>
                  <a:lnTo>
                    <a:pt x="12486" y="228596"/>
                  </a:lnTo>
                  <a:lnTo>
                    <a:pt x="14572" y="233463"/>
                  </a:lnTo>
                  <a:lnTo>
                    <a:pt x="16812" y="238262"/>
                  </a:lnTo>
                  <a:lnTo>
                    <a:pt x="19202" y="242987"/>
                  </a:lnTo>
                  <a:lnTo>
                    <a:pt x="21740" y="247635"/>
                  </a:lnTo>
                  <a:lnTo>
                    <a:pt x="24425" y="252199"/>
                  </a:lnTo>
                  <a:lnTo>
                    <a:pt x="27252" y="256677"/>
                  </a:lnTo>
                  <a:lnTo>
                    <a:pt x="30221" y="261062"/>
                  </a:lnTo>
                  <a:lnTo>
                    <a:pt x="33326" y="265352"/>
                  </a:lnTo>
                  <a:lnTo>
                    <a:pt x="36566" y="269540"/>
                  </a:lnTo>
                  <a:lnTo>
                    <a:pt x="39937" y="273624"/>
                  </a:lnTo>
                  <a:lnTo>
                    <a:pt x="43435" y="277600"/>
                  </a:lnTo>
                  <a:lnTo>
                    <a:pt x="47058" y="281462"/>
                  </a:lnTo>
                  <a:lnTo>
                    <a:pt x="50801" y="285208"/>
                  </a:lnTo>
                  <a:lnTo>
                    <a:pt x="54661" y="288833"/>
                  </a:lnTo>
                  <a:lnTo>
                    <a:pt x="58634" y="292335"/>
                  </a:lnTo>
                  <a:lnTo>
                    <a:pt x="62716" y="295708"/>
                  </a:lnTo>
                  <a:lnTo>
                    <a:pt x="66903" y="298951"/>
                  </a:lnTo>
                  <a:lnTo>
                    <a:pt x="71190" y="302059"/>
                  </a:lnTo>
                  <a:lnTo>
                    <a:pt x="75573" y="305031"/>
                  </a:lnTo>
                  <a:lnTo>
                    <a:pt x="80049" y="307861"/>
                  </a:lnTo>
                  <a:lnTo>
                    <a:pt x="84612" y="310549"/>
                  </a:lnTo>
                  <a:lnTo>
                    <a:pt x="89257" y="313091"/>
                  </a:lnTo>
                  <a:lnTo>
                    <a:pt x="93981" y="315484"/>
                  </a:lnTo>
                  <a:lnTo>
                    <a:pt x="98778" y="317726"/>
                  </a:lnTo>
                  <a:lnTo>
                    <a:pt x="103644" y="319816"/>
                  </a:lnTo>
                  <a:lnTo>
                    <a:pt x="108574" y="321750"/>
                  </a:lnTo>
                  <a:lnTo>
                    <a:pt x="113562" y="323527"/>
                  </a:lnTo>
                  <a:lnTo>
                    <a:pt x="118605" y="325145"/>
                  </a:lnTo>
                  <a:lnTo>
                    <a:pt x="123696" y="326603"/>
                  </a:lnTo>
                  <a:lnTo>
                    <a:pt x="128830" y="327899"/>
                  </a:lnTo>
                  <a:lnTo>
                    <a:pt x="134003" y="329031"/>
                  </a:lnTo>
                  <a:lnTo>
                    <a:pt x="139209" y="329999"/>
                  </a:lnTo>
                  <a:lnTo>
                    <a:pt x="144444" y="330802"/>
                  </a:lnTo>
                  <a:lnTo>
                    <a:pt x="149701" y="331438"/>
                  </a:lnTo>
                  <a:lnTo>
                    <a:pt x="154976" y="331908"/>
                  </a:lnTo>
                  <a:lnTo>
                    <a:pt x="160263" y="332210"/>
                  </a:lnTo>
                  <a:lnTo>
                    <a:pt x="165556" y="332345"/>
                  </a:lnTo>
                  <a:lnTo>
                    <a:pt x="170852" y="332312"/>
                  </a:lnTo>
                  <a:lnTo>
                    <a:pt x="176144" y="332111"/>
                  </a:lnTo>
                  <a:lnTo>
                    <a:pt x="181426" y="331743"/>
                  </a:lnTo>
                  <a:lnTo>
                    <a:pt x="186695" y="331207"/>
                  </a:lnTo>
                  <a:lnTo>
                    <a:pt x="191943" y="330505"/>
                  </a:lnTo>
                  <a:lnTo>
                    <a:pt x="197167" y="329637"/>
                  </a:lnTo>
                  <a:lnTo>
                    <a:pt x="202361" y="328604"/>
                  </a:lnTo>
                  <a:lnTo>
                    <a:pt x="207520" y="327407"/>
                  </a:lnTo>
                  <a:lnTo>
                    <a:pt x="212638" y="326048"/>
                  </a:lnTo>
                  <a:lnTo>
                    <a:pt x="217710" y="324526"/>
                  </a:lnTo>
                  <a:lnTo>
                    <a:pt x="222732" y="322845"/>
                  </a:lnTo>
                  <a:lnTo>
                    <a:pt x="227697" y="321006"/>
                  </a:lnTo>
                  <a:lnTo>
                    <a:pt x="232603" y="319010"/>
                  </a:lnTo>
                  <a:lnTo>
                    <a:pt x="237442" y="316860"/>
                  </a:lnTo>
                  <a:lnTo>
                    <a:pt x="242211" y="314558"/>
                  </a:lnTo>
                  <a:lnTo>
                    <a:pt x="246905" y="312106"/>
                  </a:lnTo>
                  <a:lnTo>
                    <a:pt x="251518" y="309507"/>
                  </a:lnTo>
                  <a:lnTo>
                    <a:pt x="256047" y="306762"/>
                  </a:lnTo>
                  <a:lnTo>
                    <a:pt x="260487" y="303876"/>
                  </a:lnTo>
                  <a:lnTo>
                    <a:pt x="264833" y="300850"/>
                  </a:lnTo>
                  <a:lnTo>
                    <a:pt x="269081" y="297688"/>
                  </a:lnTo>
                  <a:lnTo>
                    <a:pt x="273227" y="294394"/>
                  </a:lnTo>
                  <a:lnTo>
                    <a:pt x="277266" y="290969"/>
                  </a:lnTo>
                  <a:lnTo>
                    <a:pt x="281195" y="287419"/>
                  </a:lnTo>
                  <a:lnTo>
                    <a:pt x="285009" y="283745"/>
                  </a:lnTo>
                  <a:lnTo>
                    <a:pt x="288705" y="279953"/>
                  </a:lnTo>
                  <a:lnTo>
                    <a:pt x="292280" y="276046"/>
                  </a:lnTo>
                  <a:lnTo>
                    <a:pt x="295728" y="272027"/>
                  </a:lnTo>
                  <a:lnTo>
                    <a:pt x="299048" y="267901"/>
                  </a:lnTo>
                  <a:lnTo>
                    <a:pt x="302235" y="263672"/>
                  </a:lnTo>
                  <a:lnTo>
                    <a:pt x="305287" y="259345"/>
                  </a:lnTo>
                  <a:lnTo>
                    <a:pt x="308200" y="254922"/>
                  </a:lnTo>
                  <a:lnTo>
                    <a:pt x="310972" y="250410"/>
                  </a:lnTo>
                  <a:lnTo>
                    <a:pt x="313599" y="245812"/>
                  </a:lnTo>
                  <a:lnTo>
                    <a:pt x="316079" y="241133"/>
                  </a:lnTo>
                  <a:lnTo>
                    <a:pt x="318410" y="236378"/>
                  </a:lnTo>
                  <a:lnTo>
                    <a:pt x="320589" y="231552"/>
                  </a:lnTo>
                  <a:lnTo>
                    <a:pt x="322614" y="226659"/>
                  </a:lnTo>
                  <a:lnTo>
                    <a:pt x="324483" y="221704"/>
                  </a:lnTo>
                  <a:lnTo>
                    <a:pt x="326195" y="216693"/>
                  </a:lnTo>
                  <a:lnTo>
                    <a:pt x="327746" y="211630"/>
                  </a:lnTo>
                  <a:lnTo>
                    <a:pt x="329137" y="206520"/>
                  </a:lnTo>
                  <a:lnTo>
                    <a:pt x="330365" y="201369"/>
                  </a:lnTo>
                  <a:lnTo>
                    <a:pt x="331429" y="196181"/>
                  </a:lnTo>
                  <a:lnTo>
                    <a:pt x="332328" y="190963"/>
                  </a:lnTo>
                  <a:lnTo>
                    <a:pt x="333062" y="185718"/>
                  </a:lnTo>
                  <a:lnTo>
                    <a:pt x="333629" y="180453"/>
                  </a:lnTo>
                  <a:lnTo>
                    <a:pt x="334029" y="175173"/>
                  </a:lnTo>
                  <a:lnTo>
                    <a:pt x="334262" y="169882"/>
                  </a:lnTo>
                  <a:lnTo>
                    <a:pt x="334327" y="164587"/>
                  </a:lnTo>
                  <a:lnTo>
                    <a:pt x="334224" y="159293"/>
                  </a:lnTo>
                  <a:lnTo>
                    <a:pt x="333953" y="154004"/>
                  </a:lnTo>
                  <a:lnTo>
                    <a:pt x="333516" y="148727"/>
                  </a:lnTo>
                  <a:lnTo>
                    <a:pt x="332911" y="143466"/>
                  </a:lnTo>
                  <a:lnTo>
                    <a:pt x="332140" y="138227"/>
                  </a:lnTo>
                  <a:lnTo>
                    <a:pt x="331203" y="133015"/>
                  </a:lnTo>
                  <a:lnTo>
                    <a:pt x="330102" y="127835"/>
                  </a:lnTo>
                  <a:lnTo>
                    <a:pt x="328837" y="122693"/>
                  </a:lnTo>
                  <a:lnTo>
                    <a:pt x="327410" y="117593"/>
                  </a:lnTo>
                  <a:lnTo>
                    <a:pt x="325822" y="112541"/>
                  </a:lnTo>
                  <a:lnTo>
                    <a:pt x="324075" y="107542"/>
                  </a:lnTo>
                  <a:lnTo>
                    <a:pt x="322171" y="102601"/>
                  </a:lnTo>
                  <a:lnTo>
                    <a:pt x="320110" y="97722"/>
                  </a:lnTo>
                  <a:lnTo>
                    <a:pt x="317897" y="92912"/>
                  </a:lnTo>
                  <a:lnTo>
                    <a:pt x="315532" y="88174"/>
                  </a:lnTo>
                  <a:lnTo>
                    <a:pt x="313018" y="83513"/>
                  </a:lnTo>
                  <a:lnTo>
                    <a:pt x="310358" y="78934"/>
                  </a:lnTo>
                  <a:lnTo>
                    <a:pt x="307555" y="74441"/>
                  </a:lnTo>
                  <a:lnTo>
                    <a:pt x="304610" y="70040"/>
                  </a:lnTo>
                  <a:lnTo>
                    <a:pt x="301527" y="65734"/>
                  </a:lnTo>
                  <a:lnTo>
                    <a:pt x="298310" y="61528"/>
                  </a:lnTo>
                  <a:lnTo>
                    <a:pt x="294961" y="57426"/>
                  </a:lnTo>
                  <a:lnTo>
                    <a:pt x="291484" y="53432"/>
                  </a:lnTo>
                  <a:lnTo>
                    <a:pt x="287882" y="49550"/>
                  </a:lnTo>
                  <a:lnTo>
                    <a:pt x="284158" y="45785"/>
                  </a:lnTo>
                  <a:lnTo>
                    <a:pt x="280318" y="42139"/>
                  </a:lnTo>
                  <a:lnTo>
                    <a:pt x="276364" y="38616"/>
                  </a:lnTo>
                  <a:lnTo>
                    <a:pt x="272300" y="35221"/>
                  </a:lnTo>
                  <a:lnTo>
                    <a:pt x="268131" y="31956"/>
                  </a:lnTo>
                  <a:lnTo>
                    <a:pt x="263860" y="28825"/>
                  </a:lnTo>
                  <a:lnTo>
                    <a:pt x="259492" y="25830"/>
                  </a:lnTo>
                  <a:lnTo>
                    <a:pt x="255032" y="22976"/>
                  </a:lnTo>
                  <a:lnTo>
                    <a:pt x="250484" y="20264"/>
                  </a:lnTo>
                  <a:lnTo>
                    <a:pt x="245852" y="17697"/>
                  </a:lnTo>
                  <a:lnTo>
                    <a:pt x="241141" y="15279"/>
                  </a:lnTo>
                  <a:lnTo>
                    <a:pt x="236355" y="13011"/>
                  </a:lnTo>
                  <a:lnTo>
                    <a:pt x="231501" y="10895"/>
                  </a:lnTo>
                  <a:lnTo>
                    <a:pt x="226582" y="8935"/>
                  </a:lnTo>
                  <a:lnTo>
                    <a:pt x="221603" y="7131"/>
                  </a:lnTo>
                  <a:lnTo>
                    <a:pt x="216569" y="5486"/>
                  </a:lnTo>
                  <a:lnTo>
                    <a:pt x="211486" y="4001"/>
                  </a:lnTo>
                  <a:lnTo>
                    <a:pt x="206358" y="2678"/>
                  </a:lnTo>
                  <a:lnTo>
                    <a:pt x="201192" y="1518"/>
                  </a:lnTo>
                  <a:lnTo>
                    <a:pt x="195990" y="522"/>
                  </a:lnTo>
                  <a:lnTo>
                    <a:pt x="167160" y="165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486215" y="5399291"/>
              <a:ext cx="28830" cy="167167"/>
            </a:xfrm>
            <a:custGeom>
              <a:avLst/>
              <a:pathLst>
                <a:path w="28830" h="167167">
                  <a:moveTo>
                    <a:pt x="28830" y="2504"/>
                  </a:moveTo>
                  <a:lnTo>
                    <a:pt x="21670" y="1410"/>
                  </a:lnTo>
                  <a:lnTo>
                    <a:pt x="14469" y="627"/>
                  </a:lnTo>
                  <a:lnTo>
                    <a:pt x="7241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856386" y="5399291"/>
              <a:ext cx="167157" cy="292578"/>
            </a:xfrm>
            <a:custGeom>
              <a:avLst/>
              <a:pathLst>
                <a:path w="167157" h="292578">
                  <a:moveTo>
                    <a:pt x="167157" y="0"/>
                  </a:moveTo>
                  <a:lnTo>
                    <a:pt x="161836" y="84"/>
                  </a:lnTo>
                  <a:lnTo>
                    <a:pt x="156522" y="338"/>
                  </a:lnTo>
                  <a:lnTo>
                    <a:pt x="151217" y="761"/>
                  </a:lnTo>
                  <a:lnTo>
                    <a:pt x="145930" y="1353"/>
                  </a:lnTo>
                  <a:lnTo>
                    <a:pt x="140663" y="2112"/>
                  </a:lnTo>
                  <a:lnTo>
                    <a:pt x="135423" y="3039"/>
                  </a:lnTo>
                  <a:lnTo>
                    <a:pt x="130216" y="4132"/>
                  </a:lnTo>
                  <a:lnTo>
                    <a:pt x="125046" y="5390"/>
                  </a:lnTo>
                  <a:lnTo>
                    <a:pt x="119919" y="6813"/>
                  </a:lnTo>
                  <a:lnTo>
                    <a:pt x="114839" y="8397"/>
                  </a:lnTo>
                  <a:lnTo>
                    <a:pt x="109813" y="10143"/>
                  </a:lnTo>
                  <a:lnTo>
                    <a:pt x="104844" y="12047"/>
                  </a:lnTo>
                  <a:lnTo>
                    <a:pt x="99939" y="14109"/>
                  </a:lnTo>
                  <a:lnTo>
                    <a:pt x="95102" y="16326"/>
                  </a:lnTo>
                  <a:lnTo>
                    <a:pt x="90338" y="18695"/>
                  </a:lnTo>
                  <a:lnTo>
                    <a:pt x="85651" y="21215"/>
                  </a:lnTo>
                  <a:lnTo>
                    <a:pt x="81048" y="23883"/>
                  </a:lnTo>
                  <a:lnTo>
                    <a:pt x="76531" y="26697"/>
                  </a:lnTo>
                  <a:lnTo>
                    <a:pt x="72106" y="29652"/>
                  </a:lnTo>
                  <a:lnTo>
                    <a:pt x="67778" y="32747"/>
                  </a:lnTo>
                  <a:lnTo>
                    <a:pt x="63550" y="35978"/>
                  </a:lnTo>
                  <a:lnTo>
                    <a:pt x="59428" y="39341"/>
                  </a:lnTo>
                  <a:lnTo>
                    <a:pt x="55414" y="42835"/>
                  </a:lnTo>
                  <a:lnTo>
                    <a:pt x="51514" y="46454"/>
                  </a:lnTo>
                  <a:lnTo>
                    <a:pt x="47730" y="50196"/>
                  </a:lnTo>
                  <a:lnTo>
                    <a:pt x="44068" y="54056"/>
                  </a:lnTo>
                  <a:lnTo>
                    <a:pt x="40531" y="58030"/>
                  </a:lnTo>
                  <a:lnTo>
                    <a:pt x="37121" y="62116"/>
                  </a:lnTo>
                  <a:lnTo>
                    <a:pt x="33844" y="66307"/>
                  </a:lnTo>
                  <a:lnTo>
                    <a:pt x="30701" y="70601"/>
                  </a:lnTo>
                  <a:lnTo>
                    <a:pt x="27697" y="74993"/>
                  </a:lnTo>
                  <a:lnTo>
                    <a:pt x="24834" y="79478"/>
                  </a:lnTo>
                  <a:lnTo>
                    <a:pt x="22116" y="84052"/>
                  </a:lnTo>
                  <a:lnTo>
                    <a:pt x="19544" y="88710"/>
                  </a:lnTo>
                  <a:lnTo>
                    <a:pt x="17122" y="93448"/>
                  </a:lnTo>
                  <a:lnTo>
                    <a:pt x="14852" y="98260"/>
                  </a:lnTo>
                  <a:lnTo>
                    <a:pt x="12736" y="103143"/>
                  </a:lnTo>
                  <a:lnTo>
                    <a:pt x="10776" y="108090"/>
                  </a:lnTo>
                  <a:lnTo>
                    <a:pt x="8975" y="113096"/>
                  </a:lnTo>
                  <a:lnTo>
                    <a:pt x="7335" y="118158"/>
                  </a:lnTo>
                  <a:lnTo>
                    <a:pt x="5856" y="123269"/>
                  </a:lnTo>
                  <a:lnTo>
                    <a:pt x="4541" y="128425"/>
                  </a:lnTo>
                  <a:lnTo>
                    <a:pt x="3390" y="133620"/>
                  </a:lnTo>
                  <a:lnTo>
                    <a:pt x="2405" y="138849"/>
                  </a:lnTo>
                  <a:lnTo>
                    <a:pt x="1587" y="144107"/>
                  </a:lnTo>
                  <a:lnTo>
                    <a:pt x="937" y="149388"/>
                  </a:lnTo>
                  <a:lnTo>
                    <a:pt x="456" y="154687"/>
                  </a:lnTo>
                  <a:lnTo>
                    <a:pt x="143" y="159999"/>
                  </a:lnTo>
                  <a:lnTo>
                    <a:pt x="0" y="165318"/>
                  </a:lnTo>
                  <a:lnTo>
                    <a:pt x="25" y="170639"/>
                  </a:lnTo>
                  <a:lnTo>
                    <a:pt x="220" y="175956"/>
                  </a:lnTo>
                  <a:lnTo>
                    <a:pt x="585" y="181265"/>
                  </a:lnTo>
                  <a:lnTo>
                    <a:pt x="1118" y="186559"/>
                  </a:lnTo>
                  <a:lnTo>
                    <a:pt x="1819" y="191833"/>
                  </a:lnTo>
                  <a:lnTo>
                    <a:pt x="2688" y="197083"/>
                  </a:lnTo>
                  <a:lnTo>
                    <a:pt x="3723" y="202302"/>
                  </a:lnTo>
                  <a:lnTo>
                    <a:pt x="4924" y="207486"/>
                  </a:lnTo>
                  <a:lnTo>
                    <a:pt x="6290" y="212628"/>
                  </a:lnTo>
                  <a:lnTo>
                    <a:pt x="7818" y="217725"/>
                  </a:lnTo>
                  <a:lnTo>
                    <a:pt x="9508" y="222771"/>
                  </a:lnTo>
                  <a:lnTo>
                    <a:pt x="11357" y="227760"/>
                  </a:lnTo>
                  <a:lnTo>
                    <a:pt x="13365" y="232688"/>
                  </a:lnTo>
                  <a:lnTo>
                    <a:pt x="15528" y="237549"/>
                  </a:lnTo>
                  <a:lnTo>
                    <a:pt x="17845" y="242339"/>
                  </a:lnTo>
                  <a:lnTo>
                    <a:pt x="20313" y="247053"/>
                  </a:lnTo>
                  <a:lnTo>
                    <a:pt x="22930" y="251686"/>
                  </a:lnTo>
                  <a:lnTo>
                    <a:pt x="25692" y="256233"/>
                  </a:lnTo>
                  <a:lnTo>
                    <a:pt x="28599" y="260690"/>
                  </a:lnTo>
                  <a:lnTo>
                    <a:pt x="31645" y="265053"/>
                  </a:lnTo>
                  <a:lnTo>
                    <a:pt x="34829" y="269316"/>
                  </a:lnTo>
                  <a:lnTo>
                    <a:pt x="38147" y="273476"/>
                  </a:lnTo>
                  <a:lnTo>
                    <a:pt x="41596" y="277528"/>
                  </a:lnTo>
                  <a:lnTo>
                    <a:pt x="45172" y="281468"/>
                  </a:lnTo>
                  <a:lnTo>
                    <a:pt x="48872" y="285292"/>
                  </a:lnTo>
                  <a:lnTo>
                    <a:pt x="52691" y="288997"/>
                  </a:lnTo>
                  <a:lnTo>
                    <a:pt x="56626" y="29257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913013" y="5566459"/>
              <a:ext cx="110530" cy="125411"/>
            </a:xfrm>
            <a:custGeom>
              <a:avLst/>
              <a:pathLst>
                <a:path w="110530" h="125411">
                  <a:moveTo>
                    <a:pt x="0" y="125411"/>
                  </a:moveTo>
                  <a:lnTo>
                    <a:pt x="1105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913013" y="5566459"/>
              <a:ext cx="110530" cy="125411"/>
            </a:xfrm>
            <a:custGeom>
              <a:avLst/>
              <a:pathLst>
                <a:path w="110530" h="125411">
                  <a:moveTo>
                    <a:pt x="0" y="125411"/>
                  </a:moveTo>
                  <a:lnTo>
                    <a:pt x="1105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913013" y="5566459"/>
              <a:ext cx="110530" cy="125411"/>
            </a:xfrm>
            <a:custGeom>
              <a:avLst/>
              <a:pathLst>
                <a:path w="110530" h="125411">
                  <a:moveTo>
                    <a:pt x="0" y="125411"/>
                  </a:moveTo>
                  <a:lnTo>
                    <a:pt x="1105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913013" y="5566459"/>
              <a:ext cx="110530" cy="125411"/>
            </a:xfrm>
            <a:custGeom>
              <a:avLst/>
              <a:pathLst>
                <a:path w="110530" h="125411">
                  <a:moveTo>
                    <a:pt x="0" y="125411"/>
                  </a:moveTo>
                  <a:lnTo>
                    <a:pt x="11053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913013" y="5566459"/>
              <a:ext cx="110530" cy="125411"/>
            </a:xfrm>
            <a:custGeom>
              <a:avLst/>
              <a:pathLst>
                <a:path w="110530" h="125411">
                  <a:moveTo>
                    <a:pt x="0" y="125411"/>
                  </a:moveTo>
                  <a:lnTo>
                    <a:pt x="11053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913013" y="5566459"/>
              <a:ext cx="110530" cy="167145"/>
            </a:xfrm>
            <a:custGeom>
              <a:avLst/>
              <a:pathLst>
                <a:path w="110530" h="167145">
                  <a:moveTo>
                    <a:pt x="0" y="125411"/>
                  </a:moveTo>
                  <a:lnTo>
                    <a:pt x="4279" y="129057"/>
                  </a:lnTo>
                  <a:lnTo>
                    <a:pt x="8679" y="132557"/>
                  </a:lnTo>
                  <a:lnTo>
                    <a:pt x="13195" y="135907"/>
                  </a:lnTo>
                  <a:lnTo>
                    <a:pt x="17820" y="139103"/>
                  </a:lnTo>
                  <a:lnTo>
                    <a:pt x="22550" y="142142"/>
                  </a:lnTo>
                  <a:lnTo>
                    <a:pt x="27380" y="145020"/>
                  </a:lnTo>
                  <a:lnTo>
                    <a:pt x="32303" y="147734"/>
                  </a:lnTo>
                  <a:lnTo>
                    <a:pt x="37316" y="150281"/>
                  </a:lnTo>
                  <a:lnTo>
                    <a:pt x="42411" y="152658"/>
                  </a:lnTo>
                  <a:lnTo>
                    <a:pt x="47583" y="154863"/>
                  </a:lnTo>
                  <a:lnTo>
                    <a:pt x="52826" y="156892"/>
                  </a:lnTo>
                  <a:lnTo>
                    <a:pt x="58135" y="158744"/>
                  </a:lnTo>
                  <a:lnTo>
                    <a:pt x="63503" y="160416"/>
                  </a:lnTo>
                  <a:lnTo>
                    <a:pt x="68924" y="161906"/>
                  </a:lnTo>
                  <a:lnTo>
                    <a:pt x="74392" y="163214"/>
                  </a:lnTo>
                  <a:lnTo>
                    <a:pt x="79901" y="164337"/>
                  </a:lnTo>
                  <a:lnTo>
                    <a:pt x="85444" y="165274"/>
                  </a:lnTo>
                  <a:lnTo>
                    <a:pt x="91016" y="166024"/>
                  </a:lnTo>
                  <a:lnTo>
                    <a:pt x="96610" y="166586"/>
                  </a:lnTo>
                  <a:lnTo>
                    <a:pt x="102220" y="166960"/>
                  </a:lnTo>
                  <a:lnTo>
                    <a:pt x="107839" y="167145"/>
                  </a:lnTo>
                  <a:lnTo>
                    <a:pt x="11053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020853" y="5399291"/>
              <a:ext cx="169852" cy="334314"/>
            </a:xfrm>
            <a:custGeom>
              <a:avLst/>
              <a:pathLst>
                <a:path w="169852" h="334314">
                  <a:moveTo>
                    <a:pt x="0" y="334313"/>
                  </a:moveTo>
                  <a:lnTo>
                    <a:pt x="5331" y="334314"/>
                  </a:lnTo>
                  <a:lnTo>
                    <a:pt x="10660" y="334144"/>
                  </a:lnTo>
                  <a:lnTo>
                    <a:pt x="15981" y="333805"/>
                  </a:lnTo>
                  <a:lnTo>
                    <a:pt x="21289" y="333297"/>
                  </a:lnTo>
                  <a:lnTo>
                    <a:pt x="26577" y="332619"/>
                  </a:lnTo>
                  <a:lnTo>
                    <a:pt x="31841" y="331773"/>
                  </a:lnTo>
                  <a:lnTo>
                    <a:pt x="37076" y="330760"/>
                  </a:lnTo>
                  <a:lnTo>
                    <a:pt x="42275" y="329580"/>
                  </a:lnTo>
                  <a:lnTo>
                    <a:pt x="47435" y="328235"/>
                  </a:lnTo>
                  <a:lnTo>
                    <a:pt x="52548" y="326726"/>
                  </a:lnTo>
                  <a:lnTo>
                    <a:pt x="57611" y="325055"/>
                  </a:lnTo>
                  <a:lnTo>
                    <a:pt x="62619" y="323223"/>
                  </a:lnTo>
                  <a:lnTo>
                    <a:pt x="67565" y="321233"/>
                  </a:lnTo>
                  <a:lnTo>
                    <a:pt x="72445" y="319085"/>
                  </a:lnTo>
                  <a:lnTo>
                    <a:pt x="77254" y="316783"/>
                  </a:lnTo>
                  <a:lnTo>
                    <a:pt x="81988" y="314329"/>
                  </a:lnTo>
                  <a:lnTo>
                    <a:pt x="86640" y="311726"/>
                  </a:lnTo>
                  <a:lnTo>
                    <a:pt x="91208" y="308975"/>
                  </a:lnTo>
                  <a:lnTo>
                    <a:pt x="95685" y="306080"/>
                  </a:lnTo>
                  <a:lnTo>
                    <a:pt x="100068" y="303044"/>
                  </a:lnTo>
                  <a:lnTo>
                    <a:pt x="104351" y="299869"/>
                  </a:lnTo>
                  <a:lnTo>
                    <a:pt x="108532" y="296560"/>
                  </a:lnTo>
                  <a:lnTo>
                    <a:pt x="112604" y="293119"/>
                  </a:lnTo>
                  <a:lnTo>
                    <a:pt x="116565" y="289549"/>
                  </a:lnTo>
                  <a:lnTo>
                    <a:pt x="120410" y="285855"/>
                  </a:lnTo>
                  <a:lnTo>
                    <a:pt x="124135" y="282041"/>
                  </a:lnTo>
                  <a:lnTo>
                    <a:pt x="127737" y="278110"/>
                  </a:lnTo>
                  <a:lnTo>
                    <a:pt x="131211" y="274065"/>
                  </a:lnTo>
                  <a:lnTo>
                    <a:pt x="134555" y="269912"/>
                  </a:lnTo>
                  <a:lnTo>
                    <a:pt x="137764" y="265655"/>
                  </a:lnTo>
                  <a:lnTo>
                    <a:pt x="140836" y="261297"/>
                  </a:lnTo>
                  <a:lnTo>
                    <a:pt x="143768" y="256844"/>
                  </a:lnTo>
                  <a:lnTo>
                    <a:pt x="146556" y="252299"/>
                  </a:lnTo>
                  <a:lnTo>
                    <a:pt x="149198" y="247668"/>
                  </a:lnTo>
                  <a:lnTo>
                    <a:pt x="151690" y="242955"/>
                  </a:lnTo>
                  <a:lnTo>
                    <a:pt x="154032" y="238165"/>
                  </a:lnTo>
                  <a:lnTo>
                    <a:pt x="156219" y="233302"/>
                  </a:lnTo>
                  <a:lnTo>
                    <a:pt x="158250" y="228372"/>
                  </a:lnTo>
                  <a:lnTo>
                    <a:pt x="160122" y="223380"/>
                  </a:lnTo>
                  <a:lnTo>
                    <a:pt x="161835" y="218331"/>
                  </a:lnTo>
                  <a:lnTo>
                    <a:pt x="163386" y="213230"/>
                  </a:lnTo>
                  <a:lnTo>
                    <a:pt x="164773" y="208082"/>
                  </a:lnTo>
                  <a:lnTo>
                    <a:pt x="165995" y="202892"/>
                  </a:lnTo>
                  <a:lnTo>
                    <a:pt x="167052" y="197666"/>
                  </a:lnTo>
                  <a:lnTo>
                    <a:pt x="167941" y="192409"/>
                  </a:lnTo>
                  <a:lnTo>
                    <a:pt x="168662" y="187126"/>
                  </a:lnTo>
                  <a:lnTo>
                    <a:pt x="169214" y="181823"/>
                  </a:lnTo>
                  <a:lnTo>
                    <a:pt x="169596" y="176505"/>
                  </a:lnTo>
                  <a:lnTo>
                    <a:pt x="169809" y="171178"/>
                  </a:lnTo>
                  <a:lnTo>
                    <a:pt x="169852" y="165846"/>
                  </a:lnTo>
                  <a:lnTo>
                    <a:pt x="169725" y="160516"/>
                  </a:lnTo>
                  <a:lnTo>
                    <a:pt x="169428" y="155193"/>
                  </a:lnTo>
                  <a:lnTo>
                    <a:pt x="168961" y="149881"/>
                  </a:lnTo>
                  <a:lnTo>
                    <a:pt x="168325" y="144588"/>
                  </a:lnTo>
                  <a:lnTo>
                    <a:pt x="167521" y="139317"/>
                  </a:lnTo>
                  <a:lnTo>
                    <a:pt x="166549" y="134075"/>
                  </a:lnTo>
                  <a:lnTo>
                    <a:pt x="165410" y="128866"/>
                  </a:lnTo>
                  <a:lnTo>
                    <a:pt x="164106" y="123696"/>
                  </a:lnTo>
                  <a:lnTo>
                    <a:pt x="162638" y="118571"/>
                  </a:lnTo>
                  <a:lnTo>
                    <a:pt x="161007" y="113495"/>
                  </a:lnTo>
                  <a:lnTo>
                    <a:pt x="159215" y="108473"/>
                  </a:lnTo>
                  <a:lnTo>
                    <a:pt x="157263" y="103511"/>
                  </a:lnTo>
                  <a:lnTo>
                    <a:pt x="155155" y="98614"/>
                  </a:lnTo>
                  <a:lnTo>
                    <a:pt x="152891" y="93787"/>
                  </a:lnTo>
                  <a:lnTo>
                    <a:pt x="150474" y="89034"/>
                  </a:lnTo>
                  <a:lnTo>
                    <a:pt x="147908" y="84361"/>
                  </a:lnTo>
                  <a:lnTo>
                    <a:pt x="145193" y="79772"/>
                  </a:lnTo>
                  <a:lnTo>
                    <a:pt x="142333" y="75272"/>
                  </a:lnTo>
                  <a:lnTo>
                    <a:pt x="139332" y="70866"/>
                  </a:lnTo>
                  <a:lnTo>
                    <a:pt x="136191" y="66557"/>
                  </a:lnTo>
                  <a:lnTo>
                    <a:pt x="132915" y="62351"/>
                  </a:lnTo>
                  <a:lnTo>
                    <a:pt x="129506" y="58251"/>
                  </a:lnTo>
                  <a:lnTo>
                    <a:pt x="125968" y="54262"/>
                  </a:lnTo>
                  <a:lnTo>
                    <a:pt x="122305" y="50388"/>
                  </a:lnTo>
                  <a:lnTo>
                    <a:pt x="118520" y="46633"/>
                  </a:lnTo>
                  <a:lnTo>
                    <a:pt x="114617" y="43001"/>
                  </a:lnTo>
                  <a:lnTo>
                    <a:pt x="110600" y="39494"/>
                  </a:lnTo>
                  <a:lnTo>
                    <a:pt x="106474" y="36118"/>
                  </a:lnTo>
                  <a:lnTo>
                    <a:pt x="102242" y="32875"/>
                  </a:lnTo>
                  <a:lnTo>
                    <a:pt x="97909" y="29769"/>
                  </a:lnTo>
                  <a:lnTo>
                    <a:pt x="93479" y="26802"/>
                  </a:lnTo>
                  <a:lnTo>
                    <a:pt x="88956" y="23978"/>
                  </a:lnTo>
                  <a:lnTo>
                    <a:pt x="84346" y="21300"/>
                  </a:lnTo>
                  <a:lnTo>
                    <a:pt x="79653" y="18770"/>
                  </a:lnTo>
                  <a:lnTo>
                    <a:pt x="74881" y="16391"/>
                  </a:lnTo>
                  <a:lnTo>
                    <a:pt x="70036" y="14165"/>
                  </a:lnTo>
                  <a:lnTo>
                    <a:pt x="65122" y="12096"/>
                  </a:lnTo>
                  <a:lnTo>
                    <a:pt x="60145" y="10183"/>
                  </a:lnTo>
                  <a:lnTo>
                    <a:pt x="55110" y="8431"/>
                  </a:lnTo>
                  <a:lnTo>
                    <a:pt x="50021" y="6840"/>
                  </a:lnTo>
                  <a:lnTo>
                    <a:pt x="44884" y="5412"/>
                  </a:lnTo>
                  <a:lnTo>
                    <a:pt x="39704" y="4149"/>
                  </a:lnTo>
                  <a:lnTo>
                    <a:pt x="34487" y="3051"/>
                  </a:lnTo>
                  <a:lnTo>
                    <a:pt x="29237" y="2121"/>
                  </a:lnTo>
                  <a:lnTo>
                    <a:pt x="23960" y="1358"/>
                  </a:lnTo>
                  <a:lnTo>
                    <a:pt x="18661" y="764"/>
                  </a:lnTo>
                  <a:lnTo>
                    <a:pt x="13347" y="340"/>
                  </a:lnTo>
                  <a:lnTo>
                    <a:pt x="8021" y="85"/>
                  </a:lnTo>
                  <a:lnTo>
                    <a:pt x="2690" y="0"/>
                  </a:lnTo>
                  <a:lnTo>
                    <a:pt x="26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423860" y="5269756"/>
              <a:ext cx="121398" cy="167167"/>
            </a:xfrm>
            <a:custGeom>
              <a:avLst/>
              <a:pathLst>
                <a:path w="121398" h="167167">
                  <a:moveTo>
                    <a:pt x="121398" y="0"/>
                  </a:moveTo>
                  <a:lnTo>
                    <a:pt x="115738" y="95"/>
                  </a:lnTo>
                  <a:lnTo>
                    <a:pt x="110084" y="383"/>
                  </a:lnTo>
                  <a:lnTo>
                    <a:pt x="104443" y="862"/>
                  </a:lnTo>
                  <a:lnTo>
                    <a:pt x="98822" y="1531"/>
                  </a:lnTo>
                  <a:lnTo>
                    <a:pt x="93226" y="2390"/>
                  </a:lnTo>
                  <a:lnTo>
                    <a:pt x="87663" y="3439"/>
                  </a:lnTo>
                  <a:lnTo>
                    <a:pt x="82139" y="4675"/>
                  </a:lnTo>
                  <a:lnTo>
                    <a:pt x="76659" y="6097"/>
                  </a:lnTo>
                  <a:lnTo>
                    <a:pt x="71231" y="7705"/>
                  </a:lnTo>
                  <a:lnTo>
                    <a:pt x="65861" y="9495"/>
                  </a:lnTo>
                  <a:lnTo>
                    <a:pt x="60554" y="11466"/>
                  </a:lnTo>
                  <a:lnTo>
                    <a:pt x="55316" y="13615"/>
                  </a:lnTo>
                  <a:lnTo>
                    <a:pt x="50155" y="15941"/>
                  </a:lnTo>
                  <a:lnTo>
                    <a:pt x="45075" y="18440"/>
                  </a:lnTo>
                  <a:lnTo>
                    <a:pt x="40083" y="21109"/>
                  </a:lnTo>
                  <a:lnTo>
                    <a:pt x="35185" y="23946"/>
                  </a:lnTo>
                  <a:lnTo>
                    <a:pt x="30385" y="26947"/>
                  </a:lnTo>
                  <a:lnTo>
                    <a:pt x="25689" y="30109"/>
                  </a:lnTo>
                  <a:lnTo>
                    <a:pt x="21103" y="33429"/>
                  </a:lnTo>
                  <a:lnTo>
                    <a:pt x="16632" y="36901"/>
                  </a:lnTo>
                  <a:lnTo>
                    <a:pt x="12282" y="40523"/>
                  </a:lnTo>
                  <a:lnTo>
                    <a:pt x="8056" y="44291"/>
                  </a:lnTo>
                  <a:lnTo>
                    <a:pt x="3960" y="48199"/>
                  </a:lnTo>
                  <a:lnTo>
                    <a:pt x="0" y="52244"/>
                  </a:lnTo>
                  <a:lnTo>
                    <a:pt x="1213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423860" y="5322000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423860" y="5322000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423860" y="5322000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423860" y="5322000"/>
              <a:ext cx="121398" cy="114923"/>
            </a:xfrm>
            <a:custGeom>
              <a:avLst/>
              <a:pathLst>
                <a:path w="121398" h="114923">
                  <a:moveTo>
                    <a:pt x="0" y="0"/>
                  </a:moveTo>
                  <a:lnTo>
                    <a:pt x="121398" y="1149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392410" y="5322000"/>
              <a:ext cx="152848" cy="114923"/>
            </a:xfrm>
            <a:custGeom>
              <a:avLst/>
              <a:pathLst>
                <a:path w="152848" h="114923">
                  <a:moveTo>
                    <a:pt x="31449" y="0"/>
                  </a:moveTo>
                  <a:lnTo>
                    <a:pt x="27182" y="4682"/>
                  </a:lnTo>
                  <a:lnTo>
                    <a:pt x="23095" y="9522"/>
                  </a:lnTo>
                  <a:lnTo>
                    <a:pt x="19195" y="14514"/>
                  </a:lnTo>
                  <a:lnTo>
                    <a:pt x="15486" y="19650"/>
                  </a:lnTo>
                  <a:lnTo>
                    <a:pt x="11975" y="24923"/>
                  </a:lnTo>
                  <a:lnTo>
                    <a:pt x="8666" y="30326"/>
                  </a:lnTo>
                  <a:lnTo>
                    <a:pt x="5564" y="35849"/>
                  </a:lnTo>
                  <a:lnTo>
                    <a:pt x="2674" y="41487"/>
                  </a:lnTo>
                  <a:lnTo>
                    <a:pt x="0" y="47229"/>
                  </a:lnTo>
                  <a:lnTo>
                    <a:pt x="152848" y="114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378093" y="5269756"/>
              <a:ext cx="334319" cy="334330"/>
            </a:xfrm>
            <a:custGeom>
              <a:avLst/>
              <a:pathLst>
                <a:path w="334319" h="334330">
                  <a:moveTo>
                    <a:pt x="14317" y="99473"/>
                  </a:moveTo>
                  <a:lnTo>
                    <a:pt x="12250" y="104346"/>
                  </a:lnTo>
                  <a:lnTo>
                    <a:pt x="10339" y="109282"/>
                  </a:lnTo>
                  <a:lnTo>
                    <a:pt x="8585" y="114275"/>
                  </a:lnTo>
                  <a:lnTo>
                    <a:pt x="6990" y="119322"/>
                  </a:lnTo>
                  <a:lnTo>
                    <a:pt x="5556" y="124417"/>
                  </a:lnTo>
                  <a:lnTo>
                    <a:pt x="4284" y="129554"/>
                  </a:lnTo>
                  <a:lnTo>
                    <a:pt x="3174" y="134729"/>
                  </a:lnTo>
                  <a:lnTo>
                    <a:pt x="2230" y="139937"/>
                  </a:lnTo>
                  <a:lnTo>
                    <a:pt x="1450" y="145172"/>
                  </a:lnTo>
                  <a:lnTo>
                    <a:pt x="837" y="150429"/>
                  </a:lnTo>
                  <a:lnTo>
                    <a:pt x="391" y="155703"/>
                  </a:lnTo>
                  <a:lnTo>
                    <a:pt x="111" y="160988"/>
                  </a:lnTo>
                  <a:lnTo>
                    <a:pt x="0" y="166280"/>
                  </a:lnTo>
                  <a:lnTo>
                    <a:pt x="55" y="171572"/>
                  </a:lnTo>
                  <a:lnTo>
                    <a:pt x="278" y="176860"/>
                  </a:lnTo>
                  <a:lnTo>
                    <a:pt x="669" y="182138"/>
                  </a:lnTo>
                  <a:lnTo>
                    <a:pt x="1226" y="187402"/>
                  </a:lnTo>
                  <a:lnTo>
                    <a:pt x="1950" y="192645"/>
                  </a:lnTo>
                  <a:lnTo>
                    <a:pt x="2839" y="197862"/>
                  </a:lnTo>
                  <a:lnTo>
                    <a:pt x="3893" y="203049"/>
                  </a:lnTo>
                  <a:lnTo>
                    <a:pt x="5111" y="208199"/>
                  </a:lnTo>
                  <a:lnTo>
                    <a:pt x="6491" y="213309"/>
                  </a:lnTo>
                  <a:lnTo>
                    <a:pt x="8033" y="218372"/>
                  </a:lnTo>
                  <a:lnTo>
                    <a:pt x="9733" y="223384"/>
                  </a:lnTo>
                  <a:lnTo>
                    <a:pt x="11592" y="228340"/>
                  </a:lnTo>
                  <a:lnTo>
                    <a:pt x="13607" y="233234"/>
                  </a:lnTo>
                  <a:lnTo>
                    <a:pt x="15775" y="238062"/>
                  </a:lnTo>
                  <a:lnTo>
                    <a:pt x="18095" y="242819"/>
                  </a:lnTo>
                  <a:lnTo>
                    <a:pt x="20565" y="247501"/>
                  </a:lnTo>
                  <a:lnTo>
                    <a:pt x="23182" y="252101"/>
                  </a:lnTo>
                  <a:lnTo>
                    <a:pt x="25942" y="256617"/>
                  </a:lnTo>
                  <a:lnTo>
                    <a:pt x="28845" y="261043"/>
                  </a:lnTo>
                  <a:lnTo>
                    <a:pt x="31886" y="265374"/>
                  </a:lnTo>
                  <a:lnTo>
                    <a:pt x="35063" y="269608"/>
                  </a:lnTo>
                  <a:lnTo>
                    <a:pt x="38372" y="273738"/>
                  </a:lnTo>
                  <a:lnTo>
                    <a:pt x="41810" y="277762"/>
                  </a:lnTo>
                  <a:lnTo>
                    <a:pt x="45374" y="281675"/>
                  </a:lnTo>
                  <a:lnTo>
                    <a:pt x="49060" y="285473"/>
                  </a:lnTo>
                  <a:lnTo>
                    <a:pt x="52865" y="289153"/>
                  </a:lnTo>
                  <a:lnTo>
                    <a:pt x="56784" y="292710"/>
                  </a:lnTo>
                  <a:lnTo>
                    <a:pt x="60813" y="296141"/>
                  </a:lnTo>
                  <a:lnTo>
                    <a:pt x="64950" y="299443"/>
                  </a:lnTo>
                  <a:lnTo>
                    <a:pt x="69188" y="302613"/>
                  </a:lnTo>
                  <a:lnTo>
                    <a:pt x="73525" y="305647"/>
                  </a:lnTo>
                  <a:lnTo>
                    <a:pt x="77956" y="308542"/>
                  </a:lnTo>
                  <a:lnTo>
                    <a:pt x="82476" y="311295"/>
                  </a:lnTo>
                  <a:lnTo>
                    <a:pt x="87081" y="313904"/>
                  </a:lnTo>
                  <a:lnTo>
                    <a:pt x="91767" y="316365"/>
                  </a:lnTo>
                  <a:lnTo>
                    <a:pt x="96528" y="318677"/>
                  </a:lnTo>
                  <a:lnTo>
                    <a:pt x="101360" y="320838"/>
                  </a:lnTo>
                  <a:lnTo>
                    <a:pt x="106257" y="322844"/>
                  </a:lnTo>
                  <a:lnTo>
                    <a:pt x="111216" y="324694"/>
                  </a:lnTo>
                  <a:lnTo>
                    <a:pt x="116231" y="326386"/>
                  </a:lnTo>
                  <a:lnTo>
                    <a:pt x="121297" y="327919"/>
                  </a:lnTo>
                  <a:lnTo>
                    <a:pt x="126409" y="329290"/>
                  </a:lnTo>
                  <a:lnTo>
                    <a:pt x="131562" y="330499"/>
                  </a:lnTo>
                  <a:lnTo>
                    <a:pt x="136750" y="331544"/>
                  </a:lnTo>
                  <a:lnTo>
                    <a:pt x="141969" y="332425"/>
                  </a:lnTo>
                  <a:lnTo>
                    <a:pt x="147213" y="333140"/>
                  </a:lnTo>
                  <a:lnTo>
                    <a:pt x="152478" y="333688"/>
                  </a:lnTo>
                  <a:lnTo>
                    <a:pt x="157757" y="334069"/>
                  </a:lnTo>
                  <a:lnTo>
                    <a:pt x="163045" y="334284"/>
                  </a:lnTo>
                  <a:lnTo>
                    <a:pt x="168337" y="334330"/>
                  </a:lnTo>
                  <a:lnTo>
                    <a:pt x="173629" y="334209"/>
                  </a:lnTo>
                  <a:lnTo>
                    <a:pt x="178914" y="333921"/>
                  </a:lnTo>
                  <a:lnTo>
                    <a:pt x="184187" y="333465"/>
                  </a:lnTo>
                  <a:lnTo>
                    <a:pt x="189443" y="332843"/>
                  </a:lnTo>
                  <a:lnTo>
                    <a:pt x="194676" y="332055"/>
                  </a:lnTo>
                  <a:lnTo>
                    <a:pt x="199882" y="331101"/>
                  </a:lnTo>
                  <a:lnTo>
                    <a:pt x="205056" y="329983"/>
                  </a:lnTo>
                  <a:lnTo>
                    <a:pt x="210191" y="328702"/>
                  </a:lnTo>
                  <a:lnTo>
                    <a:pt x="215283" y="327259"/>
                  </a:lnTo>
                  <a:lnTo>
                    <a:pt x="220327" y="325656"/>
                  </a:lnTo>
                  <a:lnTo>
                    <a:pt x="225318" y="323893"/>
                  </a:lnTo>
                  <a:lnTo>
                    <a:pt x="230250" y="321974"/>
                  </a:lnTo>
                  <a:lnTo>
                    <a:pt x="235119" y="319899"/>
                  </a:lnTo>
                  <a:lnTo>
                    <a:pt x="239920" y="317671"/>
                  </a:lnTo>
                  <a:lnTo>
                    <a:pt x="244648" y="315293"/>
                  </a:lnTo>
                  <a:lnTo>
                    <a:pt x="249299" y="312766"/>
                  </a:lnTo>
                  <a:lnTo>
                    <a:pt x="253867" y="310092"/>
                  </a:lnTo>
                  <a:lnTo>
                    <a:pt x="258348" y="307276"/>
                  </a:lnTo>
                  <a:lnTo>
                    <a:pt x="262738" y="304319"/>
                  </a:lnTo>
                  <a:lnTo>
                    <a:pt x="267032" y="301225"/>
                  </a:lnTo>
                  <a:lnTo>
                    <a:pt x="271225" y="297996"/>
                  </a:lnTo>
                  <a:lnTo>
                    <a:pt x="275315" y="294636"/>
                  </a:lnTo>
                  <a:lnTo>
                    <a:pt x="279296" y="291149"/>
                  </a:lnTo>
                  <a:lnTo>
                    <a:pt x="283165" y="287537"/>
                  </a:lnTo>
                  <a:lnTo>
                    <a:pt x="286917" y="283804"/>
                  </a:lnTo>
                  <a:lnTo>
                    <a:pt x="290550" y="279955"/>
                  </a:lnTo>
                  <a:lnTo>
                    <a:pt x="294058" y="275992"/>
                  </a:lnTo>
                  <a:lnTo>
                    <a:pt x="297440" y="271921"/>
                  </a:lnTo>
                  <a:lnTo>
                    <a:pt x="300691" y="267744"/>
                  </a:lnTo>
                  <a:lnTo>
                    <a:pt x="303808" y="263467"/>
                  </a:lnTo>
                  <a:lnTo>
                    <a:pt x="306788" y="259093"/>
                  </a:lnTo>
                  <a:lnTo>
                    <a:pt x="309628" y="254626"/>
                  </a:lnTo>
                  <a:lnTo>
                    <a:pt x="312325" y="250073"/>
                  </a:lnTo>
                  <a:lnTo>
                    <a:pt x="314877" y="245436"/>
                  </a:lnTo>
                  <a:lnTo>
                    <a:pt x="317281" y="240720"/>
                  </a:lnTo>
                  <a:lnTo>
                    <a:pt x="319534" y="235931"/>
                  </a:lnTo>
                  <a:lnTo>
                    <a:pt x="321634" y="231073"/>
                  </a:lnTo>
                  <a:lnTo>
                    <a:pt x="323580" y="226151"/>
                  </a:lnTo>
                  <a:lnTo>
                    <a:pt x="325369" y="221170"/>
                  </a:lnTo>
                  <a:lnTo>
                    <a:pt x="326999" y="216135"/>
                  </a:lnTo>
                  <a:lnTo>
                    <a:pt x="328469" y="211050"/>
                  </a:lnTo>
                  <a:lnTo>
                    <a:pt x="329778" y="205922"/>
                  </a:lnTo>
                  <a:lnTo>
                    <a:pt x="330923" y="200754"/>
                  </a:lnTo>
                  <a:lnTo>
                    <a:pt x="331904" y="195553"/>
                  </a:lnTo>
                  <a:lnTo>
                    <a:pt x="332720" y="190324"/>
                  </a:lnTo>
                  <a:lnTo>
                    <a:pt x="333370" y="185071"/>
                  </a:lnTo>
                  <a:lnTo>
                    <a:pt x="333854" y="179801"/>
                  </a:lnTo>
                  <a:lnTo>
                    <a:pt x="334170" y="174518"/>
                  </a:lnTo>
                  <a:lnTo>
                    <a:pt x="334319" y="169227"/>
                  </a:lnTo>
                  <a:lnTo>
                    <a:pt x="334301" y="163934"/>
                  </a:lnTo>
                  <a:lnTo>
                    <a:pt x="334115" y="158645"/>
                  </a:lnTo>
                  <a:lnTo>
                    <a:pt x="333761" y="153364"/>
                  </a:lnTo>
                  <a:lnTo>
                    <a:pt x="333241" y="148097"/>
                  </a:lnTo>
                  <a:lnTo>
                    <a:pt x="332554" y="142849"/>
                  </a:lnTo>
                  <a:lnTo>
                    <a:pt x="331701" y="137625"/>
                  </a:lnTo>
                  <a:lnTo>
                    <a:pt x="330683" y="132431"/>
                  </a:lnTo>
                  <a:lnTo>
                    <a:pt x="329502" y="127272"/>
                  </a:lnTo>
                  <a:lnTo>
                    <a:pt x="328158" y="122153"/>
                  </a:lnTo>
                  <a:lnTo>
                    <a:pt x="326652" y="117079"/>
                  </a:lnTo>
                  <a:lnTo>
                    <a:pt x="324986" y="112055"/>
                  </a:lnTo>
                  <a:lnTo>
                    <a:pt x="323162" y="107087"/>
                  </a:lnTo>
                  <a:lnTo>
                    <a:pt x="321182" y="102179"/>
                  </a:lnTo>
                  <a:lnTo>
                    <a:pt x="319048" y="97335"/>
                  </a:lnTo>
                  <a:lnTo>
                    <a:pt x="316761" y="92562"/>
                  </a:lnTo>
                  <a:lnTo>
                    <a:pt x="314324" y="87864"/>
                  </a:lnTo>
                  <a:lnTo>
                    <a:pt x="311740" y="83245"/>
                  </a:lnTo>
                  <a:lnTo>
                    <a:pt x="309011" y="78710"/>
                  </a:lnTo>
                  <a:lnTo>
                    <a:pt x="306139" y="74264"/>
                  </a:lnTo>
                  <a:lnTo>
                    <a:pt x="303129" y="69911"/>
                  </a:lnTo>
                  <a:lnTo>
                    <a:pt x="299982" y="65656"/>
                  </a:lnTo>
                  <a:lnTo>
                    <a:pt x="296702" y="61502"/>
                  </a:lnTo>
                  <a:lnTo>
                    <a:pt x="293292" y="57454"/>
                  </a:lnTo>
                  <a:lnTo>
                    <a:pt x="289755" y="53516"/>
                  </a:lnTo>
                  <a:lnTo>
                    <a:pt x="286096" y="49692"/>
                  </a:lnTo>
                  <a:lnTo>
                    <a:pt x="282317" y="45986"/>
                  </a:lnTo>
                  <a:lnTo>
                    <a:pt x="278423" y="42401"/>
                  </a:lnTo>
                  <a:lnTo>
                    <a:pt x="274418" y="38942"/>
                  </a:lnTo>
                  <a:lnTo>
                    <a:pt x="270305" y="35611"/>
                  </a:lnTo>
                  <a:lnTo>
                    <a:pt x="266089" y="32412"/>
                  </a:lnTo>
                  <a:lnTo>
                    <a:pt x="261773" y="29348"/>
                  </a:lnTo>
                  <a:lnTo>
                    <a:pt x="257363" y="26422"/>
                  </a:lnTo>
                  <a:lnTo>
                    <a:pt x="252862" y="23637"/>
                  </a:lnTo>
                  <a:lnTo>
                    <a:pt x="248275" y="20996"/>
                  </a:lnTo>
                  <a:lnTo>
                    <a:pt x="243607" y="18501"/>
                  </a:lnTo>
                  <a:lnTo>
                    <a:pt x="238863" y="16156"/>
                  </a:lnTo>
                  <a:lnTo>
                    <a:pt x="234046" y="13962"/>
                  </a:lnTo>
                  <a:lnTo>
                    <a:pt x="229162" y="11921"/>
                  </a:lnTo>
                  <a:lnTo>
                    <a:pt x="224217" y="10036"/>
                  </a:lnTo>
                  <a:lnTo>
                    <a:pt x="219214" y="8309"/>
                  </a:lnTo>
                  <a:lnTo>
                    <a:pt x="214159" y="6741"/>
                  </a:lnTo>
                  <a:lnTo>
                    <a:pt x="209057" y="5334"/>
                  </a:lnTo>
                  <a:lnTo>
                    <a:pt x="203912" y="4089"/>
                  </a:lnTo>
                  <a:lnTo>
                    <a:pt x="198731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62738" y="5018213"/>
              <a:ext cx="158300" cy="167167"/>
            </a:xfrm>
            <a:custGeom>
              <a:avLst/>
              <a:pathLst>
                <a:path w="158300" h="167167">
                  <a:moveTo>
                    <a:pt x="158300" y="0"/>
                  </a:moveTo>
                  <a:lnTo>
                    <a:pt x="152830" y="89"/>
                  </a:lnTo>
                  <a:lnTo>
                    <a:pt x="147366" y="357"/>
                  </a:lnTo>
                  <a:lnTo>
                    <a:pt x="141914" y="805"/>
                  </a:lnTo>
                  <a:lnTo>
                    <a:pt x="136479" y="1430"/>
                  </a:lnTo>
                  <a:lnTo>
                    <a:pt x="131067" y="2233"/>
                  </a:lnTo>
                  <a:lnTo>
                    <a:pt x="125685" y="3212"/>
                  </a:lnTo>
                  <a:lnTo>
                    <a:pt x="120338" y="4367"/>
                  </a:lnTo>
                  <a:lnTo>
                    <a:pt x="115031" y="5696"/>
                  </a:lnTo>
                  <a:lnTo>
                    <a:pt x="109771" y="7199"/>
                  </a:lnTo>
                  <a:lnTo>
                    <a:pt x="104562" y="8872"/>
                  </a:lnTo>
                  <a:lnTo>
                    <a:pt x="99411" y="10715"/>
                  </a:lnTo>
                  <a:lnTo>
                    <a:pt x="94324" y="12726"/>
                  </a:lnTo>
                  <a:lnTo>
                    <a:pt x="89304" y="14902"/>
                  </a:lnTo>
                  <a:lnTo>
                    <a:pt x="84359" y="17241"/>
                  </a:lnTo>
                  <a:lnTo>
                    <a:pt x="79493" y="19741"/>
                  </a:lnTo>
                  <a:lnTo>
                    <a:pt x="74711" y="22399"/>
                  </a:lnTo>
                  <a:lnTo>
                    <a:pt x="70019" y="25212"/>
                  </a:lnTo>
                  <a:lnTo>
                    <a:pt x="65421" y="28176"/>
                  </a:lnTo>
                  <a:lnTo>
                    <a:pt x="60923" y="31290"/>
                  </a:lnTo>
                  <a:lnTo>
                    <a:pt x="56529" y="34549"/>
                  </a:lnTo>
                  <a:lnTo>
                    <a:pt x="52244" y="37950"/>
                  </a:lnTo>
                  <a:lnTo>
                    <a:pt x="48073" y="41490"/>
                  </a:lnTo>
                  <a:lnTo>
                    <a:pt x="44019" y="45164"/>
                  </a:lnTo>
                  <a:lnTo>
                    <a:pt x="40088" y="48968"/>
                  </a:lnTo>
                  <a:lnTo>
                    <a:pt x="36284" y="52900"/>
                  </a:lnTo>
                  <a:lnTo>
                    <a:pt x="32610" y="56954"/>
                  </a:lnTo>
                  <a:lnTo>
                    <a:pt x="29071" y="61125"/>
                  </a:lnTo>
                  <a:lnTo>
                    <a:pt x="25671" y="65411"/>
                  </a:lnTo>
                  <a:lnTo>
                    <a:pt x="22412" y="69805"/>
                  </a:lnTo>
                  <a:lnTo>
                    <a:pt x="19299" y="74304"/>
                  </a:lnTo>
                  <a:lnTo>
                    <a:pt x="16335" y="78902"/>
                  </a:lnTo>
                  <a:lnTo>
                    <a:pt x="13523" y="83594"/>
                  </a:lnTo>
                  <a:lnTo>
                    <a:pt x="10866" y="88376"/>
                  </a:lnTo>
                  <a:lnTo>
                    <a:pt x="8366" y="93243"/>
                  </a:lnTo>
                  <a:lnTo>
                    <a:pt x="6028" y="98188"/>
                  </a:lnTo>
                  <a:lnTo>
                    <a:pt x="3852" y="103208"/>
                  </a:lnTo>
                  <a:lnTo>
                    <a:pt x="1842" y="108296"/>
                  </a:lnTo>
                  <a:lnTo>
                    <a:pt x="0" y="113447"/>
                  </a:lnTo>
                  <a:lnTo>
                    <a:pt x="1583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862738" y="5131660"/>
              <a:ext cx="158300" cy="53719"/>
            </a:xfrm>
            <a:custGeom>
              <a:avLst/>
              <a:pathLst>
                <a:path w="158300" h="53719">
                  <a:moveTo>
                    <a:pt x="0" y="0"/>
                  </a:moveTo>
                  <a:lnTo>
                    <a:pt x="158300" y="5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862738" y="5131660"/>
              <a:ext cx="158300" cy="53719"/>
            </a:xfrm>
            <a:custGeom>
              <a:avLst/>
              <a:pathLst>
                <a:path w="158300" h="53719">
                  <a:moveTo>
                    <a:pt x="0" y="0"/>
                  </a:moveTo>
                  <a:lnTo>
                    <a:pt x="158300" y="537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862738" y="5131660"/>
              <a:ext cx="158300" cy="53719"/>
            </a:xfrm>
            <a:custGeom>
              <a:avLst/>
              <a:pathLst>
                <a:path w="158300" h="53719">
                  <a:moveTo>
                    <a:pt x="0" y="0"/>
                  </a:moveTo>
                  <a:lnTo>
                    <a:pt x="158300" y="537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853872" y="5131660"/>
              <a:ext cx="167166" cy="54392"/>
            </a:xfrm>
            <a:custGeom>
              <a:avLst/>
              <a:pathLst>
                <a:path w="167166" h="54392">
                  <a:moveTo>
                    <a:pt x="8865" y="0"/>
                  </a:moveTo>
                  <a:lnTo>
                    <a:pt x="6996" y="5860"/>
                  </a:lnTo>
                  <a:lnTo>
                    <a:pt x="5343" y="11785"/>
                  </a:lnTo>
                  <a:lnTo>
                    <a:pt x="3910" y="17767"/>
                  </a:lnTo>
                  <a:lnTo>
                    <a:pt x="2698" y="23797"/>
                  </a:lnTo>
                  <a:lnTo>
                    <a:pt x="1708" y="29868"/>
                  </a:lnTo>
                  <a:lnTo>
                    <a:pt x="943" y="35971"/>
                  </a:lnTo>
                  <a:lnTo>
                    <a:pt x="403" y="42099"/>
                  </a:lnTo>
                  <a:lnTo>
                    <a:pt x="88" y="48242"/>
                  </a:lnTo>
                  <a:lnTo>
                    <a:pt x="0" y="54392"/>
                  </a:lnTo>
                  <a:lnTo>
                    <a:pt x="167166" y="537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853872" y="5018213"/>
              <a:ext cx="334321" cy="334329"/>
            </a:xfrm>
            <a:custGeom>
              <a:avLst/>
              <a:pathLst>
                <a:path w="334321" h="334329">
                  <a:moveTo>
                    <a:pt x="0" y="167840"/>
                  </a:moveTo>
                  <a:lnTo>
                    <a:pt x="105" y="173156"/>
                  </a:lnTo>
                  <a:lnTo>
                    <a:pt x="381" y="178467"/>
                  </a:lnTo>
                  <a:lnTo>
                    <a:pt x="824" y="183767"/>
                  </a:lnTo>
                  <a:lnTo>
                    <a:pt x="1437" y="189049"/>
                  </a:lnTo>
                  <a:lnTo>
                    <a:pt x="2216" y="194310"/>
                  </a:lnTo>
                  <a:lnTo>
                    <a:pt x="3163" y="199543"/>
                  </a:lnTo>
                  <a:lnTo>
                    <a:pt x="4276" y="204743"/>
                  </a:lnTo>
                  <a:lnTo>
                    <a:pt x="5554" y="209905"/>
                  </a:lnTo>
                  <a:lnTo>
                    <a:pt x="6995" y="215024"/>
                  </a:lnTo>
                  <a:lnTo>
                    <a:pt x="8598" y="220094"/>
                  </a:lnTo>
                  <a:lnTo>
                    <a:pt x="10362" y="225111"/>
                  </a:lnTo>
                  <a:lnTo>
                    <a:pt x="12284" y="230070"/>
                  </a:lnTo>
                  <a:lnTo>
                    <a:pt x="14363" y="234964"/>
                  </a:lnTo>
                  <a:lnTo>
                    <a:pt x="16597" y="239790"/>
                  </a:lnTo>
                  <a:lnTo>
                    <a:pt x="18983" y="244543"/>
                  </a:lnTo>
                  <a:lnTo>
                    <a:pt x="21520" y="249217"/>
                  </a:lnTo>
                  <a:lnTo>
                    <a:pt x="24203" y="253808"/>
                  </a:lnTo>
                  <a:lnTo>
                    <a:pt x="27031" y="258312"/>
                  </a:lnTo>
                  <a:lnTo>
                    <a:pt x="30001" y="262723"/>
                  </a:lnTo>
                  <a:lnTo>
                    <a:pt x="33110" y="267037"/>
                  </a:lnTo>
                  <a:lnTo>
                    <a:pt x="36355" y="271251"/>
                  </a:lnTo>
                  <a:lnTo>
                    <a:pt x="39732" y="275359"/>
                  </a:lnTo>
                  <a:lnTo>
                    <a:pt x="43237" y="279358"/>
                  </a:lnTo>
                  <a:lnTo>
                    <a:pt x="46869" y="283243"/>
                  </a:lnTo>
                  <a:lnTo>
                    <a:pt x="50622" y="287010"/>
                  </a:lnTo>
                  <a:lnTo>
                    <a:pt x="54493" y="290657"/>
                  </a:lnTo>
                  <a:lnTo>
                    <a:pt x="58478" y="294178"/>
                  </a:lnTo>
                  <a:lnTo>
                    <a:pt x="62573" y="297571"/>
                  </a:lnTo>
                  <a:lnTo>
                    <a:pt x="66773" y="300832"/>
                  </a:lnTo>
                  <a:lnTo>
                    <a:pt x="71076" y="303958"/>
                  </a:lnTo>
                  <a:lnTo>
                    <a:pt x="75475" y="306945"/>
                  </a:lnTo>
                  <a:lnTo>
                    <a:pt x="79968" y="309791"/>
                  </a:lnTo>
                  <a:lnTo>
                    <a:pt x="84549" y="312492"/>
                  </a:lnTo>
                  <a:lnTo>
                    <a:pt x="89213" y="315046"/>
                  </a:lnTo>
                  <a:lnTo>
                    <a:pt x="93956" y="317451"/>
                  </a:lnTo>
                  <a:lnTo>
                    <a:pt x="98773" y="319704"/>
                  </a:lnTo>
                  <a:lnTo>
                    <a:pt x="103660" y="321802"/>
                  </a:lnTo>
                  <a:lnTo>
                    <a:pt x="108610" y="323744"/>
                  </a:lnTo>
                  <a:lnTo>
                    <a:pt x="113620" y="325527"/>
                  </a:lnTo>
                  <a:lnTo>
                    <a:pt x="118685" y="327150"/>
                  </a:lnTo>
                  <a:lnTo>
                    <a:pt x="123798" y="328611"/>
                  </a:lnTo>
                  <a:lnTo>
                    <a:pt x="128955" y="329909"/>
                  </a:lnTo>
                  <a:lnTo>
                    <a:pt x="134151" y="331042"/>
                  </a:lnTo>
                  <a:lnTo>
                    <a:pt x="139380" y="332009"/>
                  </a:lnTo>
                  <a:lnTo>
                    <a:pt x="144637" y="332809"/>
                  </a:lnTo>
                  <a:lnTo>
                    <a:pt x="149918" y="333442"/>
                  </a:lnTo>
                  <a:lnTo>
                    <a:pt x="155215" y="333907"/>
                  </a:lnTo>
                  <a:lnTo>
                    <a:pt x="160525" y="334202"/>
                  </a:lnTo>
                  <a:lnTo>
                    <a:pt x="165841" y="334329"/>
                  </a:lnTo>
                  <a:lnTo>
                    <a:pt x="171159" y="334287"/>
                  </a:lnTo>
                  <a:lnTo>
                    <a:pt x="176473" y="334075"/>
                  </a:lnTo>
                  <a:lnTo>
                    <a:pt x="181777" y="333695"/>
                  </a:lnTo>
                  <a:lnTo>
                    <a:pt x="187067" y="333146"/>
                  </a:lnTo>
                  <a:lnTo>
                    <a:pt x="192336" y="332429"/>
                  </a:lnTo>
                  <a:lnTo>
                    <a:pt x="197580" y="331544"/>
                  </a:lnTo>
                  <a:lnTo>
                    <a:pt x="202793" y="330494"/>
                  </a:lnTo>
                  <a:lnTo>
                    <a:pt x="207970" y="329278"/>
                  </a:lnTo>
                  <a:lnTo>
                    <a:pt x="213106" y="327898"/>
                  </a:lnTo>
                  <a:lnTo>
                    <a:pt x="218195" y="326355"/>
                  </a:lnTo>
                  <a:lnTo>
                    <a:pt x="223233" y="324652"/>
                  </a:lnTo>
                  <a:lnTo>
                    <a:pt x="228214" y="322789"/>
                  </a:lnTo>
                  <a:lnTo>
                    <a:pt x="233133" y="320768"/>
                  </a:lnTo>
                  <a:lnTo>
                    <a:pt x="237985" y="318592"/>
                  </a:lnTo>
                  <a:lnTo>
                    <a:pt x="242766" y="316263"/>
                  </a:lnTo>
                  <a:lnTo>
                    <a:pt x="247470" y="313783"/>
                  </a:lnTo>
                  <a:lnTo>
                    <a:pt x="252093" y="311154"/>
                  </a:lnTo>
                  <a:lnTo>
                    <a:pt x="256630" y="308380"/>
                  </a:lnTo>
                  <a:lnTo>
                    <a:pt x="261076" y="305463"/>
                  </a:lnTo>
                  <a:lnTo>
                    <a:pt x="265428" y="302406"/>
                  </a:lnTo>
                  <a:lnTo>
                    <a:pt x="269679" y="299212"/>
                  </a:lnTo>
                  <a:lnTo>
                    <a:pt x="273828" y="295884"/>
                  </a:lnTo>
                  <a:lnTo>
                    <a:pt x="277868" y="292426"/>
                  </a:lnTo>
                  <a:lnTo>
                    <a:pt x="281796" y="288842"/>
                  </a:lnTo>
                  <a:lnTo>
                    <a:pt x="285608" y="285134"/>
                  </a:lnTo>
                  <a:lnTo>
                    <a:pt x="289301" y="281307"/>
                  </a:lnTo>
                  <a:lnTo>
                    <a:pt x="292870" y="277364"/>
                  </a:lnTo>
                  <a:lnTo>
                    <a:pt x="296311" y="273310"/>
                  </a:lnTo>
                  <a:lnTo>
                    <a:pt x="299622" y="269149"/>
                  </a:lnTo>
                  <a:lnTo>
                    <a:pt x="302799" y="264884"/>
                  </a:lnTo>
                  <a:lnTo>
                    <a:pt x="305838" y="260520"/>
                  </a:lnTo>
                  <a:lnTo>
                    <a:pt x="308737" y="256062"/>
                  </a:lnTo>
                  <a:lnTo>
                    <a:pt x="311493" y="251514"/>
                  </a:lnTo>
                  <a:lnTo>
                    <a:pt x="314103" y="246881"/>
                  </a:lnTo>
                  <a:lnTo>
                    <a:pt x="316564" y="242167"/>
                  </a:lnTo>
                  <a:lnTo>
                    <a:pt x="318874" y="237376"/>
                  </a:lnTo>
                  <a:lnTo>
                    <a:pt x="321031" y="232515"/>
                  </a:lnTo>
                  <a:lnTo>
                    <a:pt x="323032" y="227588"/>
                  </a:lnTo>
                  <a:lnTo>
                    <a:pt x="324875" y="222600"/>
                  </a:lnTo>
                  <a:lnTo>
                    <a:pt x="326558" y="217555"/>
                  </a:lnTo>
                  <a:lnTo>
                    <a:pt x="328080" y="212460"/>
                  </a:lnTo>
                  <a:lnTo>
                    <a:pt x="329439" y="207319"/>
                  </a:lnTo>
                  <a:lnTo>
                    <a:pt x="330634" y="202137"/>
                  </a:lnTo>
                  <a:lnTo>
                    <a:pt x="331664" y="196920"/>
                  </a:lnTo>
                  <a:lnTo>
                    <a:pt x="332527" y="191672"/>
                  </a:lnTo>
                  <a:lnTo>
                    <a:pt x="333223" y="186400"/>
                  </a:lnTo>
                  <a:lnTo>
                    <a:pt x="333751" y="181108"/>
                  </a:lnTo>
                  <a:lnTo>
                    <a:pt x="334110" y="175802"/>
                  </a:lnTo>
                  <a:lnTo>
                    <a:pt x="334300" y="170488"/>
                  </a:lnTo>
                  <a:lnTo>
                    <a:pt x="334321" y="165170"/>
                  </a:lnTo>
                  <a:lnTo>
                    <a:pt x="334173" y="159854"/>
                  </a:lnTo>
                  <a:lnTo>
                    <a:pt x="333856" y="154546"/>
                  </a:lnTo>
                  <a:lnTo>
                    <a:pt x="333370" y="149250"/>
                  </a:lnTo>
                  <a:lnTo>
                    <a:pt x="332716" y="143973"/>
                  </a:lnTo>
                  <a:lnTo>
                    <a:pt x="331895" y="138718"/>
                  </a:lnTo>
                  <a:lnTo>
                    <a:pt x="330906" y="133493"/>
                  </a:lnTo>
                  <a:lnTo>
                    <a:pt x="329752" y="128302"/>
                  </a:lnTo>
                  <a:lnTo>
                    <a:pt x="328434" y="123150"/>
                  </a:lnTo>
                  <a:lnTo>
                    <a:pt x="326952" y="118043"/>
                  </a:lnTo>
                  <a:lnTo>
                    <a:pt x="325309" y="112985"/>
                  </a:lnTo>
                  <a:lnTo>
                    <a:pt x="323505" y="107982"/>
                  </a:lnTo>
                  <a:lnTo>
                    <a:pt x="321544" y="103039"/>
                  </a:lnTo>
                  <a:lnTo>
                    <a:pt x="319426" y="98161"/>
                  </a:lnTo>
                  <a:lnTo>
                    <a:pt x="317154" y="93353"/>
                  </a:lnTo>
                  <a:lnTo>
                    <a:pt x="314730" y="88620"/>
                  </a:lnTo>
                  <a:lnTo>
                    <a:pt x="312157" y="83966"/>
                  </a:lnTo>
                  <a:lnTo>
                    <a:pt x="309437" y="79396"/>
                  </a:lnTo>
                  <a:lnTo>
                    <a:pt x="306573" y="74915"/>
                  </a:lnTo>
                  <a:lnTo>
                    <a:pt x="303569" y="70527"/>
                  </a:lnTo>
                  <a:lnTo>
                    <a:pt x="300426" y="66238"/>
                  </a:lnTo>
                  <a:lnTo>
                    <a:pt x="297148" y="62050"/>
                  </a:lnTo>
                  <a:lnTo>
                    <a:pt x="293739" y="57969"/>
                  </a:lnTo>
                  <a:lnTo>
                    <a:pt x="290201" y="53998"/>
                  </a:lnTo>
                  <a:lnTo>
                    <a:pt x="286539" y="50142"/>
                  </a:lnTo>
                  <a:lnTo>
                    <a:pt x="282756" y="46404"/>
                  </a:lnTo>
                  <a:lnTo>
                    <a:pt x="278857" y="42788"/>
                  </a:lnTo>
                  <a:lnTo>
                    <a:pt x="274844" y="39299"/>
                  </a:lnTo>
                  <a:lnTo>
                    <a:pt x="270722" y="35938"/>
                  </a:lnTo>
                  <a:lnTo>
                    <a:pt x="266496" y="32711"/>
                  </a:lnTo>
                  <a:lnTo>
                    <a:pt x="262169" y="29619"/>
                  </a:lnTo>
                  <a:lnTo>
                    <a:pt x="257746" y="26667"/>
                  </a:lnTo>
                  <a:lnTo>
                    <a:pt x="253231" y="23857"/>
                  </a:lnTo>
                  <a:lnTo>
                    <a:pt x="248629" y="21192"/>
                  </a:lnTo>
                  <a:lnTo>
                    <a:pt x="243944" y="18675"/>
                  </a:lnTo>
                  <a:lnTo>
                    <a:pt x="239182" y="16308"/>
                  </a:lnTo>
                  <a:lnTo>
                    <a:pt x="234347" y="14093"/>
                  </a:lnTo>
                  <a:lnTo>
                    <a:pt x="229444" y="12034"/>
                  </a:lnTo>
                  <a:lnTo>
                    <a:pt x="224478" y="10131"/>
                  </a:lnTo>
                  <a:lnTo>
                    <a:pt x="219454" y="8388"/>
                  </a:lnTo>
                  <a:lnTo>
                    <a:pt x="214378" y="6805"/>
                  </a:lnTo>
                  <a:lnTo>
                    <a:pt x="209253" y="5384"/>
                  </a:lnTo>
                  <a:lnTo>
                    <a:pt x="204086" y="4127"/>
                  </a:lnTo>
                  <a:lnTo>
                    <a:pt x="198881" y="3036"/>
                  </a:lnTo>
                  <a:lnTo>
                    <a:pt x="193644" y="2110"/>
                  </a:lnTo>
                  <a:lnTo>
                    <a:pt x="188381" y="1351"/>
                  </a:lnTo>
                  <a:lnTo>
                    <a:pt x="183096" y="760"/>
                  </a:lnTo>
                  <a:lnTo>
                    <a:pt x="177795" y="338"/>
                  </a:lnTo>
                  <a:lnTo>
                    <a:pt x="172483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256080" y="4659281"/>
              <a:ext cx="326330" cy="334331"/>
            </a:xfrm>
            <a:custGeom>
              <a:avLst/>
              <a:pathLst>
                <a:path w="326330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4" y="1339"/>
                  </a:lnTo>
                  <a:lnTo>
                    <a:pt x="140794" y="2091"/>
                  </a:lnTo>
                  <a:lnTo>
                    <a:pt x="135581" y="3008"/>
                  </a:lnTo>
                  <a:lnTo>
                    <a:pt x="130399" y="4090"/>
                  </a:lnTo>
                  <a:lnTo>
                    <a:pt x="125253" y="5336"/>
                  </a:lnTo>
                  <a:lnTo>
                    <a:pt x="120150" y="6744"/>
                  </a:lnTo>
                  <a:lnTo>
                    <a:pt x="115094" y="8312"/>
                  </a:lnTo>
                  <a:lnTo>
                    <a:pt x="110091" y="10040"/>
                  </a:lnTo>
                  <a:lnTo>
                    <a:pt x="105144" y="11926"/>
                  </a:lnTo>
                  <a:lnTo>
                    <a:pt x="100260" y="13967"/>
                  </a:lnTo>
                  <a:lnTo>
                    <a:pt x="95442" y="16162"/>
                  </a:lnTo>
                  <a:lnTo>
                    <a:pt x="90697" y="18508"/>
                  </a:lnTo>
                  <a:lnTo>
                    <a:pt x="86028" y="21004"/>
                  </a:lnTo>
                  <a:lnTo>
                    <a:pt x="81441" y="23646"/>
                  </a:lnTo>
                  <a:lnTo>
                    <a:pt x="76940" y="26432"/>
                  </a:lnTo>
                  <a:lnTo>
                    <a:pt x="72529" y="29359"/>
                  </a:lnTo>
                  <a:lnTo>
                    <a:pt x="68213" y="32424"/>
                  </a:lnTo>
                  <a:lnTo>
                    <a:pt x="63996" y="35624"/>
                  </a:lnTo>
                  <a:lnTo>
                    <a:pt x="59883" y="38957"/>
                  </a:lnTo>
                  <a:lnTo>
                    <a:pt x="55877" y="42418"/>
                  </a:lnTo>
                  <a:lnTo>
                    <a:pt x="51983" y="46003"/>
                  </a:lnTo>
                  <a:lnTo>
                    <a:pt x="48204" y="49711"/>
                  </a:lnTo>
                  <a:lnTo>
                    <a:pt x="44544" y="53536"/>
                  </a:lnTo>
                  <a:lnTo>
                    <a:pt x="41008" y="57475"/>
                  </a:lnTo>
                  <a:lnTo>
                    <a:pt x="37598" y="61525"/>
                  </a:lnTo>
                  <a:lnTo>
                    <a:pt x="34318" y="65680"/>
                  </a:lnTo>
                  <a:lnTo>
                    <a:pt x="31171" y="69937"/>
                  </a:lnTo>
                  <a:lnTo>
                    <a:pt x="28161" y="74291"/>
                  </a:lnTo>
                  <a:lnTo>
                    <a:pt x="25290" y="78739"/>
                  </a:lnTo>
                  <a:lnTo>
                    <a:pt x="22561" y="83275"/>
                  </a:lnTo>
                  <a:lnTo>
                    <a:pt x="19977" y="87895"/>
                  </a:lnTo>
                  <a:lnTo>
                    <a:pt x="17541" y="92595"/>
                  </a:lnTo>
                  <a:lnTo>
                    <a:pt x="15255" y="97370"/>
                  </a:lnTo>
                  <a:lnTo>
                    <a:pt x="13121" y="102214"/>
                  </a:lnTo>
                  <a:lnTo>
                    <a:pt x="11141" y="107124"/>
                  </a:lnTo>
                  <a:lnTo>
                    <a:pt x="9318" y="112094"/>
                  </a:lnTo>
                  <a:lnTo>
                    <a:pt x="7654" y="117119"/>
                  </a:lnTo>
                  <a:lnTo>
                    <a:pt x="6149" y="122195"/>
                  </a:lnTo>
                  <a:lnTo>
                    <a:pt x="4806" y="127315"/>
                  </a:lnTo>
                  <a:lnTo>
                    <a:pt x="3625" y="132476"/>
                  </a:lnTo>
                  <a:lnTo>
                    <a:pt x="2609" y="137671"/>
                  </a:lnTo>
                  <a:lnTo>
                    <a:pt x="1758" y="142896"/>
                  </a:lnTo>
                  <a:lnTo>
                    <a:pt x="1072" y="148145"/>
                  </a:lnTo>
                  <a:lnTo>
                    <a:pt x="553" y="153413"/>
                  </a:lnTo>
                  <a:lnTo>
                    <a:pt x="201" y="158695"/>
                  </a:lnTo>
                  <a:lnTo>
                    <a:pt x="16" y="163986"/>
                  </a:lnTo>
                  <a:lnTo>
                    <a:pt x="0" y="169279"/>
                  </a:lnTo>
                  <a:lnTo>
                    <a:pt x="150" y="174571"/>
                  </a:lnTo>
                  <a:lnTo>
                    <a:pt x="468" y="179855"/>
                  </a:lnTo>
                  <a:lnTo>
                    <a:pt x="954" y="185127"/>
                  </a:lnTo>
                  <a:lnTo>
                    <a:pt x="1606" y="190380"/>
                  </a:lnTo>
                  <a:lnTo>
                    <a:pt x="2424" y="195610"/>
                  </a:lnTo>
                  <a:lnTo>
                    <a:pt x="3407" y="200812"/>
                  </a:lnTo>
                  <a:lnTo>
                    <a:pt x="4554" y="205980"/>
                  </a:lnTo>
                  <a:lnTo>
                    <a:pt x="5865" y="211109"/>
                  </a:lnTo>
                  <a:lnTo>
                    <a:pt x="7337" y="216194"/>
                  </a:lnTo>
                  <a:lnTo>
                    <a:pt x="8969" y="221229"/>
                  </a:lnTo>
                  <a:lnTo>
                    <a:pt x="10761" y="226211"/>
                  </a:lnTo>
                  <a:lnTo>
                    <a:pt x="12709" y="231133"/>
                  </a:lnTo>
                  <a:lnTo>
                    <a:pt x="14811" y="235991"/>
                  </a:lnTo>
                  <a:lnTo>
                    <a:pt x="17067" y="240781"/>
                  </a:lnTo>
                  <a:lnTo>
                    <a:pt x="19473" y="245496"/>
                  </a:lnTo>
                  <a:lnTo>
                    <a:pt x="22027" y="250133"/>
                  </a:lnTo>
                  <a:lnTo>
                    <a:pt x="24727" y="254686"/>
                  </a:lnTo>
                  <a:lnTo>
                    <a:pt x="27570" y="259152"/>
                  </a:lnTo>
                  <a:lnTo>
                    <a:pt x="30552" y="263526"/>
                  </a:lnTo>
                  <a:lnTo>
                    <a:pt x="33672" y="267803"/>
                  </a:lnTo>
                  <a:lnTo>
                    <a:pt x="36925" y="271979"/>
                  </a:lnTo>
                  <a:lnTo>
                    <a:pt x="40309" y="276050"/>
                  </a:lnTo>
                  <a:lnTo>
                    <a:pt x="43820" y="280011"/>
                  </a:lnTo>
                  <a:lnTo>
                    <a:pt x="47455" y="283860"/>
                  </a:lnTo>
                  <a:lnTo>
                    <a:pt x="51210" y="287591"/>
                  </a:lnTo>
                  <a:lnTo>
                    <a:pt x="55081" y="291202"/>
                  </a:lnTo>
                  <a:lnTo>
                    <a:pt x="59065" y="294689"/>
                  </a:lnTo>
                  <a:lnTo>
                    <a:pt x="63157" y="298047"/>
                  </a:lnTo>
                  <a:lnTo>
                    <a:pt x="67353" y="301274"/>
                  </a:lnTo>
                  <a:lnTo>
                    <a:pt x="71649" y="304367"/>
                  </a:lnTo>
                  <a:lnTo>
                    <a:pt x="76041" y="307322"/>
                  </a:lnTo>
                  <a:lnTo>
                    <a:pt x="80525" y="310137"/>
                  </a:lnTo>
                  <a:lnTo>
                    <a:pt x="85095" y="312808"/>
                  </a:lnTo>
                  <a:lnTo>
                    <a:pt x="89748" y="315333"/>
                  </a:lnTo>
                  <a:lnTo>
                    <a:pt x="94478" y="317710"/>
                  </a:lnTo>
                  <a:lnTo>
                    <a:pt x="99281" y="319936"/>
                  </a:lnTo>
                  <a:lnTo>
                    <a:pt x="104153" y="322008"/>
                  </a:lnTo>
                  <a:lnTo>
                    <a:pt x="109087" y="323925"/>
                  </a:lnTo>
                  <a:lnTo>
                    <a:pt x="114080" y="325685"/>
                  </a:lnTo>
                  <a:lnTo>
                    <a:pt x="119125" y="327286"/>
                  </a:lnTo>
                  <a:lnTo>
                    <a:pt x="124219" y="328727"/>
                  </a:lnTo>
                  <a:lnTo>
                    <a:pt x="129356" y="330005"/>
                  </a:lnTo>
                  <a:lnTo>
                    <a:pt x="134531" y="331120"/>
                  </a:lnTo>
                  <a:lnTo>
                    <a:pt x="139739" y="332071"/>
                  </a:lnTo>
                  <a:lnTo>
                    <a:pt x="144974" y="332857"/>
                  </a:lnTo>
                  <a:lnTo>
                    <a:pt x="150232" y="333476"/>
                  </a:lnTo>
                  <a:lnTo>
                    <a:pt x="155506" y="333928"/>
                  </a:lnTo>
                  <a:lnTo>
                    <a:pt x="160792" y="334213"/>
                  </a:lnTo>
                  <a:lnTo>
                    <a:pt x="166085" y="334331"/>
                  </a:lnTo>
                  <a:lnTo>
                    <a:pt x="171378" y="334281"/>
                  </a:lnTo>
                  <a:lnTo>
                    <a:pt x="176667" y="334063"/>
                  </a:lnTo>
                  <a:lnTo>
                    <a:pt x="181947" y="333679"/>
                  </a:lnTo>
                  <a:lnTo>
                    <a:pt x="187212" y="333127"/>
                  </a:lnTo>
                  <a:lnTo>
                    <a:pt x="192457" y="332408"/>
                  </a:lnTo>
                  <a:lnTo>
                    <a:pt x="197676" y="331524"/>
                  </a:lnTo>
                  <a:lnTo>
                    <a:pt x="202865" y="330475"/>
                  </a:lnTo>
                  <a:lnTo>
                    <a:pt x="208018" y="329263"/>
                  </a:lnTo>
                  <a:lnTo>
                    <a:pt x="213130" y="327888"/>
                  </a:lnTo>
                  <a:lnTo>
                    <a:pt x="218196" y="326351"/>
                  </a:lnTo>
                  <a:lnTo>
                    <a:pt x="223211" y="324655"/>
                  </a:lnTo>
                  <a:lnTo>
                    <a:pt x="228169" y="322801"/>
                  </a:lnTo>
                  <a:lnTo>
                    <a:pt x="233066" y="320791"/>
                  </a:lnTo>
                  <a:lnTo>
                    <a:pt x="237898" y="318627"/>
                  </a:lnTo>
                  <a:lnTo>
                    <a:pt x="242658" y="316311"/>
                  </a:lnTo>
                  <a:lnTo>
                    <a:pt x="247342" y="313846"/>
                  </a:lnTo>
                  <a:lnTo>
                    <a:pt x="251947" y="311233"/>
                  </a:lnTo>
                  <a:lnTo>
                    <a:pt x="256466" y="308476"/>
                  </a:lnTo>
                  <a:lnTo>
                    <a:pt x="260895" y="305577"/>
                  </a:lnTo>
                  <a:lnTo>
                    <a:pt x="265231" y="302540"/>
                  </a:lnTo>
                  <a:lnTo>
                    <a:pt x="269468" y="299367"/>
                  </a:lnTo>
                  <a:lnTo>
                    <a:pt x="273603" y="296061"/>
                  </a:lnTo>
                  <a:lnTo>
                    <a:pt x="277630" y="292625"/>
                  </a:lnTo>
                  <a:lnTo>
                    <a:pt x="281547" y="289064"/>
                  </a:lnTo>
                  <a:lnTo>
                    <a:pt x="285350" y="285381"/>
                  </a:lnTo>
                  <a:lnTo>
                    <a:pt x="289034" y="281579"/>
                  </a:lnTo>
                  <a:lnTo>
                    <a:pt x="292595" y="277663"/>
                  </a:lnTo>
                  <a:lnTo>
                    <a:pt x="296031" y="273636"/>
                  </a:lnTo>
                  <a:lnTo>
                    <a:pt x="299337" y="269502"/>
                  </a:lnTo>
                  <a:lnTo>
                    <a:pt x="302511" y="265265"/>
                  </a:lnTo>
                  <a:lnTo>
                    <a:pt x="305550" y="260930"/>
                  </a:lnTo>
                  <a:lnTo>
                    <a:pt x="308449" y="256501"/>
                  </a:lnTo>
                  <a:lnTo>
                    <a:pt x="311207" y="251982"/>
                  </a:lnTo>
                  <a:lnTo>
                    <a:pt x="313820" y="247378"/>
                  </a:lnTo>
                  <a:lnTo>
                    <a:pt x="316286" y="242694"/>
                  </a:lnTo>
                  <a:lnTo>
                    <a:pt x="318603" y="237934"/>
                  </a:lnTo>
                  <a:lnTo>
                    <a:pt x="320768" y="233103"/>
                  </a:lnTo>
                  <a:lnTo>
                    <a:pt x="322779" y="228206"/>
                  </a:lnTo>
                  <a:lnTo>
                    <a:pt x="324633" y="223248"/>
                  </a:lnTo>
                  <a:lnTo>
                    <a:pt x="326330" y="218234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423235" y="4826449"/>
              <a:ext cx="159176" cy="51066"/>
            </a:xfrm>
            <a:custGeom>
              <a:avLst/>
              <a:pathLst>
                <a:path w="159176" h="51066">
                  <a:moveTo>
                    <a:pt x="159176" y="510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423235" y="4826449"/>
              <a:ext cx="159176" cy="51066"/>
            </a:xfrm>
            <a:custGeom>
              <a:avLst/>
              <a:pathLst>
                <a:path w="159176" h="51066">
                  <a:moveTo>
                    <a:pt x="159176" y="5106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423235" y="4731186"/>
              <a:ext cx="167146" cy="146329"/>
            </a:xfrm>
            <a:custGeom>
              <a:avLst/>
              <a:pathLst>
                <a:path w="167146" h="146329">
                  <a:moveTo>
                    <a:pt x="159176" y="146329"/>
                  </a:moveTo>
                  <a:lnTo>
                    <a:pt x="160762" y="141091"/>
                  </a:lnTo>
                  <a:lnTo>
                    <a:pt x="162176" y="135804"/>
                  </a:lnTo>
                  <a:lnTo>
                    <a:pt x="163417" y="130473"/>
                  </a:lnTo>
                  <a:lnTo>
                    <a:pt x="164482" y="125104"/>
                  </a:lnTo>
                  <a:lnTo>
                    <a:pt x="165371" y="119704"/>
                  </a:lnTo>
                  <a:lnTo>
                    <a:pt x="166082" y="114277"/>
                  </a:lnTo>
                  <a:lnTo>
                    <a:pt x="166615" y="108830"/>
                  </a:lnTo>
                  <a:lnTo>
                    <a:pt x="166970" y="103368"/>
                  </a:lnTo>
                  <a:lnTo>
                    <a:pt x="167146" y="97898"/>
                  </a:lnTo>
                  <a:lnTo>
                    <a:pt x="167143" y="92424"/>
                  </a:lnTo>
                  <a:lnTo>
                    <a:pt x="166960" y="86954"/>
                  </a:lnTo>
                  <a:lnTo>
                    <a:pt x="166599" y="81493"/>
                  </a:lnTo>
                  <a:lnTo>
                    <a:pt x="166059" y="76046"/>
                  </a:lnTo>
                  <a:lnTo>
                    <a:pt x="165341" y="70620"/>
                  </a:lnTo>
                  <a:lnTo>
                    <a:pt x="164445" y="65221"/>
                  </a:lnTo>
                  <a:lnTo>
                    <a:pt x="163374" y="59854"/>
                  </a:lnTo>
                  <a:lnTo>
                    <a:pt x="162127" y="54524"/>
                  </a:lnTo>
                  <a:lnTo>
                    <a:pt x="160707" y="49239"/>
                  </a:lnTo>
                  <a:lnTo>
                    <a:pt x="159114" y="44002"/>
                  </a:lnTo>
                  <a:lnTo>
                    <a:pt x="157350" y="38821"/>
                  </a:lnTo>
                  <a:lnTo>
                    <a:pt x="155418" y="33700"/>
                  </a:lnTo>
                  <a:lnTo>
                    <a:pt x="153320" y="28645"/>
                  </a:lnTo>
                  <a:lnTo>
                    <a:pt x="151057" y="23662"/>
                  </a:lnTo>
                  <a:lnTo>
                    <a:pt x="148632" y="18755"/>
                  </a:lnTo>
                  <a:lnTo>
                    <a:pt x="146047" y="13930"/>
                  </a:lnTo>
                  <a:lnTo>
                    <a:pt x="143307" y="9193"/>
                  </a:lnTo>
                  <a:lnTo>
                    <a:pt x="140412" y="4548"/>
                  </a:lnTo>
                  <a:lnTo>
                    <a:pt x="137367" y="0"/>
                  </a:lnTo>
                  <a:lnTo>
                    <a:pt x="0" y="952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423235" y="4659281"/>
              <a:ext cx="137367" cy="167167"/>
            </a:xfrm>
            <a:custGeom>
              <a:avLst/>
              <a:pathLst>
                <a:path w="137367" h="167167">
                  <a:moveTo>
                    <a:pt x="137367" y="71904"/>
                  </a:moveTo>
                  <a:lnTo>
                    <a:pt x="134124" y="67389"/>
                  </a:lnTo>
                  <a:lnTo>
                    <a:pt x="130732" y="62984"/>
                  </a:lnTo>
                  <a:lnTo>
                    <a:pt x="127195" y="58695"/>
                  </a:lnTo>
                  <a:lnTo>
                    <a:pt x="123518" y="54526"/>
                  </a:lnTo>
                  <a:lnTo>
                    <a:pt x="119705" y="50481"/>
                  </a:lnTo>
                  <a:lnTo>
                    <a:pt x="115758" y="46565"/>
                  </a:lnTo>
                  <a:lnTo>
                    <a:pt x="111684" y="42783"/>
                  </a:lnTo>
                  <a:lnTo>
                    <a:pt x="107487" y="39138"/>
                  </a:lnTo>
                  <a:lnTo>
                    <a:pt x="103170" y="35635"/>
                  </a:lnTo>
                  <a:lnTo>
                    <a:pt x="98740" y="32277"/>
                  </a:lnTo>
                  <a:lnTo>
                    <a:pt x="94200" y="29068"/>
                  </a:lnTo>
                  <a:lnTo>
                    <a:pt x="89556" y="26012"/>
                  </a:lnTo>
                  <a:lnTo>
                    <a:pt x="84813" y="23113"/>
                  </a:lnTo>
                  <a:lnTo>
                    <a:pt x="79976" y="20372"/>
                  </a:lnTo>
                  <a:lnTo>
                    <a:pt x="75051" y="17794"/>
                  </a:lnTo>
                  <a:lnTo>
                    <a:pt x="70042" y="15381"/>
                  </a:lnTo>
                  <a:lnTo>
                    <a:pt x="64957" y="13136"/>
                  </a:lnTo>
                  <a:lnTo>
                    <a:pt x="59799" y="11061"/>
                  </a:lnTo>
                  <a:lnTo>
                    <a:pt x="54575" y="9159"/>
                  </a:lnTo>
                  <a:lnTo>
                    <a:pt x="49291" y="7432"/>
                  </a:lnTo>
                  <a:lnTo>
                    <a:pt x="43953" y="5881"/>
                  </a:lnTo>
                  <a:lnTo>
                    <a:pt x="38565" y="4509"/>
                  </a:lnTo>
                  <a:lnTo>
                    <a:pt x="33136" y="3317"/>
                  </a:lnTo>
                  <a:lnTo>
                    <a:pt x="27669" y="2305"/>
                  </a:lnTo>
                  <a:lnTo>
                    <a:pt x="22172" y="1476"/>
                  </a:lnTo>
                  <a:lnTo>
                    <a:pt x="16650" y="831"/>
                  </a:lnTo>
                  <a:lnTo>
                    <a:pt x="11110" y="369"/>
                  </a:lnTo>
                  <a:lnTo>
                    <a:pt x="5558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561312" y="4213821"/>
              <a:ext cx="318241" cy="334320"/>
            </a:xfrm>
            <a:custGeom>
              <a:avLst/>
              <a:pathLst>
                <a:path w="318241" h="334320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09" y="1356"/>
                  </a:lnTo>
                  <a:lnTo>
                    <a:pt x="140637" y="2117"/>
                  </a:lnTo>
                  <a:lnTo>
                    <a:pt x="135392" y="3046"/>
                  </a:lnTo>
                  <a:lnTo>
                    <a:pt x="130179" y="4141"/>
                  </a:lnTo>
                  <a:lnTo>
                    <a:pt x="125004" y="5402"/>
                  </a:lnTo>
                  <a:lnTo>
                    <a:pt x="119871" y="6827"/>
                  </a:lnTo>
                  <a:lnTo>
                    <a:pt x="114786" y="8416"/>
                  </a:lnTo>
                  <a:lnTo>
                    <a:pt x="109755" y="10165"/>
                  </a:lnTo>
                  <a:lnTo>
                    <a:pt x="104782" y="12073"/>
                  </a:lnTo>
                  <a:lnTo>
                    <a:pt x="99872" y="14140"/>
                  </a:lnTo>
                  <a:lnTo>
                    <a:pt x="95031" y="16361"/>
                  </a:lnTo>
                  <a:lnTo>
                    <a:pt x="90263" y="18736"/>
                  </a:lnTo>
                  <a:lnTo>
                    <a:pt x="85573" y="21261"/>
                  </a:lnTo>
                  <a:lnTo>
                    <a:pt x="80965" y="23935"/>
                  </a:lnTo>
                  <a:lnTo>
                    <a:pt x="76445" y="26754"/>
                  </a:lnTo>
                  <a:lnTo>
                    <a:pt x="72018" y="29715"/>
                  </a:lnTo>
                  <a:lnTo>
                    <a:pt x="67687" y="32816"/>
                  </a:lnTo>
                  <a:lnTo>
                    <a:pt x="63457" y="36054"/>
                  </a:lnTo>
                  <a:lnTo>
                    <a:pt x="59332" y="39424"/>
                  </a:lnTo>
                  <a:lnTo>
                    <a:pt x="55317" y="42925"/>
                  </a:lnTo>
                  <a:lnTo>
                    <a:pt x="51415" y="46551"/>
                  </a:lnTo>
                  <a:lnTo>
                    <a:pt x="47631" y="50300"/>
                  </a:lnTo>
                  <a:lnTo>
                    <a:pt x="43968" y="54168"/>
                  </a:lnTo>
                  <a:lnTo>
                    <a:pt x="40430" y="58150"/>
                  </a:lnTo>
                  <a:lnTo>
                    <a:pt x="37021" y="62243"/>
                  </a:lnTo>
                  <a:lnTo>
                    <a:pt x="33744" y="66443"/>
                  </a:lnTo>
                  <a:lnTo>
                    <a:pt x="30603" y="70745"/>
                  </a:lnTo>
                  <a:lnTo>
                    <a:pt x="27600" y="75145"/>
                  </a:lnTo>
                  <a:lnTo>
                    <a:pt x="24739" y="79638"/>
                  </a:lnTo>
                  <a:lnTo>
                    <a:pt x="22023" y="84220"/>
                  </a:lnTo>
                  <a:lnTo>
                    <a:pt x="19454" y="88886"/>
                  </a:lnTo>
                  <a:lnTo>
                    <a:pt x="17035" y="93632"/>
                  </a:lnTo>
                  <a:lnTo>
                    <a:pt x="14768" y="98452"/>
                  </a:lnTo>
                  <a:lnTo>
                    <a:pt x="12656" y="103343"/>
                  </a:lnTo>
                  <a:lnTo>
                    <a:pt x="10701" y="108298"/>
                  </a:lnTo>
                  <a:lnTo>
                    <a:pt x="8905" y="113312"/>
                  </a:lnTo>
                  <a:lnTo>
                    <a:pt x="7269" y="118382"/>
                  </a:lnTo>
                  <a:lnTo>
                    <a:pt x="5796" y="123501"/>
                  </a:lnTo>
                  <a:lnTo>
                    <a:pt x="4487" y="128664"/>
                  </a:lnTo>
                  <a:lnTo>
                    <a:pt x="3342" y="133867"/>
                  </a:lnTo>
                  <a:lnTo>
                    <a:pt x="2365" y="139103"/>
                  </a:lnTo>
                  <a:lnTo>
                    <a:pt x="1554" y="144368"/>
                  </a:lnTo>
                  <a:lnTo>
                    <a:pt x="912" y="149656"/>
                  </a:lnTo>
                  <a:lnTo>
                    <a:pt x="438" y="154962"/>
                  </a:lnTo>
                  <a:lnTo>
                    <a:pt x="134" y="160280"/>
                  </a:lnTo>
                  <a:lnTo>
                    <a:pt x="0" y="165605"/>
                  </a:lnTo>
                  <a:lnTo>
                    <a:pt x="35" y="170931"/>
                  </a:lnTo>
                  <a:lnTo>
                    <a:pt x="239" y="176254"/>
                  </a:lnTo>
                  <a:lnTo>
                    <a:pt x="614" y="181568"/>
                  </a:lnTo>
                  <a:lnTo>
                    <a:pt x="1157" y="186867"/>
                  </a:lnTo>
                  <a:lnTo>
                    <a:pt x="1869" y="192146"/>
                  </a:lnTo>
                  <a:lnTo>
                    <a:pt x="2749" y="197399"/>
                  </a:lnTo>
                  <a:lnTo>
                    <a:pt x="3795" y="202622"/>
                  </a:lnTo>
                  <a:lnTo>
                    <a:pt x="5008" y="207809"/>
                  </a:lnTo>
                  <a:lnTo>
                    <a:pt x="6385" y="212955"/>
                  </a:lnTo>
                  <a:lnTo>
                    <a:pt x="7926" y="218054"/>
                  </a:lnTo>
                  <a:lnTo>
                    <a:pt x="9628" y="223102"/>
                  </a:lnTo>
                  <a:lnTo>
                    <a:pt x="11490" y="228092"/>
                  </a:lnTo>
                  <a:lnTo>
                    <a:pt x="13510" y="233021"/>
                  </a:lnTo>
                  <a:lnTo>
                    <a:pt x="15686" y="237883"/>
                  </a:lnTo>
                  <a:lnTo>
                    <a:pt x="18016" y="242673"/>
                  </a:lnTo>
                  <a:lnTo>
                    <a:pt x="20498" y="247387"/>
                  </a:lnTo>
                  <a:lnTo>
                    <a:pt x="23128" y="252019"/>
                  </a:lnTo>
                  <a:lnTo>
                    <a:pt x="25905" y="256565"/>
                  </a:lnTo>
                  <a:lnTo>
                    <a:pt x="28825" y="261020"/>
                  </a:lnTo>
                  <a:lnTo>
                    <a:pt x="31885" y="265380"/>
                  </a:lnTo>
                  <a:lnTo>
                    <a:pt x="35083" y="269640"/>
                  </a:lnTo>
                  <a:lnTo>
                    <a:pt x="38415" y="273796"/>
                  </a:lnTo>
                  <a:lnTo>
                    <a:pt x="41878" y="277844"/>
                  </a:lnTo>
                  <a:lnTo>
                    <a:pt x="45468" y="281779"/>
                  </a:lnTo>
                  <a:lnTo>
                    <a:pt x="49181" y="285598"/>
                  </a:lnTo>
                  <a:lnTo>
                    <a:pt x="53014" y="289297"/>
                  </a:lnTo>
                  <a:lnTo>
                    <a:pt x="56963" y="292872"/>
                  </a:lnTo>
                  <a:lnTo>
                    <a:pt x="61024" y="296319"/>
                  </a:lnTo>
                  <a:lnTo>
                    <a:pt x="65193" y="299635"/>
                  </a:lnTo>
                  <a:lnTo>
                    <a:pt x="69465" y="302817"/>
                  </a:lnTo>
                  <a:lnTo>
                    <a:pt x="73837" y="305860"/>
                  </a:lnTo>
                  <a:lnTo>
                    <a:pt x="78303" y="308763"/>
                  </a:lnTo>
                  <a:lnTo>
                    <a:pt x="82860" y="311522"/>
                  </a:lnTo>
                  <a:lnTo>
                    <a:pt x="87502" y="314135"/>
                  </a:lnTo>
                  <a:lnTo>
                    <a:pt x="92225" y="316598"/>
                  </a:lnTo>
                  <a:lnTo>
                    <a:pt x="97024" y="318910"/>
                  </a:lnTo>
                  <a:lnTo>
                    <a:pt x="101894" y="321067"/>
                  </a:lnTo>
                  <a:lnTo>
                    <a:pt x="106831" y="323069"/>
                  </a:lnTo>
                  <a:lnTo>
                    <a:pt x="111829" y="324912"/>
                  </a:lnTo>
                  <a:lnTo>
                    <a:pt x="116883" y="326595"/>
                  </a:lnTo>
                  <a:lnTo>
                    <a:pt x="121988" y="328116"/>
                  </a:lnTo>
                  <a:lnTo>
                    <a:pt x="127139" y="329473"/>
                  </a:lnTo>
                  <a:lnTo>
                    <a:pt x="132330" y="330666"/>
                  </a:lnTo>
                  <a:lnTo>
                    <a:pt x="137557" y="331692"/>
                  </a:lnTo>
                  <a:lnTo>
                    <a:pt x="142814" y="332552"/>
                  </a:lnTo>
                  <a:lnTo>
                    <a:pt x="148096" y="333244"/>
                  </a:lnTo>
                  <a:lnTo>
                    <a:pt x="153397" y="333767"/>
                  </a:lnTo>
                  <a:lnTo>
                    <a:pt x="158712" y="334121"/>
                  </a:lnTo>
                  <a:lnTo>
                    <a:pt x="164035" y="334305"/>
                  </a:lnTo>
                  <a:lnTo>
                    <a:pt x="169362" y="334320"/>
                  </a:lnTo>
                  <a:lnTo>
                    <a:pt x="174687" y="334165"/>
                  </a:lnTo>
                  <a:lnTo>
                    <a:pt x="180003" y="333840"/>
                  </a:lnTo>
                  <a:lnTo>
                    <a:pt x="185307" y="333346"/>
                  </a:lnTo>
                  <a:lnTo>
                    <a:pt x="190593" y="332684"/>
                  </a:lnTo>
                  <a:lnTo>
                    <a:pt x="195854" y="331853"/>
                  </a:lnTo>
                  <a:lnTo>
                    <a:pt x="201087" y="330855"/>
                  </a:lnTo>
                  <a:lnTo>
                    <a:pt x="206285" y="329691"/>
                  </a:lnTo>
                  <a:lnTo>
                    <a:pt x="211443" y="328362"/>
                  </a:lnTo>
                  <a:lnTo>
                    <a:pt x="216557" y="326869"/>
                  </a:lnTo>
                  <a:lnTo>
                    <a:pt x="221620" y="325215"/>
                  </a:lnTo>
                  <a:lnTo>
                    <a:pt x="226628" y="323399"/>
                  </a:lnTo>
                  <a:lnTo>
                    <a:pt x="231575" y="321425"/>
                  </a:lnTo>
                  <a:lnTo>
                    <a:pt x="236457" y="319294"/>
                  </a:lnTo>
                  <a:lnTo>
                    <a:pt x="241269" y="317009"/>
                  </a:lnTo>
                  <a:lnTo>
                    <a:pt x="246006" y="314572"/>
                  </a:lnTo>
                  <a:lnTo>
                    <a:pt x="250662" y="311985"/>
                  </a:lnTo>
                  <a:lnTo>
                    <a:pt x="255234" y="309251"/>
                  </a:lnTo>
                  <a:lnTo>
                    <a:pt x="259716" y="306373"/>
                  </a:lnTo>
                  <a:lnTo>
                    <a:pt x="264104" y="303353"/>
                  </a:lnTo>
                  <a:lnTo>
                    <a:pt x="268394" y="300195"/>
                  </a:lnTo>
                  <a:lnTo>
                    <a:pt x="272581" y="296902"/>
                  </a:lnTo>
                  <a:lnTo>
                    <a:pt x="276661" y="293478"/>
                  </a:lnTo>
                  <a:lnTo>
                    <a:pt x="280630" y="289925"/>
                  </a:lnTo>
                  <a:lnTo>
                    <a:pt x="284483" y="286247"/>
                  </a:lnTo>
                  <a:lnTo>
                    <a:pt x="288218" y="282449"/>
                  </a:lnTo>
                  <a:lnTo>
                    <a:pt x="291829" y="278533"/>
                  </a:lnTo>
                  <a:lnTo>
                    <a:pt x="295314" y="274505"/>
                  </a:lnTo>
                  <a:lnTo>
                    <a:pt x="298669" y="270367"/>
                  </a:lnTo>
                  <a:lnTo>
                    <a:pt x="301890" y="266125"/>
                  </a:lnTo>
                  <a:lnTo>
                    <a:pt x="304975" y="261782"/>
                  </a:lnTo>
                  <a:lnTo>
                    <a:pt x="307919" y="257343"/>
                  </a:lnTo>
                  <a:lnTo>
                    <a:pt x="310721" y="252812"/>
                  </a:lnTo>
                  <a:lnTo>
                    <a:pt x="313377" y="248195"/>
                  </a:lnTo>
                  <a:lnTo>
                    <a:pt x="315884" y="243495"/>
                  </a:lnTo>
                  <a:lnTo>
                    <a:pt x="318241" y="23871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728472" y="4380988"/>
              <a:ext cx="151080" cy="71550"/>
            </a:xfrm>
            <a:custGeom>
              <a:avLst/>
              <a:pathLst>
                <a:path w="151080" h="71550">
                  <a:moveTo>
                    <a:pt x="151080" y="715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728472" y="4302138"/>
              <a:ext cx="167160" cy="150401"/>
            </a:xfrm>
            <a:custGeom>
              <a:avLst/>
              <a:pathLst>
                <a:path w="167160" h="150401">
                  <a:moveTo>
                    <a:pt x="151080" y="150401"/>
                  </a:moveTo>
                  <a:lnTo>
                    <a:pt x="153381" y="145325"/>
                  </a:lnTo>
                  <a:lnTo>
                    <a:pt x="155512" y="140175"/>
                  </a:lnTo>
                  <a:lnTo>
                    <a:pt x="157470" y="134958"/>
                  </a:lnTo>
                  <a:lnTo>
                    <a:pt x="159253" y="129678"/>
                  </a:lnTo>
                  <a:lnTo>
                    <a:pt x="160858" y="124341"/>
                  </a:lnTo>
                  <a:lnTo>
                    <a:pt x="162285" y="118954"/>
                  </a:lnTo>
                  <a:lnTo>
                    <a:pt x="163532" y="113522"/>
                  </a:lnTo>
                  <a:lnTo>
                    <a:pt x="164597" y="108052"/>
                  </a:lnTo>
                  <a:lnTo>
                    <a:pt x="165479" y="102549"/>
                  </a:lnTo>
                  <a:lnTo>
                    <a:pt x="166177" y="97020"/>
                  </a:lnTo>
                  <a:lnTo>
                    <a:pt x="166690" y="91470"/>
                  </a:lnTo>
                  <a:lnTo>
                    <a:pt x="167018" y="85907"/>
                  </a:lnTo>
                  <a:lnTo>
                    <a:pt x="167160" y="80336"/>
                  </a:lnTo>
                  <a:lnTo>
                    <a:pt x="167117" y="74763"/>
                  </a:lnTo>
                  <a:lnTo>
                    <a:pt x="166888" y="69195"/>
                  </a:lnTo>
                  <a:lnTo>
                    <a:pt x="166473" y="63637"/>
                  </a:lnTo>
                  <a:lnTo>
                    <a:pt x="165874" y="58097"/>
                  </a:lnTo>
                  <a:lnTo>
                    <a:pt x="165090" y="52579"/>
                  </a:lnTo>
                  <a:lnTo>
                    <a:pt x="164122" y="47091"/>
                  </a:lnTo>
                  <a:lnTo>
                    <a:pt x="162972" y="41637"/>
                  </a:lnTo>
                  <a:lnTo>
                    <a:pt x="161641" y="36226"/>
                  </a:lnTo>
                  <a:lnTo>
                    <a:pt x="160131" y="30861"/>
                  </a:lnTo>
                  <a:lnTo>
                    <a:pt x="158442" y="25550"/>
                  </a:lnTo>
                  <a:lnTo>
                    <a:pt x="156578" y="20299"/>
                  </a:lnTo>
                  <a:lnTo>
                    <a:pt x="154539" y="15112"/>
                  </a:lnTo>
                  <a:lnTo>
                    <a:pt x="152328" y="9996"/>
                  </a:lnTo>
                  <a:lnTo>
                    <a:pt x="149949" y="4957"/>
                  </a:lnTo>
                  <a:lnTo>
                    <a:pt x="147402" y="0"/>
                  </a:lnTo>
                  <a:lnTo>
                    <a:pt x="0" y="78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728472" y="4213821"/>
              <a:ext cx="147402" cy="167167"/>
            </a:xfrm>
            <a:custGeom>
              <a:avLst/>
              <a:pathLst>
                <a:path w="147402" h="167167">
                  <a:moveTo>
                    <a:pt x="147402" y="88316"/>
                  </a:moveTo>
                  <a:lnTo>
                    <a:pt x="144744" y="83537"/>
                  </a:lnTo>
                  <a:lnTo>
                    <a:pt x="141931" y="78847"/>
                  </a:lnTo>
                  <a:lnTo>
                    <a:pt x="138966" y="74252"/>
                  </a:lnTo>
                  <a:lnTo>
                    <a:pt x="135853" y="69756"/>
                  </a:lnTo>
                  <a:lnTo>
                    <a:pt x="132594" y="65365"/>
                  </a:lnTo>
                  <a:lnTo>
                    <a:pt x="129193" y="61082"/>
                  </a:lnTo>
                  <a:lnTo>
                    <a:pt x="125654" y="56913"/>
                  </a:lnTo>
                  <a:lnTo>
                    <a:pt x="121981" y="52862"/>
                  </a:lnTo>
                  <a:lnTo>
                    <a:pt x="118176" y="48933"/>
                  </a:lnTo>
                  <a:lnTo>
                    <a:pt x="114246" y="45131"/>
                  </a:lnTo>
                  <a:lnTo>
                    <a:pt x="110193" y="41460"/>
                  </a:lnTo>
                  <a:lnTo>
                    <a:pt x="106022" y="37923"/>
                  </a:lnTo>
                  <a:lnTo>
                    <a:pt x="101738" y="34524"/>
                  </a:lnTo>
                  <a:lnTo>
                    <a:pt x="97345" y="31267"/>
                  </a:lnTo>
                  <a:lnTo>
                    <a:pt x="92848" y="28156"/>
                  </a:lnTo>
                  <a:lnTo>
                    <a:pt x="88251" y="25193"/>
                  </a:lnTo>
                  <a:lnTo>
                    <a:pt x="83560" y="22382"/>
                  </a:lnTo>
                  <a:lnTo>
                    <a:pt x="78780" y="19727"/>
                  </a:lnTo>
                  <a:lnTo>
                    <a:pt x="73915" y="17229"/>
                  </a:lnTo>
                  <a:lnTo>
                    <a:pt x="68971" y="14891"/>
                  </a:lnTo>
                  <a:lnTo>
                    <a:pt x="63953" y="12717"/>
                  </a:lnTo>
                  <a:lnTo>
                    <a:pt x="58867" y="10707"/>
                  </a:lnTo>
                  <a:lnTo>
                    <a:pt x="53718" y="8866"/>
                  </a:lnTo>
                  <a:lnTo>
                    <a:pt x="48511" y="7193"/>
                  </a:lnTo>
                  <a:lnTo>
                    <a:pt x="43253" y="5692"/>
                  </a:lnTo>
                  <a:lnTo>
                    <a:pt x="37948" y="4364"/>
                  </a:lnTo>
                  <a:lnTo>
                    <a:pt x="32602" y="3210"/>
                  </a:lnTo>
                  <a:lnTo>
                    <a:pt x="27222" y="2231"/>
                  </a:lnTo>
                  <a:lnTo>
                    <a:pt x="21813" y="1429"/>
                  </a:lnTo>
                  <a:lnTo>
                    <a:pt x="16380" y="804"/>
                  </a:lnTo>
                  <a:lnTo>
                    <a:pt x="10929" y="357"/>
                  </a:lnTo>
                  <a:lnTo>
                    <a:pt x="546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51844" y="3707720"/>
              <a:ext cx="167167" cy="333495"/>
            </a:xfrm>
            <a:custGeom>
              <a:avLst/>
              <a:pathLst>
                <a:path w="167167" h="333495">
                  <a:moveTo>
                    <a:pt x="167167" y="0"/>
                  </a:moveTo>
                  <a:lnTo>
                    <a:pt x="161816" y="85"/>
                  </a:lnTo>
                  <a:lnTo>
                    <a:pt x="156471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4" y="3074"/>
                  </a:lnTo>
                  <a:lnTo>
                    <a:pt x="130018" y="4179"/>
                  </a:lnTo>
                  <a:lnTo>
                    <a:pt x="124820" y="5452"/>
                  </a:lnTo>
                  <a:lnTo>
                    <a:pt x="119665" y="6890"/>
                  </a:lnTo>
                  <a:lnTo>
                    <a:pt x="114559" y="8493"/>
                  </a:lnTo>
                  <a:lnTo>
                    <a:pt x="109507" y="10258"/>
                  </a:lnTo>
                  <a:lnTo>
                    <a:pt x="104515" y="12184"/>
                  </a:lnTo>
                  <a:lnTo>
                    <a:pt x="99586" y="14269"/>
                  </a:lnTo>
                  <a:lnTo>
                    <a:pt x="94727" y="16510"/>
                  </a:lnTo>
                  <a:lnTo>
                    <a:pt x="89941" y="18906"/>
                  </a:lnTo>
                  <a:lnTo>
                    <a:pt x="85235" y="21454"/>
                  </a:lnTo>
                  <a:lnTo>
                    <a:pt x="80613" y="24151"/>
                  </a:lnTo>
                  <a:lnTo>
                    <a:pt x="76080" y="26995"/>
                  </a:lnTo>
                  <a:lnTo>
                    <a:pt x="71640" y="29982"/>
                  </a:lnTo>
                  <a:lnTo>
                    <a:pt x="67298" y="33110"/>
                  </a:lnTo>
                  <a:lnTo>
                    <a:pt x="63058" y="36375"/>
                  </a:lnTo>
                  <a:lnTo>
                    <a:pt x="58925" y="39775"/>
                  </a:lnTo>
                  <a:lnTo>
                    <a:pt x="54903" y="43305"/>
                  </a:lnTo>
                  <a:lnTo>
                    <a:pt x="50996" y="46962"/>
                  </a:lnTo>
                  <a:lnTo>
                    <a:pt x="47208" y="50742"/>
                  </a:lnTo>
                  <a:lnTo>
                    <a:pt x="43543" y="54641"/>
                  </a:lnTo>
                  <a:lnTo>
                    <a:pt x="40004" y="58656"/>
                  </a:lnTo>
                  <a:lnTo>
                    <a:pt x="36596" y="62781"/>
                  </a:lnTo>
                  <a:lnTo>
                    <a:pt x="33322" y="67014"/>
                  </a:lnTo>
                  <a:lnTo>
                    <a:pt x="30185" y="71350"/>
                  </a:lnTo>
                  <a:lnTo>
                    <a:pt x="27188" y="75783"/>
                  </a:lnTo>
                  <a:lnTo>
                    <a:pt x="24335" y="80311"/>
                  </a:lnTo>
                  <a:lnTo>
                    <a:pt x="21628" y="84927"/>
                  </a:lnTo>
                  <a:lnTo>
                    <a:pt x="19070" y="89628"/>
                  </a:lnTo>
                  <a:lnTo>
                    <a:pt x="16664" y="94408"/>
                  </a:lnTo>
                  <a:lnTo>
                    <a:pt x="14412" y="99262"/>
                  </a:lnTo>
                  <a:lnTo>
                    <a:pt x="12317" y="104186"/>
                  </a:lnTo>
                  <a:lnTo>
                    <a:pt x="10380" y="109175"/>
                  </a:lnTo>
                  <a:lnTo>
                    <a:pt x="8604" y="114223"/>
                  </a:lnTo>
                  <a:lnTo>
                    <a:pt x="6991" y="119326"/>
                  </a:lnTo>
                  <a:lnTo>
                    <a:pt x="5542" y="124477"/>
                  </a:lnTo>
                  <a:lnTo>
                    <a:pt x="4258" y="129672"/>
                  </a:lnTo>
                  <a:lnTo>
                    <a:pt x="3142" y="134906"/>
                  </a:lnTo>
                  <a:lnTo>
                    <a:pt x="2193" y="140173"/>
                  </a:lnTo>
                  <a:lnTo>
                    <a:pt x="1414" y="145467"/>
                  </a:lnTo>
                  <a:lnTo>
                    <a:pt x="804" y="150784"/>
                  </a:lnTo>
                  <a:lnTo>
                    <a:pt x="365" y="156117"/>
                  </a:lnTo>
                  <a:lnTo>
                    <a:pt x="97" y="161462"/>
                  </a:lnTo>
                  <a:lnTo>
                    <a:pt x="0" y="166812"/>
                  </a:lnTo>
                  <a:lnTo>
                    <a:pt x="74" y="172163"/>
                  </a:lnTo>
                  <a:lnTo>
                    <a:pt x="319" y="177509"/>
                  </a:lnTo>
                  <a:lnTo>
                    <a:pt x="736" y="182844"/>
                  </a:lnTo>
                  <a:lnTo>
                    <a:pt x="1323" y="188163"/>
                  </a:lnTo>
                  <a:lnTo>
                    <a:pt x="2080" y="193461"/>
                  </a:lnTo>
                  <a:lnTo>
                    <a:pt x="3006" y="198732"/>
                  </a:lnTo>
                  <a:lnTo>
                    <a:pt x="4101" y="203970"/>
                  </a:lnTo>
                  <a:lnTo>
                    <a:pt x="5362" y="209171"/>
                  </a:lnTo>
                  <a:lnTo>
                    <a:pt x="6790" y="214328"/>
                  </a:lnTo>
                  <a:lnTo>
                    <a:pt x="8381" y="219437"/>
                  </a:lnTo>
                  <a:lnTo>
                    <a:pt x="10136" y="224493"/>
                  </a:lnTo>
                  <a:lnTo>
                    <a:pt x="12051" y="229490"/>
                  </a:lnTo>
                  <a:lnTo>
                    <a:pt x="14125" y="234423"/>
                  </a:lnTo>
                  <a:lnTo>
                    <a:pt x="16357" y="239287"/>
                  </a:lnTo>
                  <a:lnTo>
                    <a:pt x="18742" y="244077"/>
                  </a:lnTo>
                  <a:lnTo>
                    <a:pt x="21280" y="248789"/>
                  </a:lnTo>
                  <a:lnTo>
                    <a:pt x="23968" y="253417"/>
                  </a:lnTo>
                  <a:lnTo>
                    <a:pt x="26802" y="257956"/>
                  </a:lnTo>
                  <a:lnTo>
                    <a:pt x="29780" y="262402"/>
                  </a:lnTo>
                  <a:lnTo>
                    <a:pt x="32898" y="266751"/>
                  </a:lnTo>
                  <a:lnTo>
                    <a:pt x="36155" y="270998"/>
                  </a:lnTo>
                  <a:lnTo>
                    <a:pt x="39545" y="275138"/>
                  </a:lnTo>
                  <a:lnTo>
                    <a:pt x="43067" y="279168"/>
                  </a:lnTo>
                  <a:lnTo>
                    <a:pt x="46715" y="283082"/>
                  </a:lnTo>
                  <a:lnTo>
                    <a:pt x="50487" y="286878"/>
                  </a:lnTo>
                  <a:lnTo>
                    <a:pt x="54379" y="290552"/>
                  </a:lnTo>
                  <a:lnTo>
                    <a:pt x="58386" y="294099"/>
                  </a:lnTo>
                  <a:lnTo>
                    <a:pt x="62504" y="297516"/>
                  </a:lnTo>
                  <a:lnTo>
                    <a:pt x="66730" y="300799"/>
                  </a:lnTo>
                  <a:lnTo>
                    <a:pt x="71059" y="303945"/>
                  </a:lnTo>
                  <a:lnTo>
                    <a:pt x="75486" y="306951"/>
                  </a:lnTo>
                  <a:lnTo>
                    <a:pt x="80008" y="309814"/>
                  </a:lnTo>
                  <a:lnTo>
                    <a:pt x="84618" y="312531"/>
                  </a:lnTo>
                  <a:lnTo>
                    <a:pt x="89313" y="315099"/>
                  </a:lnTo>
                  <a:lnTo>
                    <a:pt x="94088" y="317515"/>
                  </a:lnTo>
                  <a:lnTo>
                    <a:pt x="98938" y="319777"/>
                  </a:lnTo>
                  <a:lnTo>
                    <a:pt x="103858" y="321883"/>
                  </a:lnTo>
                  <a:lnTo>
                    <a:pt x="108842" y="323830"/>
                  </a:lnTo>
                  <a:lnTo>
                    <a:pt x="113887" y="325616"/>
                  </a:lnTo>
                  <a:lnTo>
                    <a:pt x="118986" y="327241"/>
                  </a:lnTo>
                  <a:lnTo>
                    <a:pt x="124134" y="328701"/>
                  </a:lnTo>
                  <a:lnTo>
                    <a:pt x="129327" y="329995"/>
                  </a:lnTo>
                  <a:lnTo>
                    <a:pt x="134558" y="331123"/>
                  </a:lnTo>
                  <a:lnTo>
                    <a:pt x="139823" y="332083"/>
                  </a:lnTo>
                  <a:lnTo>
                    <a:pt x="145115" y="332874"/>
                  </a:lnTo>
                  <a:lnTo>
                    <a:pt x="150431" y="33349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902275" y="3707941"/>
              <a:ext cx="183891" cy="334112"/>
            </a:xfrm>
            <a:custGeom>
              <a:avLst/>
              <a:pathLst>
                <a:path w="183891" h="334112">
                  <a:moveTo>
                    <a:pt x="0" y="333274"/>
                  </a:moveTo>
                  <a:lnTo>
                    <a:pt x="5314" y="333723"/>
                  </a:lnTo>
                  <a:lnTo>
                    <a:pt x="10640" y="334003"/>
                  </a:lnTo>
                  <a:lnTo>
                    <a:pt x="15972" y="334112"/>
                  </a:lnTo>
                  <a:lnTo>
                    <a:pt x="21305" y="334051"/>
                  </a:lnTo>
                  <a:lnTo>
                    <a:pt x="26633" y="333821"/>
                  </a:lnTo>
                  <a:lnTo>
                    <a:pt x="31951" y="333420"/>
                  </a:lnTo>
                  <a:lnTo>
                    <a:pt x="37254" y="332850"/>
                  </a:lnTo>
                  <a:lnTo>
                    <a:pt x="42536" y="332111"/>
                  </a:lnTo>
                  <a:lnTo>
                    <a:pt x="47791" y="331204"/>
                  </a:lnTo>
                  <a:lnTo>
                    <a:pt x="53015" y="330130"/>
                  </a:lnTo>
                  <a:lnTo>
                    <a:pt x="58202" y="328889"/>
                  </a:lnTo>
                  <a:lnTo>
                    <a:pt x="63347" y="327484"/>
                  </a:lnTo>
                  <a:lnTo>
                    <a:pt x="68444" y="325915"/>
                  </a:lnTo>
                  <a:lnTo>
                    <a:pt x="73489" y="324185"/>
                  </a:lnTo>
                  <a:lnTo>
                    <a:pt x="78476" y="322295"/>
                  </a:lnTo>
                  <a:lnTo>
                    <a:pt x="83400" y="320246"/>
                  </a:lnTo>
                  <a:lnTo>
                    <a:pt x="88256" y="318041"/>
                  </a:lnTo>
                  <a:lnTo>
                    <a:pt x="93040" y="315683"/>
                  </a:lnTo>
                  <a:lnTo>
                    <a:pt x="97746" y="313173"/>
                  </a:lnTo>
                  <a:lnTo>
                    <a:pt x="102369" y="310515"/>
                  </a:lnTo>
                  <a:lnTo>
                    <a:pt x="106905" y="307710"/>
                  </a:lnTo>
                  <a:lnTo>
                    <a:pt x="111350" y="304762"/>
                  </a:lnTo>
                  <a:lnTo>
                    <a:pt x="115698" y="301674"/>
                  </a:lnTo>
                  <a:lnTo>
                    <a:pt x="119945" y="298448"/>
                  </a:lnTo>
                  <a:lnTo>
                    <a:pt x="124087" y="295089"/>
                  </a:lnTo>
                  <a:lnTo>
                    <a:pt x="128120" y="291599"/>
                  </a:lnTo>
                  <a:lnTo>
                    <a:pt x="132040" y="287983"/>
                  </a:lnTo>
                  <a:lnTo>
                    <a:pt x="135842" y="284243"/>
                  </a:lnTo>
                  <a:lnTo>
                    <a:pt x="139524" y="280384"/>
                  </a:lnTo>
                  <a:lnTo>
                    <a:pt x="143080" y="276409"/>
                  </a:lnTo>
                  <a:lnTo>
                    <a:pt x="146507" y="272323"/>
                  </a:lnTo>
                  <a:lnTo>
                    <a:pt x="149803" y="268130"/>
                  </a:lnTo>
                  <a:lnTo>
                    <a:pt x="152963" y="263834"/>
                  </a:lnTo>
                  <a:lnTo>
                    <a:pt x="155984" y="259439"/>
                  </a:lnTo>
                  <a:lnTo>
                    <a:pt x="158864" y="254950"/>
                  </a:lnTo>
                  <a:lnTo>
                    <a:pt x="161598" y="250371"/>
                  </a:lnTo>
                  <a:lnTo>
                    <a:pt x="164186" y="245708"/>
                  </a:lnTo>
                  <a:lnTo>
                    <a:pt x="166623" y="240964"/>
                  </a:lnTo>
                  <a:lnTo>
                    <a:pt x="168908" y="236145"/>
                  </a:lnTo>
                  <a:lnTo>
                    <a:pt x="171038" y="231255"/>
                  </a:lnTo>
                  <a:lnTo>
                    <a:pt x="173011" y="226300"/>
                  </a:lnTo>
                  <a:lnTo>
                    <a:pt x="174825" y="221285"/>
                  </a:lnTo>
                  <a:lnTo>
                    <a:pt x="176478" y="216215"/>
                  </a:lnTo>
                  <a:lnTo>
                    <a:pt x="177968" y="211094"/>
                  </a:lnTo>
                  <a:lnTo>
                    <a:pt x="179294" y="205928"/>
                  </a:lnTo>
                  <a:lnTo>
                    <a:pt x="180455" y="200723"/>
                  </a:lnTo>
                  <a:lnTo>
                    <a:pt x="181449" y="195483"/>
                  </a:lnTo>
                  <a:lnTo>
                    <a:pt x="182276" y="190214"/>
                  </a:lnTo>
                  <a:lnTo>
                    <a:pt x="182934" y="184922"/>
                  </a:lnTo>
                  <a:lnTo>
                    <a:pt x="183423" y="179611"/>
                  </a:lnTo>
                  <a:lnTo>
                    <a:pt x="183742" y="174287"/>
                  </a:lnTo>
                  <a:lnTo>
                    <a:pt x="183891" y="168956"/>
                  </a:lnTo>
                  <a:lnTo>
                    <a:pt x="183870" y="163623"/>
                  </a:lnTo>
                  <a:lnTo>
                    <a:pt x="183679" y="158293"/>
                  </a:lnTo>
                  <a:lnTo>
                    <a:pt x="183318" y="152972"/>
                  </a:lnTo>
                  <a:lnTo>
                    <a:pt x="182787" y="147665"/>
                  </a:lnTo>
                  <a:lnTo>
                    <a:pt x="182088" y="142378"/>
                  </a:lnTo>
                  <a:lnTo>
                    <a:pt x="181220" y="137116"/>
                  </a:lnTo>
                  <a:lnTo>
                    <a:pt x="180185" y="131884"/>
                  </a:lnTo>
                  <a:lnTo>
                    <a:pt x="178983" y="126688"/>
                  </a:lnTo>
                  <a:lnTo>
                    <a:pt x="177616" y="121533"/>
                  </a:lnTo>
                  <a:lnTo>
                    <a:pt x="176086" y="116424"/>
                  </a:lnTo>
                  <a:lnTo>
                    <a:pt x="174393" y="111366"/>
                  </a:lnTo>
                  <a:lnTo>
                    <a:pt x="172540" y="106365"/>
                  </a:lnTo>
                  <a:lnTo>
                    <a:pt x="170528" y="101426"/>
                  </a:lnTo>
                  <a:lnTo>
                    <a:pt x="168359" y="96554"/>
                  </a:lnTo>
                  <a:lnTo>
                    <a:pt x="166037" y="91753"/>
                  </a:lnTo>
                  <a:lnTo>
                    <a:pt x="163562" y="87028"/>
                  </a:lnTo>
                  <a:lnTo>
                    <a:pt x="160938" y="82385"/>
                  </a:lnTo>
                  <a:lnTo>
                    <a:pt x="158167" y="77828"/>
                  </a:lnTo>
                  <a:lnTo>
                    <a:pt x="155252" y="73362"/>
                  </a:lnTo>
                  <a:lnTo>
                    <a:pt x="152197" y="68991"/>
                  </a:lnTo>
                  <a:lnTo>
                    <a:pt x="149003" y="64720"/>
                  </a:lnTo>
                  <a:lnTo>
                    <a:pt x="145675" y="60553"/>
                  </a:lnTo>
                  <a:lnTo>
                    <a:pt x="142215" y="56494"/>
                  </a:lnTo>
                  <a:lnTo>
                    <a:pt x="138628" y="52547"/>
                  </a:lnTo>
                  <a:lnTo>
                    <a:pt x="134917" y="48717"/>
                  </a:lnTo>
                  <a:lnTo>
                    <a:pt x="131085" y="45007"/>
                  </a:lnTo>
                  <a:lnTo>
                    <a:pt x="127137" y="41422"/>
                  </a:lnTo>
                  <a:lnTo>
                    <a:pt x="123077" y="37964"/>
                  </a:lnTo>
                  <a:lnTo>
                    <a:pt x="118908" y="34637"/>
                  </a:lnTo>
                  <a:lnTo>
                    <a:pt x="114635" y="31445"/>
                  </a:lnTo>
                  <a:lnTo>
                    <a:pt x="110263" y="28391"/>
                  </a:lnTo>
                  <a:lnTo>
                    <a:pt x="105796" y="25478"/>
                  </a:lnTo>
                  <a:lnTo>
                    <a:pt x="101238" y="22709"/>
                  </a:lnTo>
                  <a:lnTo>
                    <a:pt x="96594" y="20087"/>
                  </a:lnTo>
                  <a:lnTo>
                    <a:pt x="91868" y="17614"/>
                  </a:lnTo>
                  <a:lnTo>
                    <a:pt x="87066" y="15294"/>
                  </a:lnTo>
                  <a:lnTo>
                    <a:pt x="82193" y="13127"/>
                  </a:lnTo>
                  <a:lnTo>
                    <a:pt x="77253" y="11118"/>
                  </a:lnTo>
                  <a:lnTo>
                    <a:pt x="72251" y="9266"/>
                  </a:lnTo>
                  <a:lnTo>
                    <a:pt x="67193" y="7576"/>
                  </a:lnTo>
                  <a:lnTo>
                    <a:pt x="62083" y="6047"/>
                  </a:lnTo>
                  <a:lnTo>
                    <a:pt x="56928" y="4683"/>
                  </a:lnTo>
                  <a:lnTo>
                    <a:pt x="51731" y="3483"/>
                  </a:lnTo>
                  <a:lnTo>
                    <a:pt x="46499" y="2450"/>
                  </a:lnTo>
                  <a:lnTo>
                    <a:pt x="41236" y="1584"/>
                  </a:lnTo>
                  <a:lnTo>
                    <a:pt x="35949" y="887"/>
                  </a:lnTo>
                  <a:lnTo>
                    <a:pt x="30642" y="358"/>
                  </a:lnTo>
                  <a:lnTo>
                    <a:pt x="25321" y="0"/>
                  </a:lnTo>
                  <a:lnTo>
                    <a:pt x="16736" y="1669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919011" y="3707720"/>
              <a:ext cx="8585" cy="167167"/>
            </a:xfrm>
            <a:custGeom>
              <a:avLst/>
              <a:pathLst>
                <a:path w="8585" h="167167">
                  <a:moveTo>
                    <a:pt x="8585" y="2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tx90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8" name="tx92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9" name="tx92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30" name="tx93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31" name="tx93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2025-06-25T04:07:39Z</dcterms:modified>
  <cp:category/>
</cp:coreProperties>
</file>