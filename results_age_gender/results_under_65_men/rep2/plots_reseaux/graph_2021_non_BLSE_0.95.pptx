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0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7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21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4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44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0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9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399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04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7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2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5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0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7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7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3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9088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6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83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9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3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0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183" y="3170392"/>
              <a:ext cx="2595" cy="167167"/>
            </a:xfrm>
            <a:custGeom>
              <a:avLst/>
              <a:pathLst>
                <a:path w="2595" h="167167">
                  <a:moveTo>
                    <a:pt x="2595" y="0"/>
                  </a:moveTo>
                  <a:lnTo>
                    <a:pt x="0" y="20"/>
                  </a:lnTo>
                  <a:lnTo>
                    <a:pt x="25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183" y="3170412"/>
              <a:ext cx="2595" cy="167147"/>
            </a:xfrm>
            <a:custGeom>
              <a:avLst/>
              <a:pathLst>
                <a:path w="2595" h="167147">
                  <a:moveTo>
                    <a:pt x="0" y="0"/>
                  </a:moveTo>
                  <a:lnTo>
                    <a:pt x="2595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1" y="3170412"/>
              <a:ext cx="334334" cy="334294"/>
            </a:xfrm>
            <a:custGeom>
              <a:avLst/>
              <a:pathLst>
                <a:path w="334334" h="334294">
                  <a:moveTo>
                    <a:pt x="164571" y="0"/>
                  </a:moveTo>
                  <a:lnTo>
                    <a:pt x="159269" y="166"/>
                  </a:lnTo>
                  <a:lnTo>
                    <a:pt x="153975" y="501"/>
                  </a:lnTo>
                  <a:lnTo>
                    <a:pt x="148695" y="1003"/>
                  </a:lnTo>
                  <a:lnTo>
                    <a:pt x="143432" y="1673"/>
                  </a:lnTo>
                  <a:lnTo>
                    <a:pt x="138194" y="2509"/>
                  </a:lnTo>
                  <a:lnTo>
                    <a:pt x="132985" y="3511"/>
                  </a:lnTo>
                  <a:lnTo>
                    <a:pt x="127810" y="4678"/>
                  </a:lnTo>
                  <a:lnTo>
                    <a:pt x="122675" y="6009"/>
                  </a:lnTo>
                  <a:lnTo>
                    <a:pt x="117585" y="7502"/>
                  </a:lnTo>
                  <a:lnTo>
                    <a:pt x="112545" y="9155"/>
                  </a:lnTo>
                  <a:lnTo>
                    <a:pt x="107559" y="10968"/>
                  </a:lnTo>
                  <a:lnTo>
                    <a:pt x="102634" y="12938"/>
                  </a:lnTo>
                  <a:lnTo>
                    <a:pt x="97774" y="15063"/>
                  </a:lnTo>
                  <a:lnTo>
                    <a:pt x="92983" y="17341"/>
                  </a:lnTo>
                  <a:lnTo>
                    <a:pt x="88268" y="19770"/>
                  </a:lnTo>
                  <a:lnTo>
                    <a:pt x="83631" y="22348"/>
                  </a:lnTo>
                  <a:lnTo>
                    <a:pt x="79079" y="25071"/>
                  </a:lnTo>
                  <a:lnTo>
                    <a:pt x="74616" y="27938"/>
                  </a:lnTo>
                  <a:lnTo>
                    <a:pt x="70245" y="30944"/>
                  </a:lnTo>
                  <a:lnTo>
                    <a:pt x="65973" y="34088"/>
                  </a:lnTo>
                  <a:lnTo>
                    <a:pt x="61802" y="37366"/>
                  </a:lnTo>
                  <a:lnTo>
                    <a:pt x="57737" y="40774"/>
                  </a:lnTo>
                  <a:lnTo>
                    <a:pt x="53783" y="44310"/>
                  </a:lnTo>
                  <a:lnTo>
                    <a:pt x="49942" y="47969"/>
                  </a:lnTo>
                  <a:lnTo>
                    <a:pt x="46220" y="51748"/>
                  </a:lnTo>
                  <a:lnTo>
                    <a:pt x="42620" y="55644"/>
                  </a:lnTo>
                  <a:lnTo>
                    <a:pt x="39144" y="59652"/>
                  </a:lnTo>
                  <a:lnTo>
                    <a:pt x="35798" y="63768"/>
                  </a:lnTo>
                  <a:lnTo>
                    <a:pt x="32584" y="67988"/>
                  </a:lnTo>
                  <a:lnTo>
                    <a:pt x="29506" y="72308"/>
                  </a:lnTo>
                  <a:lnTo>
                    <a:pt x="26566" y="76723"/>
                  </a:lnTo>
                  <a:lnTo>
                    <a:pt x="23768" y="81230"/>
                  </a:lnTo>
                  <a:lnTo>
                    <a:pt x="21114" y="85823"/>
                  </a:lnTo>
                  <a:lnTo>
                    <a:pt x="18607" y="90498"/>
                  </a:lnTo>
                  <a:lnTo>
                    <a:pt x="16250" y="95250"/>
                  </a:lnTo>
                  <a:lnTo>
                    <a:pt x="14045" y="100075"/>
                  </a:lnTo>
                  <a:lnTo>
                    <a:pt x="11994" y="104967"/>
                  </a:lnTo>
                  <a:lnTo>
                    <a:pt x="10099" y="109921"/>
                  </a:lnTo>
                  <a:lnTo>
                    <a:pt x="8363" y="114934"/>
                  </a:lnTo>
                  <a:lnTo>
                    <a:pt x="6786" y="119999"/>
                  </a:lnTo>
                  <a:lnTo>
                    <a:pt x="5371" y="125111"/>
                  </a:lnTo>
                  <a:lnTo>
                    <a:pt x="4119" y="130266"/>
                  </a:lnTo>
                  <a:lnTo>
                    <a:pt x="3031" y="135458"/>
                  </a:lnTo>
                  <a:lnTo>
                    <a:pt x="2108" y="140681"/>
                  </a:lnTo>
                  <a:lnTo>
                    <a:pt x="1351" y="145932"/>
                  </a:lnTo>
                  <a:lnTo>
                    <a:pt x="762" y="151203"/>
                  </a:lnTo>
                  <a:lnTo>
                    <a:pt x="339" y="156491"/>
                  </a:lnTo>
                  <a:lnTo>
                    <a:pt x="85" y="161790"/>
                  </a:lnTo>
                  <a:lnTo>
                    <a:pt x="0" y="167094"/>
                  </a:lnTo>
                  <a:lnTo>
                    <a:pt x="82" y="172398"/>
                  </a:lnTo>
                  <a:lnTo>
                    <a:pt x="333" y="177696"/>
                  </a:lnTo>
                  <a:lnTo>
                    <a:pt x="751" y="182984"/>
                  </a:lnTo>
                  <a:lnTo>
                    <a:pt x="1338" y="188257"/>
                  </a:lnTo>
                  <a:lnTo>
                    <a:pt x="2091" y="193507"/>
                  </a:lnTo>
                  <a:lnTo>
                    <a:pt x="3010" y="198732"/>
                  </a:lnTo>
                  <a:lnTo>
                    <a:pt x="4095" y="203924"/>
                  </a:lnTo>
                  <a:lnTo>
                    <a:pt x="5344" y="209080"/>
                  </a:lnTo>
                  <a:lnTo>
                    <a:pt x="6756" y="214193"/>
                  </a:lnTo>
                  <a:lnTo>
                    <a:pt x="8330" y="219259"/>
                  </a:lnTo>
                  <a:lnTo>
                    <a:pt x="10063" y="224272"/>
                  </a:lnTo>
                  <a:lnTo>
                    <a:pt x="11955" y="229228"/>
                  </a:lnTo>
                  <a:lnTo>
                    <a:pt x="14003" y="234122"/>
                  </a:lnTo>
                  <a:lnTo>
                    <a:pt x="16205" y="238948"/>
                  </a:lnTo>
                  <a:lnTo>
                    <a:pt x="18559" y="243701"/>
                  </a:lnTo>
                  <a:lnTo>
                    <a:pt x="21063" y="248378"/>
                  </a:lnTo>
                  <a:lnTo>
                    <a:pt x="23713" y="252973"/>
                  </a:lnTo>
                  <a:lnTo>
                    <a:pt x="26509" y="257481"/>
                  </a:lnTo>
                  <a:lnTo>
                    <a:pt x="29446" y="261898"/>
                  </a:lnTo>
                  <a:lnTo>
                    <a:pt x="32521" y="266220"/>
                  </a:lnTo>
                  <a:lnTo>
                    <a:pt x="35733" y="270442"/>
                  </a:lnTo>
                  <a:lnTo>
                    <a:pt x="39076" y="274561"/>
                  </a:lnTo>
                  <a:lnTo>
                    <a:pt x="42549" y="278571"/>
                  </a:lnTo>
                  <a:lnTo>
                    <a:pt x="46147" y="282468"/>
                  </a:lnTo>
                  <a:lnTo>
                    <a:pt x="49867" y="286250"/>
                  </a:lnTo>
                  <a:lnTo>
                    <a:pt x="53705" y="289912"/>
                  </a:lnTo>
                  <a:lnTo>
                    <a:pt x="57657" y="293450"/>
                  </a:lnTo>
                  <a:lnTo>
                    <a:pt x="61720" y="296861"/>
                  </a:lnTo>
                  <a:lnTo>
                    <a:pt x="65888" y="300141"/>
                  </a:lnTo>
                  <a:lnTo>
                    <a:pt x="70159" y="303288"/>
                  </a:lnTo>
                  <a:lnTo>
                    <a:pt x="74527" y="306297"/>
                  </a:lnTo>
                  <a:lnTo>
                    <a:pt x="78989" y="309167"/>
                  </a:lnTo>
                  <a:lnTo>
                    <a:pt x="83539" y="311893"/>
                  </a:lnTo>
                  <a:lnTo>
                    <a:pt x="88174" y="314473"/>
                  </a:lnTo>
                  <a:lnTo>
                    <a:pt x="92888" y="316905"/>
                  </a:lnTo>
                  <a:lnTo>
                    <a:pt x="97677" y="319187"/>
                  </a:lnTo>
                  <a:lnTo>
                    <a:pt x="102536" y="321315"/>
                  </a:lnTo>
                  <a:lnTo>
                    <a:pt x="107460" y="323288"/>
                  </a:lnTo>
                  <a:lnTo>
                    <a:pt x="112444" y="325104"/>
                  </a:lnTo>
                  <a:lnTo>
                    <a:pt x="117484" y="326761"/>
                  </a:lnTo>
                  <a:lnTo>
                    <a:pt x="122573" y="328257"/>
                  </a:lnTo>
                  <a:lnTo>
                    <a:pt x="127707" y="329590"/>
                  </a:lnTo>
                  <a:lnTo>
                    <a:pt x="132881" y="330760"/>
                  </a:lnTo>
                  <a:lnTo>
                    <a:pt x="138090" y="331766"/>
                  </a:lnTo>
                  <a:lnTo>
                    <a:pt x="143327" y="332606"/>
                  </a:lnTo>
                  <a:lnTo>
                    <a:pt x="148589" y="333279"/>
                  </a:lnTo>
                  <a:lnTo>
                    <a:pt x="153870" y="333785"/>
                  </a:lnTo>
                  <a:lnTo>
                    <a:pt x="159163" y="334123"/>
                  </a:lnTo>
                  <a:lnTo>
                    <a:pt x="164465" y="334292"/>
                  </a:lnTo>
                  <a:lnTo>
                    <a:pt x="169770" y="334294"/>
                  </a:lnTo>
                  <a:lnTo>
                    <a:pt x="175072" y="334127"/>
                  </a:lnTo>
                  <a:lnTo>
                    <a:pt x="180366" y="333792"/>
                  </a:lnTo>
                  <a:lnTo>
                    <a:pt x="185647" y="333290"/>
                  </a:lnTo>
                  <a:lnTo>
                    <a:pt x="190909" y="332620"/>
                  </a:lnTo>
                  <a:lnTo>
                    <a:pt x="196147" y="331783"/>
                  </a:lnTo>
                  <a:lnTo>
                    <a:pt x="201356" y="330781"/>
                  </a:lnTo>
                  <a:lnTo>
                    <a:pt x="206531" y="329614"/>
                  </a:lnTo>
                  <a:lnTo>
                    <a:pt x="211666" y="328283"/>
                  </a:lnTo>
                  <a:lnTo>
                    <a:pt x="216756" y="326790"/>
                  </a:lnTo>
                  <a:lnTo>
                    <a:pt x="221796" y="325136"/>
                  </a:lnTo>
                  <a:lnTo>
                    <a:pt x="226781" y="323323"/>
                  </a:lnTo>
                  <a:lnTo>
                    <a:pt x="231707" y="321353"/>
                  </a:lnTo>
                  <a:lnTo>
                    <a:pt x="236567" y="319228"/>
                  </a:lnTo>
                  <a:lnTo>
                    <a:pt x="241357" y="316949"/>
                  </a:lnTo>
                  <a:lnTo>
                    <a:pt x="246073" y="314520"/>
                  </a:lnTo>
                  <a:lnTo>
                    <a:pt x="250709" y="311942"/>
                  </a:lnTo>
                  <a:lnTo>
                    <a:pt x="255261" y="309218"/>
                  </a:lnTo>
                  <a:lnTo>
                    <a:pt x="259724" y="306352"/>
                  </a:lnTo>
                  <a:lnTo>
                    <a:pt x="264095" y="303345"/>
                  </a:lnTo>
                  <a:lnTo>
                    <a:pt x="268367" y="300201"/>
                  </a:lnTo>
                  <a:lnTo>
                    <a:pt x="272538" y="296923"/>
                  </a:lnTo>
                  <a:lnTo>
                    <a:pt x="276602" y="293515"/>
                  </a:lnTo>
                  <a:lnTo>
                    <a:pt x="280557" y="289979"/>
                  </a:lnTo>
                  <a:lnTo>
                    <a:pt x="284397" y="286319"/>
                  </a:lnTo>
                  <a:lnTo>
                    <a:pt x="288119" y="282540"/>
                  </a:lnTo>
                  <a:lnTo>
                    <a:pt x="291719" y="278644"/>
                  </a:lnTo>
                  <a:lnTo>
                    <a:pt x="295194" y="274636"/>
                  </a:lnTo>
                  <a:lnTo>
                    <a:pt x="298540" y="270520"/>
                  </a:lnTo>
                  <a:lnTo>
                    <a:pt x="301754" y="266300"/>
                  </a:lnTo>
                  <a:lnTo>
                    <a:pt x="304832" y="261979"/>
                  </a:lnTo>
                  <a:lnTo>
                    <a:pt x="307772" y="257564"/>
                  </a:lnTo>
                  <a:lnTo>
                    <a:pt x="310570" y="253057"/>
                  </a:lnTo>
                  <a:lnTo>
                    <a:pt x="313223" y="248464"/>
                  </a:lnTo>
                  <a:lnTo>
                    <a:pt x="315730" y="243789"/>
                  </a:lnTo>
                  <a:lnTo>
                    <a:pt x="318087" y="239037"/>
                  </a:lnTo>
                  <a:lnTo>
                    <a:pt x="320292" y="234212"/>
                  </a:lnTo>
                  <a:lnTo>
                    <a:pt x="322343" y="229320"/>
                  </a:lnTo>
                  <a:lnTo>
                    <a:pt x="324237" y="224365"/>
                  </a:lnTo>
                  <a:lnTo>
                    <a:pt x="325973" y="219353"/>
                  </a:lnTo>
                  <a:lnTo>
                    <a:pt x="327550" y="214288"/>
                  </a:lnTo>
                  <a:lnTo>
                    <a:pt x="328965" y="209175"/>
                  </a:lnTo>
                  <a:lnTo>
                    <a:pt x="330217" y="204020"/>
                  </a:lnTo>
                  <a:lnTo>
                    <a:pt x="331305" y="198829"/>
                  </a:lnTo>
                  <a:lnTo>
                    <a:pt x="332227" y="193605"/>
                  </a:lnTo>
                  <a:lnTo>
                    <a:pt x="332984" y="188354"/>
                  </a:lnTo>
                  <a:lnTo>
                    <a:pt x="333573" y="183083"/>
                  </a:lnTo>
                  <a:lnTo>
                    <a:pt x="333995" y="177795"/>
                  </a:lnTo>
                  <a:lnTo>
                    <a:pt x="334249" y="172496"/>
                  </a:lnTo>
                  <a:lnTo>
                    <a:pt x="334334" y="167192"/>
                  </a:lnTo>
                  <a:lnTo>
                    <a:pt x="334252" y="161888"/>
                  </a:lnTo>
                  <a:lnTo>
                    <a:pt x="334001" y="156590"/>
                  </a:lnTo>
                  <a:lnTo>
                    <a:pt x="333582" y="151302"/>
                  </a:lnTo>
                  <a:lnTo>
                    <a:pt x="332995" y="146029"/>
                  </a:lnTo>
                  <a:lnTo>
                    <a:pt x="332242" y="140779"/>
                  </a:lnTo>
                  <a:lnTo>
                    <a:pt x="331322" y="135554"/>
                  </a:lnTo>
                  <a:lnTo>
                    <a:pt x="330237" y="130362"/>
                  </a:lnTo>
                  <a:lnTo>
                    <a:pt x="328988" y="125206"/>
                  </a:lnTo>
                  <a:lnTo>
                    <a:pt x="327576" y="120093"/>
                  </a:lnTo>
                  <a:lnTo>
                    <a:pt x="326002" y="115027"/>
                  </a:lnTo>
                  <a:lnTo>
                    <a:pt x="324268" y="110014"/>
                  </a:lnTo>
                  <a:lnTo>
                    <a:pt x="322376" y="105058"/>
                  </a:lnTo>
                  <a:lnTo>
                    <a:pt x="320328" y="100165"/>
                  </a:lnTo>
                  <a:lnTo>
                    <a:pt x="318126" y="95339"/>
                  </a:lnTo>
                  <a:lnTo>
                    <a:pt x="315772" y="90586"/>
                  </a:lnTo>
                  <a:lnTo>
                    <a:pt x="313268" y="85909"/>
                  </a:lnTo>
                  <a:lnTo>
                    <a:pt x="310617" y="81315"/>
                  </a:lnTo>
                  <a:lnTo>
                    <a:pt x="307821" y="76806"/>
                  </a:lnTo>
                  <a:lnTo>
                    <a:pt x="304884" y="72389"/>
                  </a:lnTo>
                  <a:lnTo>
                    <a:pt x="301808" y="68067"/>
                  </a:lnTo>
                  <a:lnTo>
                    <a:pt x="298597" y="63845"/>
                  </a:lnTo>
                  <a:lnTo>
                    <a:pt x="295253" y="59727"/>
                  </a:lnTo>
                  <a:lnTo>
                    <a:pt x="291780" y="55717"/>
                  </a:lnTo>
                  <a:lnTo>
                    <a:pt x="288182" y="51820"/>
                  </a:lnTo>
                  <a:lnTo>
                    <a:pt x="284462" y="48038"/>
                  </a:lnTo>
                  <a:lnTo>
                    <a:pt x="280624" y="44376"/>
                  </a:lnTo>
                  <a:lnTo>
                    <a:pt x="276671" y="40839"/>
                  </a:lnTo>
                  <a:lnTo>
                    <a:pt x="272608" y="37428"/>
                  </a:lnTo>
                  <a:lnTo>
                    <a:pt x="268440" y="34148"/>
                  </a:lnTo>
                  <a:lnTo>
                    <a:pt x="264169" y="31001"/>
                  </a:lnTo>
                  <a:lnTo>
                    <a:pt x="259800" y="27992"/>
                  </a:lnTo>
                  <a:lnTo>
                    <a:pt x="255338" y="25123"/>
                  </a:lnTo>
                  <a:lnTo>
                    <a:pt x="250788" y="22397"/>
                  </a:lnTo>
                  <a:lnTo>
                    <a:pt x="246153" y="19817"/>
                  </a:lnTo>
                  <a:lnTo>
                    <a:pt x="241439" y="17385"/>
                  </a:lnTo>
                  <a:lnTo>
                    <a:pt x="236650" y="15104"/>
                  </a:lnTo>
                  <a:lnTo>
                    <a:pt x="231791" y="12976"/>
                  </a:lnTo>
                  <a:lnTo>
                    <a:pt x="226866" y="11003"/>
                  </a:lnTo>
                  <a:lnTo>
                    <a:pt x="221882" y="9187"/>
                  </a:lnTo>
                  <a:lnTo>
                    <a:pt x="216843" y="7531"/>
                  </a:lnTo>
                  <a:lnTo>
                    <a:pt x="211753" y="6035"/>
                  </a:lnTo>
                  <a:lnTo>
                    <a:pt x="206619" y="4702"/>
                  </a:lnTo>
                  <a:lnTo>
                    <a:pt x="201445" y="3532"/>
                  </a:lnTo>
                  <a:lnTo>
                    <a:pt x="196237" y="2526"/>
                  </a:lnTo>
                  <a:lnTo>
                    <a:pt x="190999" y="1687"/>
                  </a:lnTo>
                  <a:lnTo>
                    <a:pt x="185737" y="1014"/>
                  </a:lnTo>
                  <a:lnTo>
                    <a:pt x="180457" y="508"/>
                  </a:lnTo>
                  <a:lnTo>
                    <a:pt x="175163" y="171"/>
                  </a:lnTo>
                  <a:lnTo>
                    <a:pt x="169861" y="1"/>
                  </a:lnTo>
                  <a:lnTo>
                    <a:pt x="167167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2693" cy="167167"/>
            </a:xfrm>
            <a:custGeom>
              <a:avLst/>
              <a:pathLst>
                <a:path w="2693" h="167167">
                  <a:moveTo>
                    <a:pt x="2693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5337" y="2633064"/>
              <a:ext cx="33674" cy="167167"/>
            </a:xfrm>
            <a:custGeom>
              <a:avLst/>
              <a:pathLst>
                <a:path w="33674" h="167167">
                  <a:moveTo>
                    <a:pt x="33674" y="0"/>
                  </a:moveTo>
                  <a:lnTo>
                    <a:pt x="26895" y="137"/>
                  </a:lnTo>
                  <a:lnTo>
                    <a:pt x="20126" y="549"/>
                  </a:lnTo>
                  <a:lnTo>
                    <a:pt x="13380" y="1236"/>
                  </a:lnTo>
                  <a:lnTo>
                    <a:pt x="6668" y="2195"/>
                  </a:lnTo>
                  <a:lnTo>
                    <a:pt x="0" y="3426"/>
                  </a:lnTo>
                  <a:lnTo>
                    <a:pt x="336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337" y="2636491"/>
              <a:ext cx="33674" cy="163740"/>
            </a:xfrm>
            <a:custGeom>
              <a:avLst/>
              <a:pathLst>
                <a:path w="33674" h="163740">
                  <a:moveTo>
                    <a:pt x="0" y="0"/>
                  </a:moveTo>
                  <a:lnTo>
                    <a:pt x="33674" y="1637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45" y="2636491"/>
              <a:ext cx="334327" cy="330900"/>
            </a:xfrm>
            <a:custGeom>
              <a:avLst/>
              <a:pathLst>
                <a:path w="334327" h="330900">
                  <a:moveTo>
                    <a:pt x="133491" y="0"/>
                  </a:moveTo>
                  <a:lnTo>
                    <a:pt x="128317" y="1149"/>
                  </a:lnTo>
                  <a:lnTo>
                    <a:pt x="123183" y="2462"/>
                  </a:lnTo>
                  <a:lnTo>
                    <a:pt x="118093" y="3937"/>
                  </a:lnTo>
                  <a:lnTo>
                    <a:pt x="113053" y="5573"/>
                  </a:lnTo>
                  <a:lnTo>
                    <a:pt x="108067" y="7368"/>
                  </a:lnTo>
                  <a:lnTo>
                    <a:pt x="103140" y="9320"/>
                  </a:lnTo>
                  <a:lnTo>
                    <a:pt x="98277" y="11427"/>
                  </a:lnTo>
                  <a:lnTo>
                    <a:pt x="93484" y="13687"/>
                  </a:lnTo>
                  <a:lnTo>
                    <a:pt x="88765" y="16097"/>
                  </a:lnTo>
                  <a:lnTo>
                    <a:pt x="84124" y="18657"/>
                  </a:lnTo>
                  <a:lnTo>
                    <a:pt x="79567" y="21362"/>
                  </a:lnTo>
                  <a:lnTo>
                    <a:pt x="75098" y="24210"/>
                  </a:lnTo>
                  <a:lnTo>
                    <a:pt x="70722" y="27198"/>
                  </a:lnTo>
                  <a:lnTo>
                    <a:pt x="66442" y="30324"/>
                  </a:lnTo>
                  <a:lnTo>
                    <a:pt x="62264" y="33583"/>
                  </a:lnTo>
                  <a:lnTo>
                    <a:pt x="58191" y="36974"/>
                  </a:lnTo>
                  <a:lnTo>
                    <a:pt x="54228" y="40492"/>
                  </a:lnTo>
                  <a:lnTo>
                    <a:pt x="50378" y="44133"/>
                  </a:lnTo>
                  <a:lnTo>
                    <a:pt x="46646" y="47895"/>
                  </a:lnTo>
                  <a:lnTo>
                    <a:pt x="43034" y="51774"/>
                  </a:lnTo>
                  <a:lnTo>
                    <a:pt x="39548" y="55765"/>
                  </a:lnTo>
                  <a:lnTo>
                    <a:pt x="36189" y="59864"/>
                  </a:lnTo>
                  <a:lnTo>
                    <a:pt x="32962" y="64068"/>
                  </a:lnTo>
                  <a:lnTo>
                    <a:pt x="29871" y="68372"/>
                  </a:lnTo>
                  <a:lnTo>
                    <a:pt x="26917" y="72771"/>
                  </a:lnTo>
                  <a:lnTo>
                    <a:pt x="24104" y="77262"/>
                  </a:lnTo>
                  <a:lnTo>
                    <a:pt x="21434" y="81841"/>
                  </a:lnTo>
                  <a:lnTo>
                    <a:pt x="18912" y="86501"/>
                  </a:lnTo>
                  <a:lnTo>
                    <a:pt x="16538" y="91239"/>
                  </a:lnTo>
                  <a:lnTo>
                    <a:pt x="14316" y="96050"/>
                  </a:lnTo>
                  <a:lnTo>
                    <a:pt x="12247" y="100929"/>
                  </a:lnTo>
                  <a:lnTo>
                    <a:pt x="10334" y="105871"/>
                  </a:lnTo>
                  <a:lnTo>
                    <a:pt x="8578" y="110871"/>
                  </a:lnTo>
                  <a:lnTo>
                    <a:pt x="6982" y="115924"/>
                  </a:lnTo>
                  <a:lnTo>
                    <a:pt x="5547" y="121025"/>
                  </a:lnTo>
                  <a:lnTo>
                    <a:pt x="4274" y="126170"/>
                  </a:lnTo>
                  <a:lnTo>
                    <a:pt x="3165" y="131352"/>
                  </a:lnTo>
                  <a:lnTo>
                    <a:pt x="2221" y="136566"/>
                  </a:lnTo>
                  <a:lnTo>
                    <a:pt x="1443" y="141808"/>
                  </a:lnTo>
                  <a:lnTo>
                    <a:pt x="831" y="147072"/>
                  </a:lnTo>
                  <a:lnTo>
                    <a:pt x="386" y="152353"/>
                  </a:lnTo>
                  <a:lnTo>
                    <a:pt x="109" y="157645"/>
                  </a:lnTo>
                  <a:lnTo>
                    <a:pt x="0" y="162943"/>
                  </a:lnTo>
                  <a:lnTo>
                    <a:pt x="58" y="168242"/>
                  </a:lnTo>
                  <a:lnTo>
                    <a:pt x="285" y="173537"/>
                  </a:lnTo>
                  <a:lnTo>
                    <a:pt x="679" y="178821"/>
                  </a:lnTo>
                  <a:lnTo>
                    <a:pt x="1241" y="184091"/>
                  </a:lnTo>
                  <a:lnTo>
                    <a:pt x="1969" y="189340"/>
                  </a:lnTo>
                  <a:lnTo>
                    <a:pt x="2864" y="194563"/>
                  </a:lnTo>
                  <a:lnTo>
                    <a:pt x="3923" y="199756"/>
                  </a:lnTo>
                  <a:lnTo>
                    <a:pt x="5147" y="204912"/>
                  </a:lnTo>
                  <a:lnTo>
                    <a:pt x="6533" y="210027"/>
                  </a:lnTo>
                  <a:lnTo>
                    <a:pt x="8081" y="215095"/>
                  </a:lnTo>
                  <a:lnTo>
                    <a:pt x="9789" y="220112"/>
                  </a:lnTo>
                  <a:lnTo>
                    <a:pt x="11655" y="225072"/>
                  </a:lnTo>
                  <a:lnTo>
                    <a:pt x="13677" y="229970"/>
                  </a:lnTo>
                  <a:lnTo>
                    <a:pt x="15854" y="234802"/>
                  </a:lnTo>
                  <a:lnTo>
                    <a:pt x="18182" y="239562"/>
                  </a:lnTo>
                  <a:lnTo>
                    <a:pt x="20660" y="244247"/>
                  </a:lnTo>
                  <a:lnTo>
                    <a:pt x="23286" y="248850"/>
                  </a:lnTo>
                  <a:lnTo>
                    <a:pt x="26056" y="253368"/>
                  </a:lnTo>
                  <a:lnTo>
                    <a:pt x="28967" y="257795"/>
                  </a:lnTo>
                  <a:lnTo>
                    <a:pt x="32018" y="262129"/>
                  </a:lnTo>
                  <a:lnTo>
                    <a:pt x="35205" y="266363"/>
                  </a:lnTo>
                  <a:lnTo>
                    <a:pt x="38524" y="270494"/>
                  </a:lnTo>
                  <a:lnTo>
                    <a:pt x="41972" y="274518"/>
                  </a:lnTo>
                  <a:lnTo>
                    <a:pt x="45547" y="278431"/>
                  </a:lnTo>
                  <a:lnTo>
                    <a:pt x="49243" y="282228"/>
                  </a:lnTo>
                  <a:lnTo>
                    <a:pt x="53058" y="285906"/>
                  </a:lnTo>
                  <a:lnTo>
                    <a:pt x="56988" y="289462"/>
                  </a:lnTo>
                  <a:lnTo>
                    <a:pt x="61028" y="292891"/>
                  </a:lnTo>
                  <a:lnTo>
                    <a:pt x="65175" y="296190"/>
                  </a:lnTo>
                  <a:lnTo>
                    <a:pt x="69424" y="299356"/>
                  </a:lnTo>
                  <a:lnTo>
                    <a:pt x="73772" y="302386"/>
                  </a:lnTo>
                  <a:lnTo>
                    <a:pt x="78214" y="305277"/>
                  </a:lnTo>
                  <a:lnTo>
                    <a:pt x="82745" y="308025"/>
                  </a:lnTo>
                  <a:lnTo>
                    <a:pt x="87361" y="310629"/>
                  </a:lnTo>
                  <a:lnTo>
                    <a:pt x="92057" y="313084"/>
                  </a:lnTo>
                  <a:lnTo>
                    <a:pt x="96828" y="315390"/>
                  </a:lnTo>
                  <a:lnTo>
                    <a:pt x="101670" y="317543"/>
                  </a:lnTo>
                  <a:lnTo>
                    <a:pt x="106578" y="319542"/>
                  </a:lnTo>
                  <a:lnTo>
                    <a:pt x="111547" y="321384"/>
                  </a:lnTo>
                  <a:lnTo>
                    <a:pt x="116572" y="323068"/>
                  </a:lnTo>
                  <a:lnTo>
                    <a:pt x="121648" y="324591"/>
                  </a:lnTo>
                  <a:lnTo>
                    <a:pt x="126769" y="325953"/>
                  </a:lnTo>
                  <a:lnTo>
                    <a:pt x="131931" y="327152"/>
                  </a:lnTo>
                  <a:lnTo>
                    <a:pt x="137128" y="328187"/>
                  </a:lnTo>
                  <a:lnTo>
                    <a:pt x="142356" y="329056"/>
                  </a:lnTo>
                  <a:lnTo>
                    <a:pt x="147608" y="329760"/>
                  </a:lnTo>
                  <a:lnTo>
                    <a:pt x="152881" y="330296"/>
                  </a:lnTo>
                  <a:lnTo>
                    <a:pt x="158167" y="330665"/>
                  </a:lnTo>
                  <a:lnTo>
                    <a:pt x="163463" y="330867"/>
                  </a:lnTo>
                  <a:lnTo>
                    <a:pt x="168762" y="330900"/>
                  </a:lnTo>
                  <a:lnTo>
                    <a:pt x="174060" y="330765"/>
                  </a:lnTo>
                  <a:lnTo>
                    <a:pt x="179350" y="330463"/>
                  </a:lnTo>
                  <a:lnTo>
                    <a:pt x="184629" y="329993"/>
                  </a:lnTo>
                  <a:lnTo>
                    <a:pt x="189890" y="329356"/>
                  </a:lnTo>
                  <a:lnTo>
                    <a:pt x="195128" y="328552"/>
                  </a:lnTo>
                  <a:lnTo>
                    <a:pt x="200338" y="327583"/>
                  </a:lnTo>
                  <a:lnTo>
                    <a:pt x="205515" y="326449"/>
                  </a:lnTo>
                  <a:lnTo>
                    <a:pt x="210653" y="325152"/>
                  </a:lnTo>
                  <a:lnTo>
                    <a:pt x="215747" y="323692"/>
                  </a:lnTo>
                  <a:lnTo>
                    <a:pt x="220793" y="322072"/>
                  </a:lnTo>
                  <a:lnTo>
                    <a:pt x="225784" y="320293"/>
                  </a:lnTo>
                  <a:lnTo>
                    <a:pt x="230717" y="318356"/>
                  </a:lnTo>
                  <a:lnTo>
                    <a:pt x="235586" y="316264"/>
                  </a:lnTo>
                  <a:lnTo>
                    <a:pt x="240386" y="314019"/>
                  </a:lnTo>
                  <a:lnTo>
                    <a:pt x="245113" y="311622"/>
                  </a:lnTo>
                  <a:lnTo>
                    <a:pt x="249761" y="309077"/>
                  </a:lnTo>
                  <a:lnTo>
                    <a:pt x="254326" y="306386"/>
                  </a:lnTo>
                  <a:lnTo>
                    <a:pt x="258804" y="303552"/>
                  </a:lnTo>
                  <a:lnTo>
                    <a:pt x="263190" y="300577"/>
                  </a:lnTo>
                  <a:lnTo>
                    <a:pt x="267479" y="297464"/>
                  </a:lnTo>
                  <a:lnTo>
                    <a:pt x="271667" y="294217"/>
                  </a:lnTo>
                  <a:lnTo>
                    <a:pt x="275750" y="290839"/>
                  </a:lnTo>
                  <a:lnTo>
                    <a:pt x="279724" y="287334"/>
                  </a:lnTo>
                  <a:lnTo>
                    <a:pt x="283585" y="283704"/>
                  </a:lnTo>
                  <a:lnTo>
                    <a:pt x="287329" y="279953"/>
                  </a:lnTo>
                  <a:lnTo>
                    <a:pt x="290952" y="276086"/>
                  </a:lnTo>
                  <a:lnTo>
                    <a:pt x="294451" y="272106"/>
                  </a:lnTo>
                  <a:lnTo>
                    <a:pt x="297822" y="268017"/>
                  </a:lnTo>
                  <a:lnTo>
                    <a:pt x="301062" y="263823"/>
                  </a:lnTo>
                  <a:lnTo>
                    <a:pt x="304167" y="259529"/>
                  </a:lnTo>
                  <a:lnTo>
                    <a:pt x="307134" y="255138"/>
                  </a:lnTo>
                  <a:lnTo>
                    <a:pt x="309961" y="250656"/>
                  </a:lnTo>
                  <a:lnTo>
                    <a:pt x="312644" y="246086"/>
                  </a:lnTo>
                  <a:lnTo>
                    <a:pt x="315181" y="241433"/>
                  </a:lnTo>
                  <a:lnTo>
                    <a:pt x="317569" y="236702"/>
                  </a:lnTo>
                  <a:lnTo>
                    <a:pt x="319807" y="231898"/>
                  </a:lnTo>
                  <a:lnTo>
                    <a:pt x="321890" y="227026"/>
                  </a:lnTo>
                  <a:lnTo>
                    <a:pt x="323818" y="222090"/>
                  </a:lnTo>
                  <a:lnTo>
                    <a:pt x="325589" y="217095"/>
                  </a:lnTo>
                  <a:lnTo>
                    <a:pt x="327201" y="212046"/>
                  </a:lnTo>
                  <a:lnTo>
                    <a:pt x="328652" y="206950"/>
                  </a:lnTo>
                  <a:lnTo>
                    <a:pt x="329940" y="201809"/>
                  </a:lnTo>
                  <a:lnTo>
                    <a:pt x="331065" y="196631"/>
                  </a:lnTo>
                  <a:lnTo>
                    <a:pt x="332025" y="191419"/>
                  </a:lnTo>
                  <a:lnTo>
                    <a:pt x="332820" y="186179"/>
                  </a:lnTo>
                  <a:lnTo>
                    <a:pt x="333448" y="180917"/>
                  </a:lnTo>
                  <a:lnTo>
                    <a:pt x="333909" y="175638"/>
                  </a:lnTo>
                  <a:lnTo>
                    <a:pt x="334202" y="170347"/>
                  </a:lnTo>
                  <a:lnTo>
                    <a:pt x="334327" y="165049"/>
                  </a:lnTo>
                  <a:lnTo>
                    <a:pt x="334285" y="159750"/>
                  </a:lnTo>
                  <a:lnTo>
                    <a:pt x="334074" y="154455"/>
                  </a:lnTo>
                  <a:lnTo>
                    <a:pt x="333696" y="149169"/>
                  </a:lnTo>
                  <a:lnTo>
                    <a:pt x="333151" y="143897"/>
                  </a:lnTo>
                  <a:lnTo>
                    <a:pt x="332438" y="138646"/>
                  </a:lnTo>
                  <a:lnTo>
                    <a:pt x="331560" y="133420"/>
                  </a:lnTo>
                  <a:lnTo>
                    <a:pt x="330516" y="128225"/>
                  </a:lnTo>
                  <a:lnTo>
                    <a:pt x="329308" y="123065"/>
                  </a:lnTo>
                  <a:lnTo>
                    <a:pt x="327938" y="117946"/>
                  </a:lnTo>
                  <a:lnTo>
                    <a:pt x="326405" y="112873"/>
                  </a:lnTo>
                  <a:lnTo>
                    <a:pt x="324713" y="107851"/>
                  </a:lnTo>
                  <a:lnTo>
                    <a:pt x="322862" y="102885"/>
                  </a:lnTo>
                  <a:lnTo>
                    <a:pt x="320855" y="97980"/>
                  </a:lnTo>
                  <a:lnTo>
                    <a:pt x="318693" y="93142"/>
                  </a:lnTo>
                  <a:lnTo>
                    <a:pt x="316380" y="88374"/>
                  </a:lnTo>
                  <a:lnTo>
                    <a:pt x="313916" y="83683"/>
                  </a:lnTo>
                  <a:lnTo>
                    <a:pt x="311304" y="79071"/>
                  </a:lnTo>
                  <a:lnTo>
                    <a:pt x="308548" y="74545"/>
                  </a:lnTo>
                  <a:lnTo>
                    <a:pt x="305650" y="70109"/>
                  </a:lnTo>
                  <a:lnTo>
                    <a:pt x="302613" y="65766"/>
                  </a:lnTo>
                  <a:lnTo>
                    <a:pt x="299439" y="61522"/>
                  </a:lnTo>
                  <a:lnTo>
                    <a:pt x="296133" y="57381"/>
                  </a:lnTo>
                  <a:lnTo>
                    <a:pt x="292696" y="53346"/>
                  </a:lnTo>
                  <a:lnTo>
                    <a:pt x="289134" y="49423"/>
                  </a:lnTo>
                  <a:lnTo>
                    <a:pt x="285449" y="45614"/>
                  </a:lnTo>
                  <a:lnTo>
                    <a:pt x="281646" y="41924"/>
                  </a:lnTo>
                  <a:lnTo>
                    <a:pt x="277727" y="38357"/>
                  </a:lnTo>
                  <a:lnTo>
                    <a:pt x="273697" y="34915"/>
                  </a:lnTo>
                  <a:lnTo>
                    <a:pt x="269560" y="31603"/>
                  </a:lnTo>
                  <a:lnTo>
                    <a:pt x="265320" y="28424"/>
                  </a:lnTo>
                  <a:lnTo>
                    <a:pt x="260982" y="25381"/>
                  </a:lnTo>
                  <a:lnTo>
                    <a:pt x="256549" y="22477"/>
                  </a:lnTo>
                  <a:lnTo>
                    <a:pt x="252027" y="19714"/>
                  </a:lnTo>
                  <a:lnTo>
                    <a:pt x="247419" y="17097"/>
                  </a:lnTo>
                  <a:lnTo>
                    <a:pt x="242730" y="14627"/>
                  </a:lnTo>
                  <a:lnTo>
                    <a:pt x="237966" y="12306"/>
                  </a:lnTo>
                  <a:lnTo>
                    <a:pt x="233130" y="10138"/>
                  </a:lnTo>
                  <a:lnTo>
                    <a:pt x="228229" y="8125"/>
                  </a:lnTo>
                  <a:lnTo>
                    <a:pt x="223265" y="6267"/>
                  </a:lnTo>
                  <a:lnTo>
                    <a:pt x="218246" y="4568"/>
                  </a:lnTo>
                  <a:lnTo>
                    <a:pt x="167165" y="1637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1080" cy="167167"/>
            </a:xfrm>
            <a:custGeom>
              <a:avLst/>
              <a:pathLst>
                <a:path w="51080" h="167167">
                  <a:moveTo>
                    <a:pt x="51080" y="7995"/>
                  </a:moveTo>
                  <a:lnTo>
                    <a:pt x="44865" y="6133"/>
                  </a:lnTo>
                  <a:lnTo>
                    <a:pt x="38582" y="4513"/>
                  </a:lnTo>
                  <a:lnTo>
                    <a:pt x="32241" y="3138"/>
                  </a:lnTo>
                  <a:lnTo>
                    <a:pt x="25851" y="2010"/>
                  </a:lnTo>
                  <a:lnTo>
                    <a:pt x="19422" y="1132"/>
                  </a:lnTo>
                  <a:lnTo>
                    <a:pt x="12964" y="503"/>
                  </a:lnTo>
                  <a:lnTo>
                    <a:pt x="648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807" y="2126963"/>
              <a:ext cx="4664" cy="167167"/>
            </a:xfrm>
            <a:custGeom>
              <a:avLst/>
              <a:pathLst>
                <a:path w="4664" h="167167">
                  <a:moveTo>
                    <a:pt x="4664" y="0"/>
                  </a:moveTo>
                  <a:lnTo>
                    <a:pt x="0" y="65"/>
                  </a:lnTo>
                  <a:lnTo>
                    <a:pt x="46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11" y="2127028"/>
              <a:ext cx="334326" cy="334262"/>
            </a:xfrm>
            <a:custGeom>
              <a:avLst/>
              <a:pathLst>
                <a:path w="334326" h="334262">
                  <a:moveTo>
                    <a:pt x="162495" y="0"/>
                  </a:moveTo>
                  <a:lnTo>
                    <a:pt x="157205" y="231"/>
                  </a:lnTo>
                  <a:lnTo>
                    <a:pt x="151926" y="630"/>
                  </a:lnTo>
                  <a:lnTo>
                    <a:pt x="146661" y="1196"/>
                  </a:lnTo>
                  <a:lnTo>
                    <a:pt x="141417" y="1928"/>
                  </a:lnTo>
                  <a:lnTo>
                    <a:pt x="136199" y="2826"/>
                  </a:lnTo>
                  <a:lnTo>
                    <a:pt x="131013" y="3889"/>
                  </a:lnTo>
                  <a:lnTo>
                    <a:pt x="125862" y="5116"/>
                  </a:lnTo>
                  <a:lnTo>
                    <a:pt x="120753" y="6505"/>
                  </a:lnTo>
                  <a:lnTo>
                    <a:pt x="115690" y="8055"/>
                  </a:lnTo>
                  <a:lnTo>
                    <a:pt x="110679" y="9765"/>
                  </a:lnTo>
                  <a:lnTo>
                    <a:pt x="105724" y="11633"/>
                  </a:lnTo>
                  <a:lnTo>
                    <a:pt x="100832" y="13656"/>
                  </a:lnTo>
                  <a:lnTo>
                    <a:pt x="96005" y="15834"/>
                  </a:lnTo>
                  <a:lnTo>
                    <a:pt x="91251" y="18163"/>
                  </a:lnTo>
                  <a:lnTo>
                    <a:pt x="86572" y="20642"/>
                  </a:lnTo>
                  <a:lnTo>
                    <a:pt x="81974" y="23268"/>
                  </a:lnTo>
                  <a:lnTo>
                    <a:pt x="77462" y="26037"/>
                  </a:lnTo>
                  <a:lnTo>
                    <a:pt x="73039" y="28949"/>
                  </a:lnTo>
                  <a:lnTo>
                    <a:pt x="68711" y="31999"/>
                  </a:lnTo>
                  <a:lnTo>
                    <a:pt x="64482" y="35185"/>
                  </a:lnTo>
                  <a:lnTo>
                    <a:pt x="60356" y="38502"/>
                  </a:lnTo>
                  <a:lnTo>
                    <a:pt x="56337" y="41949"/>
                  </a:lnTo>
                  <a:lnTo>
                    <a:pt x="52429" y="45522"/>
                  </a:lnTo>
                  <a:lnTo>
                    <a:pt x="48636" y="49216"/>
                  </a:lnTo>
                  <a:lnTo>
                    <a:pt x="44962" y="53029"/>
                  </a:lnTo>
                  <a:lnTo>
                    <a:pt x="41411" y="56956"/>
                  </a:lnTo>
                  <a:lnTo>
                    <a:pt x="37986" y="60994"/>
                  </a:lnTo>
                  <a:lnTo>
                    <a:pt x="34690" y="65138"/>
                  </a:lnTo>
                  <a:lnTo>
                    <a:pt x="31527" y="69384"/>
                  </a:lnTo>
                  <a:lnTo>
                    <a:pt x="28501" y="73729"/>
                  </a:lnTo>
                  <a:lnTo>
                    <a:pt x="25613" y="78167"/>
                  </a:lnTo>
                  <a:lnTo>
                    <a:pt x="22868" y="82694"/>
                  </a:lnTo>
                  <a:lnTo>
                    <a:pt x="20267" y="87306"/>
                  </a:lnTo>
                  <a:lnTo>
                    <a:pt x="17813" y="91998"/>
                  </a:lnTo>
                  <a:lnTo>
                    <a:pt x="15510" y="96765"/>
                  </a:lnTo>
                  <a:lnTo>
                    <a:pt x="13358" y="101603"/>
                  </a:lnTo>
                  <a:lnTo>
                    <a:pt x="11361" y="106507"/>
                  </a:lnTo>
                  <a:lnTo>
                    <a:pt x="9520" y="111471"/>
                  </a:lnTo>
                  <a:lnTo>
                    <a:pt x="7838" y="116492"/>
                  </a:lnTo>
                  <a:lnTo>
                    <a:pt x="6315" y="121563"/>
                  </a:lnTo>
                  <a:lnTo>
                    <a:pt x="4953" y="126679"/>
                  </a:lnTo>
                  <a:lnTo>
                    <a:pt x="3755" y="131837"/>
                  </a:lnTo>
                  <a:lnTo>
                    <a:pt x="2720" y="137029"/>
                  </a:lnTo>
                  <a:lnTo>
                    <a:pt x="1850" y="142252"/>
                  </a:lnTo>
                  <a:lnTo>
                    <a:pt x="1146" y="147500"/>
                  </a:lnTo>
                  <a:lnTo>
                    <a:pt x="608" y="152767"/>
                  </a:lnTo>
                  <a:lnTo>
                    <a:pt x="238" y="158049"/>
                  </a:lnTo>
                  <a:lnTo>
                    <a:pt x="35" y="163340"/>
                  </a:lnTo>
                  <a:lnTo>
                    <a:pt x="0" y="168634"/>
                  </a:lnTo>
                  <a:lnTo>
                    <a:pt x="132" y="173927"/>
                  </a:lnTo>
                  <a:lnTo>
                    <a:pt x="432" y="179214"/>
                  </a:lnTo>
                  <a:lnTo>
                    <a:pt x="899" y="184488"/>
                  </a:lnTo>
                  <a:lnTo>
                    <a:pt x="1533" y="189744"/>
                  </a:lnTo>
                  <a:lnTo>
                    <a:pt x="2333" y="194978"/>
                  </a:lnTo>
                  <a:lnTo>
                    <a:pt x="3299" y="200184"/>
                  </a:lnTo>
                  <a:lnTo>
                    <a:pt x="4429" y="205357"/>
                  </a:lnTo>
                  <a:lnTo>
                    <a:pt x="5722" y="210491"/>
                  </a:lnTo>
                  <a:lnTo>
                    <a:pt x="7177" y="215582"/>
                  </a:lnTo>
                  <a:lnTo>
                    <a:pt x="8792" y="220624"/>
                  </a:lnTo>
                  <a:lnTo>
                    <a:pt x="10567" y="225613"/>
                  </a:lnTo>
                  <a:lnTo>
                    <a:pt x="12498" y="230543"/>
                  </a:lnTo>
                  <a:lnTo>
                    <a:pt x="14585" y="235409"/>
                  </a:lnTo>
                  <a:lnTo>
                    <a:pt x="16825" y="240207"/>
                  </a:lnTo>
                  <a:lnTo>
                    <a:pt x="19215" y="244931"/>
                  </a:lnTo>
                  <a:lnTo>
                    <a:pt x="21754" y="249577"/>
                  </a:lnTo>
                  <a:lnTo>
                    <a:pt x="24439" y="254141"/>
                  </a:lnTo>
                  <a:lnTo>
                    <a:pt x="27267" y="258617"/>
                  </a:lnTo>
                  <a:lnTo>
                    <a:pt x="30236" y="263001"/>
                  </a:lnTo>
                  <a:lnTo>
                    <a:pt x="33342" y="267290"/>
                  </a:lnTo>
                  <a:lnTo>
                    <a:pt x="36582" y="271477"/>
                  </a:lnTo>
                  <a:lnTo>
                    <a:pt x="39953" y="275560"/>
                  </a:lnTo>
                  <a:lnTo>
                    <a:pt x="43451" y="279534"/>
                  </a:lnTo>
                  <a:lnTo>
                    <a:pt x="47074" y="283396"/>
                  </a:lnTo>
                  <a:lnTo>
                    <a:pt x="50817" y="287141"/>
                  </a:lnTo>
                  <a:lnTo>
                    <a:pt x="54677" y="290765"/>
                  </a:lnTo>
                  <a:lnTo>
                    <a:pt x="58650" y="294265"/>
                  </a:lnTo>
                  <a:lnTo>
                    <a:pt x="62731" y="297638"/>
                  </a:lnTo>
                  <a:lnTo>
                    <a:pt x="66918" y="300879"/>
                  </a:lnTo>
                  <a:lnTo>
                    <a:pt x="71205" y="303987"/>
                  </a:lnTo>
                  <a:lnTo>
                    <a:pt x="75588" y="306957"/>
                  </a:lnTo>
                  <a:lnTo>
                    <a:pt x="80063" y="309787"/>
                  </a:lnTo>
                  <a:lnTo>
                    <a:pt x="84625" y="312474"/>
                  </a:lnTo>
                  <a:lnTo>
                    <a:pt x="89270" y="315015"/>
                  </a:lnTo>
                  <a:lnTo>
                    <a:pt x="93994" y="317407"/>
                  </a:lnTo>
                  <a:lnTo>
                    <a:pt x="98791" y="319649"/>
                  </a:lnTo>
                  <a:lnTo>
                    <a:pt x="103656" y="321738"/>
                  </a:lnTo>
                  <a:lnTo>
                    <a:pt x="108585" y="323671"/>
                  </a:lnTo>
                  <a:lnTo>
                    <a:pt x="113573" y="325448"/>
                  </a:lnTo>
                  <a:lnTo>
                    <a:pt x="118614" y="327065"/>
                  </a:lnTo>
                  <a:lnTo>
                    <a:pt x="123705" y="328522"/>
                  </a:lnTo>
                  <a:lnTo>
                    <a:pt x="128839" y="329818"/>
                  </a:lnTo>
                  <a:lnTo>
                    <a:pt x="134011" y="330950"/>
                  </a:lnTo>
                  <a:lnTo>
                    <a:pt x="139216" y="331917"/>
                  </a:lnTo>
                  <a:lnTo>
                    <a:pt x="144450" y="332720"/>
                  </a:lnTo>
                  <a:lnTo>
                    <a:pt x="149706" y="333356"/>
                  </a:lnTo>
                  <a:lnTo>
                    <a:pt x="154980" y="333825"/>
                  </a:lnTo>
                  <a:lnTo>
                    <a:pt x="160266" y="334127"/>
                  </a:lnTo>
                  <a:lnTo>
                    <a:pt x="165559" y="334262"/>
                  </a:lnTo>
                  <a:lnTo>
                    <a:pt x="170854" y="334228"/>
                  </a:lnTo>
                  <a:lnTo>
                    <a:pt x="176145" y="334028"/>
                  </a:lnTo>
                  <a:lnTo>
                    <a:pt x="181427" y="333659"/>
                  </a:lnTo>
                  <a:lnTo>
                    <a:pt x="186694" y="333124"/>
                  </a:lnTo>
                  <a:lnTo>
                    <a:pt x="191943" y="332422"/>
                  </a:lnTo>
                  <a:lnTo>
                    <a:pt x="197166" y="331554"/>
                  </a:lnTo>
                  <a:lnTo>
                    <a:pt x="202359" y="330522"/>
                  </a:lnTo>
                  <a:lnTo>
                    <a:pt x="207516" y="329325"/>
                  </a:lnTo>
                  <a:lnTo>
                    <a:pt x="212634" y="327965"/>
                  </a:lnTo>
                  <a:lnTo>
                    <a:pt x="217705" y="326445"/>
                  </a:lnTo>
                  <a:lnTo>
                    <a:pt x="222726" y="324764"/>
                  </a:lnTo>
                  <a:lnTo>
                    <a:pt x="227691" y="322925"/>
                  </a:lnTo>
                  <a:lnTo>
                    <a:pt x="232596" y="320930"/>
                  </a:lnTo>
                  <a:lnTo>
                    <a:pt x="237435" y="318781"/>
                  </a:lnTo>
                  <a:lnTo>
                    <a:pt x="242203" y="316479"/>
                  </a:lnTo>
                  <a:lnTo>
                    <a:pt x="246896" y="314027"/>
                  </a:lnTo>
                  <a:lnTo>
                    <a:pt x="251509" y="311429"/>
                  </a:lnTo>
                  <a:lnTo>
                    <a:pt x="256037" y="308685"/>
                  </a:lnTo>
                  <a:lnTo>
                    <a:pt x="260477" y="305799"/>
                  </a:lnTo>
                  <a:lnTo>
                    <a:pt x="264822" y="302774"/>
                  </a:lnTo>
                  <a:lnTo>
                    <a:pt x="269070" y="299613"/>
                  </a:lnTo>
                  <a:lnTo>
                    <a:pt x="273215" y="296319"/>
                  </a:lnTo>
                  <a:lnTo>
                    <a:pt x="277254" y="292896"/>
                  </a:lnTo>
                  <a:lnTo>
                    <a:pt x="281183" y="289346"/>
                  </a:lnTo>
                  <a:lnTo>
                    <a:pt x="284997" y="285674"/>
                  </a:lnTo>
                  <a:lnTo>
                    <a:pt x="288693" y="281883"/>
                  </a:lnTo>
                  <a:lnTo>
                    <a:pt x="292267" y="277976"/>
                  </a:lnTo>
                  <a:lnTo>
                    <a:pt x="295716" y="273958"/>
                  </a:lnTo>
                  <a:lnTo>
                    <a:pt x="299035" y="269834"/>
                  </a:lnTo>
                  <a:lnTo>
                    <a:pt x="302223" y="265606"/>
                  </a:lnTo>
                  <a:lnTo>
                    <a:pt x="305274" y="261279"/>
                  </a:lnTo>
                  <a:lnTo>
                    <a:pt x="308188" y="256858"/>
                  </a:lnTo>
                  <a:lnTo>
                    <a:pt x="310960" y="252346"/>
                  </a:lnTo>
                  <a:lnTo>
                    <a:pt x="313587" y="247750"/>
                  </a:lnTo>
                  <a:lnTo>
                    <a:pt x="316068" y="243072"/>
                  </a:lnTo>
                  <a:lnTo>
                    <a:pt x="318399" y="238318"/>
                  </a:lnTo>
                  <a:lnTo>
                    <a:pt x="320578" y="233493"/>
                  </a:lnTo>
                  <a:lnTo>
                    <a:pt x="322604" y="228601"/>
                  </a:lnTo>
                  <a:lnTo>
                    <a:pt x="324474" y="223647"/>
                  </a:lnTo>
                  <a:lnTo>
                    <a:pt x="326185" y="218637"/>
                  </a:lnTo>
                  <a:lnTo>
                    <a:pt x="327738" y="213575"/>
                  </a:lnTo>
                  <a:lnTo>
                    <a:pt x="329129" y="208466"/>
                  </a:lnTo>
                  <a:lnTo>
                    <a:pt x="330358" y="203316"/>
                  </a:lnTo>
                  <a:lnTo>
                    <a:pt x="331423" y="198129"/>
                  </a:lnTo>
                  <a:lnTo>
                    <a:pt x="332323" y="192912"/>
                  </a:lnTo>
                  <a:lnTo>
                    <a:pt x="333057" y="187668"/>
                  </a:lnTo>
                  <a:lnTo>
                    <a:pt x="333626" y="182404"/>
                  </a:lnTo>
                  <a:lnTo>
                    <a:pt x="334027" y="177124"/>
                  </a:lnTo>
                  <a:lnTo>
                    <a:pt x="334260" y="171835"/>
                  </a:lnTo>
                  <a:lnTo>
                    <a:pt x="334326" y="166540"/>
                  </a:lnTo>
                  <a:lnTo>
                    <a:pt x="334225" y="161247"/>
                  </a:lnTo>
                  <a:lnTo>
                    <a:pt x="167160" y="167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064" cy="167167"/>
            </a:xfrm>
            <a:custGeom>
              <a:avLst/>
              <a:pathLst>
                <a:path w="167064" h="167167">
                  <a:moveTo>
                    <a:pt x="167064" y="161312"/>
                  </a:moveTo>
                  <a:lnTo>
                    <a:pt x="166784" y="155857"/>
                  </a:lnTo>
                  <a:lnTo>
                    <a:pt x="166325" y="150414"/>
                  </a:lnTo>
                  <a:lnTo>
                    <a:pt x="165689" y="144989"/>
                  </a:lnTo>
                  <a:lnTo>
                    <a:pt x="164876" y="139588"/>
                  </a:lnTo>
                  <a:lnTo>
                    <a:pt x="163887" y="134216"/>
                  </a:lnTo>
                  <a:lnTo>
                    <a:pt x="162723" y="128879"/>
                  </a:lnTo>
                  <a:lnTo>
                    <a:pt x="161386" y="123584"/>
                  </a:lnTo>
                  <a:lnTo>
                    <a:pt x="159876" y="118334"/>
                  </a:lnTo>
                  <a:lnTo>
                    <a:pt x="158195" y="113137"/>
                  </a:lnTo>
                  <a:lnTo>
                    <a:pt x="156345" y="107998"/>
                  </a:lnTo>
                  <a:lnTo>
                    <a:pt x="154329" y="102922"/>
                  </a:lnTo>
                  <a:lnTo>
                    <a:pt x="152147" y="97914"/>
                  </a:lnTo>
                  <a:lnTo>
                    <a:pt x="149804" y="92980"/>
                  </a:lnTo>
                  <a:lnTo>
                    <a:pt x="147300" y="88126"/>
                  </a:lnTo>
                  <a:lnTo>
                    <a:pt x="144639" y="83356"/>
                  </a:lnTo>
                  <a:lnTo>
                    <a:pt x="141824" y="78675"/>
                  </a:lnTo>
                  <a:lnTo>
                    <a:pt x="138857" y="74089"/>
                  </a:lnTo>
                  <a:lnTo>
                    <a:pt x="135742" y="69602"/>
                  </a:lnTo>
                  <a:lnTo>
                    <a:pt x="132482" y="65220"/>
                  </a:lnTo>
                  <a:lnTo>
                    <a:pt x="129081" y="60946"/>
                  </a:lnTo>
                  <a:lnTo>
                    <a:pt x="125542" y="56785"/>
                  </a:lnTo>
                  <a:lnTo>
                    <a:pt x="121869" y="52743"/>
                  </a:lnTo>
                  <a:lnTo>
                    <a:pt x="118065" y="48822"/>
                  </a:lnTo>
                  <a:lnTo>
                    <a:pt x="114136" y="45028"/>
                  </a:lnTo>
                  <a:lnTo>
                    <a:pt x="110085" y="41365"/>
                  </a:lnTo>
                  <a:lnTo>
                    <a:pt x="105916" y="37835"/>
                  </a:lnTo>
                  <a:lnTo>
                    <a:pt x="101634" y="34444"/>
                  </a:lnTo>
                  <a:lnTo>
                    <a:pt x="97244" y="31195"/>
                  </a:lnTo>
                  <a:lnTo>
                    <a:pt x="92750" y="28090"/>
                  </a:lnTo>
                  <a:lnTo>
                    <a:pt x="88157" y="25134"/>
                  </a:lnTo>
                  <a:lnTo>
                    <a:pt x="83469" y="22330"/>
                  </a:lnTo>
                  <a:lnTo>
                    <a:pt x="78693" y="19680"/>
                  </a:lnTo>
                  <a:lnTo>
                    <a:pt x="73833" y="17188"/>
                  </a:lnTo>
                  <a:lnTo>
                    <a:pt x="68893" y="14856"/>
                  </a:lnTo>
                  <a:lnTo>
                    <a:pt x="63881" y="12687"/>
                  </a:lnTo>
                  <a:lnTo>
                    <a:pt x="58800" y="10682"/>
                  </a:lnTo>
                  <a:lnTo>
                    <a:pt x="53656" y="8845"/>
                  </a:lnTo>
                  <a:lnTo>
                    <a:pt x="48455" y="7176"/>
                  </a:lnTo>
                  <a:lnTo>
                    <a:pt x="43202" y="5679"/>
                  </a:lnTo>
                  <a:lnTo>
                    <a:pt x="37903" y="4353"/>
                  </a:lnTo>
                  <a:lnTo>
                    <a:pt x="32564" y="3202"/>
                  </a:lnTo>
                  <a:lnTo>
                    <a:pt x="27190" y="2226"/>
                  </a:lnTo>
                  <a:lnTo>
                    <a:pt x="21787" y="1425"/>
                  </a:lnTo>
                  <a:lnTo>
                    <a:pt x="16360" y="802"/>
                  </a:lnTo>
                  <a:lnTo>
                    <a:pt x="10916" y="356"/>
                  </a:lnTo>
                  <a:lnTo>
                    <a:pt x="546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498" y="1681503"/>
              <a:ext cx="10736" cy="167167"/>
            </a:xfrm>
            <a:custGeom>
              <a:avLst/>
              <a:pathLst>
                <a:path w="10736" h="167167">
                  <a:moveTo>
                    <a:pt x="10736" y="0"/>
                  </a:moveTo>
                  <a:lnTo>
                    <a:pt x="0" y="345"/>
                  </a:lnTo>
                  <a:lnTo>
                    <a:pt x="1073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2498" y="1681848"/>
              <a:ext cx="10736" cy="166822"/>
            </a:xfrm>
            <a:custGeom>
              <a:avLst/>
              <a:pathLst>
                <a:path w="10736" h="166822">
                  <a:moveTo>
                    <a:pt x="0" y="0"/>
                  </a:moveTo>
                  <a:lnTo>
                    <a:pt x="10736" y="1668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81" y="1681848"/>
              <a:ext cx="334317" cy="333986"/>
            </a:xfrm>
            <a:custGeom>
              <a:avLst/>
              <a:pathLst>
                <a:path w="334317" h="333986">
                  <a:moveTo>
                    <a:pt x="156416" y="0"/>
                  </a:moveTo>
                  <a:lnTo>
                    <a:pt x="151141" y="423"/>
                  </a:lnTo>
                  <a:lnTo>
                    <a:pt x="145882" y="1013"/>
                  </a:lnTo>
                  <a:lnTo>
                    <a:pt x="140644" y="1770"/>
                  </a:lnTo>
                  <a:lnTo>
                    <a:pt x="135433" y="2691"/>
                  </a:lnTo>
                  <a:lnTo>
                    <a:pt x="130253" y="3778"/>
                  </a:lnTo>
                  <a:lnTo>
                    <a:pt x="125111" y="5027"/>
                  </a:lnTo>
                  <a:lnTo>
                    <a:pt x="120010" y="6439"/>
                  </a:lnTo>
                  <a:lnTo>
                    <a:pt x="114957" y="8012"/>
                  </a:lnTo>
                  <a:lnTo>
                    <a:pt x="109956" y="9744"/>
                  </a:lnTo>
                  <a:lnTo>
                    <a:pt x="105013" y="11633"/>
                  </a:lnTo>
                  <a:lnTo>
                    <a:pt x="100132" y="13678"/>
                  </a:lnTo>
                  <a:lnTo>
                    <a:pt x="95318" y="15876"/>
                  </a:lnTo>
                  <a:lnTo>
                    <a:pt x="90576" y="18225"/>
                  </a:lnTo>
                  <a:lnTo>
                    <a:pt x="85910" y="20724"/>
                  </a:lnTo>
                  <a:lnTo>
                    <a:pt x="81326" y="23369"/>
                  </a:lnTo>
                  <a:lnTo>
                    <a:pt x="76829" y="26157"/>
                  </a:lnTo>
                  <a:lnTo>
                    <a:pt x="72421" y="29087"/>
                  </a:lnTo>
                  <a:lnTo>
                    <a:pt x="68109" y="32154"/>
                  </a:lnTo>
                  <a:lnTo>
                    <a:pt x="63896" y="35357"/>
                  </a:lnTo>
                  <a:lnTo>
                    <a:pt x="59786" y="38691"/>
                  </a:lnTo>
                  <a:lnTo>
                    <a:pt x="55784" y="42154"/>
                  </a:lnTo>
                  <a:lnTo>
                    <a:pt x="51894" y="45742"/>
                  </a:lnTo>
                  <a:lnTo>
                    <a:pt x="48119" y="49451"/>
                  </a:lnTo>
                  <a:lnTo>
                    <a:pt x="44463" y="53278"/>
                  </a:lnTo>
                  <a:lnTo>
                    <a:pt x="40930" y="57218"/>
                  </a:lnTo>
                  <a:lnTo>
                    <a:pt x="37524" y="61269"/>
                  </a:lnTo>
                  <a:lnTo>
                    <a:pt x="34248" y="65425"/>
                  </a:lnTo>
                  <a:lnTo>
                    <a:pt x="31105" y="69683"/>
                  </a:lnTo>
                  <a:lnTo>
                    <a:pt x="28098" y="74038"/>
                  </a:lnTo>
                  <a:lnTo>
                    <a:pt x="25231" y="78486"/>
                  </a:lnTo>
                  <a:lnTo>
                    <a:pt x="22506" y="83022"/>
                  </a:lnTo>
                  <a:lnTo>
                    <a:pt x="19926" y="87643"/>
                  </a:lnTo>
                  <a:lnTo>
                    <a:pt x="17493" y="92343"/>
                  </a:lnTo>
                  <a:lnTo>
                    <a:pt x="15211" y="97118"/>
                  </a:lnTo>
                  <a:lnTo>
                    <a:pt x="13081" y="101962"/>
                  </a:lnTo>
                  <a:lnTo>
                    <a:pt x="11105" y="106872"/>
                  </a:lnTo>
                  <a:lnTo>
                    <a:pt x="9285" y="111841"/>
                  </a:lnTo>
                  <a:lnTo>
                    <a:pt x="7624" y="116866"/>
                  </a:lnTo>
                  <a:lnTo>
                    <a:pt x="6123" y="121941"/>
                  </a:lnTo>
                  <a:lnTo>
                    <a:pt x="4783" y="127060"/>
                  </a:lnTo>
                  <a:lnTo>
                    <a:pt x="3605" y="132220"/>
                  </a:lnTo>
                  <a:lnTo>
                    <a:pt x="2592" y="137414"/>
                  </a:lnTo>
                  <a:lnTo>
                    <a:pt x="1744" y="142638"/>
                  </a:lnTo>
                  <a:lnTo>
                    <a:pt x="1061" y="147886"/>
                  </a:lnTo>
                  <a:lnTo>
                    <a:pt x="545" y="153153"/>
                  </a:lnTo>
                  <a:lnTo>
                    <a:pt x="196" y="158434"/>
                  </a:lnTo>
                  <a:lnTo>
                    <a:pt x="14" y="163723"/>
                  </a:lnTo>
                  <a:lnTo>
                    <a:pt x="0" y="169015"/>
                  </a:lnTo>
                  <a:lnTo>
                    <a:pt x="153" y="174305"/>
                  </a:lnTo>
                  <a:lnTo>
                    <a:pt x="473" y="179587"/>
                  </a:lnTo>
                  <a:lnTo>
                    <a:pt x="961" y="184857"/>
                  </a:lnTo>
                  <a:lnTo>
                    <a:pt x="1615" y="190109"/>
                  </a:lnTo>
                  <a:lnTo>
                    <a:pt x="2435" y="195337"/>
                  </a:lnTo>
                  <a:lnTo>
                    <a:pt x="3420" y="200536"/>
                  </a:lnTo>
                  <a:lnTo>
                    <a:pt x="4569" y="205702"/>
                  </a:lnTo>
                  <a:lnTo>
                    <a:pt x="5882" y="210829"/>
                  </a:lnTo>
                  <a:lnTo>
                    <a:pt x="7356" y="215912"/>
                  </a:lnTo>
                  <a:lnTo>
                    <a:pt x="8989" y="220946"/>
                  </a:lnTo>
                  <a:lnTo>
                    <a:pt x="10782" y="225925"/>
                  </a:lnTo>
                  <a:lnTo>
                    <a:pt x="12731" y="230845"/>
                  </a:lnTo>
                  <a:lnTo>
                    <a:pt x="14835" y="235701"/>
                  </a:lnTo>
                  <a:lnTo>
                    <a:pt x="17092" y="240488"/>
                  </a:lnTo>
                  <a:lnTo>
                    <a:pt x="19499" y="245201"/>
                  </a:lnTo>
                  <a:lnTo>
                    <a:pt x="22054" y="249836"/>
                  </a:lnTo>
                  <a:lnTo>
                    <a:pt x="24754" y="254387"/>
                  </a:lnTo>
                  <a:lnTo>
                    <a:pt x="27597" y="258851"/>
                  </a:lnTo>
                  <a:lnTo>
                    <a:pt x="30580" y="263222"/>
                  </a:lnTo>
                  <a:lnTo>
                    <a:pt x="33700" y="267497"/>
                  </a:lnTo>
                  <a:lnTo>
                    <a:pt x="36954" y="271671"/>
                  </a:lnTo>
                  <a:lnTo>
                    <a:pt x="40338" y="275740"/>
                  </a:lnTo>
                  <a:lnTo>
                    <a:pt x="43849" y="279699"/>
                  </a:lnTo>
                  <a:lnTo>
                    <a:pt x="47484" y="283546"/>
                  </a:lnTo>
                  <a:lnTo>
                    <a:pt x="51239" y="287275"/>
                  </a:lnTo>
                  <a:lnTo>
                    <a:pt x="55110" y="290884"/>
                  </a:lnTo>
                  <a:lnTo>
                    <a:pt x="59093" y="294368"/>
                  </a:lnTo>
                  <a:lnTo>
                    <a:pt x="63185" y="297725"/>
                  </a:lnTo>
                  <a:lnTo>
                    <a:pt x="67380" y="300950"/>
                  </a:lnTo>
                  <a:lnTo>
                    <a:pt x="71676" y="304041"/>
                  </a:lnTo>
                  <a:lnTo>
                    <a:pt x="76067" y="306995"/>
                  </a:lnTo>
                  <a:lnTo>
                    <a:pt x="80550" y="309808"/>
                  </a:lnTo>
                  <a:lnTo>
                    <a:pt x="85120" y="312477"/>
                  </a:lnTo>
                  <a:lnTo>
                    <a:pt x="89771" y="315001"/>
                  </a:lnTo>
                  <a:lnTo>
                    <a:pt x="94500" y="317376"/>
                  </a:lnTo>
                  <a:lnTo>
                    <a:pt x="99303" y="319601"/>
                  </a:lnTo>
                  <a:lnTo>
                    <a:pt x="104173" y="321672"/>
                  </a:lnTo>
                  <a:lnTo>
                    <a:pt x="109106" y="323588"/>
                  </a:lnTo>
                  <a:lnTo>
                    <a:pt x="114097" y="325347"/>
                  </a:lnTo>
                  <a:lnTo>
                    <a:pt x="119142" y="326946"/>
                  </a:lnTo>
                  <a:lnTo>
                    <a:pt x="124234" y="328386"/>
                  </a:lnTo>
                  <a:lnTo>
                    <a:pt x="129370" y="329664"/>
                  </a:lnTo>
                  <a:lnTo>
                    <a:pt x="134543" y="330778"/>
                  </a:lnTo>
                  <a:lnTo>
                    <a:pt x="139750" y="331728"/>
                  </a:lnTo>
                  <a:lnTo>
                    <a:pt x="144983" y="332513"/>
                  </a:lnTo>
                  <a:lnTo>
                    <a:pt x="150239" y="333131"/>
                  </a:lnTo>
                  <a:lnTo>
                    <a:pt x="155512" y="333583"/>
                  </a:lnTo>
                  <a:lnTo>
                    <a:pt x="160797" y="333868"/>
                  </a:lnTo>
                  <a:lnTo>
                    <a:pt x="166088" y="333986"/>
                  </a:lnTo>
                  <a:lnTo>
                    <a:pt x="171379" y="333936"/>
                  </a:lnTo>
                  <a:lnTo>
                    <a:pt x="176667" y="333718"/>
                  </a:lnTo>
                  <a:lnTo>
                    <a:pt x="181945" y="333333"/>
                  </a:lnTo>
                  <a:lnTo>
                    <a:pt x="187209" y="332782"/>
                  </a:lnTo>
                  <a:lnTo>
                    <a:pt x="192452" y="332064"/>
                  </a:lnTo>
                  <a:lnTo>
                    <a:pt x="197670" y="331180"/>
                  </a:lnTo>
                  <a:lnTo>
                    <a:pt x="202857" y="330132"/>
                  </a:lnTo>
                  <a:lnTo>
                    <a:pt x="208009" y="328920"/>
                  </a:lnTo>
                  <a:lnTo>
                    <a:pt x="213119" y="327545"/>
                  </a:lnTo>
                  <a:lnTo>
                    <a:pt x="218184" y="326010"/>
                  </a:lnTo>
                  <a:lnTo>
                    <a:pt x="223197" y="324315"/>
                  </a:lnTo>
                  <a:lnTo>
                    <a:pt x="228154" y="322462"/>
                  </a:lnTo>
                  <a:lnTo>
                    <a:pt x="233050" y="320453"/>
                  </a:lnTo>
                  <a:lnTo>
                    <a:pt x="237880" y="318290"/>
                  </a:lnTo>
                  <a:lnTo>
                    <a:pt x="242640" y="315975"/>
                  </a:lnTo>
                  <a:lnTo>
                    <a:pt x="247323" y="313511"/>
                  </a:lnTo>
                  <a:lnTo>
                    <a:pt x="251926" y="310900"/>
                  </a:lnTo>
                  <a:lnTo>
                    <a:pt x="256444" y="308144"/>
                  </a:lnTo>
                  <a:lnTo>
                    <a:pt x="260873" y="305247"/>
                  </a:lnTo>
                  <a:lnTo>
                    <a:pt x="265208" y="302211"/>
                  </a:lnTo>
                  <a:lnTo>
                    <a:pt x="269444" y="299039"/>
                  </a:lnTo>
                  <a:lnTo>
                    <a:pt x="273578" y="295735"/>
                  </a:lnTo>
                  <a:lnTo>
                    <a:pt x="277605" y="292301"/>
                  </a:lnTo>
                  <a:lnTo>
                    <a:pt x="281522" y="288742"/>
                  </a:lnTo>
                  <a:lnTo>
                    <a:pt x="285324" y="285061"/>
                  </a:lnTo>
                  <a:lnTo>
                    <a:pt x="289007" y="281261"/>
                  </a:lnTo>
                  <a:lnTo>
                    <a:pt x="292569" y="277347"/>
                  </a:lnTo>
                  <a:lnTo>
                    <a:pt x="296005" y="273321"/>
                  </a:lnTo>
                  <a:lnTo>
                    <a:pt x="299311" y="269189"/>
                  </a:lnTo>
                  <a:lnTo>
                    <a:pt x="302485" y="264955"/>
                  </a:lnTo>
                  <a:lnTo>
                    <a:pt x="305524" y="260622"/>
                  </a:lnTo>
                  <a:lnTo>
                    <a:pt x="308423" y="256195"/>
                  </a:lnTo>
                  <a:lnTo>
                    <a:pt x="311182" y="251678"/>
                  </a:lnTo>
                  <a:lnTo>
                    <a:pt x="313796" y="247076"/>
                  </a:lnTo>
                  <a:lnTo>
                    <a:pt x="316262" y="242394"/>
                  </a:lnTo>
                  <a:lnTo>
                    <a:pt x="318580" y="237636"/>
                  </a:lnTo>
                  <a:lnTo>
                    <a:pt x="320746" y="232808"/>
                  </a:lnTo>
                  <a:lnTo>
                    <a:pt x="322757" y="227913"/>
                  </a:lnTo>
                  <a:lnTo>
                    <a:pt x="324613" y="222957"/>
                  </a:lnTo>
                  <a:lnTo>
                    <a:pt x="326311" y="217944"/>
                  </a:lnTo>
                  <a:lnTo>
                    <a:pt x="327850" y="212881"/>
                  </a:lnTo>
                  <a:lnTo>
                    <a:pt x="329227" y="207771"/>
                  </a:lnTo>
                  <a:lnTo>
                    <a:pt x="330442" y="202620"/>
                  </a:lnTo>
                  <a:lnTo>
                    <a:pt x="331493" y="197433"/>
                  </a:lnTo>
                  <a:lnTo>
                    <a:pt x="332380" y="192216"/>
                  </a:lnTo>
                  <a:lnTo>
                    <a:pt x="333101" y="186973"/>
                  </a:lnTo>
                  <a:lnTo>
                    <a:pt x="333656" y="181710"/>
                  </a:lnTo>
                  <a:lnTo>
                    <a:pt x="334044" y="176432"/>
                  </a:lnTo>
                  <a:lnTo>
                    <a:pt x="334264" y="171145"/>
                  </a:lnTo>
                  <a:lnTo>
                    <a:pt x="334317" y="165853"/>
                  </a:lnTo>
                  <a:lnTo>
                    <a:pt x="334203" y="160562"/>
                  </a:lnTo>
                  <a:lnTo>
                    <a:pt x="333921" y="155277"/>
                  </a:lnTo>
                  <a:lnTo>
                    <a:pt x="333472" y="150004"/>
                  </a:lnTo>
                  <a:lnTo>
                    <a:pt x="332856" y="144748"/>
                  </a:lnTo>
                  <a:lnTo>
                    <a:pt x="332074" y="139514"/>
                  </a:lnTo>
                  <a:lnTo>
                    <a:pt x="331127" y="134307"/>
                  </a:lnTo>
                  <a:lnTo>
                    <a:pt x="330016" y="129133"/>
                  </a:lnTo>
                  <a:lnTo>
                    <a:pt x="328741" y="123996"/>
                  </a:lnTo>
                  <a:lnTo>
                    <a:pt x="327305" y="118903"/>
                  </a:lnTo>
                  <a:lnTo>
                    <a:pt x="325708" y="113857"/>
                  </a:lnTo>
                  <a:lnTo>
                    <a:pt x="323952" y="108865"/>
                  </a:lnTo>
                  <a:lnTo>
                    <a:pt x="322038" y="103931"/>
                  </a:lnTo>
                  <a:lnTo>
                    <a:pt x="319970" y="99059"/>
                  </a:lnTo>
                  <a:lnTo>
                    <a:pt x="317749" y="94256"/>
                  </a:lnTo>
                  <a:lnTo>
                    <a:pt x="315376" y="89525"/>
                  </a:lnTo>
                  <a:lnTo>
                    <a:pt x="312855" y="84872"/>
                  </a:lnTo>
                  <a:lnTo>
                    <a:pt x="310188" y="80301"/>
                  </a:lnTo>
                  <a:lnTo>
                    <a:pt x="307378" y="75817"/>
                  </a:lnTo>
                  <a:lnTo>
                    <a:pt x="304427" y="71424"/>
                  </a:lnTo>
                  <a:lnTo>
                    <a:pt x="301338" y="67126"/>
                  </a:lnTo>
                  <a:lnTo>
                    <a:pt x="298115" y="62929"/>
                  </a:lnTo>
                  <a:lnTo>
                    <a:pt x="294761" y="58835"/>
                  </a:lnTo>
                  <a:lnTo>
                    <a:pt x="291279" y="54850"/>
                  </a:lnTo>
                  <a:lnTo>
                    <a:pt x="287672" y="50977"/>
                  </a:lnTo>
                  <a:lnTo>
                    <a:pt x="283945" y="47220"/>
                  </a:lnTo>
                  <a:lnTo>
                    <a:pt x="280101" y="43583"/>
                  </a:lnTo>
                  <a:lnTo>
                    <a:pt x="276143" y="40070"/>
                  </a:lnTo>
                  <a:lnTo>
                    <a:pt x="272076" y="36683"/>
                  </a:lnTo>
                  <a:lnTo>
                    <a:pt x="267904" y="33427"/>
                  </a:lnTo>
                  <a:lnTo>
                    <a:pt x="263631" y="30305"/>
                  </a:lnTo>
                  <a:lnTo>
                    <a:pt x="259262" y="27320"/>
                  </a:lnTo>
                  <a:lnTo>
                    <a:pt x="254800" y="24474"/>
                  </a:lnTo>
                  <a:lnTo>
                    <a:pt x="250250" y="21771"/>
                  </a:lnTo>
                  <a:lnTo>
                    <a:pt x="245617" y="19213"/>
                  </a:lnTo>
                  <a:lnTo>
                    <a:pt x="240905" y="16803"/>
                  </a:lnTo>
                  <a:lnTo>
                    <a:pt x="236119" y="14544"/>
                  </a:lnTo>
                  <a:lnTo>
                    <a:pt x="231264" y="12437"/>
                  </a:lnTo>
                  <a:lnTo>
                    <a:pt x="226345" y="10485"/>
                  </a:lnTo>
                  <a:lnTo>
                    <a:pt x="221367" y="8690"/>
                  </a:lnTo>
                  <a:lnTo>
                    <a:pt x="216334" y="7053"/>
                  </a:lnTo>
                  <a:lnTo>
                    <a:pt x="211252" y="5576"/>
                  </a:lnTo>
                  <a:lnTo>
                    <a:pt x="206126" y="4261"/>
                  </a:lnTo>
                  <a:lnTo>
                    <a:pt x="200961" y="3109"/>
                  </a:lnTo>
                  <a:lnTo>
                    <a:pt x="195762" y="2121"/>
                  </a:lnTo>
                  <a:lnTo>
                    <a:pt x="190534" y="1298"/>
                  </a:lnTo>
                  <a:lnTo>
                    <a:pt x="167153" y="1668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3381" cy="167167"/>
            </a:xfrm>
            <a:custGeom>
              <a:avLst/>
              <a:pathLst>
                <a:path w="23381" h="167167">
                  <a:moveTo>
                    <a:pt x="23381" y="1643"/>
                  </a:moveTo>
                  <a:lnTo>
                    <a:pt x="15616" y="731"/>
                  </a:lnTo>
                  <a:lnTo>
                    <a:pt x="7816" y="18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2" y="1322571"/>
              <a:ext cx="167166" cy="313164"/>
            </a:xfrm>
            <a:custGeom>
              <a:avLst/>
              <a:pathLst>
                <a:path w="167166" h="313164">
                  <a:moveTo>
                    <a:pt x="167166" y="0"/>
                  </a:moveTo>
                  <a:lnTo>
                    <a:pt x="161800" y="86"/>
                  </a:lnTo>
                  <a:lnTo>
                    <a:pt x="156439" y="344"/>
                  </a:lnTo>
                  <a:lnTo>
                    <a:pt x="151089" y="774"/>
                  </a:lnTo>
                  <a:lnTo>
                    <a:pt x="145756" y="1376"/>
                  </a:lnTo>
                  <a:lnTo>
                    <a:pt x="140445" y="2149"/>
                  </a:lnTo>
                  <a:lnTo>
                    <a:pt x="135161" y="3092"/>
                  </a:lnTo>
                  <a:lnTo>
                    <a:pt x="129910" y="4204"/>
                  </a:lnTo>
                  <a:lnTo>
                    <a:pt x="124698" y="5484"/>
                  </a:lnTo>
                  <a:lnTo>
                    <a:pt x="119529" y="6931"/>
                  </a:lnTo>
                  <a:lnTo>
                    <a:pt x="114410" y="8543"/>
                  </a:lnTo>
                  <a:lnTo>
                    <a:pt x="109345" y="10318"/>
                  </a:lnTo>
                  <a:lnTo>
                    <a:pt x="104339" y="12255"/>
                  </a:lnTo>
                  <a:lnTo>
                    <a:pt x="99399" y="14352"/>
                  </a:lnTo>
                  <a:lnTo>
                    <a:pt x="94528" y="16606"/>
                  </a:lnTo>
                  <a:lnTo>
                    <a:pt x="89732" y="19015"/>
                  </a:lnTo>
                  <a:lnTo>
                    <a:pt x="85016" y="21578"/>
                  </a:lnTo>
                  <a:lnTo>
                    <a:pt x="80385" y="24290"/>
                  </a:lnTo>
                  <a:lnTo>
                    <a:pt x="75843" y="27149"/>
                  </a:lnTo>
                  <a:lnTo>
                    <a:pt x="71395" y="30153"/>
                  </a:lnTo>
                  <a:lnTo>
                    <a:pt x="67046" y="33298"/>
                  </a:lnTo>
                  <a:lnTo>
                    <a:pt x="62800" y="36582"/>
                  </a:lnTo>
                  <a:lnTo>
                    <a:pt x="58661" y="39999"/>
                  </a:lnTo>
                  <a:lnTo>
                    <a:pt x="54635" y="43548"/>
                  </a:lnTo>
                  <a:lnTo>
                    <a:pt x="50724" y="47224"/>
                  </a:lnTo>
                  <a:lnTo>
                    <a:pt x="46934" y="51024"/>
                  </a:lnTo>
                  <a:lnTo>
                    <a:pt x="43268" y="54944"/>
                  </a:lnTo>
                  <a:lnTo>
                    <a:pt x="39729" y="58979"/>
                  </a:lnTo>
                  <a:lnTo>
                    <a:pt x="36321" y="63126"/>
                  </a:lnTo>
                  <a:lnTo>
                    <a:pt x="33049" y="67380"/>
                  </a:lnTo>
                  <a:lnTo>
                    <a:pt x="29915" y="71737"/>
                  </a:lnTo>
                  <a:lnTo>
                    <a:pt x="26922" y="76192"/>
                  </a:lnTo>
                  <a:lnTo>
                    <a:pt x="24074" y="80741"/>
                  </a:lnTo>
                  <a:lnTo>
                    <a:pt x="21373" y="85379"/>
                  </a:lnTo>
                  <a:lnTo>
                    <a:pt x="18822" y="90102"/>
                  </a:lnTo>
                  <a:lnTo>
                    <a:pt x="16425" y="94904"/>
                  </a:lnTo>
                  <a:lnTo>
                    <a:pt x="14183" y="99780"/>
                  </a:lnTo>
                  <a:lnTo>
                    <a:pt x="12098" y="104726"/>
                  </a:lnTo>
                  <a:lnTo>
                    <a:pt x="10174" y="109736"/>
                  </a:lnTo>
                  <a:lnTo>
                    <a:pt x="8411" y="114806"/>
                  </a:lnTo>
                  <a:lnTo>
                    <a:pt x="6812" y="119929"/>
                  </a:lnTo>
                  <a:lnTo>
                    <a:pt x="5378" y="125101"/>
                  </a:lnTo>
                  <a:lnTo>
                    <a:pt x="4111" y="130317"/>
                  </a:lnTo>
                  <a:lnTo>
                    <a:pt x="3012" y="135570"/>
                  </a:lnTo>
                  <a:lnTo>
                    <a:pt x="2082" y="140856"/>
                  </a:lnTo>
                  <a:lnTo>
                    <a:pt x="1323" y="146169"/>
                  </a:lnTo>
                  <a:lnTo>
                    <a:pt x="734" y="151504"/>
                  </a:lnTo>
                  <a:lnTo>
                    <a:pt x="317" y="156855"/>
                  </a:lnTo>
                  <a:lnTo>
                    <a:pt x="72" y="162217"/>
                  </a:lnTo>
                  <a:lnTo>
                    <a:pt x="0" y="167583"/>
                  </a:lnTo>
                  <a:lnTo>
                    <a:pt x="99" y="172950"/>
                  </a:lnTo>
                  <a:lnTo>
                    <a:pt x="371" y="178310"/>
                  </a:lnTo>
                  <a:lnTo>
                    <a:pt x="814" y="183659"/>
                  </a:lnTo>
                  <a:lnTo>
                    <a:pt x="1430" y="188991"/>
                  </a:lnTo>
                  <a:lnTo>
                    <a:pt x="2216" y="194300"/>
                  </a:lnTo>
                  <a:lnTo>
                    <a:pt x="3172" y="199581"/>
                  </a:lnTo>
                  <a:lnTo>
                    <a:pt x="4297" y="204829"/>
                  </a:lnTo>
                  <a:lnTo>
                    <a:pt x="5590" y="210038"/>
                  </a:lnTo>
                  <a:lnTo>
                    <a:pt x="7049" y="215203"/>
                  </a:lnTo>
                  <a:lnTo>
                    <a:pt x="8674" y="220318"/>
                  </a:lnTo>
                  <a:lnTo>
                    <a:pt x="10462" y="225379"/>
                  </a:lnTo>
                  <a:lnTo>
                    <a:pt x="12411" y="230380"/>
                  </a:lnTo>
                  <a:lnTo>
                    <a:pt x="14520" y="235315"/>
                  </a:lnTo>
                  <a:lnTo>
                    <a:pt x="16787" y="240180"/>
                  </a:lnTo>
                  <a:lnTo>
                    <a:pt x="19208" y="244970"/>
                  </a:lnTo>
                  <a:lnTo>
                    <a:pt x="21782" y="249680"/>
                  </a:lnTo>
                  <a:lnTo>
                    <a:pt x="24506" y="254305"/>
                  </a:lnTo>
                  <a:lnTo>
                    <a:pt x="27377" y="258839"/>
                  </a:lnTo>
                  <a:lnTo>
                    <a:pt x="30392" y="263280"/>
                  </a:lnTo>
                  <a:lnTo>
                    <a:pt x="33548" y="267621"/>
                  </a:lnTo>
                  <a:lnTo>
                    <a:pt x="36841" y="271859"/>
                  </a:lnTo>
                  <a:lnTo>
                    <a:pt x="40269" y="275988"/>
                  </a:lnTo>
                  <a:lnTo>
                    <a:pt x="43828" y="280006"/>
                  </a:lnTo>
                  <a:lnTo>
                    <a:pt x="47514" y="283907"/>
                  </a:lnTo>
                  <a:lnTo>
                    <a:pt x="51324" y="287688"/>
                  </a:lnTo>
                  <a:lnTo>
                    <a:pt x="55252" y="291345"/>
                  </a:lnTo>
                  <a:lnTo>
                    <a:pt x="59296" y="294874"/>
                  </a:lnTo>
                  <a:lnTo>
                    <a:pt x="63452" y="298271"/>
                  </a:lnTo>
                  <a:lnTo>
                    <a:pt x="67714" y="301533"/>
                  </a:lnTo>
                  <a:lnTo>
                    <a:pt x="72079" y="304656"/>
                  </a:lnTo>
                  <a:lnTo>
                    <a:pt x="76541" y="307638"/>
                  </a:lnTo>
                  <a:lnTo>
                    <a:pt x="81098" y="310475"/>
                  </a:lnTo>
                  <a:lnTo>
                    <a:pt x="85742" y="31316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9615" y="1489739"/>
              <a:ext cx="81423" cy="145996"/>
            </a:xfrm>
            <a:custGeom>
              <a:avLst/>
              <a:pathLst>
                <a:path w="81423" h="145996">
                  <a:moveTo>
                    <a:pt x="0" y="145996"/>
                  </a:moveTo>
                  <a:lnTo>
                    <a:pt x="814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9615" y="1340278"/>
              <a:ext cx="248585" cy="316628"/>
            </a:xfrm>
            <a:custGeom>
              <a:avLst/>
              <a:pathLst>
                <a:path w="248585" h="316628">
                  <a:moveTo>
                    <a:pt x="0" y="295457"/>
                  </a:moveTo>
                  <a:lnTo>
                    <a:pt x="4691" y="297977"/>
                  </a:lnTo>
                  <a:lnTo>
                    <a:pt x="9461" y="300346"/>
                  </a:lnTo>
                  <a:lnTo>
                    <a:pt x="14304" y="302562"/>
                  </a:lnTo>
                  <a:lnTo>
                    <a:pt x="19215" y="304622"/>
                  </a:lnTo>
                  <a:lnTo>
                    <a:pt x="24189" y="306525"/>
                  </a:lnTo>
                  <a:lnTo>
                    <a:pt x="29221" y="308268"/>
                  </a:lnTo>
                  <a:lnTo>
                    <a:pt x="34306" y="309850"/>
                  </a:lnTo>
                  <a:lnTo>
                    <a:pt x="39439" y="311270"/>
                  </a:lnTo>
                  <a:lnTo>
                    <a:pt x="44615" y="312525"/>
                  </a:lnTo>
                  <a:lnTo>
                    <a:pt x="49827" y="313615"/>
                  </a:lnTo>
                  <a:lnTo>
                    <a:pt x="55072" y="314538"/>
                  </a:lnTo>
                  <a:lnTo>
                    <a:pt x="60344" y="315294"/>
                  </a:lnTo>
                  <a:lnTo>
                    <a:pt x="65637" y="315881"/>
                  </a:lnTo>
                  <a:lnTo>
                    <a:pt x="70946" y="316299"/>
                  </a:lnTo>
                  <a:lnTo>
                    <a:pt x="76266" y="316548"/>
                  </a:lnTo>
                  <a:lnTo>
                    <a:pt x="81591" y="316628"/>
                  </a:lnTo>
                  <a:lnTo>
                    <a:pt x="86916" y="316538"/>
                  </a:lnTo>
                  <a:lnTo>
                    <a:pt x="92235" y="316278"/>
                  </a:lnTo>
                  <a:lnTo>
                    <a:pt x="97543" y="315849"/>
                  </a:lnTo>
                  <a:lnTo>
                    <a:pt x="102835" y="315251"/>
                  </a:lnTo>
                  <a:lnTo>
                    <a:pt x="108105" y="314485"/>
                  </a:lnTo>
                  <a:lnTo>
                    <a:pt x="113349" y="313551"/>
                  </a:lnTo>
                  <a:lnTo>
                    <a:pt x="118559" y="312451"/>
                  </a:lnTo>
                  <a:lnTo>
                    <a:pt x="123732" y="311185"/>
                  </a:lnTo>
                  <a:lnTo>
                    <a:pt x="128862" y="309756"/>
                  </a:lnTo>
                  <a:lnTo>
                    <a:pt x="133944" y="308163"/>
                  </a:lnTo>
                  <a:lnTo>
                    <a:pt x="138973" y="306410"/>
                  </a:lnTo>
                  <a:lnTo>
                    <a:pt x="143943" y="304497"/>
                  </a:lnTo>
                  <a:lnTo>
                    <a:pt x="148850" y="302427"/>
                  </a:lnTo>
                  <a:lnTo>
                    <a:pt x="153688" y="300201"/>
                  </a:lnTo>
                  <a:lnTo>
                    <a:pt x="158453" y="297823"/>
                  </a:lnTo>
                  <a:lnTo>
                    <a:pt x="163140" y="295294"/>
                  </a:lnTo>
                  <a:lnTo>
                    <a:pt x="167744" y="292617"/>
                  </a:lnTo>
                  <a:lnTo>
                    <a:pt x="172260" y="289795"/>
                  </a:lnTo>
                  <a:lnTo>
                    <a:pt x="176684" y="286830"/>
                  </a:lnTo>
                  <a:lnTo>
                    <a:pt x="181012" y="283726"/>
                  </a:lnTo>
                  <a:lnTo>
                    <a:pt x="185238" y="280485"/>
                  </a:lnTo>
                  <a:lnTo>
                    <a:pt x="189359" y="277112"/>
                  </a:lnTo>
                  <a:lnTo>
                    <a:pt x="193370" y="273609"/>
                  </a:lnTo>
                  <a:lnTo>
                    <a:pt x="197268" y="269980"/>
                  </a:lnTo>
                  <a:lnTo>
                    <a:pt x="201048" y="266229"/>
                  </a:lnTo>
                  <a:lnTo>
                    <a:pt x="204707" y="262359"/>
                  </a:lnTo>
                  <a:lnTo>
                    <a:pt x="208241" y="258375"/>
                  </a:lnTo>
                  <a:lnTo>
                    <a:pt x="211646" y="254280"/>
                  </a:lnTo>
                  <a:lnTo>
                    <a:pt x="214919" y="250079"/>
                  </a:lnTo>
                  <a:lnTo>
                    <a:pt x="218056" y="245775"/>
                  </a:lnTo>
                  <a:lnTo>
                    <a:pt x="221054" y="241374"/>
                  </a:lnTo>
                  <a:lnTo>
                    <a:pt x="223911" y="236880"/>
                  </a:lnTo>
                  <a:lnTo>
                    <a:pt x="226624" y="232297"/>
                  </a:lnTo>
                  <a:lnTo>
                    <a:pt x="229189" y="227630"/>
                  </a:lnTo>
                  <a:lnTo>
                    <a:pt x="231604" y="222883"/>
                  </a:lnTo>
                  <a:lnTo>
                    <a:pt x="233866" y="218062"/>
                  </a:lnTo>
                  <a:lnTo>
                    <a:pt x="235974" y="213171"/>
                  </a:lnTo>
                  <a:lnTo>
                    <a:pt x="237925" y="208216"/>
                  </a:lnTo>
                  <a:lnTo>
                    <a:pt x="239717" y="203201"/>
                  </a:lnTo>
                  <a:lnTo>
                    <a:pt x="241349" y="198131"/>
                  </a:lnTo>
                  <a:lnTo>
                    <a:pt x="242818" y="193012"/>
                  </a:lnTo>
                  <a:lnTo>
                    <a:pt x="244123" y="187849"/>
                  </a:lnTo>
                  <a:lnTo>
                    <a:pt x="245264" y="182647"/>
                  </a:lnTo>
                  <a:lnTo>
                    <a:pt x="246238" y="177412"/>
                  </a:lnTo>
                  <a:lnTo>
                    <a:pt x="247044" y="172147"/>
                  </a:lnTo>
                  <a:lnTo>
                    <a:pt x="247683" y="166860"/>
                  </a:lnTo>
                  <a:lnTo>
                    <a:pt x="248153" y="161555"/>
                  </a:lnTo>
                  <a:lnTo>
                    <a:pt x="248453" y="156238"/>
                  </a:lnTo>
                  <a:lnTo>
                    <a:pt x="248585" y="150914"/>
                  </a:lnTo>
                  <a:lnTo>
                    <a:pt x="248546" y="145589"/>
                  </a:lnTo>
                  <a:lnTo>
                    <a:pt x="248338" y="140267"/>
                  </a:lnTo>
                  <a:lnTo>
                    <a:pt x="247960" y="134955"/>
                  </a:lnTo>
                  <a:lnTo>
                    <a:pt x="247414" y="129658"/>
                  </a:lnTo>
                  <a:lnTo>
                    <a:pt x="246699" y="124380"/>
                  </a:lnTo>
                  <a:lnTo>
                    <a:pt x="245816" y="119128"/>
                  </a:lnTo>
                  <a:lnTo>
                    <a:pt x="244766" y="113907"/>
                  </a:lnTo>
                  <a:lnTo>
                    <a:pt x="243551" y="108722"/>
                  </a:lnTo>
                  <a:lnTo>
                    <a:pt x="242171" y="103579"/>
                  </a:lnTo>
                  <a:lnTo>
                    <a:pt x="240628" y="98481"/>
                  </a:lnTo>
                  <a:lnTo>
                    <a:pt x="238923" y="93436"/>
                  </a:lnTo>
                  <a:lnTo>
                    <a:pt x="237059" y="88448"/>
                  </a:lnTo>
                  <a:lnTo>
                    <a:pt x="235036" y="83521"/>
                  </a:lnTo>
                  <a:lnTo>
                    <a:pt x="232858" y="78661"/>
                  </a:lnTo>
                  <a:lnTo>
                    <a:pt x="230526" y="73873"/>
                  </a:lnTo>
                  <a:lnTo>
                    <a:pt x="228043" y="69162"/>
                  </a:lnTo>
                  <a:lnTo>
                    <a:pt x="225410" y="64533"/>
                  </a:lnTo>
                  <a:lnTo>
                    <a:pt x="222632" y="59989"/>
                  </a:lnTo>
                  <a:lnTo>
                    <a:pt x="219710" y="55537"/>
                  </a:lnTo>
                  <a:lnTo>
                    <a:pt x="216648" y="51179"/>
                  </a:lnTo>
                  <a:lnTo>
                    <a:pt x="213449" y="46922"/>
                  </a:lnTo>
                  <a:lnTo>
                    <a:pt x="210116" y="42768"/>
                  </a:lnTo>
                  <a:lnTo>
                    <a:pt x="206652" y="38723"/>
                  </a:lnTo>
                  <a:lnTo>
                    <a:pt x="203061" y="34790"/>
                  </a:lnTo>
                  <a:lnTo>
                    <a:pt x="199347" y="30974"/>
                  </a:lnTo>
                  <a:lnTo>
                    <a:pt x="195513" y="27278"/>
                  </a:lnTo>
                  <a:lnTo>
                    <a:pt x="191563" y="23706"/>
                  </a:lnTo>
                  <a:lnTo>
                    <a:pt x="187501" y="20261"/>
                  </a:lnTo>
                  <a:lnTo>
                    <a:pt x="183332" y="16948"/>
                  </a:lnTo>
                  <a:lnTo>
                    <a:pt x="179059" y="13769"/>
                  </a:lnTo>
                  <a:lnTo>
                    <a:pt x="174687" y="10728"/>
                  </a:lnTo>
                  <a:lnTo>
                    <a:pt x="170221" y="7827"/>
                  </a:lnTo>
                  <a:lnTo>
                    <a:pt x="165664" y="5071"/>
                  </a:lnTo>
                  <a:lnTo>
                    <a:pt x="161022" y="2460"/>
                  </a:lnTo>
                  <a:lnTo>
                    <a:pt x="156299" y="0"/>
                  </a:lnTo>
                  <a:lnTo>
                    <a:pt x="81423" y="1494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4875" cy="167167"/>
            </a:xfrm>
            <a:custGeom>
              <a:avLst/>
              <a:pathLst>
                <a:path w="74875" h="167167">
                  <a:moveTo>
                    <a:pt x="74875" y="17706"/>
                  </a:moveTo>
                  <a:lnTo>
                    <a:pt x="69489" y="15127"/>
                  </a:lnTo>
                  <a:lnTo>
                    <a:pt x="64014" y="12742"/>
                  </a:lnTo>
                  <a:lnTo>
                    <a:pt x="58458" y="10554"/>
                  </a:lnTo>
                  <a:lnTo>
                    <a:pt x="52827" y="8566"/>
                  </a:lnTo>
                  <a:lnTo>
                    <a:pt x="47128" y="6780"/>
                  </a:lnTo>
                  <a:lnTo>
                    <a:pt x="41369" y="5199"/>
                  </a:lnTo>
                  <a:lnTo>
                    <a:pt x="35558" y="3825"/>
                  </a:lnTo>
                  <a:lnTo>
                    <a:pt x="29701" y="2659"/>
                  </a:lnTo>
                  <a:lnTo>
                    <a:pt x="23806" y="1703"/>
                  </a:lnTo>
                  <a:lnTo>
                    <a:pt x="17881" y="959"/>
                  </a:lnTo>
                  <a:lnTo>
                    <a:pt x="11933" y="426"/>
                  </a:lnTo>
                  <a:lnTo>
                    <a:pt x="5970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2" y="1071028"/>
              <a:ext cx="167165" cy="267982"/>
            </a:xfrm>
            <a:custGeom>
              <a:avLst/>
              <a:pathLst>
                <a:path w="167165" h="267982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8" y="776"/>
                  </a:lnTo>
                  <a:lnTo>
                    <a:pt x="145729" y="1380"/>
                  </a:lnTo>
                  <a:lnTo>
                    <a:pt x="140411" y="2154"/>
                  </a:lnTo>
                  <a:lnTo>
                    <a:pt x="135121" y="3099"/>
                  </a:lnTo>
                  <a:lnTo>
                    <a:pt x="129864" y="4214"/>
                  </a:lnTo>
                  <a:lnTo>
                    <a:pt x="124646" y="5497"/>
                  </a:lnTo>
                  <a:lnTo>
                    <a:pt x="119472" y="6947"/>
                  </a:lnTo>
                  <a:lnTo>
                    <a:pt x="114347" y="8563"/>
                  </a:lnTo>
                  <a:lnTo>
                    <a:pt x="109276" y="10343"/>
                  </a:lnTo>
                  <a:lnTo>
                    <a:pt x="104266" y="12285"/>
                  </a:lnTo>
                  <a:lnTo>
                    <a:pt x="99320" y="14386"/>
                  </a:lnTo>
                  <a:lnTo>
                    <a:pt x="94444" y="16646"/>
                  </a:lnTo>
                  <a:lnTo>
                    <a:pt x="89644" y="19061"/>
                  </a:lnTo>
                  <a:lnTo>
                    <a:pt x="84924" y="21629"/>
                  </a:lnTo>
                  <a:lnTo>
                    <a:pt x="80288" y="24348"/>
                  </a:lnTo>
                  <a:lnTo>
                    <a:pt x="75743" y="27214"/>
                  </a:lnTo>
                  <a:lnTo>
                    <a:pt x="71292" y="30225"/>
                  </a:lnTo>
                  <a:lnTo>
                    <a:pt x="66940" y="33377"/>
                  </a:lnTo>
                  <a:lnTo>
                    <a:pt x="62691" y="36667"/>
                  </a:lnTo>
                  <a:lnTo>
                    <a:pt x="58551" y="40093"/>
                  </a:lnTo>
                  <a:lnTo>
                    <a:pt x="54522" y="43650"/>
                  </a:lnTo>
                  <a:lnTo>
                    <a:pt x="50611" y="47334"/>
                  </a:lnTo>
                  <a:lnTo>
                    <a:pt x="46819" y="51142"/>
                  </a:lnTo>
                  <a:lnTo>
                    <a:pt x="43152" y="55070"/>
                  </a:lnTo>
                  <a:lnTo>
                    <a:pt x="39613" y="59114"/>
                  </a:lnTo>
                  <a:lnTo>
                    <a:pt x="36206" y="63270"/>
                  </a:lnTo>
                  <a:lnTo>
                    <a:pt x="32934" y="67532"/>
                  </a:lnTo>
                  <a:lnTo>
                    <a:pt x="29801" y="71898"/>
                  </a:lnTo>
                  <a:lnTo>
                    <a:pt x="26810" y="76363"/>
                  </a:lnTo>
                  <a:lnTo>
                    <a:pt x="23964" y="80921"/>
                  </a:lnTo>
                  <a:lnTo>
                    <a:pt x="21266" y="85568"/>
                  </a:lnTo>
                  <a:lnTo>
                    <a:pt x="18719" y="90300"/>
                  </a:lnTo>
                  <a:lnTo>
                    <a:pt x="16325" y="95111"/>
                  </a:lnTo>
                  <a:lnTo>
                    <a:pt x="14087" y="99996"/>
                  </a:lnTo>
                  <a:lnTo>
                    <a:pt x="12007" y="104951"/>
                  </a:lnTo>
                  <a:lnTo>
                    <a:pt x="10087" y="109970"/>
                  </a:lnTo>
                  <a:lnTo>
                    <a:pt x="8330" y="115048"/>
                  </a:lnTo>
                  <a:lnTo>
                    <a:pt x="6737" y="120181"/>
                  </a:lnTo>
                  <a:lnTo>
                    <a:pt x="5310" y="125361"/>
                  </a:lnTo>
                  <a:lnTo>
                    <a:pt x="4050" y="130585"/>
                  </a:lnTo>
                  <a:lnTo>
                    <a:pt x="2958" y="135847"/>
                  </a:lnTo>
                  <a:lnTo>
                    <a:pt x="2036" y="141141"/>
                  </a:lnTo>
                  <a:lnTo>
                    <a:pt x="1285" y="146462"/>
                  </a:lnTo>
                  <a:lnTo>
                    <a:pt x="705" y="151804"/>
                  </a:lnTo>
                  <a:lnTo>
                    <a:pt x="298" y="157162"/>
                  </a:lnTo>
                  <a:lnTo>
                    <a:pt x="62" y="162531"/>
                  </a:lnTo>
                  <a:lnTo>
                    <a:pt x="0" y="167904"/>
                  </a:lnTo>
                  <a:lnTo>
                    <a:pt x="110" y="173277"/>
                  </a:lnTo>
                  <a:lnTo>
                    <a:pt x="392" y="178643"/>
                  </a:lnTo>
                  <a:lnTo>
                    <a:pt x="847" y="183998"/>
                  </a:lnTo>
                  <a:lnTo>
                    <a:pt x="1474" y="189335"/>
                  </a:lnTo>
                  <a:lnTo>
                    <a:pt x="2272" y="194649"/>
                  </a:lnTo>
                  <a:lnTo>
                    <a:pt x="3241" y="199935"/>
                  </a:lnTo>
                  <a:lnTo>
                    <a:pt x="4379" y="205186"/>
                  </a:lnTo>
                  <a:lnTo>
                    <a:pt x="5685" y="210399"/>
                  </a:lnTo>
                  <a:lnTo>
                    <a:pt x="7158" y="215567"/>
                  </a:lnTo>
                  <a:lnTo>
                    <a:pt x="8796" y="220685"/>
                  </a:lnTo>
                  <a:lnTo>
                    <a:pt x="10598" y="225747"/>
                  </a:lnTo>
                  <a:lnTo>
                    <a:pt x="12562" y="230749"/>
                  </a:lnTo>
                  <a:lnTo>
                    <a:pt x="14685" y="235686"/>
                  </a:lnTo>
                  <a:lnTo>
                    <a:pt x="16966" y="240551"/>
                  </a:lnTo>
                  <a:lnTo>
                    <a:pt x="19403" y="245341"/>
                  </a:lnTo>
                  <a:lnTo>
                    <a:pt x="21992" y="250050"/>
                  </a:lnTo>
                  <a:lnTo>
                    <a:pt x="24731" y="254673"/>
                  </a:lnTo>
                  <a:lnTo>
                    <a:pt x="27617" y="259206"/>
                  </a:lnTo>
                  <a:lnTo>
                    <a:pt x="30647" y="263644"/>
                  </a:lnTo>
                  <a:lnTo>
                    <a:pt x="33819" y="26798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911" y="1238196"/>
              <a:ext cx="133346" cy="100814"/>
            </a:xfrm>
            <a:custGeom>
              <a:avLst/>
              <a:pathLst>
                <a:path w="133346" h="100814">
                  <a:moveTo>
                    <a:pt x="0" y="100814"/>
                  </a:moveTo>
                  <a:lnTo>
                    <a:pt x="13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911" y="1171376"/>
              <a:ext cx="300512" cy="233986"/>
            </a:xfrm>
            <a:custGeom>
              <a:avLst/>
              <a:pathLst>
                <a:path w="300512" h="233986">
                  <a:moveTo>
                    <a:pt x="0" y="167634"/>
                  </a:moveTo>
                  <a:lnTo>
                    <a:pt x="3286" y="171840"/>
                  </a:lnTo>
                  <a:lnTo>
                    <a:pt x="6705" y="175938"/>
                  </a:lnTo>
                  <a:lnTo>
                    <a:pt x="10252" y="179925"/>
                  </a:lnTo>
                  <a:lnTo>
                    <a:pt x="13926" y="183797"/>
                  </a:lnTo>
                  <a:lnTo>
                    <a:pt x="17721" y="187550"/>
                  </a:lnTo>
                  <a:lnTo>
                    <a:pt x="21634" y="191179"/>
                  </a:lnTo>
                  <a:lnTo>
                    <a:pt x="25661" y="194682"/>
                  </a:lnTo>
                  <a:lnTo>
                    <a:pt x="29797" y="198054"/>
                  </a:lnTo>
                  <a:lnTo>
                    <a:pt x="34039" y="201293"/>
                  </a:lnTo>
                  <a:lnTo>
                    <a:pt x="38383" y="204395"/>
                  </a:lnTo>
                  <a:lnTo>
                    <a:pt x="42823" y="207356"/>
                  </a:lnTo>
                  <a:lnTo>
                    <a:pt x="47355" y="210174"/>
                  </a:lnTo>
                  <a:lnTo>
                    <a:pt x="51975" y="212846"/>
                  </a:lnTo>
                  <a:lnTo>
                    <a:pt x="56678" y="215369"/>
                  </a:lnTo>
                  <a:lnTo>
                    <a:pt x="61460" y="217741"/>
                  </a:lnTo>
                  <a:lnTo>
                    <a:pt x="66314" y="219959"/>
                  </a:lnTo>
                  <a:lnTo>
                    <a:pt x="71237" y="222021"/>
                  </a:lnTo>
                  <a:lnTo>
                    <a:pt x="76223" y="223924"/>
                  </a:lnTo>
                  <a:lnTo>
                    <a:pt x="81267" y="225668"/>
                  </a:lnTo>
                  <a:lnTo>
                    <a:pt x="86365" y="227249"/>
                  </a:lnTo>
                  <a:lnTo>
                    <a:pt x="91510" y="228667"/>
                  </a:lnTo>
                  <a:lnTo>
                    <a:pt x="96698" y="229920"/>
                  </a:lnTo>
                  <a:lnTo>
                    <a:pt x="101923" y="231007"/>
                  </a:lnTo>
                  <a:lnTo>
                    <a:pt x="107180" y="231927"/>
                  </a:lnTo>
                  <a:lnTo>
                    <a:pt x="112464" y="232678"/>
                  </a:lnTo>
                  <a:lnTo>
                    <a:pt x="117770" y="233260"/>
                  </a:lnTo>
                  <a:lnTo>
                    <a:pt x="123091" y="233672"/>
                  </a:lnTo>
                  <a:lnTo>
                    <a:pt x="128422" y="233914"/>
                  </a:lnTo>
                  <a:lnTo>
                    <a:pt x="133759" y="233986"/>
                  </a:lnTo>
                  <a:lnTo>
                    <a:pt x="139095" y="233888"/>
                  </a:lnTo>
                  <a:lnTo>
                    <a:pt x="144425" y="233619"/>
                  </a:lnTo>
                  <a:lnTo>
                    <a:pt x="149744" y="233181"/>
                  </a:lnTo>
                  <a:lnTo>
                    <a:pt x="155047" y="232572"/>
                  </a:lnTo>
                  <a:lnTo>
                    <a:pt x="160327" y="231795"/>
                  </a:lnTo>
                  <a:lnTo>
                    <a:pt x="165580" y="230850"/>
                  </a:lnTo>
                  <a:lnTo>
                    <a:pt x="170800" y="229737"/>
                  </a:lnTo>
                  <a:lnTo>
                    <a:pt x="175981" y="228459"/>
                  </a:lnTo>
                  <a:lnTo>
                    <a:pt x="181119" y="227015"/>
                  </a:lnTo>
                  <a:lnTo>
                    <a:pt x="186209" y="225409"/>
                  </a:lnTo>
                  <a:lnTo>
                    <a:pt x="191245" y="223640"/>
                  </a:lnTo>
                  <a:lnTo>
                    <a:pt x="196221" y="221712"/>
                  </a:lnTo>
                  <a:lnTo>
                    <a:pt x="201134" y="219626"/>
                  </a:lnTo>
                  <a:lnTo>
                    <a:pt x="205977" y="217384"/>
                  </a:lnTo>
                  <a:lnTo>
                    <a:pt x="210747" y="214989"/>
                  </a:lnTo>
                  <a:lnTo>
                    <a:pt x="215437" y="212442"/>
                  </a:lnTo>
                  <a:lnTo>
                    <a:pt x="220044" y="209748"/>
                  </a:lnTo>
                  <a:lnTo>
                    <a:pt x="224562" y="206907"/>
                  </a:lnTo>
                  <a:lnTo>
                    <a:pt x="228988" y="203924"/>
                  </a:lnTo>
                  <a:lnTo>
                    <a:pt x="233316" y="200801"/>
                  </a:lnTo>
                  <a:lnTo>
                    <a:pt x="237542" y="197541"/>
                  </a:lnTo>
                  <a:lnTo>
                    <a:pt x="241662" y="194149"/>
                  </a:lnTo>
                  <a:lnTo>
                    <a:pt x="245671" y="190626"/>
                  </a:lnTo>
                  <a:lnTo>
                    <a:pt x="249566" y="186977"/>
                  </a:lnTo>
                  <a:lnTo>
                    <a:pt x="253343" y="183206"/>
                  </a:lnTo>
                  <a:lnTo>
                    <a:pt x="256997" y="179316"/>
                  </a:lnTo>
                  <a:lnTo>
                    <a:pt x="260525" y="175311"/>
                  </a:lnTo>
                  <a:lnTo>
                    <a:pt x="263924" y="171196"/>
                  </a:lnTo>
                  <a:lnTo>
                    <a:pt x="267189" y="166975"/>
                  </a:lnTo>
                  <a:lnTo>
                    <a:pt x="270318" y="162651"/>
                  </a:lnTo>
                  <a:lnTo>
                    <a:pt x="273307" y="158230"/>
                  </a:lnTo>
                  <a:lnTo>
                    <a:pt x="276154" y="153715"/>
                  </a:lnTo>
                  <a:lnTo>
                    <a:pt x="278855" y="149112"/>
                  </a:lnTo>
                  <a:lnTo>
                    <a:pt x="281408" y="144425"/>
                  </a:lnTo>
                  <a:lnTo>
                    <a:pt x="283810" y="139659"/>
                  </a:lnTo>
                  <a:lnTo>
                    <a:pt x="286058" y="134819"/>
                  </a:lnTo>
                  <a:lnTo>
                    <a:pt x="288151" y="129909"/>
                  </a:lnTo>
                  <a:lnTo>
                    <a:pt x="290086" y="124935"/>
                  </a:lnTo>
                  <a:lnTo>
                    <a:pt x="291862" y="119902"/>
                  </a:lnTo>
                  <a:lnTo>
                    <a:pt x="293475" y="114815"/>
                  </a:lnTo>
                  <a:lnTo>
                    <a:pt x="294926" y="109678"/>
                  </a:lnTo>
                  <a:lnTo>
                    <a:pt x="296212" y="104498"/>
                  </a:lnTo>
                  <a:lnTo>
                    <a:pt x="297332" y="99280"/>
                  </a:lnTo>
                  <a:lnTo>
                    <a:pt x="298284" y="94029"/>
                  </a:lnTo>
                  <a:lnTo>
                    <a:pt x="299069" y="88750"/>
                  </a:lnTo>
                  <a:lnTo>
                    <a:pt x="299684" y="83448"/>
                  </a:lnTo>
                  <a:lnTo>
                    <a:pt x="300130" y="78130"/>
                  </a:lnTo>
                  <a:lnTo>
                    <a:pt x="300407" y="72800"/>
                  </a:lnTo>
                  <a:lnTo>
                    <a:pt x="300512" y="67464"/>
                  </a:lnTo>
                  <a:lnTo>
                    <a:pt x="300448" y="62127"/>
                  </a:lnTo>
                  <a:lnTo>
                    <a:pt x="300213" y="56795"/>
                  </a:lnTo>
                  <a:lnTo>
                    <a:pt x="299808" y="51473"/>
                  </a:lnTo>
                  <a:lnTo>
                    <a:pt x="299233" y="46167"/>
                  </a:lnTo>
                  <a:lnTo>
                    <a:pt x="298489" y="40882"/>
                  </a:lnTo>
                  <a:lnTo>
                    <a:pt x="297577" y="35624"/>
                  </a:lnTo>
                  <a:lnTo>
                    <a:pt x="296497" y="30397"/>
                  </a:lnTo>
                  <a:lnTo>
                    <a:pt x="295252" y="25207"/>
                  </a:lnTo>
                  <a:lnTo>
                    <a:pt x="293841" y="20060"/>
                  </a:lnTo>
                  <a:lnTo>
                    <a:pt x="292266" y="14961"/>
                  </a:lnTo>
                  <a:lnTo>
                    <a:pt x="290530" y="9914"/>
                  </a:lnTo>
                  <a:lnTo>
                    <a:pt x="288633" y="4925"/>
                  </a:lnTo>
                  <a:lnTo>
                    <a:pt x="286578" y="0"/>
                  </a:lnTo>
                  <a:lnTo>
                    <a:pt x="133346" y="66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3231" cy="167167"/>
            </a:xfrm>
            <a:custGeom>
              <a:avLst/>
              <a:pathLst>
                <a:path w="153231" h="167167">
                  <a:moveTo>
                    <a:pt x="153231" y="100347"/>
                  </a:moveTo>
                  <a:lnTo>
                    <a:pt x="150934" y="95308"/>
                  </a:lnTo>
                  <a:lnTo>
                    <a:pt x="148471" y="90347"/>
                  </a:lnTo>
                  <a:lnTo>
                    <a:pt x="145845" y="85472"/>
                  </a:lnTo>
                  <a:lnTo>
                    <a:pt x="143058" y="80685"/>
                  </a:lnTo>
                  <a:lnTo>
                    <a:pt x="140115" y="75994"/>
                  </a:lnTo>
                  <a:lnTo>
                    <a:pt x="137018" y="71403"/>
                  </a:lnTo>
                  <a:lnTo>
                    <a:pt x="133771" y="66916"/>
                  </a:lnTo>
                  <a:lnTo>
                    <a:pt x="130377" y="62540"/>
                  </a:lnTo>
                  <a:lnTo>
                    <a:pt x="126839" y="58279"/>
                  </a:lnTo>
                  <a:lnTo>
                    <a:pt x="123163" y="54137"/>
                  </a:lnTo>
                  <a:lnTo>
                    <a:pt x="119351" y="50119"/>
                  </a:lnTo>
                  <a:lnTo>
                    <a:pt x="115408" y="46230"/>
                  </a:lnTo>
                  <a:lnTo>
                    <a:pt x="111339" y="42474"/>
                  </a:lnTo>
                  <a:lnTo>
                    <a:pt x="107148" y="38854"/>
                  </a:lnTo>
                  <a:lnTo>
                    <a:pt x="102838" y="35375"/>
                  </a:lnTo>
                  <a:lnTo>
                    <a:pt x="98416" y="32041"/>
                  </a:lnTo>
                  <a:lnTo>
                    <a:pt x="93886" y="28855"/>
                  </a:lnTo>
                  <a:lnTo>
                    <a:pt x="89253" y="25821"/>
                  </a:lnTo>
                  <a:lnTo>
                    <a:pt x="84522" y="22942"/>
                  </a:lnTo>
                  <a:lnTo>
                    <a:pt x="79698" y="20221"/>
                  </a:lnTo>
                  <a:lnTo>
                    <a:pt x="74787" y="17662"/>
                  </a:lnTo>
                  <a:lnTo>
                    <a:pt x="69794" y="15267"/>
                  </a:lnTo>
                  <a:lnTo>
                    <a:pt x="64724" y="13038"/>
                  </a:lnTo>
                  <a:lnTo>
                    <a:pt x="59583" y="10979"/>
                  </a:lnTo>
                  <a:lnTo>
                    <a:pt x="54376" y="9091"/>
                  </a:lnTo>
                  <a:lnTo>
                    <a:pt x="49110" y="7376"/>
                  </a:lnTo>
                  <a:lnTo>
                    <a:pt x="43790" y="5837"/>
                  </a:lnTo>
                  <a:lnTo>
                    <a:pt x="38422" y="4475"/>
                  </a:lnTo>
                  <a:lnTo>
                    <a:pt x="33012" y="3292"/>
                  </a:lnTo>
                  <a:lnTo>
                    <a:pt x="27565" y="2288"/>
                  </a:lnTo>
                  <a:lnTo>
                    <a:pt x="22088" y="1465"/>
                  </a:lnTo>
                  <a:lnTo>
                    <a:pt x="16587" y="825"/>
                  </a:lnTo>
                  <a:lnTo>
                    <a:pt x="11068" y="366"/>
                  </a:lnTo>
                  <a:lnTo>
                    <a:pt x="553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8091" y="941493"/>
              <a:ext cx="85452" cy="167167"/>
            </a:xfrm>
            <a:custGeom>
              <a:avLst/>
              <a:pathLst>
                <a:path w="85452" h="167167">
                  <a:moveTo>
                    <a:pt x="85452" y="0"/>
                  </a:moveTo>
                  <a:lnTo>
                    <a:pt x="79847" y="93"/>
                  </a:lnTo>
                  <a:lnTo>
                    <a:pt x="74248" y="375"/>
                  </a:lnTo>
                  <a:lnTo>
                    <a:pt x="68662" y="845"/>
                  </a:lnTo>
                  <a:lnTo>
                    <a:pt x="63095" y="1501"/>
                  </a:lnTo>
                  <a:lnTo>
                    <a:pt x="57553" y="2344"/>
                  </a:lnTo>
                  <a:lnTo>
                    <a:pt x="52043" y="3372"/>
                  </a:lnTo>
                  <a:lnTo>
                    <a:pt x="46570" y="4584"/>
                  </a:lnTo>
                  <a:lnTo>
                    <a:pt x="41141" y="5979"/>
                  </a:lnTo>
                  <a:lnTo>
                    <a:pt x="35761" y="7556"/>
                  </a:lnTo>
                  <a:lnTo>
                    <a:pt x="30438" y="9311"/>
                  </a:lnTo>
                  <a:lnTo>
                    <a:pt x="25176" y="11245"/>
                  </a:lnTo>
                  <a:lnTo>
                    <a:pt x="19982" y="13353"/>
                  </a:lnTo>
                  <a:lnTo>
                    <a:pt x="14862" y="15635"/>
                  </a:lnTo>
                  <a:lnTo>
                    <a:pt x="9821" y="18087"/>
                  </a:lnTo>
                  <a:lnTo>
                    <a:pt x="4865" y="20706"/>
                  </a:lnTo>
                  <a:lnTo>
                    <a:pt x="0" y="23491"/>
                  </a:lnTo>
                  <a:lnTo>
                    <a:pt x="854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091" y="964984"/>
              <a:ext cx="85452" cy="143676"/>
            </a:xfrm>
            <a:custGeom>
              <a:avLst/>
              <a:pathLst>
                <a:path w="85452" h="143676">
                  <a:moveTo>
                    <a:pt x="0" y="0"/>
                  </a:moveTo>
                  <a:lnTo>
                    <a:pt x="85452" y="1436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83" y="946496"/>
              <a:ext cx="334327" cy="329318"/>
            </a:xfrm>
            <a:custGeom>
              <a:avLst/>
              <a:pathLst>
                <a:path w="334327" h="329318">
                  <a:moveTo>
                    <a:pt x="81708" y="18487"/>
                  </a:moveTo>
                  <a:lnTo>
                    <a:pt x="77209" y="21260"/>
                  </a:lnTo>
                  <a:lnTo>
                    <a:pt x="72799" y="24174"/>
                  </a:lnTo>
                  <a:lnTo>
                    <a:pt x="68485" y="27226"/>
                  </a:lnTo>
                  <a:lnTo>
                    <a:pt x="64268" y="30413"/>
                  </a:lnTo>
                  <a:lnTo>
                    <a:pt x="60155" y="33731"/>
                  </a:lnTo>
                  <a:lnTo>
                    <a:pt x="56148" y="37178"/>
                  </a:lnTo>
                  <a:lnTo>
                    <a:pt x="52253" y="40750"/>
                  </a:lnTo>
                  <a:lnTo>
                    <a:pt x="48472" y="44443"/>
                  </a:lnTo>
                  <a:lnTo>
                    <a:pt x="44810" y="48254"/>
                  </a:lnTo>
                  <a:lnTo>
                    <a:pt x="41270" y="52178"/>
                  </a:lnTo>
                  <a:lnTo>
                    <a:pt x="37856" y="56213"/>
                  </a:lnTo>
                  <a:lnTo>
                    <a:pt x="34572" y="60353"/>
                  </a:lnTo>
                  <a:lnTo>
                    <a:pt x="31420" y="64595"/>
                  </a:lnTo>
                  <a:lnTo>
                    <a:pt x="28403" y="68935"/>
                  </a:lnTo>
                  <a:lnTo>
                    <a:pt x="25525" y="73368"/>
                  </a:lnTo>
                  <a:lnTo>
                    <a:pt x="22789" y="77890"/>
                  </a:lnTo>
                  <a:lnTo>
                    <a:pt x="20197" y="82496"/>
                  </a:lnTo>
                  <a:lnTo>
                    <a:pt x="17752" y="87181"/>
                  </a:lnTo>
                  <a:lnTo>
                    <a:pt x="15457" y="91942"/>
                  </a:lnTo>
                  <a:lnTo>
                    <a:pt x="13313" y="96772"/>
                  </a:lnTo>
                  <a:lnTo>
                    <a:pt x="11323" y="101668"/>
                  </a:lnTo>
                  <a:lnTo>
                    <a:pt x="9488" y="106625"/>
                  </a:lnTo>
                  <a:lnTo>
                    <a:pt x="7811" y="111637"/>
                  </a:lnTo>
                  <a:lnTo>
                    <a:pt x="6294" y="116700"/>
                  </a:lnTo>
                  <a:lnTo>
                    <a:pt x="4937" y="121808"/>
                  </a:lnTo>
                  <a:lnTo>
                    <a:pt x="3742" y="126956"/>
                  </a:lnTo>
                  <a:lnTo>
                    <a:pt x="2711" y="132139"/>
                  </a:lnTo>
                  <a:lnTo>
                    <a:pt x="1844" y="137353"/>
                  </a:lnTo>
                  <a:lnTo>
                    <a:pt x="1142" y="142591"/>
                  </a:lnTo>
                  <a:lnTo>
                    <a:pt x="607" y="147849"/>
                  </a:lnTo>
                  <a:lnTo>
                    <a:pt x="237" y="153121"/>
                  </a:lnTo>
                  <a:lnTo>
                    <a:pt x="35" y="158403"/>
                  </a:lnTo>
                  <a:lnTo>
                    <a:pt x="0" y="163687"/>
                  </a:lnTo>
                  <a:lnTo>
                    <a:pt x="131" y="168971"/>
                  </a:lnTo>
                  <a:lnTo>
                    <a:pt x="430" y="174248"/>
                  </a:lnTo>
                  <a:lnTo>
                    <a:pt x="895" y="179512"/>
                  </a:lnTo>
                  <a:lnTo>
                    <a:pt x="1527" y="184759"/>
                  </a:lnTo>
                  <a:lnTo>
                    <a:pt x="2324" y="189984"/>
                  </a:lnTo>
                  <a:lnTo>
                    <a:pt x="3286" y="195181"/>
                  </a:lnTo>
                  <a:lnTo>
                    <a:pt x="4411" y="200345"/>
                  </a:lnTo>
                  <a:lnTo>
                    <a:pt x="5700" y="205470"/>
                  </a:lnTo>
                  <a:lnTo>
                    <a:pt x="7149" y="210553"/>
                  </a:lnTo>
                  <a:lnTo>
                    <a:pt x="8759" y="215587"/>
                  </a:lnTo>
                  <a:lnTo>
                    <a:pt x="10527" y="220567"/>
                  </a:lnTo>
                  <a:lnTo>
                    <a:pt x="12451" y="225490"/>
                  </a:lnTo>
                  <a:lnTo>
                    <a:pt x="14531" y="230349"/>
                  </a:lnTo>
                  <a:lnTo>
                    <a:pt x="16762" y="235139"/>
                  </a:lnTo>
                  <a:lnTo>
                    <a:pt x="19144" y="239857"/>
                  </a:lnTo>
                  <a:lnTo>
                    <a:pt x="21674" y="244498"/>
                  </a:lnTo>
                  <a:lnTo>
                    <a:pt x="24350" y="249055"/>
                  </a:lnTo>
                  <a:lnTo>
                    <a:pt x="27168" y="253526"/>
                  </a:lnTo>
                  <a:lnTo>
                    <a:pt x="30126" y="257906"/>
                  </a:lnTo>
                  <a:lnTo>
                    <a:pt x="33221" y="262190"/>
                  </a:lnTo>
                  <a:lnTo>
                    <a:pt x="36450" y="266374"/>
                  </a:lnTo>
                  <a:lnTo>
                    <a:pt x="39810" y="270454"/>
                  </a:lnTo>
                  <a:lnTo>
                    <a:pt x="43297" y="274426"/>
                  </a:lnTo>
                  <a:lnTo>
                    <a:pt x="46907" y="278285"/>
                  </a:lnTo>
                  <a:lnTo>
                    <a:pt x="50638" y="282029"/>
                  </a:lnTo>
                  <a:lnTo>
                    <a:pt x="54486" y="285652"/>
                  </a:lnTo>
                  <a:lnTo>
                    <a:pt x="58446" y="289152"/>
                  </a:lnTo>
                  <a:lnTo>
                    <a:pt x="62514" y="292525"/>
                  </a:lnTo>
                  <a:lnTo>
                    <a:pt x="66688" y="295768"/>
                  </a:lnTo>
                  <a:lnTo>
                    <a:pt x="70961" y="298878"/>
                  </a:lnTo>
                  <a:lnTo>
                    <a:pt x="75331" y="301850"/>
                  </a:lnTo>
                  <a:lnTo>
                    <a:pt x="79793" y="304683"/>
                  </a:lnTo>
                  <a:lnTo>
                    <a:pt x="84342" y="307374"/>
                  </a:lnTo>
                  <a:lnTo>
                    <a:pt x="88973" y="309919"/>
                  </a:lnTo>
                  <a:lnTo>
                    <a:pt x="93683" y="312317"/>
                  </a:lnTo>
                  <a:lnTo>
                    <a:pt x="98467" y="314565"/>
                  </a:lnTo>
                  <a:lnTo>
                    <a:pt x="103319" y="316660"/>
                  </a:lnTo>
                  <a:lnTo>
                    <a:pt x="108234" y="318601"/>
                  </a:lnTo>
                  <a:lnTo>
                    <a:pt x="113209" y="320386"/>
                  </a:lnTo>
                  <a:lnTo>
                    <a:pt x="118238" y="322012"/>
                  </a:lnTo>
                  <a:lnTo>
                    <a:pt x="123315" y="323479"/>
                  </a:lnTo>
                  <a:lnTo>
                    <a:pt x="128437" y="324784"/>
                  </a:lnTo>
                  <a:lnTo>
                    <a:pt x="133597" y="325927"/>
                  </a:lnTo>
                  <a:lnTo>
                    <a:pt x="138790" y="326906"/>
                  </a:lnTo>
                  <a:lnTo>
                    <a:pt x="144012" y="327720"/>
                  </a:lnTo>
                  <a:lnTo>
                    <a:pt x="149257" y="328369"/>
                  </a:lnTo>
                  <a:lnTo>
                    <a:pt x="154520" y="328852"/>
                  </a:lnTo>
                  <a:lnTo>
                    <a:pt x="159796" y="329169"/>
                  </a:lnTo>
                  <a:lnTo>
                    <a:pt x="165079" y="329318"/>
                  </a:lnTo>
                  <a:lnTo>
                    <a:pt x="170364" y="329300"/>
                  </a:lnTo>
                  <a:lnTo>
                    <a:pt x="175646" y="329115"/>
                  </a:lnTo>
                  <a:lnTo>
                    <a:pt x="180919" y="328764"/>
                  </a:lnTo>
                  <a:lnTo>
                    <a:pt x="186179" y="328245"/>
                  </a:lnTo>
                  <a:lnTo>
                    <a:pt x="191420" y="327561"/>
                  </a:lnTo>
                  <a:lnTo>
                    <a:pt x="196636" y="326712"/>
                  </a:lnTo>
                  <a:lnTo>
                    <a:pt x="201823" y="325698"/>
                  </a:lnTo>
                  <a:lnTo>
                    <a:pt x="206975" y="324520"/>
                  </a:lnTo>
                  <a:lnTo>
                    <a:pt x="212088" y="323180"/>
                  </a:lnTo>
                  <a:lnTo>
                    <a:pt x="217155" y="321680"/>
                  </a:lnTo>
                  <a:lnTo>
                    <a:pt x="222173" y="320020"/>
                  </a:lnTo>
                  <a:lnTo>
                    <a:pt x="227135" y="318202"/>
                  </a:lnTo>
                  <a:lnTo>
                    <a:pt x="232038" y="316228"/>
                  </a:lnTo>
                  <a:lnTo>
                    <a:pt x="236876" y="314100"/>
                  </a:lnTo>
                  <a:lnTo>
                    <a:pt x="241644" y="311820"/>
                  </a:lnTo>
                  <a:lnTo>
                    <a:pt x="246338" y="309391"/>
                  </a:lnTo>
                  <a:lnTo>
                    <a:pt x="250952" y="306814"/>
                  </a:lnTo>
                  <a:lnTo>
                    <a:pt x="255483" y="304093"/>
                  </a:lnTo>
                  <a:lnTo>
                    <a:pt x="259925" y="301230"/>
                  </a:lnTo>
                  <a:lnTo>
                    <a:pt x="264275" y="298228"/>
                  </a:lnTo>
                  <a:lnTo>
                    <a:pt x="268528" y="295090"/>
                  </a:lnTo>
                  <a:lnTo>
                    <a:pt x="272679" y="291819"/>
                  </a:lnTo>
                  <a:lnTo>
                    <a:pt x="276725" y="288419"/>
                  </a:lnTo>
                  <a:lnTo>
                    <a:pt x="280662" y="284892"/>
                  </a:lnTo>
                  <a:lnTo>
                    <a:pt x="284485" y="281243"/>
                  </a:lnTo>
                  <a:lnTo>
                    <a:pt x="288190" y="277475"/>
                  </a:lnTo>
                  <a:lnTo>
                    <a:pt x="291775" y="273591"/>
                  </a:lnTo>
                  <a:lnTo>
                    <a:pt x="295235" y="269596"/>
                  </a:lnTo>
                  <a:lnTo>
                    <a:pt x="298567" y="265494"/>
                  </a:lnTo>
                  <a:lnTo>
                    <a:pt x="301768" y="261288"/>
                  </a:lnTo>
                  <a:lnTo>
                    <a:pt x="304834" y="256983"/>
                  </a:lnTo>
                  <a:lnTo>
                    <a:pt x="307763" y="252584"/>
                  </a:lnTo>
                  <a:lnTo>
                    <a:pt x="310551" y="248094"/>
                  </a:lnTo>
                  <a:lnTo>
                    <a:pt x="313196" y="243518"/>
                  </a:lnTo>
                  <a:lnTo>
                    <a:pt x="315694" y="238861"/>
                  </a:lnTo>
                  <a:lnTo>
                    <a:pt x="318045" y="234127"/>
                  </a:lnTo>
                  <a:lnTo>
                    <a:pt x="320244" y="229322"/>
                  </a:lnTo>
                  <a:lnTo>
                    <a:pt x="322291" y="224449"/>
                  </a:lnTo>
                  <a:lnTo>
                    <a:pt x="324182" y="219514"/>
                  </a:lnTo>
                  <a:lnTo>
                    <a:pt x="325916" y="214521"/>
                  </a:lnTo>
                  <a:lnTo>
                    <a:pt x="327492" y="209477"/>
                  </a:lnTo>
                  <a:lnTo>
                    <a:pt x="328908" y="204385"/>
                  </a:lnTo>
                  <a:lnTo>
                    <a:pt x="330162" y="199250"/>
                  </a:lnTo>
                  <a:lnTo>
                    <a:pt x="331252" y="194079"/>
                  </a:lnTo>
                  <a:lnTo>
                    <a:pt x="332179" y="188876"/>
                  </a:lnTo>
                  <a:lnTo>
                    <a:pt x="332941" y="183646"/>
                  </a:lnTo>
                  <a:lnTo>
                    <a:pt x="333538" y="178395"/>
                  </a:lnTo>
                  <a:lnTo>
                    <a:pt x="333968" y="173127"/>
                  </a:lnTo>
                  <a:lnTo>
                    <a:pt x="334231" y="167848"/>
                  </a:lnTo>
                  <a:lnTo>
                    <a:pt x="334327" y="162564"/>
                  </a:lnTo>
                  <a:lnTo>
                    <a:pt x="334256" y="157280"/>
                  </a:lnTo>
                  <a:lnTo>
                    <a:pt x="334018" y="152000"/>
                  </a:lnTo>
                  <a:lnTo>
                    <a:pt x="333614" y="146730"/>
                  </a:lnTo>
                  <a:lnTo>
                    <a:pt x="333042" y="141476"/>
                  </a:lnTo>
                  <a:lnTo>
                    <a:pt x="332306" y="136243"/>
                  </a:lnTo>
                  <a:lnTo>
                    <a:pt x="331404" y="131035"/>
                  </a:lnTo>
                  <a:lnTo>
                    <a:pt x="330338" y="125859"/>
                  </a:lnTo>
                  <a:lnTo>
                    <a:pt x="329108" y="120718"/>
                  </a:lnTo>
                  <a:lnTo>
                    <a:pt x="327717" y="115620"/>
                  </a:lnTo>
                  <a:lnTo>
                    <a:pt x="326166" y="110567"/>
                  </a:lnTo>
                  <a:lnTo>
                    <a:pt x="324455" y="105567"/>
                  </a:lnTo>
                  <a:lnTo>
                    <a:pt x="322587" y="100623"/>
                  </a:lnTo>
                  <a:lnTo>
                    <a:pt x="320564" y="95740"/>
                  </a:lnTo>
                  <a:lnTo>
                    <a:pt x="318388" y="90924"/>
                  </a:lnTo>
                  <a:lnTo>
                    <a:pt x="316060" y="86179"/>
                  </a:lnTo>
                  <a:lnTo>
                    <a:pt x="313584" y="81510"/>
                  </a:lnTo>
                  <a:lnTo>
                    <a:pt x="310961" y="76922"/>
                  </a:lnTo>
                  <a:lnTo>
                    <a:pt x="308195" y="72418"/>
                  </a:lnTo>
                  <a:lnTo>
                    <a:pt x="305287" y="68005"/>
                  </a:lnTo>
                  <a:lnTo>
                    <a:pt x="302242" y="63686"/>
                  </a:lnTo>
                  <a:lnTo>
                    <a:pt x="299061" y="59465"/>
                  </a:lnTo>
                  <a:lnTo>
                    <a:pt x="295749" y="55346"/>
                  </a:lnTo>
                  <a:lnTo>
                    <a:pt x="292308" y="51335"/>
                  </a:lnTo>
                  <a:lnTo>
                    <a:pt x="288742" y="47434"/>
                  </a:lnTo>
                  <a:lnTo>
                    <a:pt x="285054" y="43648"/>
                  </a:lnTo>
                  <a:lnTo>
                    <a:pt x="281249" y="39980"/>
                  </a:lnTo>
                  <a:lnTo>
                    <a:pt x="277329" y="36435"/>
                  </a:lnTo>
                  <a:lnTo>
                    <a:pt x="273300" y="33015"/>
                  </a:lnTo>
                  <a:lnTo>
                    <a:pt x="269164" y="29724"/>
                  </a:lnTo>
                  <a:lnTo>
                    <a:pt x="264927" y="26566"/>
                  </a:lnTo>
                  <a:lnTo>
                    <a:pt x="260591" y="23543"/>
                  </a:lnTo>
                  <a:lnTo>
                    <a:pt x="256162" y="20659"/>
                  </a:lnTo>
                  <a:lnTo>
                    <a:pt x="251645" y="17916"/>
                  </a:lnTo>
                  <a:lnTo>
                    <a:pt x="247043" y="15318"/>
                  </a:lnTo>
                  <a:lnTo>
                    <a:pt x="242361" y="12866"/>
                  </a:lnTo>
                  <a:lnTo>
                    <a:pt x="237604" y="10563"/>
                  </a:lnTo>
                  <a:lnTo>
                    <a:pt x="232776" y="8412"/>
                  </a:lnTo>
                  <a:lnTo>
                    <a:pt x="227883" y="6415"/>
                  </a:lnTo>
                  <a:lnTo>
                    <a:pt x="222929" y="4573"/>
                  </a:lnTo>
                  <a:lnTo>
                    <a:pt x="217920" y="2889"/>
                  </a:lnTo>
                  <a:lnTo>
                    <a:pt x="212859" y="1364"/>
                  </a:lnTo>
                  <a:lnTo>
                    <a:pt x="207753" y="0"/>
                  </a:lnTo>
                  <a:lnTo>
                    <a:pt x="167160" y="162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40593" cy="167167"/>
            </a:xfrm>
            <a:custGeom>
              <a:avLst/>
              <a:pathLst>
                <a:path w="40593" h="167167">
                  <a:moveTo>
                    <a:pt x="40593" y="5003"/>
                  </a:moveTo>
                  <a:lnTo>
                    <a:pt x="33931" y="3479"/>
                  </a:lnTo>
                  <a:lnTo>
                    <a:pt x="27213" y="2229"/>
                  </a:lnTo>
                  <a:lnTo>
                    <a:pt x="20450" y="1255"/>
                  </a:lnTo>
                  <a:lnTo>
                    <a:pt x="13652" y="558"/>
                  </a:lnTo>
                  <a:lnTo>
                    <a:pt x="6831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1640" y="941493"/>
              <a:ext cx="34575" cy="167167"/>
            </a:xfrm>
            <a:custGeom>
              <a:avLst/>
              <a:pathLst>
                <a:path w="34575" h="167167">
                  <a:moveTo>
                    <a:pt x="34575" y="0"/>
                  </a:moveTo>
                  <a:lnTo>
                    <a:pt x="27611" y="145"/>
                  </a:lnTo>
                  <a:lnTo>
                    <a:pt x="20660" y="580"/>
                  </a:lnTo>
                  <a:lnTo>
                    <a:pt x="13733" y="1304"/>
                  </a:lnTo>
                  <a:lnTo>
                    <a:pt x="6842" y="2316"/>
                  </a:lnTo>
                  <a:lnTo>
                    <a:pt x="0" y="3614"/>
                  </a:lnTo>
                  <a:lnTo>
                    <a:pt x="345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1640" y="945107"/>
              <a:ext cx="34575" cy="163552"/>
            </a:xfrm>
            <a:custGeom>
              <a:avLst/>
              <a:pathLst>
                <a:path w="34575" h="163552">
                  <a:moveTo>
                    <a:pt x="0" y="0"/>
                  </a:moveTo>
                  <a:lnTo>
                    <a:pt x="34575" y="1635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69" y="945107"/>
              <a:ext cx="180618" cy="330700"/>
            </a:xfrm>
            <a:custGeom>
              <a:avLst/>
              <a:pathLst>
                <a:path w="180618" h="330700">
                  <a:moveTo>
                    <a:pt x="132571" y="0"/>
                  </a:moveTo>
                  <a:lnTo>
                    <a:pt x="127346" y="1192"/>
                  </a:lnTo>
                  <a:lnTo>
                    <a:pt x="122161" y="2551"/>
                  </a:lnTo>
                  <a:lnTo>
                    <a:pt x="117023" y="4076"/>
                  </a:lnTo>
                  <a:lnTo>
                    <a:pt x="111936" y="5765"/>
                  </a:lnTo>
                  <a:lnTo>
                    <a:pt x="106906" y="7616"/>
                  </a:lnTo>
                  <a:lnTo>
                    <a:pt x="101938" y="9627"/>
                  </a:lnTo>
                  <a:lnTo>
                    <a:pt x="97037" y="11797"/>
                  </a:lnTo>
                  <a:lnTo>
                    <a:pt x="92209" y="14122"/>
                  </a:lnTo>
                  <a:lnTo>
                    <a:pt x="87457" y="16601"/>
                  </a:lnTo>
                  <a:lnTo>
                    <a:pt x="82787" y="19232"/>
                  </a:lnTo>
                  <a:lnTo>
                    <a:pt x="78204" y="22010"/>
                  </a:lnTo>
                  <a:lnTo>
                    <a:pt x="73712" y="24934"/>
                  </a:lnTo>
                  <a:lnTo>
                    <a:pt x="69316" y="28001"/>
                  </a:lnTo>
                  <a:lnTo>
                    <a:pt x="65021" y="31207"/>
                  </a:lnTo>
                  <a:lnTo>
                    <a:pt x="60831" y="34549"/>
                  </a:lnTo>
                  <a:lnTo>
                    <a:pt x="56750" y="38023"/>
                  </a:lnTo>
                  <a:lnTo>
                    <a:pt x="52782" y="41627"/>
                  </a:lnTo>
                  <a:lnTo>
                    <a:pt x="48932" y="45356"/>
                  </a:lnTo>
                  <a:lnTo>
                    <a:pt x="45204" y="49206"/>
                  </a:lnTo>
                  <a:lnTo>
                    <a:pt x="41601" y="53174"/>
                  </a:lnTo>
                  <a:lnTo>
                    <a:pt x="38127" y="57255"/>
                  </a:lnTo>
                  <a:lnTo>
                    <a:pt x="34786" y="61446"/>
                  </a:lnTo>
                  <a:lnTo>
                    <a:pt x="31580" y="65742"/>
                  </a:lnTo>
                  <a:lnTo>
                    <a:pt x="28515" y="70138"/>
                  </a:lnTo>
                  <a:lnTo>
                    <a:pt x="25591" y="74630"/>
                  </a:lnTo>
                  <a:lnTo>
                    <a:pt x="22813" y="79214"/>
                  </a:lnTo>
                  <a:lnTo>
                    <a:pt x="20184" y="83884"/>
                  </a:lnTo>
                  <a:lnTo>
                    <a:pt x="17705" y="88636"/>
                  </a:lnTo>
                  <a:lnTo>
                    <a:pt x="15380" y="93465"/>
                  </a:lnTo>
                  <a:lnTo>
                    <a:pt x="13212" y="98367"/>
                  </a:lnTo>
                  <a:lnTo>
                    <a:pt x="11201" y="103335"/>
                  </a:lnTo>
                  <a:lnTo>
                    <a:pt x="9351" y="108365"/>
                  </a:lnTo>
                  <a:lnTo>
                    <a:pt x="7663" y="113452"/>
                  </a:lnTo>
                  <a:lnTo>
                    <a:pt x="6139" y="118591"/>
                  </a:lnTo>
                  <a:lnTo>
                    <a:pt x="4780" y="123775"/>
                  </a:lnTo>
                  <a:lnTo>
                    <a:pt x="3588" y="129001"/>
                  </a:lnTo>
                  <a:lnTo>
                    <a:pt x="2565" y="134262"/>
                  </a:lnTo>
                  <a:lnTo>
                    <a:pt x="1710" y="139553"/>
                  </a:lnTo>
                  <a:lnTo>
                    <a:pt x="1026" y="144869"/>
                  </a:lnTo>
                  <a:lnTo>
                    <a:pt x="512" y="150204"/>
                  </a:lnTo>
                  <a:lnTo>
                    <a:pt x="170" y="155553"/>
                  </a:lnTo>
                  <a:lnTo>
                    <a:pt x="0" y="160910"/>
                  </a:lnTo>
                  <a:lnTo>
                    <a:pt x="1" y="166269"/>
                  </a:lnTo>
                  <a:lnTo>
                    <a:pt x="174" y="171626"/>
                  </a:lnTo>
                  <a:lnTo>
                    <a:pt x="518" y="176975"/>
                  </a:lnTo>
                  <a:lnTo>
                    <a:pt x="1034" y="182310"/>
                  </a:lnTo>
                  <a:lnTo>
                    <a:pt x="1721" y="187625"/>
                  </a:lnTo>
                  <a:lnTo>
                    <a:pt x="2578" y="192916"/>
                  </a:lnTo>
                  <a:lnTo>
                    <a:pt x="3604" y="198176"/>
                  </a:lnTo>
                  <a:lnTo>
                    <a:pt x="4798" y="203401"/>
                  </a:lnTo>
                  <a:lnTo>
                    <a:pt x="6159" y="208585"/>
                  </a:lnTo>
                  <a:lnTo>
                    <a:pt x="7685" y="213723"/>
                  </a:lnTo>
                  <a:lnTo>
                    <a:pt x="9375" y="218809"/>
                  </a:lnTo>
                  <a:lnTo>
                    <a:pt x="11228" y="223839"/>
                  </a:lnTo>
                  <a:lnTo>
                    <a:pt x="13241" y="228806"/>
                  </a:lnTo>
                  <a:lnTo>
                    <a:pt x="15412" y="233706"/>
                  </a:lnTo>
                  <a:lnTo>
                    <a:pt x="17739" y="238535"/>
                  </a:lnTo>
                  <a:lnTo>
                    <a:pt x="20219" y="243286"/>
                  </a:lnTo>
                  <a:lnTo>
                    <a:pt x="22851" y="247955"/>
                  </a:lnTo>
                  <a:lnTo>
                    <a:pt x="25631" y="252537"/>
                  </a:lnTo>
                  <a:lnTo>
                    <a:pt x="28556" y="257028"/>
                  </a:lnTo>
                  <a:lnTo>
                    <a:pt x="31624" y="261423"/>
                  </a:lnTo>
                  <a:lnTo>
                    <a:pt x="34831" y="265717"/>
                  </a:lnTo>
                  <a:lnTo>
                    <a:pt x="38174" y="269906"/>
                  </a:lnTo>
                  <a:lnTo>
                    <a:pt x="41650" y="273986"/>
                  </a:lnTo>
                  <a:lnTo>
                    <a:pt x="45255" y="277953"/>
                  </a:lnTo>
                  <a:lnTo>
                    <a:pt x="48985" y="281801"/>
                  </a:lnTo>
                  <a:lnTo>
                    <a:pt x="52836" y="285529"/>
                  </a:lnTo>
                  <a:lnTo>
                    <a:pt x="56805" y="289130"/>
                  </a:lnTo>
                  <a:lnTo>
                    <a:pt x="60888" y="292603"/>
                  </a:lnTo>
                  <a:lnTo>
                    <a:pt x="65079" y="295943"/>
                  </a:lnTo>
                  <a:lnTo>
                    <a:pt x="69376" y="299147"/>
                  </a:lnTo>
                  <a:lnTo>
                    <a:pt x="73773" y="302212"/>
                  </a:lnTo>
                  <a:lnTo>
                    <a:pt x="78266" y="305134"/>
                  </a:lnTo>
                  <a:lnTo>
                    <a:pt x="82851" y="307910"/>
                  </a:lnTo>
                  <a:lnTo>
                    <a:pt x="87522" y="310539"/>
                  </a:lnTo>
                  <a:lnTo>
                    <a:pt x="92275" y="313016"/>
                  </a:lnTo>
                  <a:lnTo>
                    <a:pt x="97105" y="315339"/>
                  </a:lnTo>
                  <a:lnTo>
                    <a:pt x="102007" y="317506"/>
                  </a:lnTo>
                  <a:lnTo>
                    <a:pt x="106976" y="319515"/>
                  </a:lnTo>
                  <a:lnTo>
                    <a:pt x="112006" y="321364"/>
                  </a:lnTo>
                  <a:lnTo>
                    <a:pt x="117094" y="323051"/>
                  </a:lnTo>
                  <a:lnTo>
                    <a:pt x="122233" y="324573"/>
                  </a:lnTo>
                  <a:lnTo>
                    <a:pt x="127418" y="325930"/>
                  </a:lnTo>
                  <a:lnTo>
                    <a:pt x="132644" y="327120"/>
                  </a:lnTo>
                  <a:lnTo>
                    <a:pt x="137905" y="328142"/>
                  </a:lnTo>
                  <a:lnTo>
                    <a:pt x="143196" y="328995"/>
                  </a:lnTo>
                  <a:lnTo>
                    <a:pt x="148512" y="329678"/>
                  </a:lnTo>
                  <a:lnTo>
                    <a:pt x="153848" y="330190"/>
                  </a:lnTo>
                  <a:lnTo>
                    <a:pt x="159196" y="330531"/>
                  </a:lnTo>
                  <a:lnTo>
                    <a:pt x="164553" y="330700"/>
                  </a:lnTo>
                  <a:lnTo>
                    <a:pt x="169913" y="330697"/>
                  </a:lnTo>
                  <a:lnTo>
                    <a:pt x="175270" y="330522"/>
                  </a:lnTo>
                  <a:lnTo>
                    <a:pt x="180618" y="330176"/>
                  </a:lnTo>
                  <a:lnTo>
                    <a:pt x="167146" y="1635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61" cy="333791"/>
            </a:xfrm>
            <a:custGeom>
              <a:avLst/>
              <a:pathLst>
                <a:path w="167161" h="333791">
                  <a:moveTo>
                    <a:pt x="13472" y="333791"/>
                  </a:moveTo>
                  <a:lnTo>
                    <a:pt x="18777" y="333276"/>
                  </a:lnTo>
                  <a:lnTo>
                    <a:pt x="24063" y="332593"/>
                  </a:lnTo>
                  <a:lnTo>
                    <a:pt x="29324" y="331742"/>
                  </a:lnTo>
                  <a:lnTo>
                    <a:pt x="34556" y="330724"/>
                  </a:lnTo>
                  <a:lnTo>
                    <a:pt x="39752" y="329539"/>
                  </a:lnTo>
                  <a:lnTo>
                    <a:pt x="44908" y="328189"/>
                  </a:lnTo>
                  <a:lnTo>
                    <a:pt x="50019" y="326676"/>
                  </a:lnTo>
                  <a:lnTo>
                    <a:pt x="55078" y="325000"/>
                  </a:lnTo>
                  <a:lnTo>
                    <a:pt x="60082" y="323164"/>
                  </a:lnTo>
                  <a:lnTo>
                    <a:pt x="65024" y="321169"/>
                  </a:lnTo>
                  <a:lnTo>
                    <a:pt x="69901" y="319018"/>
                  </a:lnTo>
                  <a:lnTo>
                    <a:pt x="74706" y="316712"/>
                  </a:lnTo>
                  <a:lnTo>
                    <a:pt x="79436" y="314255"/>
                  </a:lnTo>
                  <a:lnTo>
                    <a:pt x="84084" y="311648"/>
                  </a:lnTo>
                  <a:lnTo>
                    <a:pt x="88647" y="308894"/>
                  </a:lnTo>
                  <a:lnTo>
                    <a:pt x="93120" y="305996"/>
                  </a:lnTo>
                  <a:lnTo>
                    <a:pt x="97499" y="302957"/>
                  </a:lnTo>
                  <a:lnTo>
                    <a:pt x="101778" y="299779"/>
                  </a:lnTo>
                  <a:lnTo>
                    <a:pt x="105954" y="296467"/>
                  </a:lnTo>
                  <a:lnTo>
                    <a:pt x="110022" y="293024"/>
                  </a:lnTo>
                  <a:lnTo>
                    <a:pt x="113978" y="289453"/>
                  </a:lnTo>
                  <a:lnTo>
                    <a:pt x="117819" y="285757"/>
                  </a:lnTo>
                  <a:lnTo>
                    <a:pt x="121539" y="281941"/>
                  </a:lnTo>
                  <a:lnTo>
                    <a:pt x="125137" y="278008"/>
                  </a:lnTo>
                  <a:lnTo>
                    <a:pt x="128607" y="273962"/>
                  </a:lnTo>
                  <a:lnTo>
                    <a:pt x="131946" y="269808"/>
                  </a:lnTo>
                  <a:lnTo>
                    <a:pt x="135151" y="265549"/>
                  </a:lnTo>
                  <a:lnTo>
                    <a:pt x="138218" y="261191"/>
                  </a:lnTo>
                  <a:lnTo>
                    <a:pt x="141146" y="256737"/>
                  </a:lnTo>
                  <a:lnTo>
                    <a:pt x="143929" y="252192"/>
                  </a:lnTo>
                  <a:lnTo>
                    <a:pt x="146567" y="247560"/>
                  </a:lnTo>
                  <a:lnTo>
                    <a:pt x="149055" y="242847"/>
                  </a:lnTo>
                  <a:lnTo>
                    <a:pt x="151392" y="238057"/>
                  </a:lnTo>
                  <a:lnTo>
                    <a:pt x="153575" y="233194"/>
                  </a:lnTo>
                  <a:lnTo>
                    <a:pt x="155602" y="228265"/>
                  </a:lnTo>
                  <a:lnTo>
                    <a:pt x="157470" y="223273"/>
                  </a:lnTo>
                  <a:lnTo>
                    <a:pt x="159179" y="218225"/>
                  </a:lnTo>
                  <a:lnTo>
                    <a:pt x="160726" y="213124"/>
                  </a:lnTo>
                  <a:lnTo>
                    <a:pt x="162109" y="207977"/>
                  </a:lnTo>
                  <a:lnTo>
                    <a:pt x="163328" y="202789"/>
                  </a:lnTo>
                  <a:lnTo>
                    <a:pt x="164380" y="197564"/>
                  </a:lnTo>
                  <a:lnTo>
                    <a:pt x="165266" y="192308"/>
                  </a:lnTo>
                  <a:lnTo>
                    <a:pt x="165983" y="187027"/>
                  </a:lnTo>
                  <a:lnTo>
                    <a:pt x="166532" y="181725"/>
                  </a:lnTo>
                  <a:lnTo>
                    <a:pt x="166911" y="176409"/>
                  </a:lnTo>
                  <a:lnTo>
                    <a:pt x="167121" y="171083"/>
                  </a:lnTo>
                  <a:lnTo>
                    <a:pt x="167161" y="165754"/>
                  </a:lnTo>
                  <a:lnTo>
                    <a:pt x="167031" y="160425"/>
                  </a:lnTo>
                  <a:lnTo>
                    <a:pt x="166731" y="155104"/>
                  </a:lnTo>
                  <a:lnTo>
                    <a:pt x="166262" y="149795"/>
                  </a:lnTo>
                  <a:lnTo>
                    <a:pt x="165624" y="144503"/>
                  </a:lnTo>
                  <a:lnTo>
                    <a:pt x="164817" y="139235"/>
                  </a:lnTo>
                  <a:lnTo>
                    <a:pt x="163843" y="133995"/>
                  </a:lnTo>
                  <a:lnTo>
                    <a:pt x="162702" y="128789"/>
                  </a:lnTo>
                  <a:lnTo>
                    <a:pt x="161396" y="123621"/>
                  </a:lnTo>
                  <a:lnTo>
                    <a:pt x="159925" y="118498"/>
                  </a:lnTo>
                  <a:lnTo>
                    <a:pt x="158293" y="113425"/>
                  </a:lnTo>
                  <a:lnTo>
                    <a:pt x="156499" y="108406"/>
                  </a:lnTo>
                  <a:lnTo>
                    <a:pt x="154546" y="103447"/>
                  </a:lnTo>
                  <a:lnTo>
                    <a:pt x="152436" y="98552"/>
                  </a:lnTo>
                  <a:lnTo>
                    <a:pt x="150171" y="93727"/>
                  </a:lnTo>
                  <a:lnTo>
                    <a:pt x="147754" y="88977"/>
                  </a:lnTo>
                  <a:lnTo>
                    <a:pt x="145186" y="84307"/>
                  </a:lnTo>
                  <a:lnTo>
                    <a:pt x="142471" y="79721"/>
                  </a:lnTo>
                  <a:lnTo>
                    <a:pt x="139611" y="75223"/>
                  </a:lnTo>
                  <a:lnTo>
                    <a:pt x="136609" y="70819"/>
                  </a:lnTo>
                  <a:lnTo>
                    <a:pt x="133468" y="66513"/>
                  </a:lnTo>
                  <a:lnTo>
                    <a:pt x="130191" y="62309"/>
                  </a:lnTo>
                  <a:lnTo>
                    <a:pt x="126782" y="58212"/>
                  </a:lnTo>
                  <a:lnTo>
                    <a:pt x="123244" y="54226"/>
                  </a:lnTo>
                  <a:lnTo>
                    <a:pt x="119581" y="50355"/>
                  </a:lnTo>
                  <a:lnTo>
                    <a:pt x="115797" y="46602"/>
                  </a:lnTo>
                  <a:lnTo>
                    <a:pt x="111894" y="42971"/>
                  </a:lnTo>
                  <a:lnTo>
                    <a:pt x="107878" y="39468"/>
                  </a:lnTo>
                  <a:lnTo>
                    <a:pt x="103752" y="36093"/>
                  </a:lnTo>
                  <a:lnTo>
                    <a:pt x="99521" y="32852"/>
                  </a:lnTo>
                  <a:lnTo>
                    <a:pt x="95189" y="29748"/>
                  </a:lnTo>
                  <a:lnTo>
                    <a:pt x="90760" y="26783"/>
                  </a:lnTo>
                  <a:lnTo>
                    <a:pt x="86238" y="23961"/>
                  </a:lnTo>
                  <a:lnTo>
                    <a:pt x="81629" y="21285"/>
                  </a:lnTo>
                  <a:lnTo>
                    <a:pt x="76937" y="18757"/>
                  </a:lnTo>
                  <a:lnTo>
                    <a:pt x="72167" y="16379"/>
                  </a:lnTo>
                  <a:lnTo>
                    <a:pt x="67323" y="14156"/>
                  </a:lnTo>
                  <a:lnTo>
                    <a:pt x="62411" y="12087"/>
                  </a:lnTo>
                  <a:lnTo>
                    <a:pt x="57435" y="10176"/>
                  </a:lnTo>
                  <a:lnTo>
                    <a:pt x="52401" y="8425"/>
                  </a:lnTo>
                  <a:lnTo>
                    <a:pt x="47314" y="6835"/>
                  </a:lnTo>
                  <a:lnTo>
                    <a:pt x="42179" y="5408"/>
                  </a:lnTo>
                  <a:lnTo>
                    <a:pt x="37001" y="4146"/>
                  </a:lnTo>
                  <a:lnTo>
                    <a:pt x="31785" y="3049"/>
                  </a:lnTo>
                  <a:lnTo>
                    <a:pt x="26537" y="2119"/>
                  </a:lnTo>
                  <a:lnTo>
                    <a:pt x="21262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671" y="1071028"/>
              <a:ext cx="166830" cy="167167"/>
            </a:xfrm>
            <a:custGeom>
              <a:avLst/>
              <a:pathLst>
                <a:path w="166830" h="167167">
                  <a:moveTo>
                    <a:pt x="166830" y="0"/>
                  </a:moveTo>
                  <a:lnTo>
                    <a:pt x="161353" y="89"/>
                  </a:lnTo>
                  <a:lnTo>
                    <a:pt x="155883" y="358"/>
                  </a:lnTo>
                  <a:lnTo>
                    <a:pt x="150424" y="807"/>
                  </a:lnTo>
                  <a:lnTo>
                    <a:pt x="144982" y="1433"/>
                  </a:lnTo>
                  <a:lnTo>
                    <a:pt x="139564" y="2238"/>
                  </a:lnTo>
                  <a:lnTo>
                    <a:pt x="134176" y="3220"/>
                  </a:lnTo>
                  <a:lnTo>
                    <a:pt x="128822" y="4378"/>
                  </a:lnTo>
                  <a:lnTo>
                    <a:pt x="123510" y="5710"/>
                  </a:lnTo>
                  <a:lnTo>
                    <a:pt x="118244" y="7216"/>
                  </a:lnTo>
                  <a:lnTo>
                    <a:pt x="113029" y="8893"/>
                  </a:lnTo>
                  <a:lnTo>
                    <a:pt x="107873" y="10741"/>
                  </a:lnTo>
                  <a:lnTo>
                    <a:pt x="102780" y="12756"/>
                  </a:lnTo>
                  <a:lnTo>
                    <a:pt x="97756" y="14938"/>
                  </a:lnTo>
                  <a:lnTo>
                    <a:pt x="92806" y="17282"/>
                  </a:lnTo>
                  <a:lnTo>
                    <a:pt x="87935" y="19788"/>
                  </a:lnTo>
                  <a:lnTo>
                    <a:pt x="83149" y="22451"/>
                  </a:lnTo>
                  <a:lnTo>
                    <a:pt x="78453" y="25271"/>
                  </a:lnTo>
                  <a:lnTo>
                    <a:pt x="73852" y="28242"/>
                  </a:lnTo>
                  <a:lnTo>
                    <a:pt x="69351" y="31363"/>
                  </a:lnTo>
                  <a:lnTo>
                    <a:pt x="64954" y="34629"/>
                  </a:lnTo>
                  <a:lnTo>
                    <a:pt x="60667" y="38038"/>
                  </a:lnTo>
                  <a:lnTo>
                    <a:pt x="56493" y="41585"/>
                  </a:lnTo>
                  <a:lnTo>
                    <a:pt x="52438" y="45267"/>
                  </a:lnTo>
                  <a:lnTo>
                    <a:pt x="48506" y="49080"/>
                  </a:lnTo>
                  <a:lnTo>
                    <a:pt x="44701" y="53020"/>
                  </a:lnTo>
                  <a:lnTo>
                    <a:pt x="41027" y="57082"/>
                  </a:lnTo>
                  <a:lnTo>
                    <a:pt x="37488" y="61263"/>
                  </a:lnTo>
                  <a:lnTo>
                    <a:pt x="34088" y="65557"/>
                  </a:lnTo>
                  <a:lnTo>
                    <a:pt x="30831" y="69960"/>
                  </a:lnTo>
                  <a:lnTo>
                    <a:pt x="27719" y="74468"/>
                  </a:lnTo>
                  <a:lnTo>
                    <a:pt x="24757" y="79075"/>
                  </a:lnTo>
                  <a:lnTo>
                    <a:pt x="21947" y="83776"/>
                  </a:lnTo>
                  <a:lnTo>
                    <a:pt x="19293" y="88568"/>
                  </a:lnTo>
                  <a:lnTo>
                    <a:pt x="16797" y="93443"/>
                  </a:lnTo>
                  <a:lnTo>
                    <a:pt x="14462" y="98398"/>
                  </a:lnTo>
                  <a:lnTo>
                    <a:pt x="12291" y="103427"/>
                  </a:lnTo>
                  <a:lnTo>
                    <a:pt x="10286" y="108524"/>
                  </a:lnTo>
                  <a:lnTo>
                    <a:pt x="8449" y="113684"/>
                  </a:lnTo>
                  <a:lnTo>
                    <a:pt x="6782" y="118901"/>
                  </a:lnTo>
                  <a:lnTo>
                    <a:pt x="5286" y="124170"/>
                  </a:lnTo>
                  <a:lnTo>
                    <a:pt x="3965" y="129486"/>
                  </a:lnTo>
                  <a:lnTo>
                    <a:pt x="2817" y="134841"/>
                  </a:lnTo>
                  <a:lnTo>
                    <a:pt x="1846" y="140232"/>
                  </a:lnTo>
                  <a:lnTo>
                    <a:pt x="1053" y="145651"/>
                  </a:lnTo>
                  <a:lnTo>
                    <a:pt x="437" y="151094"/>
                  </a:lnTo>
                  <a:lnTo>
                    <a:pt x="0" y="156554"/>
                  </a:lnTo>
                  <a:lnTo>
                    <a:pt x="1668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671" y="1227583"/>
              <a:ext cx="166830" cy="10613"/>
            </a:xfrm>
            <a:custGeom>
              <a:avLst/>
              <a:pathLst>
                <a:path w="166830" h="10613">
                  <a:moveTo>
                    <a:pt x="0" y="0"/>
                  </a:moveTo>
                  <a:lnTo>
                    <a:pt x="166830" y="106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4" y="1073625"/>
              <a:ext cx="334334" cy="331718"/>
            </a:xfrm>
            <a:custGeom>
              <a:avLst/>
              <a:pathLst>
                <a:path w="334334" h="331718">
                  <a:moveTo>
                    <a:pt x="337" y="153957"/>
                  </a:moveTo>
                  <a:lnTo>
                    <a:pt x="84" y="159253"/>
                  </a:lnTo>
                  <a:lnTo>
                    <a:pt x="0" y="164555"/>
                  </a:lnTo>
                  <a:lnTo>
                    <a:pt x="83" y="169857"/>
                  </a:lnTo>
                  <a:lnTo>
                    <a:pt x="335" y="175153"/>
                  </a:lnTo>
                  <a:lnTo>
                    <a:pt x="754" y="180439"/>
                  </a:lnTo>
                  <a:lnTo>
                    <a:pt x="1341" y="185708"/>
                  </a:lnTo>
                  <a:lnTo>
                    <a:pt x="2095" y="190957"/>
                  </a:lnTo>
                  <a:lnTo>
                    <a:pt x="3015" y="196179"/>
                  </a:lnTo>
                  <a:lnTo>
                    <a:pt x="4100" y="201369"/>
                  </a:lnTo>
                  <a:lnTo>
                    <a:pt x="5349" y="206522"/>
                  </a:lnTo>
                  <a:lnTo>
                    <a:pt x="6761" y="211633"/>
                  </a:lnTo>
                  <a:lnTo>
                    <a:pt x="8334" y="216697"/>
                  </a:lnTo>
                  <a:lnTo>
                    <a:pt x="10068" y="221708"/>
                  </a:lnTo>
                  <a:lnTo>
                    <a:pt x="11959" y="226661"/>
                  </a:lnTo>
                  <a:lnTo>
                    <a:pt x="14006" y="231553"/>
                  </a:lnTo>
                  <a:lnTo>
                    <a:pt x="16207" y="236376"/>
                  </a:lnTo>
                  <a:lnTo>
                    <a:pt x="18561" y="241128"/>
                  </a:lnTo>
                  <a:lnTo>
                    <a:pt x="21063" y="245802"/>
                  </a:lnTo>
                  <a:lnTo>
                    <a:pt x="23713" y="250395"/>
                  </a:lnTo>
                  <a:lnTo>
                    <a:pt x="26507" y="254902"/>
                  </a:lnTo>
                  <a:lnTo>
                    <a:pt x="29443" y="259317"/>
                  </a:lnTo>
                  <a:lnTo>
                    <a:pt x="32517" y="263638"/>
                  </a:lnTo>
                  <a:lnTo>
                    <a:pt x="35727" y="267858"/>
                  </a:lnTo>
                  <a:lnTo>
                    <a:pt x="39069" y="271975"/>
                  </a:lnTo>
                  <a:lnTo>
                    <a:pt x="42539" y="275983"/>
                  </a:lnTo>
                  <a:lnTo>
                    <a:pt x="46135" y="279880"/>
                  </a:lnTo>
                  <a:lnTo>
                    <a:pt x="49853" y="283660"/>
                  </a:lnTo>
                  <a:lnTo>
                    <a:pt x="53689" y="287321"/>
                  </a:lnTo>
                  <a:lnTo>
                    <a:pt x="57639" y="290858"/>
                  </a:lnTo>
                  <a:lnTo>
                    <a:pt x="61700" y="294268"/>
                  </a:lnTo>
                  <a:lnTo>
                    <a:pt x="65866" y="297548"/>
                  </a:lnTo>
                  <a:lnTo>
                    <a:pt x="70135" y="300694"/>
                  </a:lnTo>
                  <a:lnTo>
                    <a:pt x="74500" y="303703"/>
                  </a:lnTo>
                  <a:lnTo>
                    <a:pt x="78960" y="306572"/>
                  </a:lnTo>
                  <a:lnTo>
                    <a:pt x="83508" y="309298"/>
                  </a:lnTo>
                  <a:lnTo>
                    <a:pt x="88140" y="311878"/>
                  </a:lnTo>
                  <a:lnTo>
                    <a:pt x="92851" y="314310"/>
                  </a:lnTo>
                  <a:lnTo>
                    <a:pt x="97638" y="316592"/>
                  </a:lnTo>
                  <a:lnTo>
                    <a:pt x="102494" y="318721"/>
                  </a:lnTo>
                  <a:lnTo>
                    <a:pt x="107415" y="320694"/>
                  </a:lnTo>
                  <a:lnTo>
                    <a:pt x="112397" y="322511"/>
                  </a:lnTo>
                  <a:lnTo>
                    <a:pt x="117434" y="324168"/>
                  </a:lnTo>
                  <a:lnTo>
                    <a:pt x="122520" y="325665"/>
                  </a:lnTo>
                  <a:lnTo>
                    <a:pt x="127652" y="327000"/>
                  </a:lnTo>
                  <a:lnTo>
                    <a:pt x="132823" y="328172"/>
                  </a:lnTo>
                  <a:lnTo>
                    <a:pt x="138029" y="329179"/>
                  </a:lnTo>
                  <a:lnTo>
                    <a:pt x="143264" y="330020"/>
                  </a:lnTo>
                  <a:lnTo>
                    <a:pt x="148523" y="330695"/>
                  </a:lnTo>
                  <a:lnTo>
                    <a:pt x="153801" y="331202"/>
                  </a:lnTo>
                  <a:lnTo>
                    <a:pt x="159093" y="331542"/>
                  </a:lnTo>
                  <a:lnTo>
                    <a:pt x="164392" y="331714"/>
                  </a:lnTo>
                  <a:lnTo>
                    <a:pt x="169695" y="331718"/>
                  </a:lnTo>
                  <a:lnTo>
                    <a:pt x="174995" y="331554"/>
                  </a:lnTo>
                  <a:lnTo>
                    <a:pt x="180287" y="331222"/>
                  </a:lnTo>
                  <a:lnTo>
                    <a:pt x="185565" y="330722"/>
                  </a:lnTo>
                  <a:lnTo>
                    <a:pt x="190825" y="330055"/>
                  </a:lnTo>
                  <a:lnTo>
                    <a:pt x="196062" y="329221"/>
                  </a:lnTo>
                  <a:lnTo>
                    <a:pt x="201269" y="328222"/>
                  </a:lnTo>
                  <a:lnTo>
                    <a:pt x="206442" y="327058"/>
                  </a:lnTo>
                  <a:lnTo>
                    <a:pt x="211576" y="325731"/>
                  </a:lnTo>
                  <a:lnTo>
                    <a:pt x="216665" y="324241"/>
                  </a:lnTo>
                  <a:lnTo>
                    <a:pt x="221704" y="322591"/>
                  </a:lnTo>
                  <a:lnTo>
                    <a:pt x="226688" y="320782"/>
                  </a:lnTo>
                  <a:lnTo>
                    <a:pt x="231612" y="318816"/>
                  </a:lnTo>
                  <a:lnTo>
                    <a:pt x="236472" y="316694"/>
                  </a:lnTo>
                  <a:lnTo>
                    <a:pt x="241261" y="314420"/>
                  </a:lnTo>
                  <a:lnTo>
                    <a:pt x="245977" y="311995"/>
                  </a:lnTo>
                  <a:lnTo>
                    <a:pt x="250613" y="309421"/>
                  </a:lnTo>
                  <a:lnTo>
                    <a:pt x="255165" y="306702"/>
                  </a:lnTo>
                  <a:lnTo>
                    <a:pt x="259628" y="303839"/>
                  </a:lnTo>
                  <a:lnTo>
                    <a:pt x="263998" y="300837"/>
                  </a:lnTo>
                  <a:lnTo>
                    <a:pt x="268271" y="297697"/>
                  </a:lnTo>
                  <a:lnTo>
                    <a:pt x="272443" y="294424"/>
                  </a:lnTo>
                  <a:lnTo>
                    <a:pt x="276508" y="291020"/>
                  </a:lnTo>
                  <a:lnTo>
                    <a:pt x="280463" y="287488"/>
                  </a:lnTo>
                  <a:lnTo>
                    <a:pt x="284305" y="283833"/>
                  </a:lnTo>
                  <a:lnTo>
                    <a:pt x="288028" y="280058"/>
                  </a:lnTo>
                  <a:lnTo>
                    <a:pt x="291630" y="276167"/>
                  </a:lnTo>
                  <a:lnTo>
                    <a:pt x="295107" y="272164"/>
                  </a:lnTo>
                  <a:lnTo>
                    <a:pt x="298455" y="268052"/>
                  </a:lnTo>
                  <a:lnTo>
                    <a:pt x="301670" y="263836"/>
                  </a:lnTo>
                  <a:lnTo>
                    <a:pt x="304751" y="259520"/>
                  </a:lnTo>
                  <a:lnTo>
                    <a:pt x="307693" y="255109"/>
                  </a:lnTo>
                  <a:lnTo>
                    <a:pt x="310494" y="250607"/>
                  </a:lnTo>
                  <a:lnTo>
                    <a:pt x="313150" y="246018"/>
                  </a:lnTo>
                  <a:lnTo>
                    <a:pt x="315660" y="241347"/>
                  </a:lnTo>
                  <a:lnTo>
                    <a:pt x="318020" y="236599"/>
                  </a:lnTo>
                  <a:lnTo>
                    <a:pt x="320229" y="231779"/>
                  </a:lnTo>
                  <a:lnTo>
                    <a:pt x="322283" y="226890"/>
                  </a:lnTo>
                  <a:lnTo>
                    <a:pt x="324182" y="221940"/>
                  </a:lnTo>
                  <a:lnTo>
                    <a:pt x="325922" y="216931"/>
                  </a:lnTo>
                  <a:lnTo>
                    <a:pt x="327503" y="211870"/>
                  </a:lnTo>
                  <a:lnTo>
                    <a:pt x="328923" y="206761"/>
                  </a:lnTo>
                  <a:lnTo>
                    <a:pt x="330179" y="201610"/>
                  </a:lnTo>
                  <a:lnTo>
                    <a:pt x="331272" y="196421"/>
                  </a:lnTo>
                  <a:lnTo>
                    <a:pt x="332200" y="191201"/>
                  </a:lnTo>
                  <a:lnTo>
                    <a:pt x="332961" y="185953"/>
                  </a:lnTo>
                  <a:lnTo>
                    <a:pt x="333556" y="180684"/>
                  </a:lnTo>
                  <a:lnTo>
                    <a:pt x="333983" y="175399"/>
                  </a:lnTo>
                  <a:lnTo>
                    <a:pt x="334243" y="170103"/>
                  </a:lnTo>
                  <a:lnTo>
                    <a:pt x="334334" y="164802"/>
                  </a:lnTo>
                  <a:lnTo>
                    <a:pt x="334257" y="159500"/>
                  </a:lnTo>
                  <a:lnTo>
                    <a:pt x="334013" y="154203"/>
                  </a:lnTo>
                  <a:lnTo>
                    <a:pt x="333600" y="148917"/>
                  </a:lnTo>
                  <a:lnTo>
                    <a:pt x="333020" y="143646"/>
                  </a:lnTo>
                  <a:lnTo>
                    <a:pt x="332273" y="138397"/>
                  </a:lnTo>
                  <a:lnTo>
                    <a:pt x="331360" y="133174"/>
                  </a:lnTo>
                  <a:lnTo>
                    <a:pt x="330281" y="127982"/>
                  </a:lnTo>
                  <a:lnTo>
                    <a:pt x="329039" y="122827"/>
                  </a:lnTo>
                  <a:lnTo>
                    <a:pt x="327634" y="117715"/>
                  </a:lnTo>
                  <a:lnTo>
                    <a:pt x="326067" y="112649"/>
                  </a:lnTo>
                  <a:lnTo>
                    <a:pt x="324340" y="107636"/>
                  </a:lnTo>
                  <a:lnTo>
                    <a:pt x="322455" y="102680"/>
                  </a:lnTo>
                  <a:lnTo>
                    <a:pt x="320414" y="97786"/>
                  </a:lnTo>
                  <a:lnTo>
                    <a:pt x="318219" y="92959"/>
                  </a:lnTo>
                  <a:lnTo>
                    <a:pt x="315872" y="88205"/>
                  </a:lnTo>
                  <a:lnTo>
                    <a:pt x="313375" y="83527"/>
                  </a:lnTo>
                  <a:lnTo>
                    <a:pt x="310732" y="78931"/>
                  </a:lnTo>
                  <a:lnTo>
                    <a:pt x="307943" y="74421"/>
                  </a:lnTo>
                  <a:lnTo>
                    <a:pt x="305013" y="70001"/>
                  </a:lnTo>
                  <a:lnTo>
                    <a:pt x="301945" y="65677"/>
                  </a:lnTo>
                  <a:lnTo>
                    <a:pt x="298741" y="61452"/>
                  </a:lnTo>
                  <a:lnTo>
                    <a:pt x="295404" y="57331"/>
                  </a:lnTo>
                  <a:lnTo>
                    <a:pt x="291939" y="53318"/>
                  </a:lnTo>
                  <a:lnTo>
                    <a:pt x="288347" y="49417"/>
                  </a:lnTo>
                  <a:lnTo>
                    <a:pt x="284634" y="45632"/>
                  </a:lnTo>
                  <a:lnTo>
                    <a:pt x="280803" y="41966"/>
                  </a:lnTo>
                  <a:lnTo>
                    <a:pt x="276858" y="38424"/>
                  </a:lnTo>
                  <a:lnTo>
                    <a:pt x="272802" y="35008"/>
                  </a:lnTo>
                  <a:lnTo>
                    <a:pt x="268640" y="31723"/>
                  </a:lnTo>
                  <a:lnTo>
                    <a:pt x="264375" y="28572"/>
                  </a:lnTo>
                  <a:lnTo>
                    <a:pt x="260013" y="25557"/>
                  </a:lnTo>
                  <a:lnTo>
                    <a:pt x="255558" y="22683"/>
                  </a:lnTo>
                  <a:lnTo>
                    <a:pt x="251013" y="19951"/>
                  </a:lnTo>
                  <a:lnTo>
                    <a:pt x="246385" y="17364"/>
                  </a:lnTo>
                  <a:lnTo>
                    <a:pt x="241676" y="14926"/>
                  </a:lnTo>
                  <a:lnTo>
                    <a:pt x="236893" y="12638"/>
                  </a:lnTo>
                  <a:lnTo>
                    <a:pt x="232039" y="10503"/>
                  </a:lnTo>
                  <a:lnTo>
                    <a:pt x="227120" y="8524"/>
                  </a:lnTo>
                  <a:lnTo>
                    <a:pt x="222141" y="6701"/>
                  </a:lnTo>
                  <a:lnTo>
                    <a:pt x="217107" y="5036"/>
                  </a:lnTo>
                  <a:lnTo>
                    <a:pt x="212022" y="3533"/>
                  </a:lnTo>
                  <a:lnTo>
                    <a:pt x="206892" y="2191"/>
                  </a:lnTo>
                  <a:lnTo>
                    <a:pt x="201722" y="1013"/>
                  </a:lnTo>
                  <a:lnTo>
                    <a:pt x="196518" y="0"/>
                  </a:lnTo>
                  <a:lnTo>
                    <a:pt x="167167" y="1645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29350" cy="167167"/>
            </a:xfrm>
            <a:custGeom>
              <a:avLst/>
              <a:pathLst>
                <a:path w="29350" h="167167">
                  <a:moveTo>
                    <a:pt x="29350" y="2596"/>
                  </a:moveTo>
                  <a:lnTo>
                    <a:pt x="22063" y="1462"/>
                  </a:lnTo>
                  <a:lnTo>
                    <a:pt x="14732" y="650"/>
                  </a:lnTo>
                  <a:lnTo>
                    <a:pt x="7373" y="16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0935" y="1322571"/>
              <a:ext cx="47785" cy="167167"/>
            </a:xfrm>
            <a:custGeom>
              <a:avLst/>
              <a:pathLst>
                <a:path w="47785" h="167167">
                  <a:moveTo>
                    <a:pt x="47785" y="0"/>
                  </a:moveTo>
                  <a:lnTo>
                    <a:pt x="41728" y="109"/>
                  </a:lnTo>
                  <a:lnTo>
                    <a:pt x="35680" y="438"/>
                  </a:lnTo>
                  <a:lnTo>
                    <a:pt x="29648" y="986"/>
                  </a:lnTo>
                  <a:lnTo>
                    <a:pt x="23639" y="1753"/>
                  </a:lnTo>
                  <a:lnTo>
                    <a:pt x="17662" y="2736"/>
                  </a:lnTo>
                  <a:lnTo>
                    <a:pt x="11725" y="3935"/>
                  </a:lnTo>
                  <a:lnTo>
                    <a:pt x="5834" y="5349"/>
                  </a:lnTo>
                  <a:lnTo>
                    <a:pt x="0" y="6975"/>
                  </a:lnTo>
                  <a:lnTo>
                    <a:pt x="4778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40935" y="1329547"/>
              <a:ext cx="47785" cy="160192"/>
            </a:xfrm>
            <a:custGeom>
              <a:avLst/>
              <a:pathLst>
                <a:path w="47785" h="160192">
                  <a:moveTo>
                    <a:pt x="0" y="0"/>
                  </a:moveTo>
                  <a:lnTo>
                    <a:pt x="47785" y="16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72" y="1329547"/>
              <a:ext cx="334310" cy="327358"/>
            </a:xfrm>
            <a:custGeom>
              <a:avLst/>
              <a:pathLst>
                <a:path w="334310" h="327358">
                  <a:moveTo>
                    <a:pt x="119363" y="0"/>
                  </a:moveTo>
                  <a:lnTo>
                    <a:pt x="114318" y="1592"/>
                  </a:lnTo>
                  <a:lnTo>
                    <a:pt x="109326" y="3343"/>
                  </a:lnTo>
                  <a:lnTo>
                    <a:pt x="104393" y="5251"/>
                  </a:lnTo>
                  <a:lnTo>
                    <a:pt x="99522" y="7314"/>
                  </a:lnTo>
                  <a:lnTo>
                    <a:pt x="94719" y="9530"/>
                  </a:lnTo>
                  <a:lnTo>
                    <a:pt x="89988" y="11897"/>
                  </a:lnTo>
                  <a:lnTo>
                    <a:pt x="85335" y="14413"/>
                  </a:lnTo>
                  <a:lnTo>
                    <a:pt x="80763" y="17074"/>
                  </a:lnTo>
                  <a:lnTo>
                    <a:pt x="76278" y="19879"/>
                  </a:lnTo>
                  <a:lnTo>
                    <a:pt x="71884" y="22824"/>
                  </a:lnTo>
                  <a:lnTo>
                    <a:pt x="67585" y="25907"/>
                  </a:lnTo>
                  <a:lnTo>
                    <a:pt x="63387" y="29125"/>
                  </a:lnTo>
                  <a:lnTo>
                    <a:pt x="59292" y="32473"/>
                  </a:lnTo>
                  <a:lnTo>
                    <a:pt x="55305" y="35950"/>
                  </a:lnTo>
                  <a:lnTo>
                    <a:pt x="51430" y="39551"/>
                  </a:lnTo>
                  <a:lnTo>
                    <a:pt x="47670" y="43272"/>
                  </a:lnTo>
                  <a:lnTo>
                    <a:pt x="44031" y="47111"/>
                  </a:lnTo>
                  <a:lnTo>
                    <a:pt x="40515" y="51063"/>
                  </a:lnTo>
                  <a:lnTo>
                    <a:pt x="37125" y="55125"/>
                  </a:lnTo>
                  <a:lnTo>
                    <a:pt x="33866" y="59291"/>
                  </a:lnTo>
                  <a:lnTo>
                    <a:pt x="30740" y="63559"/>
                  </a:lnTo>
                  <a:lnTo>
                    <a:pt x="27751" y="67923"/>
                  </a:lnTo>
                  <a:lnTo>
                    <a:pt x="24902" y="72380"/>
                  </a:lnTo>
                  <a:lnTo>
                    <a:pt x="22194" y="76924"/>
                  </a:lnTo>
                  <a:lnTo>
                    <a:pt x="19632" y="81552"/>
                  </a:lnTo>
                  <a:lnTo>
                    <a:pt x="17218" y="86259"/>
                  </a:lnTo>
                  <a:lnTo>
                    <a:pt x="14954" y="91040"/>
                  </a:lnTo>
                  <a:lnTo>
                    <a:pt x="12842" y="95890"/>
                  </a:lnTo>
                  <a:lnTo>
                    <a:pt x="10885" y="100804"/>
                  </a:lnTo>
                  <a:lnTo>
                    <a:pt x="9084" y="105778"/>
                  </a:lnTo>
                  <a:lnTo>
                    <a:pt x="7442" y="110806"/>
                  </a:lnTo>
                  <a:lnTo>
                    <a:pt x="5959" y="115884"/>
                  </a:lnTo>
                  <a:lnTo>
                    <a:pt x="4638" y="121006"/>
                  </a:lnTo>
                  <a:lnTo>
                    <a:pt x="3480" y="126168"/>
                  </a:lnTo>
                  <a:lnTo>
                    <a:pt x="2485" y="131363"/>
                  </a:lnTo>
                  <a:lnTo>
                    <a:pt x="1655" y="136588"/>
                  </a:lnTo>
                  <a:lnTo>
                    <a:pt x="991" y="141836"/>
                  </a:lnTo>
                  <a:lnTo>
                    <a:pt x="494" y="147102"/>
                  </a:lnTo>
                  <a:lnTo>
                    <a:pt x="163" y="152382"/>
                  </a:lnTo>
                  <a:lnTo>
                    <a:pt x="0" y="157669"/>
                  </a:lnTo>
                  <a:lnTo>
                    <a:pt x="3" y="162959"/>
                  </a:lnTo>
                  <a:lnTo>
                    <a:pt x="175" y="168246"/>
                  </a:lnTo>
                  <a:lnTo>
                    <a:pt x="513" y="173525"/>
                  </a:lnTo>
                  <a:lnTo>
                    <a:pt x="1018" y="178790"/>
                  </a:lnTo>
                  <a:lnTo>
                    <a:pt x="1690" y="184037"/>
                  </a:lnTo>
                  <a:lnTo>
                    <a:pt x="2527" y="189261"/>
                  </a:lnTo>
                  <a:lnTo>
                    <a:pt x="3529" y="194455"/>
                  </a:lnTo>
                  <a:lnTo>
                    <a:pt x="4695" y="199614"/>
                  </a:lnTo>
                  <a:lnTo>
                    <a:pt x="6024" y="204735"/>
                  </a:lnTo>
                  <a:lnTo>
                    <a:pt x="7514" y="209810"/>
                  </a:lnTo>
                  <a:lnTo>
                    <a:pt x="9164" y="214836"/>
                  </a:lnTo>
                  <a:lnTo>
                    <a:pt x="10972" y="219807"/>
                  </a:lnTo>
                  <a:lnTo>
                    <a:pt x="12936" y="224719"/>
                  </a:lnTo>
                  <a:lnTo>
                    <a:pt x="15055" y="229566"/>
                  </a:lnTo>
                  <a:lnTo>
                    <a:pt x="17326" y="234343"/>
                  </a:lnTo>
                  <a:lnTo>
                    <a:pt x="19748" y="239047"/>
                  </a:lnTo>
                  <a:lnTo>
                    <a:pt x="22316" y="243671"/>
                  </a:lnTo>
                  <a:lnTo>
                    <a:pt x="25030" y="248211"/>
                  </a:lnTo>
                  <a:lnTo>
                    <a:pt x="27886" y="252664"/>
                  </a:lnTo>
                  <a:lnTo>
                    <a:pt x="30882" y="257024"/>
                  </a:lnTo>
                  <a:lnTo>
                    <a:pt x="34014" y="261287"/>
                  </a:lnTo>
                  <a:lnTo>
                    <a:pt x="37279" y="265449"/>
                  </a:lnTo>
                  <a:lnTo>
                    <a:pt x="40674" y="269505"/>
                  </a:lnTo>
                  <a:lnTo>
                    <a:pt x="44196" y="273452"/>
                  </a:lnTo>
                  <a:lnTo>
                    <a:pt x="47841" y="277285"/>
                  </a:lnTo>
                  <a:lnTo>
                    <a:pt x="51606" y="281002"/>
                  </a:lnTo>
                  <a:lnTo>
                    <a:pt x="55486" y="284597"/>
                  </a:lnTo>
                  <a:lnTo>
                    <a:pt x="59478" y="288067"/>
                  </a:lnTo>
                  <a:lnTo>
                    <a:pt x="63578" y="291410"/>
                  </a:lnTo>
                  <a:lnTo>
                    <a:pt x="67782" y="294621"/>
                  </a:lnTo>
                  <a:lnTo>
                    <a:pt x="72085" y="297698"/>
                  </a:lnTo>
                  <a:lnTo>
                    <a:pt x="76483" y="300637"/>
                  </a:lnTo>
                  <a:lnTo>
                    <a:pt x="80972" y="303435"/>
                  </a:lnTo>
                  <a:lnTo>
                    <a:pt x="85548" y="306090"/>
                  </a:lnTo>
                  <a:lnTo>
                    <a:pt x="90205" y="308599"/>
                  </a:lnTo>
                  <a:lnTo>
                    <a:pt x="94939" y="310959"/>
                  </a:lnTo>
                  <a:lnTo>
                    <a:pt x="99745" y="313168"/>
                  </a:lnTo>
                  <a:lnTo>
                    <a:pt x="104619" y="315224"/>
                  </a:lnTo>
                  <a:lnTo>
                    <a:pt x="109556" y="317125"/>
                  </a:lnTo>
                  <a:lnTo>
                    <a:pt x="114550" y="318869"/>
                  </a:lnTo>
                  <a:lnTo>
                    <a:pt x="119597" y="320453"/>
                  </a:lnTo>
                  <a:lnTo>
                    <a:pt x="124691" y="321878"/>
                  </a:lnTo>
                  <a:lnTo>
                    <a:pt x="129828" y="323140"/>
                  </a:lnTo>
                  <a:lnTo>
                    <a:pt x="135003" y="324239"/>
                  </a:lnTo>
                  <a:lnTo>
                    <a:pt x="140209" y="325174"/>
                  </a:lnTo>
                  <a:lnTo>
                    <a:pt x="145443" y="325944"/>
                  </a:lnTo>
                  <a:lnTo>
                    <a:pt x="150698" y="326548"/>
                  </a:lnTo>
                  <a:lnTo>
                    <a:pt x="155970" y="326985"/>
                  </a:lnTo>
                  <a:lnTo>
                    <a:pt x="161253" y="327255"/>
                  </a:lnTo>
                  <a:lnTo>
                    <a:pt x="166541" y="327358"/>
                  </a:lnTo>
                  <a:lnTo>
                    <a:pt x="171831" y="327293"/>
                  </a:lnTo>
                  <a:lnTo>
                    <a:pt x="177116" y="327062"/>
                  </a:lnTo>
                  <a:lnTo>
                    <a:pt x="182390" y="326663"/>
                  </a:lnTo>
                  <a:lnTo>
                    <a:pt x="187650" y="326097"/>
                  </a:lnTo>
                  <a:lnTo>
                    <a:pt x="192889" y="325365"/>
                  </a:lnTo>
                  <a:lnTo>
                    <a:pt x="198102" y="324468"/>
                  </a:lnTo>
                  <a:lnTo>
                    <a:pt x="203284" y="323407"/>
                  </a:lnTo>
                  <a:lnTo>
                    <a:pt x="208430" y="322182"/>
                  </a:lnTo>
                  <a:lnTo>
                    <a:pt x="213535" y="320794"/>
                  </a:lnTo>
                  <a:lnTo>
                    <a:pt x="218593" y="319246"/>
                  </a:lnTo>
                  <a:lnTo>
                    <a:pt x="223600" y="317539"/>
                  </a:lnTo>
                  <a:lnTo>
                    <a:pt x="228550" y="315674"/>
                  </a:lnTo>
                  <a:lnTo>
                    <a:pt x="233439" y="313653"/>
                  </a:lnTo>
                  <a:lnTo>
                    <a:pt x="238261" y="311479"/>
                  </a:lnTo>
                  <a:lnTo>
                    <a:pt x="243012" y="309153"/>
                  </a:lnTo>
                  <a:lnTo>
                    <a:pt x="247687" y="306678"/>
                  </a:lnTo>
                  <a:lnTo>
                    <a:pt x="252282" y="304057"/>
                  </a:lnTo>
                  <a:lnTo>
                    <a:pt x="256791" y="301291"/>
                  </a:lnTo>
                  <a:lnTo>
                    <a:pt x="261211" y="298384"/>
                  </a:lnTo>
                  <a:lnTo>
                    <a:pt x="265536" y="295339"/>
                  </a:lnTo>
                  <a:lnTo>
                    <a:pt x="269763" y="292158"/>
                  </a:lnTo>
                  <a:lnTo>
                    <a:pt x="273887" y="288845"/>
                  </a:lnTo>
                  <a:lnTo>
                    <a:pt x="277904" y="285404"/>
                  </a:lnTo>
                  <a:lnTo>
                    <a:pt x="281810" y="281837"/>
                  </a:lnTo>
                  <a:lnTo>
                    <a:pt x="285602" y="278148"/>
                  </a:lnTo>
                  <a:lnTo>
                    <a:pt x="289274" y="274341"/>
                  </a:lnTo>
                  <a:lnTo>
                    <a:pt x="292825" y="270420"/>
                  </a:lnTo>
                  <a:lnTo>
                    <a:pt x="296250" y="266388"/>
                  </a:lnTo>
                  <a:lnTo>
                    <a:pt x="299545" y="262250"/>
                  </a:lnTo>
                  <a:lnTo>
                    <a:pt x="302708" y="258010"/>
                  </a:lnTo>
                  <a:lnTo>
                    <a:pt x="305735" y="253672"/>
                  </a:lnTo>
                  <a:lnTo>
                    <a:pt x="308623" y="249240"/>
                  </a:lnTo>
                  <a:lnTo>
                    <a:pt x="311370" y="244719"/>
                  </a:lnTo>
                  <a:lnTo>
                    <a:pt x="313972" y="240114"/>
                  </a:lnTo>
                  <a:lnTo>
                    <a:pt x="316427" y="235428"/>
                  </a:lnTo>
                  <a:lnTo>
                    <a:pt x="318733" y="230668"/>
                  </a:lnTo>
                  <a:lnTo>
                    <a:pt x="320887" y="225836"/>
                  </a:lnTo>
                  <a:lnTo>
                    <a:pt x="322887" y="220939"/>
                  </a:lnTo>
                  <a:lnTo>
                    <a:pt x="324731" y="215981"/>
                  </a:lnTo>
                  <a:lnTo>
                    <a:pt x="326417" y="210967"/>
                  </a:lnTo>
                  <a:lnTo>
                    <a:pt x="327944" y="205902"/>
                  </a:lnTo>
                  <a:lnTo>
                    <a:pt x="329310" y="200792"/>
                  </a:lnTo>
                  <a:lnTo>
                    <a:pt x="330513" y="195641"/>
                  </a:lnTo>
                  <a:lnTo>
                    <a:pt x="331553" y="190454"/>
                  </a:lnTo>
                  <a:lnTo>
                    <a:pt x="332428" y="185237"/>
                  </a:lnTo>
                  <a:lnTo>
                    <a:pt x="333138" y="179995"/>
                  </a:lnTo>
                  <a:lnTo>
                    <a:pt x="333682" y="174733"/>
                  </a:lnTo>
                  <a:lnTo>
                    <a:pt x="334058" y="169457"/>
                  </a:lnTo>
                  <a:lnTo>
                    <a:pt x="334268" y="164171"/>
                  </a:lnTo>
                  <a:lnTo>
                    <a:pt x="334310" y="158882"/>
                  </a:lnTo>
                  <a:lnTo>
                    <a:pt x="334185" y="153593"/>
                  </a:lnTo>
                  <a:lnTo>
                    <a:pt x="333893" y="148312"/>
                  </a:lnTo>
                  <a:lnTo>
                    <a:pt x="333433" y="143042"/>
                  </a:lnTo>
                  <a:lnTo>
                    <a:pt x="332807" y="137789"/>
                  </a:lnTo>
                  <a:lnTo>
                    <a:pt x="332016" y="132559"/>
                  </a:lnTo>
                  <a:lnTo>
                    <a:pt x="331059" y="127356"/>
                  </a:lnTo>
                  <a:lnTo>
                    <a:pt x="329938" y="122187"/>
                  </a:lnTo>
                  <a:lnTo>
                    <a:pt x="328654" y="117055"/>
                  </a:lnTo>
                  <a:lnTo>
                    <a:pt x="327208" y="111967"/>
                  </a:lnTo>
                  <a:lnTo>
                    <a:pt x="325602" y="106926"/>
                  </a:lnTo>
                  <a:lnTo>
                    <a:pt x="323838" y="101940"/>
                  </a:lnTo>
                  <a:lnTo>
                    <a:pt x="321916" y="97011"/>
                  </a:lnTo>
                  <a:lnTo>
                    <a:pt x="319840" y="92146"/>
                  </a:lnTo>
                  <a:lnTo>
                    <a:pt x="317610" y="87349"/>
                  </a:lnTo>
                  <a:lnTo>
                    <a:pt x="315230" y="82625"/>
                  </a:lnTo>
                  <a:lnTo>
                    <a:pt x="312702" y="77978"/>
                  </a:lnTo>
                  <a:lnTo>
                    <a:pt x="310028" y="73414"/>
                  </a:lnTo>
                  <a:lnTo>
                    <a:pt x="307210" y="68937"/>
                  </a:lnTo>
                  <a:lnTo>
                    <a:pt x="304253" y="64551"/>
                  </a:lnTo>
                  <a:lnTo>
                    <a:pt x="301158" y="60261"/>
                  </a:lnTo>
                  <a:lnTo>
                    <a:pt x="297929" y="56071"/>
                  </a:lnTo>
                  <a:lnTo>
                    <a:pt x="294570" y="51985"/>
                  </a:lnTo>
                  <a:lnTo>
                    <a:pt x="291082" y="48008"/>
                  </a:lnTo>
                  <a:lnTo>
                    <a:pt x="287471" y="44142"/>
                  </a:lnTo>
                  <a:lnTo>
                    <a:pt x="283739" y="40394"/>
                  </a:lnTo>
                  <a:lnTo>
                    <a:pt x="279890" y="36765"/>
                  </a:lnTo>
                  <a:lnTo>
                    <a:pt x="275928" y="33259"/>
                  </a:lnTo>
                  <a:lnTo>
                    <a:pt x="271858" y="29881"/>
                  </a:lnTo>
                  <a:lnTo>
                    <a:pt x="267682" y="26633"/>
                  </a:lnTo>
                  <a:lnTo>
                    <a:pt x="263406" y="23519"/>
                  </a:lnTo>
                  <a:lnTo>
                    <a:pt x="259033" y="20542"/>
                  </a:lnTo>
                  <a:lnTo>
                    <a:pt x="254569" y="17705"/>
                  </a:lnTo>
                  <a:lnTo>
                    <a:pt x="250017" y="15010"/>
                  </a:lnTo>
                  <a:lnTo>
                    <a:pt x="167148" y="16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2869" cy="167167"/>
            </a:xfrm>
            <a:custGeom>
              <a:avLst/>
              <a:pathLst>
                <a:path w="82869" h="167167">
                  <a:moveTo>
                    <a:pt x="82869" y="21985"/>
                  </a:moveTo>
                  <a:lnTo>
                    <a:pt x="77800" y="19207"/>
                  </a:lnTo>
                  <a:lnTo>
                    <a:pt x="72638" y="16606"/>
                  </a:lnTo>
                  <a:lnTo>
                    <a:pt x="67390" y="14185"/>
                  </a:lnTo>
                  <a:lnTo>
                    <a:pt x="62061" y="11947"/>
                  </a:lnTo>
                  <a:lnTo>
                    <a:pt x="56658" y="9894"/>
                  </a:lnTo>
                  <a:lnTo>
                    <a:pt x="51187" y="8029"/>
                  </a:lnTo>
                  <a:lnTo>
                    <a:pt x="45654" y="6355"/>
                  </a:lnTo>
                  <a:lnTo>
                    <a:pt x="40068" y="4872"/>
                  </a:lnTo>
                  <a:lnTo>
                    <a:pt x="34433" y="3584"/>
                  </a:lnTo>
                  <a:lnTo>
                    <a:pt x="28757" y="2492"/>
                  </a:lnTo>
                  <a:lnTo>
                    <a:pt x="23047" y="1596"/>
                  </a:lnTo>
                  <a:lnTo>
                    <a:pt x="17309" y="898"/>
                  </a:lnTo>
                  <a:lnTo>
                    <a:pt x="11551" y="399"/>
                  </a:lnTo>
                  <a:lnTo>
                    <a:pt x="577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2774" y="1681503"/>
              <a:ext cx="13750" cy="167167"/>
            </a:xfrm>
            <a:custGeom>
              <a:avLst/>
              <a:pathLst>
                <a:path w="13750" h="167167">
                  <a:moveTo>
                    <a:pt x="13750" y="0"/>
                  </a:moveTo>
                  <a:lnTo>
                    <a:pt x="0" y="566"/>
                  </a:lnTo>
                  <a:lnTo>
                    <a:pt x="1375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2774" y="1682069"/>
              <a:ext cx="13750" cy="166600"/>
            </a:xfrm>
            <a:custGeom>
              <a:avLst/>
              <a:pathLst>
                <a:path w="13750" h="166600">
                  <a:moveTo>
                    <a:pt x="0" y="0"/>
                  </a:moveTo>
                  <a:lnTo>
                    <a:pt x="13750" y="1666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89490" y="1682069"/>
              <a:ext cx="97034" cy="166600"/>
            </a:xfrm>
            <a:custGeom>
              <a:avLst/>
              <a:pathLst>
                <a:path w="97034" h="166600">
                  <a:moveTo>
                    <a:pt x="83283" y="0"/>
                  </a:moveTo>
                  <a:lnTo>
                    <a:pt x="77701" y="555"/>
                  </a:lnTo>
                  <a:lnTo>
                    <a:pt x="72141" y="1297"/>
                  </a:lnTo>
                  <a:lnTo>
                    <a:pt x="66608" y="2225"/>
                  </a:lnTo>
                  <a:lnTo>
                    <a:pt x="61110" y="3339"/>
                  </a:lnTo>
                  <a:lnTo>
                    <a:pt x="55652" y="4636"/>
                  </a:lnTo>
                  <a:lnTo>
                    <a:pt x="50241" y="6116"/>
                  </a:lnTo>
                  <a:lnTo>
                    <a:pt x="44883" y="7776"/>
                  </a:lnTo>
                  <a:lnTo>
                    <a:pt x="39583" y="9615"/>
                  </a:lnTo>
                  <a:lnTo>
                    <a:pt x="34348" y="11631"/>
                  </a:lnTo>
                  <a:lnTo>
                    <a:pt x="29184" y="13822"/>
                  </a:lnTo>
                  <a:lnTo>
                    <a:pt x="24096" y="16184"/>
                  </a:lnTo>
                  <a:lnTo>
                    <a:pt x="19090" y="18716"/>
                  </a:lnTo>
                  <a:lnTo>
                    <a:pt x="14172" y="21415"/>
                  </a:lnTo>
                  <a:lnTo>
                    <a:pt x="9347" y="24277"/>
                  </a:lnTo>
                  <a:lnTo>
                    <a:pt x="4621" y="27299"/>
                  </a:lnTo>
                  <a:lnTo>
                    <a:pt x="0" y="30478"/>
                  </a:lnTo>
                  <a:lnTo>
                    <a:pt x="97034" y="166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70132" y="31045"/>
                  </a:moveTo>
                  <a:lnTo>
                    <a:pt x="65874" y="34183"/>
                  </a:lnTo>
                  <a:lnTo>
                    <a:pt x="61718" y="37454"/>
                  </a:lnTo>
                  <a:lnTo>
                    <a:pt x="57667" y="40855"/>
                  </a:lnTo>
                  <a:lnTo>
                    <a:pt x="53725" y="44382"/>
                  </a:lnTo>
                  <a:lnTo>
                    <a:pt x="49898" y="48033"/>
                  </a:lnTo>
                  <a:lnTo>
                    <a:pt x="46187" y="51802"/>
                  </a:lnTo>
                  <a:lnTo>
                    <a:pt x="42598" y="55687"/>
                  </a:lnTo>
                  <a:lnTo>
                    <a:pt x="39134" y="59684"/>
                  </a:lnTo>
                  <a:lnTo>
                    <a:pt x="35798" y="63788"/>
                  </a:lnTo>
                  <a:lnTo>
                    <a:pt x="32593" y="67996"/>
                  </a:lnTo>
                  <a:lnTo>
                    <a:pt x="29523" y="72303"/>
                  </a:lnTo>
                  <a:lnTo>
                    <a:pt x="26590" y="76705"/>
                  </a:lnTo>
                  <a:lnTo>
                    <a:pt x="23799" y="81198"/>
                  </a:lnTo>
                  <a:lnTo>
                    <a:pt x="21151" y="85777"/>
                  </a:lnTo>
                  <a:lnTo>
                    <a:pt x="18649" y="90437"/>
                  </a:lnTo>
                  <a:lnTo>
                    <a:pt x="16296" y="95174"/>
                  </a:lnTo>
                  <a:lnTo>
                    <a:pt x="14094" y="99983"/>
                  </a:lnTo>
                  <a:lnTo>
                    <a:pt x="12045" y="104859"/>
                  </a:lnTo>
                  <a:lnTo>
                    <a:pt x="10151" y="109798"/>
                  </a:lnTo>
                  <a:lnTo>
                    <a:pt x="8415" y="114794"/>
                  </a:lnTo>
                  <a:lnTo>
                    <a:pt x="6838" y="119843"/>
                  </a:lnTo>
                  <a:lnTo>
                    <a:pt x="5421" y="124938"/>
                  </a:lnTo>
                  <a:lnTo>
                    <a:pt x="4166" y="130077"/>
                  </a:lnTo>
                  <a:lnTo>
                    <a:pt x="3074" y="135252"/>
                  </a:lnTo>
                  <a:lnTo>
                    <a:pt x="2146" y="140459"/>
                  </a:lnTo>
                  <a:lnTo>
                    <a:pt x="1384" y="145693"/>
                  </a:lnTo>
                  <a:lnTo>
                    <a:pt x="788" y="150949"/>
                  </a:lnTo>
                  <a:lnTo>
                    <a:pt x="358" y="156221"/>
                  </a:lnTo>
                  <a:lnTo>
                    <a:pt x="95" y="161503"/>
                  </a:lnTo>
                  <a:lnTo>
                    <a:pt x="0" y="166792"/>
                  </a:lnTo>
                  <a:lnTo>
                    <a:pt x="71" y="172081"/>
                  </a:lnTo>
                  <a:lnTo>
                    <a:pt x="310" y="177364"/>
                  </a:lnTo>
                  <a:lnTo>
                    <a:pt x="717" y="182638"/>
                  </a:lnTo>
                  <a:lnTo>
                    <a:pt x="1289" y="187896"/>
                  </a:lnTo>
                  <a:lnTo>
                    <a:pt x="2028" y="193134"/>
                  </a:lnTo>
                  <a:lnTo>
                    <a:pt x="2932" y="198345"/>
                  </a:lnTo>
                  <a:lnTo>
                    <a:pt x="4001" y="203525"/>
                  </a:lnTo>
                  <a:lnTo>
                    <a:pt x="5233" y="208669"/>
                  </a:lnTo>
                  <a:lnTo>
                    <a:pt x="6627" y="213771"/>
                  </a:lnTo>
                  <a:lnTo>
                    <a:pt x="8182" y="218827"/>
                  </a:lnTo>
                  <a:lnTo>
                    <a:pt x="9896" y="223831"/>
                  </a:lnTo>
                  <a:lnTo>
                    <a:pt x="11767" y="228778"/>
                  </a:lnTo>
                  <a:lnTo>
                    <a:pt x="13794" y="233663"/>
                  </a:lnTo>
                  <a:lnTo>
                    <a:pt x="15974" y="238482"/>
                  </a:lnTo>
                  <a:lnTo>
                    <a:pt x="18306" y="243230"/>
                  </a:lnTo>
                  <a:lnTo>
                    <a:pt x="20787" y="247901"/>
                  </a:lnTo>
                  <a:lnTo>
                    <a:pt x="23415" y="252492"/>
                  </a:lnTo>
                  <a:lnTo>
                    <a:pt x="26186" y="256997"/>
                  </a:lnTo>
                  <a:lnTo>
                    <a:pt x="29098" y="261412"/>
                  </a:lnTo>
                  <a:lnTo>
                    <a:pt x="32149" y="265733"/>
                  </a:lnTo>
                  <a:lnTo>
                    <a:pt x="35335" y="269955"/>
                  </a:lnTo>
                  <a:lnTo>
                    <a:pt x="38653" y="274074"/>
                  </a:lnTo>
                  <a:lnTo>
                    <a:pt x="42099" y="278086"/>
                  </a:lnTo>
                  <a:lnTo>
                    <a:pt x="45671" y="281988"/>
                  </a:lnTo>
                  <a:lnTo>
                    <a:pt x="49364" y="285774"/>
                  </a:lnTo>
                  <a:lnTo>
                    <a:pt x="53176" y="289441"/>
                  </a:lnTo>
                  <a:lnTo>
                    <a:pt x="57101" y="292986"/>
                  </a:lnTo>
                  <a:lnTo>
                    <a:pt x="61137" y="296405"/>
                  </a:lnTo>
                  <a:lnTo>
                    <a:pt x="65278" y="299695"/>
                  </a:lnTo>
                  <a:lnTo>
                    <a:pt x="69522" y="302852"/>
                  </a:lnTo>
                  <a:lnTo>
                    <a:pt x="73864" y="305873"/>
                  </a:lnTo>
                  <a:lnTo>
                    <a:pt x="78298" y="308756"/>
                  </a:lnTo>
                  <a:lnTo>
                    <a:pt x="82822" y="311496"/>
                  </a:lnTo>
                  <a:lnTo>
                    <a:pt x="87431" y="314093"/>
                  </a:lnTo>
                  <a:lnTo>
                    <a:pt x="92119" y="316542"/>
                  </a:lnTo>
                  <a:lnTo>
                    <a:pt x="96882" y="318841"/>
                  </a:lnTo>
                  <a:lnTo>
                    <a:pt x="101716" y="320989"/>
                  </a:lnTo>
                  <a:lnTo>
                    <a:pt x="106615" y="322982"/>
                  </a:lnTo>
                  <a:lnTo>
                    <a:pt x="111575" y="324820"/>
                  </a:lnTo>
                  <a:lnTo>
                    <a:pt x="116590" y="326500"/>
                  </a:lnTo>
                  <a:lnTo>
                    <a:pt x="121656" y="328020"/>
                  </a:lnTo>
                  <a:lnTo>
                    <a:pt x="126768" y="329379"/>
                  </a:lnTo>
                  <a:lnTo>
                    <a:pt x="131920" y="330576"/>
                  </a:lnTo>
                  <a:lnTo>
                    <a:pt x="137107" y="331610"/>
                  </a:lnTo>
                  <a:lnTo>
                    <a:pt x="142325" y="332478"/>
                  </a:lnTo>
                  <a:lnTo>
                    <a:pt x="147567" y="333181"/>
                  </a:lnTo>
                  <a:lnTo>
                    <a:pt x="152829" y="333718"/>
                  </a:lnTo>
                  <a:lnTo>
                    <a:pt x="158105" y="334089"/>
                  </a:lnTo>
                  <a:lnTo>
                    <a:pt x="163390" y="334292"/>
                  </a:lnTo>
                  <a:lnTo>
                    <a:pt x="168680" y="334328"/>
                  </a:lnTo>
                  <a:lnTo>
                    <a:pt x="173967" y="334196"/>
                  </a:lnTo>
                  <a:lnTo>
                    <a:pt x="179248" y="333897"/>
                  </a:lnTo>
                  <a:lnTo>
                    <a:pt x="184517" y="333432"/>
                  </a:lnTo>
                  <a:lnTo>
                    <a:pt x="189768" y="332799"/>
                  </a:lnTo>
                  <a:lnTo>
                    <a:pt x="194997" y="332001"/>
                  </a:lnTo>
                  <a:lnTo>
                    <a:pt x="200198" y="331039"/>
                  </a:lnTo>
                  <a:lnTo>
                    <a:pt x="205365" y="329912"/>
                  </a:lnTo>
                  <a:lnTo>
                    <a:pt x="210495" y="328622"/>
                  </a:lnTo>
                  <a:lnTo>
                    <a:pt x="215581" y="327170"/>
                  </a:lnTo>
                  <a:lnTo>
                    <a:pt x="220619" y="325558"/>
                  </a:lnTo>
                  <a:lnTo>
                    <a:pt x="225603" y="323788"/>
                  </a:lnTo>
                  <a:lnTo>
                    <a:pt x="230529" y="321861"/>
                  </a:lnTo>
                  <a:lnTo>
                    <a:pt x="235391" y="319779"/>
                  </a:lnTo>
                  <a:lnTo>
                    <a:pt x="240185" y="317544"/>
                  </a:lnTo>
                  <a:lnTo>
                    <a:pt x="244906" y="315159"/>
                  </a:lnTo>
                  <a:lnTo>
                    <a:pt x="249549" y="312625"/>
                  </a:lnTo>
                  <a:lnTo>
                    <a:pt x="254110" y="309946"/>
                  </a:lnTo>
                  <a:lnTo>
                    <a:pt x="258583" y="307124"/>
                  </a:lnTo>
                  <a:lnTo>
                    <a:pt x="262965" y="304162"/>
                  </a:lnTo>
                  <a:lnTo>
                    <a:pt x="267251" y="301063"/>
                  </a:lnTo>
                  <a:lnTo>
                    <a:pt x="271437" y="297829"/>
                  </a:lnTo>
                  <a:lnTo>
                    <a:pt x="275519" y="294465"/>
                  </a:lnTo>
                  <a:lnTo>
                    <a:pt x="279492" y="290973"/>
                  </a:lnTo>
                  <a:lnTo>
                    <a:pt x="283352" y="287358"/>
                  </a:lnTo>
                  <a:lnTo>
                    <a:pt x="287096" y="283622"/>
                  </a:lnTo>
                  <a:lnTo>
                    <a:pt x="290721" y="279770"/>
                  </a:lnTo>
                  <a:lnTo>
                    <a:pt x="294221" y="275804"/>
                  </a:lnTo>
                  <a:lnTo>
                    <a:pt x="297594" y="271730"/>
                  </a:lnTo>
                  <a:lnTo>
                    <a:pt x="300837" y="267552"/>
                  </a:lnTo>
                  <a:lnTo>
                    <a:pt x="303946" y="263273"/>
                  </a:lnTo>
                  <a:lnTo>
                    <a:pt x="306918" y="258897"/>
                  </a:lnTo>
                  <a:lnTo>
                    <a:pt x="309750" y="254430"/>
                  </a:lnTo>
                  <a:lnTo>
                    <a:pt x="312439" y="249876"/>
                  </a:lnTo>
                  <a:lnTo>
                    <a:pt x="314983" y="245238"/>
                  </a:lnTo>
                  <a:lnTo>
                    <a:pt x="317379" y="240523"/>
                  </a:lnTo>
                  <a:lnTo>
                    <a:pt x="319625" y="235734"/>
                  </a:lnTo>
                  <a:lnTo>
                    <a:pt x="321718" y="230876"/>
                  </a:lnTo>
                  <a:lnTo>
                    <a:pt x="323656" y="225955"/>
                  </a:lnTo>
                  <a:lnTo>
                    <a:pt x="325437" y="220975"/>
                  </a:lnTo>
                  <a:lnTo>
                    <a:pt x="327061" y="215941"/>
                  </a:lnTo>
                  <a:lnTo>
                    <a:pt x="328523" y="210858"/>
                  </a:lnTo>
                  <a:lnTo>
                    <a:pt x="329825" y="205731"/>
                  </a:lnTo>
                  <a:lnTo>
                    <a:pt x="330964" y="200566"/>
                  </a:lnTo>
                  <a:lnTo>
                    <a:pt x="331938" y="195367"/>
                  </a:lnTo>
                  <a:lnTo>
                    <a:pt x="332748" y="190140"/>
                  </a:lnTo>
                  <a:lnTo>
                    <a:pt x="333392" y="184890"/>
                  </a:lnTo>
                  <a:lnTo>
                    <a:pt x="333869" y="179623"/>
                  </a:lnTo>
                  <a:lnTo>
                    <a:pt x="334180" y="174342"/>
                  </a:lnTo>
                  <a:lnTo>
                    <a:pt x="334323" y="169055"/>
                  </a:lnTo>
                  <a:lnTo>
                    <a:pt x="334299" y="163766"/>
                  </a:lnTo>
                  <a:lnTo>
                    <a:pt x="334108" y="158480"/>
                  </a:lnTo>
                  <a:lnTo>
                    <a:pt x="333750" y="153203"/>
                  </a:lnTo>
                  <a:lnTo>
                    <a:pt x="333225" y="147940"/>
                  </a:lnTo>
                  <a:lnTo>
                    <a:pt x="332533" y="142696"/>
                  </a:lnTo>
                  <a:lnTo>
                    <a:pt x="331676" y="137477"/>
                  </a:lnTo>
                  <a:lnTo>
                    <a:pt x="330655" y="132287"/>
                  </a:lnTo>
                  <a:lnTo>
                    <a:pt x="329469" y="127132"/>
                  </a:lnTo>
                  <a:lnTo>
                    <a:pt x="328121" y="122018"/>
                  </a:lnTo>
                  <a:lnTo>
                    <a:pt x="326612" y="116948"/>
                  </a:lnTo>
                  <a:lnTo>
                    <a:pt x="324944" y="111929"/>
                  </a:lnTo>
                  <a:lnTo>
                    <a:pt x="323117" y="106965"/>
                  </a:lnTo>
                  <a:lnTo>
                    <a:pt x="321135" y="102061"/>
                  </a:lnTo>
                  <a:lnTo>
                    <a:pt x="318998" y="97223"/>
                  </a:lnTo>
                  <a:lnTo>
                    <a:pt x="316709" y="92455"/>
                  </a:lnTo>
                  <a:lnTo>
                    <a:pt x="314271" y="87761"/>
                  </a:lnTo>
                  <a:lnTo>
                    <a:pt x="311685" y="83147"/>
                  </a:lnTo>
                  <a:lnTo>
                    <a:pt x="308954" y="78617"/>
                  </a:lnTo>
                  <a:lnTo>
                    <a:pt x="306082" y="74175"/>
                  </a:lnTo>
                  <a:lnTo>
                    <a:pt x="303071" y="69827"/>
                  </a:lnTo>
                  <a:lnTo>
                    <a:pt x="299923" y="65576"/>
                  </a:lnTo>
                  <a:lnTo>
                    <a:pt x="296643" y="61427"/>
                  </a:lnTo>
                  <a:lnTo>
                    <a:pt x="293233" y="57384"/>
                  </a:lnTo>
                  <a:lnTo>
                    <a:pt x="289696" y="53451"/>
                  </a:lnTo>
                  <a:lnTo>
                    <a:pt x="286037" y="49631"/>
                  </a:lnTo>
                  <a:lnTo>
                    <a:pt x="282260" y="45929"/>
                  </a:lnTo>
                  <a:lnTo>
                    <a:pt x="278366" y="42349"/>
                  </a:lnTo>
                  <a:lnTo>
                    <a:pt x="274362" y="38893"/>
                  </a:lnTo>
                  <a:lnTo>
                    <a:pt x="270250" y="35566"/>
                  </a:lnTo>
                  <a:lnTo>
                    <a:pt x="266035" y="32371"/>
                  </a:lnTo>
                  <a:lnTo>
                    <a:pt x="261721" y="29311"/>
                  </a:lnTo>
                  <a:lnTo>
                    <a:pt x="257313" y="26388"/>
                  </a:lnTo>
                  <a:lnTo>
                    <a:pt x="252814" y="23607"/>
                  </a:lnTo>
                  <a:lnTo>
                    <a:pt x="248229" y="20969"/>
                  </a:lnTo>
                  <a:lnTo>
                    <a:pt x="243563" y="18478"/>
                  </a:lnTo>
                  <a:lnTo>
                    <a:pt x="238821" y="16135"/>
                  </a:lnTo>
                  <a:lnTo>
                    <a:pt x="234007" y="13944"/>
                  </a:lnTo>
                  <a:lnTo>
                    <a:pt x="229126" y="11906"/>
                  </a:lnTo>
                  <a:lnTo>
                    <a:pt x="224183" y="10024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8491" y="2126963"/>
              <a:ext cx="22795" cy="167167"/>
            </a:xfrm>
            <a:custGeom>
              <a:avLst/>
              <a:pathLst>
                <a:path w="22795" h="167167">
                  <a:moveTo>
                    <a:pt x="22795" y="0"/>
                  </a:moveTo>
                  <a:lnTo>
                    <a:pt x="15176" y="173"/>
                  </a:lnTo>
                  <a:lnTo>
                    <a:pt x="7572" y="694"/>
                  </a:lnTo>
                  <a:lnTo>
                    <a:pt x="0" y="1561"/>
                  </a:lnTo>
                  <a:lnTo>
                    <a:pt x="227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8491" y="2128525"/>
              <a:ext cx="22795" cy="165605"/>
            </a:xfrm>
            <a:custGeom>
              <a:avLst/>
              <a:pathLst>
                <a:path w="22795" h="165605">
                  <a:moveTo>
                    <a:pt x="0" y="0"/>
                  </a:moveTo>
                  <a:lnTo>
                    <a:pt x="22795" y="1656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25" y="2127685"/>
              <a:ext cx="334318" cy="333609"/>
            </a:xfrm>
            <a:custGeom>
              <a:avLst/>
              <a:pathLst>
                <a:path w="334318" h="333609">
                  <a:moveTo>
                    <a:pt x="144366" y="839"/>
                  </a:moveTo>
                  <a:lnTo>
                    <a:pt x="139130" y="1645"/>
                  </a:lnTo>
                  <a:lnTo>
                    <a:pt x="133922" y="2616"/>
                  </a:lnTo>
                  <a:lnTo>
                    <a:pt x="128747" y="3751"/>
                  </a:lnTo>
                  <a:lnTo>
                    <a:pt x="123611" y="5050"/>
                  </a:lnTo>
                  <a:lnTo>
                    <a:pt x="118518" y="6512"/>
                  </a:lnTo>
                  <a:lnTo>
                    <a:pt x="113475" y="8133"/>
                  </a:lnTo>
                  <a:lnTo>
                    <a:pt x="108485" y="9914"/>
                  </a:lnTo>
                  <a:lnTo>
                    <a:pt x="103554" y="11852"/>
                  </a:lnTo>
                  <a:lnTo>
                    <a:pt x="98688" y="13945"/>
                  </a:lnTo>
                  <a:lnTo>
                    <a:pt x="93890" y="16192"/>
                  </a:lnTo>
                  <a:lnTo>
                    <a:pt x="89165" y="18589"/>
                  </a:lnTo>
                  <a:lnTo>
                    <a:pt x="84519" y="21135"/>
                  </a:lnTo>
                  <a:lnTo>
                    <a:pt x="79956" y="23826"/>
                  </a:lnTo>
                  <a:lnTo>
                    <a:pt x="75480" y="26661"/>
                  </a:lnTo>
                  <a:lnTo>
                    <a:pt x="71097" y="29637"/>
                  </a:lnTo>
                  <a:lnTo>
                    <a:pt x="66810" y="32750"/>
                  </a:lnTo>
                  <a:lnTo>
                    <a:pt x="62624" y="35997"/>
                  </a:lnTo>
                  <a:lnTo>
                    <a:pt x="58543" y="39375"/>
                  </a:lnTo>
                  <a:lnTo>
                    <a:pt x="54571" y="42881"/>
                  </a:lnTo>
                  <a:lnTo>
                    <a:pt x="50712" y="46511"/>
                  </a:lnTo>
                  <a:lnTo>
                    <a:pt x="46970" y="50261"/>
                  </a:lnTo>
                  <a:lnTo>
                    <a:pt x="43348" y="54128"/>
                  </a:lnTo>
                  <a:lnTo>
                    <a:pt x="39851" y="58108"/>
                  </a:lnTo>
                  <a:lnTo>
                    <a:pt x="36482" y="62196"/>
                  </a:lnTo>
                  <a:lnTo>
                    <a:pt x="33245" y="66390"/>
                  </a:lnTo>
                  <a:lnTo>
                    <a:pt x="30141" y="70683"/>
                  </a:lnTo>
                  <a:lnTo>
                    <a:pt x="27176" y="75073"/>
                  </a:lnTo>
                  <a:lnTo>
                    <a:pt x="24350" y="79555"/>
                  </a:lnTo>
                  <a:lnTo>
                    <a:pt x="21669" y="84124"/>
                  </a:lnTo>
                  <a:lnTo>
                    <a:pt x="19133" y="88776"/>
                  </a:lnTo>
                  <a:lnTo>
                    <a:pt x="16746" y="93506"/>
                  </a:lnTo>
                  <a:lnTo>
                    <a:pt x="14511" y="98309"/>
                  </a:lnTo>
                  <a:lnTo>
                    <a:pt x="12428" y="103180"/>
                  </a:lnTo>
                  <a:lnTo>
                    <a:pt x="10501" y="108115"/>
                  </a:lnTo>
                  <a:lnTo>
                    <a:pt x="8731" y="113109"/>
                  </a:lnTo>
                  <a:lnTo>
                    <a:pt x="7121" y="118156"/>
                  </a:lnTo>
                  <a:lnTo>
                    <a:pt x="5671" y="123251"/>
                  </a:lnTo>
                  <a:lnTo>
                    <a:pt x="4383" y="128390"/>
                  </a:lnTo>
                  <a:lnTo>
                    <a:pt x="3259" y="133568"/>
                  </a:lnTo>
                  <a:lnTo>
                    <a:pt x="2300" y="138778"/>
                  </a:lnTo>
                  <a:lnTo>
                    <a:pt x="1506" y="144016"/>
                  </a:lnTo>
                  <a:lnTo>
                    <a:pt x="878" y="149277"/>
                  </a:lnTo>
                  <a:lnTo>
                    <a:pt x="418" y="154554"/>
                  </a:lnTo>
                  <a:lnTo>
                    <a:pt x="125" y="159844"/>
                  </a:lnTo>
                  <a:lnTo>
                    <a:pt x="0" y="165141"/>
                  </a:lnTo>
                  <a:lnTo>
                    <a:pt x="42" y="170438"/>
                  </a:lnTo>
                  <a:lnTo>
                    <a:pt x="253" y="175732"/>
                  </a:lnTo>
                  <a:lnTo>
                    <a:pt x="631" y="181016"/>
                  </a:lnTo>
                  <a:lnTo>
                    <a:pt x="1176" y="186286"/>
                  </a:lnTo>
                  <a:lnTo>
                    <a:pt x="1888" y="191536"/>
                  </a:lnTo>
                  <a:lnTo>
                    <a:pt x="2766" y="196760"/>
                  </a:lnTo>
                  <a:lnTo>
                    <a:pt x="3809" y="201955"/>
                  </a:lnTo>
                  <a:lnTo>
                    <a:pt x="5017" y="207113"/>
                  </a:lnTo>
                  <a:lnTo>
                    <a:pt x="6387" y="212231"/>
                  </a:lnTo>
                  <a:lnTo>
                    <a:pt x="7918" y="217302"/>
                  </a:lnTo>
                  <a:lnTo>
                    <a:pt x="9610" y="222323"/>
                  </a:lnTo>
                  <a:lnTo>
                    <a:pt x="11460" y="227287"/>
                  </a:lnTo>
                  <a:lnTo>
                    <a:pt x="13466" y="232191"/>
                  </a:lnTo>
                  <a:lnTo>
                    <a:pt x="15626" y="237028"/>
                  </a:lnTo>
                  <a:lnTo>
                    <a:pt x="17939" y="241795"/>
                  </a:lnTo>
                  <a:lnTo>
                    <a:pt x="20402" y="246485"/>
                  </a:lnTo>
                  <a:lnTo>
                    <a:pt x="23012" y="251096"/>
                  </a:lnTo>
                  <a:lnTo>
                    <a:pt x="25767" y="255621"/>
                  </a:lnTo>
                  <a:lnTo>
                    <a:pt x="28663" y="260057"/>
                  </a:lnTo>
                  <a:lnTo>
                    <a:pt x="31699" y="264398"/>
                  </a:lnTo>
                  <a:lnTo>
                    <a:pt x="34871" y="268642"/>
                  </a:lnTo>
                  <a:lnTo>
                    <a:pt x="38176" y="272782"/>
                  </a:lnTo>
                  <a:lnTo>
                    <a:pt x="41611" y="276816"/>
                  </a:lnTo>
                  <a:lnTo>
                    <a:pt x="45171" y="280739"/>
                  </a:lnTo>
                  <a:lnTo>
                    <a:pt x="48854" y="284548"/>
                  </a:lnTo>
                  <a:lnTo>
                    <a:pt x="52656" y="288237"/>
                  </a:lnTo>
                  <a:lnTo>
                    <a:pt x="56573" y="291805"/>
                  </a:lnTo>
                  <a:lnTo>
                    <a:pt x="60601" y="295246"/>
                  </a:lnTo>
                  <a:lnTo>
                    <a:pt x="64736" y="298558"/>
                  </a:lnTo>
                  <a:lnTo>
                    <a:pt x="68974" y="301737"/>
                  </a:lnTo>
                  <a:lnTo>
                    <a:pt x="73310" y="304781"/>
                  </a:lnTo>
                  <a:lnTo>
                    <a:pt x="77741" y="307685"/>
                  </a:lnTo>
                  <a:lnTo>
                    <a:pt x="82261" y="310448"/>
                  </a:lnTo>
                  <a:lnTo>
                    <a:pt x="86867" y="313066"/>
                  </a:lnTo>
                  <a:lnTo>
                    <a:pt x="91553" y="315537"/>
                  </a:lnTo>
                  <a:lnTo>
                    <a:pt x="96316" y="317858"/>
                  </a:lnTo>
                  <a:lnTo>
                    <a:pt x="101149" y="320027"/>
                  </a:lnTo>
                  <a:lnTo>
                    <a:pt x="106049" y="322041"/>
                  </a:lnTo>
                  <a:lnTo>
                    <a:pt x="111011" y="323900"/>
                  </a:lnTo>
                  <a:lnTo>
                    <a:pt x="116028" y="325600"/>
                  </a:lnTo>
                  <a:lnTo>
                    <a:pt x="121097" y="327140"/>
                  </a:lnTo>
                  <a:lnTo>
                    <a:pt x="126212" y="328519"/>
                  </a:lnTo>
                  <a:lnTo>
                    <a:pt x="131369" y="329736"/>
                  </a:lnTo>
                  <a:lnTo>
                    <a:pt x="136561" y="330788"/>
                  </a:lnTo>
                  <a:lnTo>
                    <a:pt x="141784" y="331675"/>
                  </a:lnTo>
                  <a:lnTo>
                    <a:pt x="147033" y="332396"/>
                  </a:lnTo>
                  <a:lnTo>
                    <a:pt x="152301" y="332951"/>
                  </a:lnTo>
                  <a:lnTo>
                    <a:pt x="157585" y="333338"/>
                  </a:lnTo>
                  <a:lnTo>
                    <a:pt x="162879" y="333558"/>
                  </a:lnTo>
                  <a:lnTo>
                    <a:pt x="168176" y="333609"/>
                  </a:lnTo>
                  <a:lnTo>
                    <a:pt x="173473" y="333493"/>
                  </a:lnTo>
                  <a:lnTo>
                    <a:pt x="178763" y="333210"/>
                  </a:lnTo>
                  <a:lnTo>
                    <a:pt x="184042" y="332758"/>
                  </a:lnTo>
                  <a:lnTo>
                    <a:pt x="189303" y="332140"/>
                  </a:lnTo>
                  <a:lnTo>
                    <a:pt x="194543" y="331355"/>
                  </a:lnTo>
                  <a:lnTo>
                    <a:pt x="199755" y="330404"/>
                  </a:lnTo>
                  <a:lnTo>
                    <a:pt x="204934" y="329289"/>
                  </a:lnTo>
                  <a:lnTo>
                    <a:pt x="210075" y="328011"/>
                  </a:lnTo>
                  <a:lnTo>
                    <a:pt x="215173" y="326570"/>
                  </a:lnTo>
                  <a:lnTo>
                    <a:pt x="220223" y="324968"/>
                  </a:lnTo>
                  <a:lnTo>
                    <a:pt x="225220" y="323207"/>
                  </a:lnTo>
                  <a:lnTo>
                    <a:pt x="230158" y="321288"/>
                  </a:lnTo>
                  <a:lnTo>
                    <a:pt x="235033" y="319214"/>
                  </a:lnTo>
                  <a:lnTo>
                    <a:pt x="239840" y="316987"/>
                  </a:lnTo>
                  <a:lnTo>
                    <a:pt x="244574" y="314608"/>
                  </a:lnTo>
                  <a:lnTo>
                    <a:pt x="249230" y="312081"/>
                  </a:lnTo>
                  <a:lnTo>
                    <a:pt x="253804" y="309407"/>
                  </a:lnTo>
                  <a:lnTo>
                    <a:pt x="258290" y="306590"/>
                  </a:lnTo>
                  <a:lnTo>
                    <a:pt x="262686" y="303632"/>
                  </a:lnTo>
                  <a:lnTo>
                    <a:pt x="266985" y="300536"/>
                  </a:lnTo>
                  <a:lnTo>
                    <a:pt x="271184" y="297305"/>
                  </a:lnTo>
                  <a:lnTo>
                    <a:pt x="275278" y="293943"/>
                  </a:lnTo>
                  <a:lnTo>
                    <a:pt x="279264" y="290453"/>
                  </a:lnTo>
                  <a:lnTo>
                    <a:pt x="283137" y="286839"/>
                  </a:lnTo>
                  <a:lnTo>
                    <a:pt x="286894" y="283103"/>
                  </a:lnTo>
                  <a:lnTo>
                    <a:pt x="290531" y="279251"/>
                  </a:lnTo>
                  <a:lnTo>
                    <a:pt x="294043" y="275285"/>
                  </a:lnTo>
                  <a:lnTo>
                    <a:pt x="297428" y="271209"/>
                  </a:lnTo>
                  <a:lnTo>
                    <a:pt x="300683" y="267029"/>
                  </a:lnTo>
                  <a:lnTo>
                    <a:pt x="303803" y="262747"/>
                  </a:lnTo>
                  <a:lnTo>
                    <a:pt x="306786" y="258369"/>
                  </a:lnTo>
                  <a:lnTo>
                    <a:pt x="309629" y="253899"/>
                  </a:lnTo>
                  <a:lnTo>
                    <a:pt x="312329" y="249340"/>
                  </a:lnTo>
                  <a:lnTo>
                    <a:pt x="314882" y="244698"/>
                  </a:lnTo>
                  <a:lnTo>
                    <a:pt x="317288" y="239978"/>
                  </a:lnTo>
                  <a:lnTo>
                    <a:pt x="319543" y="235184"/>
                  </a:lnTo>
                  <a:lnTo>
                    <a:pt x="321644" y="230321"/>
                  </a:lnTo>
                  <a:lnTo>
                    <a:pt x="323591" y="225394"/>
                  </a:lnTo>
                  <a:lnTo>
                    <a:pt x="325380" y="220407"/>
                  </a:lnTo>
                  <a:lnTo>
                    <a:pt x="327011" y="215366"/>
                  </a:lnTo>
                  <a:lnTo>
                    <a:pt x="328481" y="210276"/>
                  </a:lnTo>
                  <a:lnTo>
                    <a:pt x="329789" y="205143"/>
                  </a:lnTo>
                  <a:lnTo>
                    <a:pt x="330933" y="199970"/>
                  </a:lnTo>
                  <a:lnTo>
                    <a:pt x="331913" y="194763"/>
                  </a:lnTo>
                  <a:lnTo>
                    <a:pt x="332728" y="189528"/>
                  </a:lnTo>
                  <a:lnTo>
                    <a:pt x="333376" y="184270"/>
                  </a:lnTo>
                  <a:lnTo>
                    <a:pt x="333858" y="178994"/>
                  </a:lnTo>
                  <a:lnTo>
                    <a:pt x="334172" y="173706"/>
                  </a:lnTo>
                  <a:lnTo>
                    <a:pt x="334318" y="168410"/>
                  </a:lnTo>
                  <a:lnTo>
                    <a:pt x="334296" y="163112"/>
                  </a:lnTo>
                  <a:lnTo>
                    <a:pt x="334107" y="157818"/>
                  </a:lnTo>
                  <a:lnTo>
                    <a:pt x="333749" y="152532"/>
                  </a:lnTo>
                  <a:lnTo>
                    <a:pt x="333225" y="147260"/>
                  </a:lnTo>
                  <a:lnTo>
                    <a:pt x="332533" y="142008"/>
                  </a:lnTo>
                  <a:lnTo>
                    <a:pt x="331676" y="136779"/>
                  </a:lnTo>
                  <a:lnTo>
                    <a:pt x="330653" y="131581"/>
                  </a:lnTo>
                  <a:lnTo>
                    <a:pt x="329466" y="126418"/>
                  </a:lnTo>
                  <a:lnTo>
                    <a:pt x="328117" y="121295"/>
                  </a:lnTo>
                  <a:lnTo>
                    <a:pt x="326605" y="116217"/>
                  </a:lnTo>
                  <a:lnTo>
                    <a:pt x="324933" y="111190"/>
                  </a:lnTo>
                  <a:lnTo>
                    <a:pt x="323103" y="106218"/>
                  </a:lnTo>
                  <a:lnTo>
                    <a:pt x="321116" y="101307"/>
                  </a:lnTo>
                  <a:lnTo>
                    <a:pt x="318975" y="96461"/>
                  </a:lnTo>
                  <a:lnTo>
                    <a:pt x="316681" y="91686"/>
                  </a:lnTo>
                  <a:lnTo>
                    <a:pt x="314237" y="86985"/>
                  </a:lnTo>
                  <a:lnTo>
                    <a:pt x="311645" y="82365"/>
                  </a:lnTo>
                  <a:lnTo>
                    <a:pt x="308908" y="77829"/>
                  </a:lnTo>
                  <a:lnTo>
                    <a:pt x="306029" y="73381"/>
                  </a:lnTo>
                  <a:lnTo>
                    <a:pt x="303010" y="69028"/>
                  </a:lnTo>
                  <a:lnTo>
                    <a:pt x="299855" y="64772"/>
                  </a:lnTo>
                  <a:lnTo>
                    <a:pt x="296567" y="60618"/>
                  </a:lnTo>
                  <a:lnTo>
                    <a:pt x="293148" y="56571"/>
                  </a:lnTo>
                  <a:lnTo>
                    <a:pt x="289603" y="52634"/>
                  </a:lnTo>
                  <a:lnTo>
                    <a:pt x="285935" y="48811"/>
                  </a:lnTo>
                  <a:lnTo>
                    <a:pt x="282148" y="45106"/>
                  </a:lnTo>
                  <a:lnTo>
                    <a:pt x="278245" y="41524"/>
                  </a:lnTo>
                  <a:lnTo>
                    <a:pt x="274231" y="38066"/>
                  </a:lnTo>
                  <a:lnTo>
                    <a:pt x="270109" y="34738"/>
                  </a:lnTo>
                  <a:lnTo>
                    <a:pt x="265884" y="31542"/>
                  </a:lnTo>
                  <a:lnTo>
                    <a:pt x="261560" y="28481"/>
                  </a:lnTo>
                  <a:lnTo>
                    <a:pt x="257140" y="25559"/>
                  </a:lnTo>
                  <a:lnTo>
                    <a:pt x="252631" y="22779"/>
                  </a:lnTo>
                  <a:lnTo>
                    <a:pt x="248035" y="20143"/>
                  </a:lnTo>
                  <a:lnTo>
                    <a:pt x="243359" y="17653"/>
                  </a:lnTo>
                  <a:lnTo>
                    <a:pt x="238605" y="15314"/>
                  </a:lnTo>
                  <a:lnTo>
                    <a:pt x="233781" y="13126"/>
                  </a:lnTo>
                  <a:lnTo>
                    <a:pt x="228889" y="11091"/>
                  </a:lnTo>
                  <a:lnTo>
                    <a:pt x="223935" y="9213"/>
                  </a:lnTo>
                  <a:lnTo>
                    <a:pt x="218924" y="7493"/>
                  </a:lnTo>
                  <a:lnTo>
                    <a:pt x="213861" y="5933"/>
                  </a:lnTo>
                  <a:lnTo>
                    <a:pt x="208751" y="4534"/>
                  </a:lnTo>
                  <a:lnTo>
                    <a:pt x="203600" y="3297"/>
                  </a:lnTo>
                  <a:lnTo>
                    <a:pt x="198412" y="2225"/>
                  </a:lnTo>
                  <a:lnTo>
                    <a:pt x="193192" y="1317"/>
                  </a:lnTo>
                  <a:lnTo>
                    <a:pt x="187946" y="575"/>
                  </a:lnTo>
                  <a:lnTo>
                    <a:pt x="182680" y="0"/>
                  </a:lnTo>
                  <a:lnTo>
                    <a:pt x="167162" y="1664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5518" cy="167167"/>
            </a:xfrm>
            <a:custGeom>
              <a:avLst/>
              <a:pathLst>
                <a:path w="15518" h="167167">
                  <a:moveTo>
                    <a:pt x="15518" y="7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543" y="2633064"/>
              <a:ext cx="4205" cy="167167"/>
            </a:xfrm>
            <a:custGeom>
              <a:avLst/>
              <a:pathLst>
                <a:path w="4205" h="167167">
                  <a:moveTo>
                    <a:pt x="4205" y="0"/>
                  </a:moveTo>
                  <a:lnTo>
                    <a:pt x="0" y="52"/>
                  </a:lnTo>
                  <a:lnTo>
                    <a:pt x="420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543" y="2633117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82" y="2633117"/>
              <a:ext cx="334329" cy="334265"/>
            </a:xfrm>
            <a:custGeom>
              <a:avLst/>
              <a:pathLst>
                <a:path w="334329" h="334265">
                  <a:moveTo>
                    <a:pt x="162961" y="0"/>
                  </a:moveTo>
                  <a:lnTo>
                    <a:pt x="157679" y="216"/>
                  </a:lnTo>
                  <a:lnTo>
                    <a:pt x="152408" y="599"/>
                  </a:lnTo>
                  <a:lnTo>
                    <a:pt x="147150" y="1149"/>
                  </a:lnTo>
                  <a:lnTo>
                    <a:pt x="141913" y="1865"/>
                  </a:lnTo>
                  <a:lnTo>
                    <a:pt x="136702" y="2746"/>
                  </a:lnTo>
                  <a:lnTo>
                    <a:pt x="131520" y="3791"/>
                  </a:lnTo>
                  <a:lnTo>
                    <a:pt x="126375" y="5000"/>
                  </a:lnTo>
                  <a:lnTo>
                    <a:pt x="121270" y="6370"/>
                  </a:lnTo>
                  <a:lnTo>
                    <a:pt x="116210" y="7902"/>
                  </a:lnTo>
                  <a:lnTo>
                    <a:pt x="111202" y="9592"/>
                  </a:lnTo>
                  <a:lnTo>
                    <a:pt x="106250" y="11441"/>
                  </a:lnTo>
                  <a:lnTo>
                    <a:pt x="101359" y="13444"/>
                  </a:lnTo>
                  <a:lnTo>
                    <a:pt x="96533" y="15602"/>
                  </a:lnTo>
                  <a:lnTo>
                    <a:pt x="91779" y="17910"/>
                  </a:lnTo>
                  <a:lnTo>
                    <a:pt x="87099" y="20368"/>
                  </a:lnTo>
                  <a:lnTo>
                    <a:pt x="82500" y="22973"/>
                  </a:lnTo>
                  <a:lnTo>
                    <a:pt x="77985" y="25722"/>
                  </a:lnTo>
                  <a:lnTo>
                    <a:pt x="73559" y="28612"/>
                  </a:lnTo>
                  <a:lnTo>
                    <a:pt x="69227" y="31641"/>
                  </a:lnTo>
                  <a:lnTo>
                    <a:pt x="64993" y="34805"/>
                  </a:lnTo>
                  <a:lnTo>
                    <a:pt x="60861" y="38101"/>
                  </a:lnTo>
                  <a:lnTo>
                    <a:pt x="56836" y="41527"/>
                  </a:lnTo>
                  <a:lnTo>
                    <a:pt x="52920" y="45078"/>
                  </a:lnTo>
                  <a:lnTo>
                    <a:pt x="49119" y="48750"/>
                  </a:lnTo>
                  <a:lnTo>
                    <a:pt x="45436" y="52542"/>
                  </a:lnTo>
                  <a:lnTo>
                    <a:pt x="41875" y="56448"/>
                  </a:lnTo>
                  <a:lnTo>
                    <a:pt x="38438" y="60464"/>
                  </a:lnTo>
                  <a:lnTo>
                    <a:pt x="35131" y="64587"/>
                  </a:lnTo>
                  <a:lnTo>
                    <a:pt x="31955" y="68813"/>
                  </a:lnTo>
                  <a:lnTo>
                    <a:pt x="28915" y="73137"/>
                  </a:lnTo>
                  <a:lnTo>
                    <a:pt x="26013" y="77555"/>
                  </a:lnTo>
                  <a:lnTo>
                    <a:pt x="23252" y="82062"/>
                  </a:lnTo>
                  <a:lnTo>
                    <a:pt x="20635" y="86654"/>
                  </a:lnTo>
                  <a:lnTo>
                    <a:pt x="18165" y="91327"/>
                  </a:lnTo>
                  <a:lnTo>
                    <a:pt x="15843" y="96076"/>
                  </a:lnTo>
                  <a:lnTo>
                    <a:pt x="13673" y="100896"/>
                  </a:lnTo>
                  <a:lnTo>
                    <a:pt x="11656" y="105781"/>
                  </a:lnTo>
                  <a:lnTo>
                    <a:pt x="9795" y="110729"/>
                  </a:lnTo>
                  <a:lnTo>
                    <a:pt x="8091" y="115732"/>
                  </a:lnTo>
                  <a:lnTo>
                    <a:pt x="6546" y="120787"/>
                  </a:lnTo>
                  <a:lnTo>
                    <a:pt x="5161" y="125888"/>
                  </a:lnTo>
                  <a:lnTo>
                    <a:pt x="3939" y="131031"/>
                  </a:lnTo>
                  <a:lnTo>
                    <a:pt x="2880" y="136209"/>
                  </a:lnTo>
                  <a:lnTo>
                    <a:pt x="1985" y="141419"/>
                  </a:lnTo>
                  <a:lnTo>
                    <a:pt x="1255" y="146654"/>
                  </a:lnTo>
                  <a:lnTo>
                    <a:pt x="691" y="151910"/>
                  </a:lnTo>
                  <a:lnTo>
                    <a:pt x="294" y="157180"/>
                  </a:lnTo>
                  <a:lnTo>
                    <a:pt x="63" y="162461"/>
                  </a:lnTo>
                  <a:lnTo>
                    <a:pt x="0" y="167746"/>
                  </a:lnTo>
                  <a:lnTo>
                    <a:pt x="103" y="173031"/>
                  </a:lnTo>
                  <a:lnTo>
                    <a:pt x="374" y="178310"/>
                  </a:lnTo>
                  <a:lnTo>
                    <a:pt x="811" y="183578"/>
                  </a:lnTo>
                  <a:lnTo>
                    <a:pt x="1415" y="188829"/>
                  </a:lnTo>
                  <a:lnTo>
                    <a:pt x="2184" y="194058"/>
                  </a:lnTo>
                  <a:lnTo>
                    <a:pt x="3118" y="199261"/>
                  </a:lnTo>
                  <a:lnTo>
                    <a:pt x="4217" y="204431"/>
                  </a:lnTo>
                  <a:lnTo>
                    <a:pt x="5478" y="209564"/>
                  </a:lnTo>
                  <a:lnTo>
                    <a:pt x="6901" y="214655"/>
                  </a:lnTo>
                  <a:lnTo>
                    <a:pt x="8484" y="219698"/>
                  </a:lnTo>
                  <a:lnTo>
                    <a:pt x="10226" y="224689"/>
                  </a:lnTo>
                  <a:lnTo>
                    <a:pt x="12125" y="229621"/>
                  </a:lnTo>
                  <a:lnTo>
                    <a:pt x="14178" y="234492"/>
                  </a:lnTo>
                  <a:lnTo>
                    <a:pt x="16385" y="239295"/>
                  </a:lnTo>
                  <a:lnTo>
                    <a:pt x="18742" y="244026"/>
                  </a:lnTo>
                  <a:lnTo>
                    <a:pt x="21248" y="248680"/>
                  </a:lnTo>
                  <a:lnTo>
                    <a:pt x="23900" y="253253"/>
                  </a:lnTo>
                  <a:lnTo>
                    <a:pt x="26695" y="257739"/>
                  </a:lnTo>
                  <a:lnTo>
                    <a:pt x="29630" y="262135"/>
                  </a:lnTo>
                  <a:lnTo>
                    <a:pt x="32703" y="266435"/>
                  </a:lnTo>
                  <a:lnTo>
                    <a:pt x="35910" y="270637"/>
                  </a:lnTo>
                  <a:lnTo>
                    <a:pt x="39249" y="274735"/>
                  </a:lnTo>
                  <a:lnTo>
                    <a:pt x="42715" y="278725"/>
                  </a:lnTo>
                  <a:lnTo>
                    <a:pt x="46306" y="282604"/>
                  </a:lnTo>
                  <a:lnTo>
                    <a:pt x="50018" y="286367"/>
                  </a:lnTo>
                  <a:lnTo>
                    <a:pt x="53847" y="290011"/>
                  </a:lnTo>
                  <a:lnTo>
                    <a:pt x="57789" y="293533"/>
                  </a:lnTo>
                  <a:lnTo>
                    <a:pt x="61840" y="296927"/>
                  </a:lnTo>
                  <a:lnTo>
                    <a:pt x="65997" y="300192"/>
                  </a:lnTo>
                  <a:lnTo>
                    <a:pt x="70255" y="303324"/>
                  </a:lnTo>
                  <a:lnTo>
                    <a:pt x="74610" y="306320"/>
                  </a:lnTo>
                  <a:lnTo>
                    <a:pt x="79057" y="309177"/>
                  </a:lnTo>
                  <a:lnTo>
                    <a:pt x="83593" y="311891"/>
                  </a:lnTo>
                  <a:lnTo>
                    <a:pt x="88212" y="314461"/>
                  </a:lnTo>
                  <a:lnTo>
                    <a:pt x="92910" y="316884"/>
                  </a:lnTo>
                  <a:lnTo>
                    <a:pt x="97682" y="319157"/>
                  </a:lnTo>
                  <a:lnTo>
                    <a:pt x="102523" y="321277"/>
                  </a:lnTo>
                  <a:lnTo>
                    <a:pt x="107430" y="323244"/>
                  </a:lnTo>
                  <a:lnTo>
                    <a:pt x="112396" y="325055"/>
                  </a:lnTo>
                  <a:lnTo>
                    <a:pt x="117417" y="326707"/>
                  </a:lnTo>
                  <a:lnTo>
                    <a:pt x="122487" y="328200"/>
                  </a:lnTo>
                  <a:lnTo>
                    <a:pt x="127602" y="329532"/>
                  </a:lnTo>
                  <a:lnTo>
                    <a:pt x="132757" y="330702"/>
                  </a:lnTo>
                  <a:lnTo>
                    <a:pt x="137946" y="331708"/>
                  </a:lnTo>
                  <a:lnTo>
                    <a:pt x="143164" y="332549"/>
                  </a:lnTo>
                  <a:lnTo>
                    <a:pt x="148407" y="333226"/>
                  </a:lnTo>
                  <a:lnTo>
                    <a:pt x="153668" y="333736"/>
                  </a:lnTo>
                  <a:lnTo>
                    <a:pt x="158942" y="334079"/>
                  </a:lnTo>
                  <a:lnTo>
                    <a:pt x="164225" y="334256"/>
                  </a:lnTo>
                  <a:lnTo>
                    <a:pt x="169511" y="334265"/>
                  </a:lnTo>
                  <a:lnTo>
                    <a:pt x="174794" y="334107"/>
                  </a:lnTo>
                  <a:lnTo>
                    <a:pt x="180070" y="333783"/>
                  </a:lnTo>
                  <a:lnTo>
                    <a:pt x="185333" y="333291"/>
                  </a:lnTo>
                  <a:lnTo>
                    <a:pt x="190578" y="332634"/>
                  </a:lnTo>
                  <a:lnTo>
                    <a:pt x="195799" y="331811"/>
                  </a:lnTo>
                  <a:lnTo>
                    <a:pt x="200992" y="330823"/>
                  </a:lnTo>
                  <a:lnTo>
                    <a:pt x="206151" y="329672"/>
                  </a:lnTo>
                  <a:lnTo>
                    <a:pt x="211270" y="328358"/>
                  </a:lnTo>
                  <a:lnTo>
                    <a:pt x="216346" y="326883"/>
                  </a:lnTo>
                  <a:lnTo>
                    <a:pt x="221373" y="325249"/>
                  </a:lnTo>
                  <a:lnTo>
                    <a:pt x="226345" y="323456"/>
                  </a:lnTo>
                  <a:lnTo>
                    <a:pt x="231259" y="321507"/>
                  </a:lnTo>
                  <a:lnTo>
                    <a:pt x="236108" y="319403"/>
                  </a:lnTo>
                  <a:lnTo>
                    <a:pt x="240888" y="317147"/>
                  </a:lnTo>
                  <a:lnTo>
                    <a:pt x="245594" y="314742"/>
                  </a:lnTo>
                  <a:lnTo>
                    <a:pt x="250223" y="312188"/>
                  </a:lnTo>
                  <a:lnTo>
                    <a:pt x="254768" y="309490"/>
                  </a:lnTo>
                  <a:lnTo>
                    <a:pt x="259225" y="306649"/>
                  </a:lnTo>
                  <a:lnTo>
                    <a:pt x="263591" y="303669"/>
                  </a:lnTo>
                  <a:lnTo>
                    <a:pt x="267860" y="300552"/>
                  </a:lnTo>
                  <a:lnTo>
                    <a:pt x="272028" y="297302"/>
                  </a:lnTo>
                  <a:lnTo>
                    <a:pt x="276092" y="293921"/>
                  </a:lnTo>
                  <a:lnTo>
                    <a:pt x="280046" y="290414"/>
                  </a:lnTo>
                  <a:lnTo>
                    <a:pt x="283888" y="286784"/>
                  </a:lnTo>
                  <a:lnTo>
                    <a:pt x="287613" y="283034"/>
                  </a:lnTo>
                  <a:lnTo>
                    <a:pt x="291218" y="279168"/>
                  </a:lnTo>
                  <a:lnTo>
                    <a:pt x="294698" y="275190"/>
                  </a:lnTo>
                  <a:lnTo>
                    <a:pt x="298052" y="271104"/>
                  </a:lnTo>
                  <a:lnTo>
                    <a:pt x="301274" y="266914"/>
                  </a:lnTo>
                  <a:lnTo>
                    <a:pt x="304362" y="262624"/>
                  </a:lnTo>
                  <a:lnTo>
                    <a:pt x="307313" y="258239"/>
                  </a:lnTo>
                  <a:lnTo>
                    <a:pt x="310124" y="253762"/>
                  </a:lnTo>
                  <a:lnTo>
                    <a:pt x="312792" y="249199"/>
                  </a:lnTo>
                  <a:lnTo>
                    <a:pt x="315314" y="244554"/>
                  </a:lnTo>
                  <a:lnTo>
                    <a:pt x="317689" y="239832"/>
                  </a:lnTo>
                  <a:lnTo>
                    <a:pt x="319912" y="235036"/>
                  </a:lnTo>
                  <a:lnTo>
                    <a:pt x="321983" y="230173"/>
                  </a:lnTo>
                  <a:lnTo>
                    <a:pt x="323900" y="225247"/>
                  </a:lnTo>
                  <a:lnTo>
                    <a:pt x="325659" y="220263"/>
                  </a:lnTo>
                  <a:lnTo>
                    <a:pt x="327260" y="215225"/>
                  </a:lnTo>
                  <a:lnTo>
                    <a:pt x="328701" y="210140"/>
                  </a:lnTo>
                  <a:lnTo>
                    <a:pt x="329981" y="205011"/>
                  </a:lnTo>
                  <a:lnTo>
                    <a:pt x="331098" y="199845"/>
                  </a:lnTo>
                  <a:lnTo>
                    <a:pt x="332050" y="194646"/>
                  </a:lnTo>
                  <a:lnTo>
                    <a:pt x="332838" y="189419"/>
                  </a:lnTo>
                  <a:lnTo>
                    <a:pt x="333461" y="184170"/>
                  </a:lnTo>
                  <a:lnTo>
                    <a:pt x="333917" y="178904"/>
                  </a:lnTo>
                  <a:lnTo>
                    <a:pt x="334206" y="173626"/>
                  </a:lnTo>
                  <a:lnTo>
                    <a:pt x="334329" y="168342"/>
                  </a:lnTo>
                  <a:lnTo>
                    <a:pt x="334284" y="163056"/>
                  </a:lnTo>
                  <a:lnTo>
                    <a:pt x="334072" y="157775"/>
                  </a:lnTo>
                  <a:lnTo>
                    <a:pt x="333693" y="152503"/>
                  </a:lnTo>
                  <a:lnTo>
                    <a:pt x="333148" y="147245"/>
                  </a:lnTo>
                  <a:lnTo>
                    <a:pt x="332437" y="142007"/>
                  </a:lnTo>
                  <a:lnTo>
                    <a:pt x="331561" y="136795"/>
                  </a:lnTo>
                  <a:lnTo>
                    <a:pt x="330520" y="131612"/>
                  </a:lnTo>
                  <a:lnTo>
                    <a:pt x="329316" y="126466"/>
                  </a:lnTo>
                  <a:lnTo>
                    <a:pt x="327950" y="121359"/>
                  </a:lnTo>
                  <a:lnTo>
                    <a:pt x="326423" y="116299"/>
                  </a:lnTo>
                  <a:lnTo>
                    <a:pt x="324737" y="111289"/>
                  </a:lnTo>
                  <a:lnTo>
                    <a:pt x="322893" y="106336"/>
                  </a:lnTo>
                  <a:lnTo>
                    <a:pt x="320894" y="101443"/>
                  </a:lnTo>
                  <a:lnTo>
                    <a:pt x="318740" y="96615"/>
                  </a:lnTo>
                  <a:lnTo>
                    <a:pt x="316436" y="91858"/>
                  </a:lnTo>
                  <a:lnTo>
                    <a:pt x="313982" y="87177"/>
                  </a:lnTo>
                  <a:lnTo>
                    <a:pt x="311381" y="82575"/>
                  </a:lnTo>
                  <a:lnTo>
                    <a:pt x="308636" y="78058"/>
                  </a:lnTo>
                  <a:lnTo>
                    <a:pt x="305750" y="73630"/>
                  </a:lnTo>
                  <a:lnTo>
                    <a:pt x="302725" y="69295"/>
                  </a:lnTo>
                  <a:lnTo>
                    <a:pt x="299565" y="65058"/>
                  </a:lnTo>
                  <a:lnTo>
                    <a:pt x="296272" y="60923"/>
                  </a:lnTo>
                  <a:lnTo>
                    <a:pt x="292850" y="56895"/>
                  </a:lnTo>
                  <a:lnTo>
                    <a:pt x="289303" y="52976"/>
                  </a:lnTo>
                  <a:lnTo>
                    <a:pt x="285633" y="49172"/>
                  </a:lnTo>
                  <a:lnTo>
                    <a:pt x="281845" y="45485"/>
                  </a:lnTo>
                  <a:lnTo>
                    <a:pt x="277943" y="41920"/>
                  </a:lnTo>
                  <a:lnTo>
                    <a:pt x="273929" y="38481"/>
                  </a:lnTo>
                  <a:lnTo>
                    <a:pt x="269809" y="35170"/>
                  </a:lnTo>
                  <a:lnTo>
                    <a:pt x="265586" y="31990"/>
                  </a:lnTo>
                  <a:lnTo>
                    <a:pt x="261265" y="28946"/>
                  </a:lnTo>
                  <a:lnTo>
                    <a:pt x="256850" y="26040"/>
                  </a:lnTo>
                  <a:lnTo>
                    <a:pt x="252345" y="23276"/>
                  </a:lnTo>
                  <a:lnTo>
                    <a:pt x="247755" y="20654"/>
                  </a:lnTo>
                  <a:lnTo>
                    <a:pt x="243084" y="18180"/>
                  </a:lnTo>
                  <a:lnTo>
                    <a:pt x="238337" y="15854"/>
                  </a:lnTo>
                  <a:lnTo>
                    <a:pt x="233519" y="13680"/>
                  </a:lnTo>
                  <a:lnTo>
                    <a:pt x="228635" y="11658"/>
                  </a:lnTo>
                  <a:lnTo>
                    <a:pt x="223690" y="9793"/>
                  </a:lnTo>
                  <a:lnTo>
                    <a:pt x="167166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6524" cy="167167"/>
            </a:xfrm>
            <a:custGeom>
              <a:avLst/>
              <a:pathLst>
                <a:path w="56524" h="167167">
                  <a:moveTo>
                    <a:pt x="56524" y="9846"/>
                  </a:moveTo>
                  <a:lnTo>
                    <a:pt x="50454" y="7795"/>
                  </a:lnTo>
                  <a:lnTo>
                    <a:pt x="44311" y="5979"/>
                  </a:lnTo>
                  <a:lnTo>
                    <a:pt x="38102" y="4400"/>
                  </a:lnTo>
                  <a:lnTo>
                    <a:pt x="31838" y="3059"/>
                  </a:lnTo>
                  <a:lnTo>
                    <a:pt x="25526" y="1960"/>
                  </a:lnTo>
                  <a:lnTo>
                    <a:pt x="19177" y="1103"/>
                  </a:lnTo>
                  <a:lnTo>
                    <a:pt x="12800" y="490"/>
                  </a:lnTo>
                  <a:lnTo>
                    <a:pt x="640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4748" y="3170392"/>
              <a:ext cx="21232" cy="167167"/>
            </a:xfrm>
            <a:custGeom>
              <a:avLst/>
              <a:pathLst>
                <a:path w="21232" h="167167">
                  <a:moveTo>
                    <a:pt x="21232" y="0"/>
                  </a:moveTo>
                  <a:lnTo>
                    <a:pt x="14138" y="150"/>
                  </a:lnTo>
                  <a:lnTo>
                    <a:pt x="7056" y="602"/>
                  </a:lnTo>
                  <a:lnTo>
                    <a:pt x="0" y="1353"/>
                  </a:lnTo>
                  <a:lnTo>
                    <a:pt x="212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4748" y="3171746"/>
              <a:ext cx="21232" cy="165813"/>
            </a:xfrm>
            <a:custGeom>
              <a:avLst/>
              <a:pathLst>
                <a:path w="21232" h="165813">
                  <a:moveTo>
                    <a:pt x="0" y="0"/>
                  </a:moveTo>
                  <a:lnTo>
                    <a:pt x="21232" y="1658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31" y="3171746"/>
              <a:ext cx="334300" cy="332980"/>
            </a:xfrm>
            <a:custGeom>
              <a:avLst/>
              <a:pathLst>
                <a:path w="334300" h="332980">
                  <a:moveTo>
                    <a:pt x="145916" y="0"/>
                  </a:moveTo>
                  <a:lnTo>
                    <a:pt x="140664" y="757"/>
                  </a:lnTo>
                  <a:lnTo>
                    <a:pt x="135438" y="1681"/>
                  </a:lnTo>
                  <a:lnTo>
                    <a:pt x="130244" y="2770"/>
                  </a:lnTo>
                  <a:lnTo>
                    <a:pt x="125088" y="4023"/>
                  </a:lnTo>
                  <a:lnTo>
                    <a:pt x="119974" y="5440"/>
                  </a:lnTo>
                  <a:lnTo>
                    <a:pt x="114907" y="7018"/>
                  </a:lnTo>
                  <a:lnTo>
                    <a:pt x="109894" y="8756"/>
                  </a:lnTo>
                  <a:lnTo>
                    <a:pt x="104937" y="10653"/>
                  </a:lnTo>
                  <a:lnTo>
                    <a:pt x="100044" y="12705"/>
                  </a:lnTo>
                  <a:lnTo>
                    <a:pt x="95218" y="14912"/>
                  </a:lnTo>
                  <a:lnTo>
                    <a:pt x="90465" y="17272"/>
                  </a:lnTo>
                  <a:lnTo>
                    <a:pt x="85789" y="19780"/>
                  </a:lnTo>
                  <a:lnTo>
                    <a:pt x="81195" y="22436"/>
                  </a:lnTo>
                  <a:lnTo>
                    <a:pt x="76687" y="25237"/>
                  </a:lnTo>
                  <a:lnTo>
                    <a:pt x="72271" y="28179"/>
                  </a:lnTo>
                  <a:lnTo>
                    <a:pt x="67950" y="31260"/>
                  </a:lnTo>
                  <a:lnTo>
                    <a:pt x="63729" y="34476"/>
                  </a:lnTo>
                  <a:lnTo>
                    <a:pt x="59613" y="37825"/>
                  </a:lnTo>
                  <a:lnTo>
                    <a:pt x="55605" y="41302"/>
                  </a:lnTo>
                  <a:lnTo>
                    <a:pt x="51709" y="44905"/>
                  </a:lnTo>
                  <a:lnTo>
                    <a:pt x="47929" y="48630"/>
                  </a:lnTo>
                  <a:lnTo>
                    <a:pt x="44270" y="52474"/>
                  </a:lnTo>
                  <a:lnTo>
                    <a:pt x="40734" y="56431"/>
                  </a:lnTo>
                  <a:lnTo>
                    <a:pt x="37326" y="60498"/>
                  </a:lnTo>
                  <a:lnTo>
                    <a:pt x="34049" y="64672"/>
                  </a:lnTo>
                  <a:lnTo>
                    <a:pt x="30906" y="68948"/>
                  </a:lnTo>
                  <a:lnTo>
                    <a:pt x="27900" y="73321"/>
                  </a:lnTo>
                  <a:lnTo>
                    <a:pt x="25034" y="77787"/>
                  </a:lnTo>
                  <a:lnTo>
                    <a:pt x="22312" y="82342"/>
                  </a:lnTo>
                  <a:lnTo>
                    <a:pt x="19736" y="86981"/>
                  </a:lnTo>
                  <a:lnTo>
                    <a:pt x="17308" y="91700"/>
                  </a:lnTo>
                  <a:lnTo>
                    <a:pt x="15031" y="96493"/>
                  </a:lnTo>
                  <a:lnTo>
                    <a:pt x="12907" y="101356"/>
                  </a:lnTo>
                  <a:lnTo>
                    <a:pt x="10939" y="106284"/>
                  </a:lnTo>
                  <a:lnTo>
                    <a:pt x="9128" y="111273"/>
                  </a:lnTo>
                  <a:lnTo>
                    <a:pt x="7477" y="116316"/>
                  </a:lnTo>
                  <a:lnTo>
                    <a:pt x="5986" y="121409"/>
                  </a:lnTo>
                  <a:lnTo>
                    <a:pt x="4658" y="126546"/>
                  </a:lnTo>
                  <a:lnTo>
                    <a:pt x="3494" y="131724"/>
                  </a:lnTo>
                  <a:lnTo>
                    <a:pt x="2494" y="136935"/>
                  </a:lnTo>
                  <a:lnTo>
                    <a:pt x="1661" y="142176"/>
                  </a:lnTo>
                  <a:lnTo>
                    <a:pt x="994" y="147440"/>
                  </a:lnTo>
                  <a:lnTo>
                    <a:pt x="494" y="152723"/>
                  </a:lnTo>
                  <a:lnTo>
                    <a:pt x="163" y="158020"/>
                  </a:lnTo>
                  <a:lnTo>
                    <a:pt x="0" y="163324"/>
                  </a:lnTo>
                  <a:lnTo>
                    <a:pt x="5" y="168630"/>
                  </a:lnTo>
                  <a:lnTo>
                    <a:pt x="178" y="173934"/>
                  </a:lnTo>
                  <a:lnTo>
                    <a:pt x="520" y="179230"/>
                  </a:lnTo>
                  <a:lnTo>
                    <a:pt x="1030" y="184512"/>
                  </a:lnTo>
                  <a:lnTo>
                    <a:pt x="1707" y="189775"/>
                  </a:lnTo>
                  <a:lnTo>
                    <a:pt x="2551" y="195014"/>
                  </a:lnTo>
                  <a:lnTo>
                    <a:pt x="3561" y="200223"/>
                  </a:lnTo>
                  <a:lnTo>
                    <a:pt x="4736" y="205398"/>
                  </a:lnTo>
                  <a:lnTo>
                    <a:pt x="6074" y="210533"/>
                  </a:lnTo>
                  <a:lnTo>
                    <a:pt x="7574" y="215623"/>
                  </a:lnTo>
                  <a:lnTo>
                    <a:pt x="9236" y="220663"/>
                  </a:lnTo>
                  <a:lnTo>
                    <a:pt x="11056" y="225648"/>
                  </a:lnTo>
                  <a:lnTo>
                    <a:pt x="13034" y="230572"/>
                  </a:lnTo>
                  <a:lnTo>
                    <a:pt x="15167" y="235431"/>
                  </a:lnTo>
                  <a:lnTo>
                    <a:pt x="17453" y="240220"/>
                  </a:lnTo>
                  <a:lnTo>
                    <a:pt x="19891" y="244934"/>
                  </a:lnTo>
                  <a:lnTo>
                    <a:pt x="22476" y="249568"/>
                  </a:lnTo>
                  <a:lnTo>
                    <a:pt x="25207" y="254118"/>
                  </a:lnTo>
                  <a:lnTo>
                    <a:pt x="28082" y="258578"/>
                  </a:lnTo>
                  <a:lnTo>
                    <a:pt x="31096" y="262946"/>
                  </a:lnTo>
                  <a:lnTo>
                    <a:pt x="34248" y="267215"/>
                  </a:lnTo>
                  <a:lnTo>
                    <a:pt x="37533" y="271382"/>
                  </a:lnTo>
                  <a:lnTo>
                    <a:pt x="40949" y="275443"/>
                  </a:lnTo>
                  <a:lnTo>
                    <a:pt x="44492" y="279393"/>
                  </a:lnTo>
                  <a:lnTo>
                    <a:pt x="48159" y="283229"/>
                  </a:lnTo>
                  <a:lnTo>
                    <a:pt x="51946" y="286947"/>
                  </a:lnTo>
                  <a:lnTo>
                    <a:pt x="55849" y="290542"/>
                  </a:lnTo>
                  <a:lnTo>
                    <a:pt x="59864" y="294012"/>
                  </a:lnTo>
                  <a:lnTo>
                    <a:pt x="63987" y="297353"/>
                  </a:lnTo>
                  <a:lnTo>
                    <a:pt x="68214" y="300561"/>
                  </a:lnTo>
                  <a:lnTo>
                    <a:pt x="72541" y="303633"/>
                  </a:lnTo>
                  <a:lnTo>
                    <a:pt x="76963" y="306567"/>
                  </a:lnTo>
                  <a:lnTo>
                    <a:pt x="81476" y="309358"/>
                  </a:lnTo>
                  <a:lnTo>
                    <a:pt x="86075" y="312005"/>
                  </a:lnTo>
                  <a:lnTo>
                    <a:pt x="90756" y="314505"/>
                  </a:lnTo>
                  <a:lnTo>
                    <a:pt x="95514" y="316854"/>
                  </a:lnTo>
                  <a:lnTo>
                    <a:pt x="100344" y="319052"/>
                  </a:lnTo>
                  <a:lnTo>
                    <a:pt x="105242" y="321095"/>
                  </a:lnTo>
                  <a:lnTo>
                    <a:pt x="110202" y="322982"/>
                  </a:lnTo>
                  <a:lnTo>
                    <a:pt x="115219" y="324710"/>
                  </a:lnTo>
                  <a:lnTo>
                    <a:pt x="120289" y="326278"/>
                  </a:lnTo>
                  <a:lnTo>
                    <a:pt x="125405" y="327685"/>
                  </a:lnTo>
                  <a:lnTo>
                    <a:pt x="130564" y="328928"/>
                  </a:lnTo>
                  <a:lnTo>
                    <a:pt x="135760" y="330007"/>
                  </a:lnTo>
                  <a:lnTo>
                    <a:pt x="140987" y="330921"/>
                  </a:lnTo>
                  <a:lnTo>
                    <a:pt x="146241" y="331668"/>
                  </a:lnTo>
                  <a:lnTo>
                    <a:pt x="151516" y="332248"/>
                  </a:lnTo>
                  <a:lnTo>
                    <a:pt x="156806" y="332660"/>
                  </a:lnTo>
                  <a:lnTo>
                    <a:pt x="162107" y="332904"/>
                  </a:lnTo>
                  <a:lnTo>
                    <a:pt x="167413" y="332980"/>
                  </a:lnTo>
                  <a:lnTo>
                    <a:pt x="172719" y="332888"/>
                  </a:lnTo>
                  <a:lnTo>
                    <a:pt x="178019" y="332627"/>
                  </a:lnTo>
                  <a:lnTo>
                    <a:pt x="183309" y="332198"/>
                  </a:lnTo>
                  <a:lnTo>
                    <a:pt x="188581" y="331601"/>
                  </a:lnTo>
                  <a:lnTo>
                    <a:pt x="193833" y="330837"/>
                  </a:lnTo>
                  <a:lnTo>
                    <a:pt x="199057" y="329907"/>
                  </a:lnTo>
                  <a:lnTo>
                    <a:pt x="204250" y="328811"/>
                  </a:lnTo>
                  <a:lnTo>
                    <a:pt x="209404" y="327552"/>
                  </a:lnTo>
                  <a:lnTo>
                    <a:pt x="214517" y="326129"/>
                  </a:lnTo>
                  <a:lnTo>
                    <a:pt x="219581" y="324545"/>
                  </a:lnTo>
                  <a:lnTo>
                    <a:pt x="224593" y="322801"/>
                  </a:lnTo>
                  <a:lnTo>
                    <a:pt x="229547" y="320898"/>
                  </a:lnTo>
                  <a:lnTo>
                    <a:pt x="234438" y="318839"/>
                  </a:lnTo>
                  <a:lnTo>
                    <a:pt x="239261" y="316627"/>
                  </a:lnTo>
                  <a:lnTo>
                    <a:pt x="244012" y="314262"/>
                  </a:lnTo>
                  <a:lnTo>
                    <a:pt x="248685" y="311747"/>
                  </a:lnTo>
                  <a:lnTo>
                    <a:pt x="253276" y="309086"/>
                  </a:lnTo>
                  <a:lnTo>
                    <a:pt x="257780" y="306280"/>
                  </a:lnTo>
                  <a:lnTo>
                    <a:pt x="262192" y="303332"/>
                  </a:lnTo>
                  <a:lnTo>
                    <a:pt x="266509" y="300246"/>
                  </a:lnTo>
                  <a:lnTo>
                    <a:pt x="270726" y="297025"/>
                  </a:lnTo>
                  <a:lnTo>
                    <a:pt x="274839" y="293671"/>
                  </a:lnTo>
                  <a:lnTo>
                    <a:pt x="278843" y="290189"/>
                  </a:lnTo>
                  <a:lnTo>
                    <a:pt x="282734" y="286581"/>
                  </a:lnTo>
                  <a:lnTo>
                    <a:pt x="286509" y="282851"/>
                  </a:lnTo>
                  <a:lnTo>
                    <a:pt x="290164" y="279004"/>
                  </a:lnTo>
                  <a:lnTo>
                    <a:pt x="293695" y="275042"/>
                  </a:lnTo>
                  <a:lnTo>
                    <a:pt x="297098" y="270971"/>
                  </a:lnTo>
                  <a:lnTo>
                    <a:pt x="300370" y="266793"/>
                  </a:lnTo>
                  <a:lnTo>
                    <a:pt x="303508" y="262514"/>
                  </a:lnTo>
                  <a:lnTo>
                    <a:pt x="306509" y="258137"/>
                  </a:lnTo>
                  <a:lnTo>
                    <a:pt x="309369" y="253667"/>
                  </a:lnTo>
                  <a:lnTo>
                    <a:pt x="312086" y="249109"/>
                  </a:lnTo>
                  <a:lnTo>
                    <a:pt x="314656" y="244466"/>
                  </a:lnTo>
                  <a:lnTo>
                    <a:pt x="317078" y="239745"/>
                  </a:lnTo>
                  <a:lnTo>
                    <a:pt x="319350" y="234949"/>
                  </a:lnTo>
                  <a:lnTo>
                    <a:pt x="321467" y="230083"/>
                  </a:lnTo>
                  <a:lnTo>
                    <a:pt x="323429" y="225153"/>
                  </a:lnTo>
                  <a:lnTo>
                    <a:pt x="325234" y="220162"/>
                  </a:lnTo>
                  <a:lnTo>
                    <a:pt x="326880" y="215117"/>
                  </a:lnTo>
                  <a:lnTo>
                    <a:pt x="328364" y="210023"/>
                  </a:lnTo>
                  <a:lnTo>
                    <a:pt x="329686" y="204883"/>
                  </a:lnTo>
                  <a:lnTo>
                    <a:pt x="330844" y="199705"/>
                  </a:lnTo>
                  <a:lnTo>
                    <a:pt x="331837" y="194492"/>
                  </a:lnTo>
                  <a:lnTo>
                    <a:pt x="332665" y="189250"/>
                  </a:lnTo>
                  <a:lnTo>
                    <a:pt x="333325" y="183985"/>
                  </a:lnTo>
                  <a:lnTo>
                    <a:pt x="333818" y="178701"/>
                  </a:lnTo>
                  <a:lnTo>
                    <a:pt x="334143" y="173405"/>
                  </a:lnTo>
                  <a:lnTo>
                    <a:pt x="334300" y="168100"/>
                  </a:lnTo>
                  <a:lnTo>
                    <a:pt x="334289" y="162794"/>
                  </a:lnTo>
                  <a:lnTo>
                    <a:pt x="334109" y="157490"/>
                  </a:lnTo>
                  <a:lnTo>
                    <a:pt x="333760" y="152195"/>
                  </a:lnTo>
                  <a:lnTo>
                    <a:pt x="333244" y="146914"/>
                  </a:lnTo>
                  <a:lnTo>
                    <a:pt x="332561" y="141651"/>
                  </a:lnTo>
                  <a:lnTo>
                    <a:pt x="331710" y="136413"/>
                  </a:lnTo>
                  <a:lnTo>
                    <a:pt x="330694" y="131205"/>
                  </a:lnTo>
                  <a:lnTo>
                    <a:pt x="329513" y="126031"/>
                  </a:lnTo>
                  <a:lnTo>
                    <a:pt x="328169" y="120898"/>
                  </a:lnTo>
                  <a:lnTo>
                    <a:pt x="326662" y="115810"/>
                  </a:lnTo>
                  <a:lnTo>
                    <a:pt x="324995" y="110772"/>
                  </a:lnTo>
                  <a:lnTo>
                    <a:pt x="323168" y="105790"/>
                  </a:lnTo>
                  <a:lnTo>
                    <a:pt x="321184" y="100868"/>
                  </a:lnTo>
                  <a:lnTo>
                    <a:pt x="319045" y="96011"/>
                  </a:lnTo>
                  <a:lnTo>
                    <a:pt x="316753" y="91225"/>
                  </a:lnTo>
                  <a:lnTo>
                    <a:pt x="314310" y="86514"/>
                  </a:lnTo>
                  <a:lnTo>
                    <a:pt x="311719" y="81883"/>
                  </a:lnTo>
                  <a:lnTo>
                    <a:pt x="308983" y="77337"/>
                  </a:lnTo>
                  <a:lnTo>
                    <a:pt x="306103" y="72880"/>
                  </a:lnTo>
                  <a:lnTo>
                    <a:pt x="303083" y="68516"/>
                  </a:lnTo>
                  <a:lnTo>
                    <a:pt x="299926" y="64251"/>
                  </a:lnTo>
                  <a:lnTo>
                    <a:pt x="296636" y="60087"/>
                  </a:lnTo>
                  <a:lnTo>
                    <a:pt x="293215" y="56031"/>
                  </a:lnTo>
                  <a:lnTo>
                    <a:pt x="289667" y="52085"/>
                  </a:lnTo>
                  <a:lnTo>
                    <a:pt x="285995" y="48253"/>
                  </a:lnTo>
                  <a:lnTo>
                    <a:pt x="282204" y="44540"/>
                  </a:lnTo>
                  <a:lnTo>
                    <a:pt x="278297" y="40949"/>
                  </a:lnTo>
                  <a:lnTo>
                    <a:pt x="274278" y="37484"/>
                  </a:lnTo>
                  <a:lnTo>
                    <a:pt x="270151" y="34149"/>
                  </a:lnTo>
                  <a:lnTo>
                    <a:pt x="265920" y="30946"/>
                  </a:lnTo>
                  <a:lnTo>
                    <a:pt x="261589" y="27879"/>
                  </a:lnTo>
                  <a:lnTo>
                    <a:pt x="257164" y="24951"/>
                  </a:lnTo>
                  <a:lnTo>
                    <a:pt x="252647" y="22165"/>
                  </a:lnTo>
                  <a:lnTo>
                    <a:pt x="248045" y="19523"/>
                  </a:lnTo>
                  <a:lnTo>
                    <a:pt x="243361" y="17029"/>
                  </a:lnTo>
                  <a:lnTo>
                    <a:pt x="238600" y="14685"/>
                  </a:lnTo>
                  <a:lnTo>
                    <a:pt x="233767" y="12493"/>
                  </a:lnTo>
                  <a:lnTo>
                    <a:pt x="228867" y="10456"/>
                  </a:lnTo>
                  <a:lnTo>
                    <a:pt x="223905" y="8576"/>
                  </a:lnTo>
                  <a:lnTo>
                    <a:pt x="218886" y="6853"/>
                  </a:lnTo>
                  <a:lnTo>
                    <a:pt x="167148" y="1658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51737" cy="167167"/>
            </a:xfrm>
            <a:custGeom>
              <a:avLst/>
              <a:pathLst>
                <a:path w="51737" h="167167">
                  <a:moveTo>
                    <a:pt x="51737" y="8207"/>
                  </a:moveTo>
                  <a:lnTo>
                    <a:pt x="46149" y="6496"/>
                  </a:lnTo>
                  <a:lnTo>
                    <a:pt x="40504" y="4981"/>
                  </a:lnTo>
                  <a:lnTo>
                    <a:pt x="34810" y="3664"/>
                  </a:lnTo>
                  <a:lnTo>
                    <a:pt x="29074" y="2547"/>
                  </a:lnTo>
                  <a:lnTo>
                    <a:pt x="23302" y="1632"/>
                  </a:lnTo>
                  <a:lnTo>
                    <a:pt x="17501" y="918"/>
                  </a:lnTo>
                  <a:lnTo>
                    <a:pt x="11679" y="408"/>
                  </a:lnTo>
                  <a:lnTo>
                    <a:pt x="584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215" y="3707720"/>
              <a:ext cx="4533" cy="167167"/>
            </a:xfrm>
            <a:custGeom>
              <a:avLst/>
              <a:pathLst>
                <a:path w="4533" h="167167">
                  <a:moveTo>
                    <a:pt x="4533" y="0"/>
                  </a:moveTo>
                  <a:lnTo>
                    <a:pt x="0" y="61"/>
                  </a:lnTo>
                  <a:lnTo>
                    <a:pt x="45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6215" y="37077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2" y="3707720"/>
              <a:ext cx="334325" cy="334319"/>
            </a:xfrm>
            <a:custGeom>
              <a:avLst/>
              <a:pathLst>
                <a:path w="334325" h="334319">
                  <a:moveTo>
                    <a:pt x="162632" y="61"/>
                  </a:moveTo>
                  <a:lnTo>
                    <a:pt x="157355" y="288"/>
                  </a:lnTo>
                  <a:lnTo>
                    <a:pt x="152089" y="681"/>
                  </a:lnTo>
                  <a:lnTo>
                    <a:pt x="146837" y="1240"/>
                  </a:lnTo>
                  <a:lnTo>
                    <a:pt x="141606" y="1965"/>
                  </a:lnTo>
                  <a:lnTo>
                    <a:pt x="136400" y="2855"/>
                  </a:lnTo>
                  <a:lnTo>
                    <a:pt x="131225" y="3909"/>
                  </a:lnTo>
                  <a:lnTo>
                    <a:pt x="126086" y="5126"/>
                  </a:lnTo>
                  <a:lnTo>
                    <a:pt x="120987" y="6504"/>
                  </a:lnTo>
                  <a:lnTo>
                    <a:pt x="115935" y="8043"/>
                  </a:lnTo>
                  <a:lnTo>
                    <a:pt x="110934" y="9741"/>
                  </a:lnTo>
                  <a:lnTo>
                    <a:pt x="105989" y="11596"/>
                  </a:lnTo>
                  <a:lnTo>
                    <a:pt x="101106" y="13606"/>
                  </a:lnTo>
                  <a:lnTo>
                    <a:pt x="96288" y="15769"/>
                  </a:lnTo>
                  <a:lnTo>
                    <a:pt x="91541" y="18084"/>
                  </a:lnTo>
                  <a:lnTo>
                    <a:pt x="86869" y="20547"/>
                  </a:lnTo>
                  <a:lnTo>
                    <a:pt x="82277" y="23157"/>
                  </a:lnTo>
                  <a:lnTo>
                    <a:pt x="77771" y="25910"/>
                  </a:lnTo>
                  <a:lnTo>
                    <a:pt x="73353" y="28804"/>
                  </a:lnTo>
                  <a:lnTo>
                    <a:pt x="69029" y="31837"/>
                  </a:lnTo>
                  <a:lnTo>
                    <a:pt x="64803" y="35004"/>
                  </a:lnTo>
                  <a:lnTo>
                    <a:pt x="60679" y="38304"/>
                  </a:lnTo>
                  <a:lnTo>
                    <a:pt x="56662" y="41732"/>
                  </a:lnTo>
                  <a:lnTo>
                    <a:pt x="52755" y="45285"/>
                  </a:lnTo>
                  <a:lnTo>
                    <a:pt x="48962" y="48960"/>
                  </a:lnTo>
                  <a:lnTo>
                    <a:pt x="45287" y="52753"/>
                  </a:lnTo>
                  <a:lnTo>
                    <a:pt x="41733" y="56660"/>
                  </a:lnTo>
                  <a:lnTo>
                    <a:pt x="38305" y="60678"/>
                  </a:lnTo>
                  <a:lnTo>
                    <a:pt x="35005" y="64801"/>
                  </a:lnTo>
                  <a:lnTo>
                    <a:pt x="31838" y="69027"/>
                  </a:lnTo>
                  <a:lnTo>
                    <a:pt x="28805" y="73351"/>
                  </a:lnTo>
                  <a:lnTo>
                    <a:pt x="25911" y="77769"/>
                  </a:lnTo>
                  <a:lnTo>
                    <a:pt x="23157" y="82275"/>
                  </a:lnTo>
                  <a:lnTo>
                    <a:pt x="20547" y="86867"/>
                  </a:lnTo>
                  <a:lnTo>
                    <a:pt x="18084" y="91538"/>
                  </a:lnTo>
                  <a:lnTo>
                    <a:pt x="15769" y="96285"/>
                  </a:lnTo>
                  <a:lnTo>
                    <a:pt x="13606" y="101103"/>
                  </a:lnTo>
                  <a:lnTo>
                    <a:pt x="11595" y="105987"/>
                  </a:lnTo>
                  <a:lnTo>
                    <a:pt x="9740" y="110932"/>
                  </a:lnTo>
                  <a:lnTo>
                    <a:pt x="8043" y="115933"/>
                  </a:lnTo>
                  <a:lnTo>
                    <a:pt x="6504" y="120985"/>
                  </a:lnTo>
                  <a:lnTo>
                    <a:pt x="5125" y="126083"/>
                  </a:lnTo>
                  <a:lnTo>
                    <a:pt x="3908" y="131222"/>
                  </a:lnTo>
                  <a:lnTo>
                    <a:pt x="2854" y="136397"/>
                  </a:lnTo>
                  <a:lnTo>
                    <a:pt x="1964" y="141603"/>
                  </a:lnTo>
                  <a:lnTo>
                    <a:pt x="1239" y="146835"/>
                  </a:lnTo>
                  <a:lnTo>
                    <a:pt x="679" y="152086"/>
                  </a:lnTo>
                  <a:lnTo>
                    <a:pt x="286" y="157353"/>
                  </a:lnTo>
                  <a:lnTo>
                    <a:pt x="59" y="162629"/>
                  </a:lnTo>
                  <a:lnTo>
                    <a:pt x="0" y="167910"/>
                  </a:lnTo>
                  <a:lnTo>
                    <a:pt x="106" y="173190"/>
                  </a:lnTo>
                  <a:lnTo>
                    <a:pt x="380" y="178465"/>
                  </a:lnTo>
                  <a:lnTo>
                    <a:pt x="820" y="183728"/>
                  </a:lnTo>
                  <a:lnTo>
                    <a:pt x="1426" y="188974"/>
                  </a:lnTo>
                  <a:lnTo>
                    <a:pt x="2198" y="194199"/>
                  </a:lnTo>
                  <a:lnTo>
                    <a:pt x="3134" y="199396"/>
                  </a:lnTo>
                  <a:lnTo>
                    <a:pt x="4234" y="204562"/>
                  </a:lnTo>
                  <a:lnTo>
                    <a:pt x="5497" y="209690"/>
                  </a:lnTo>
                  <a:lnTo>
                    <a:pt x="6921" y="214776"/>
                  </a:lnTo>
                  <a:lnTo>
                    <a:pt x="8505" y="219814"/>
                  </a:lnTo>
                  <a:lnTo>
                    <a:pt x="10247" y="224800"/>
                  </a:lnTo>
                  <a:lnTo>
                    <a:pt x="12146" y="229728"/>
                  </a:lnTo>
                  <a:lnTo>
                    <a:pt x="14199" y="234594"/>
                  </a:lnTo>
                  <a:lnTo>
                    <a:pt x="16406" y="239392"/>
                  </a:lnTo>
                  <a:lnTo>
                    <a:pt x="18762" y="244118"/>
                  </a:lnTo>
                  <a:lnTo>
                    <a:pt x="21267" y="248768"/>
                  </a:lnTo>
                  <a:lnTo>
                    <a:pt x="23918" y="253336"/>
                  </a:lnTo>
                  <a:lnTo>
                    <a:pt x="26711" y="257818"/>
                  </a:lnTo>
                  <a:lnTo>
                    <a:pt x="29645" y="262209"/>
                  </a:lnTo>
                  <a:lnTo>
                    <a:pt x="32716" y="266506"/>
                  </a:lnTo>
                  <a:lnTo>
                    <a:pt x="35921" y="270704"/>
                  </a:lnTo>
                  <a:lnTo>
                    <a:pt x="39257" y="274798"/>
                  </a:lnTo>
                  <a:lnTo>
                    <a:pt x="42721" y="278785"/>
                  </a:lnTo>
                  <a:lnTo>
                    <a:pt x="46309" y="282660"/>
                  </a:lnTo>
                  <a:lnTo>
                    <a:pt x="50017" y="286420"/>
                  </a:lnTo>
                  <a:lnTo>
                    <a:pt x="53843" y="290061"/>
                  </a:lnTo>
                  <a:lnTo>
                    <a:pt x="57782" y="293580"/>
                  </a:lnTo>
                  <a:lnTo>
                    <a:pt x="61829" y="296972"/>
                  </a:lnTo>
                  <a:lnTo>
                    <a:pt x="65982" y="300235"/>
                  </a:lnTo>
                  <a:lnTo>
                    <a:pt x="70236" y="303364"/>
                  </a:lnTo>
                  <a:lnTo>
                    <a:pt x="74587" y="306358"/>
                  </a:lnTo>
                  <a:lnTo>
                    <a:pt x="79030" y="309213"/>
                  </a:lnTo>
                  <a:lnTo>
                    <a:pt x="83561" y="311927"/>
                  </a:lnTo>
                  <a:lnTo>
                    <a:pt x="88176" y="314495"/>
                  </a:lnTo>
                  <a:lnTo>
                    <a:pt x="92869" y="316917"/>
                  </a:lnTo>
                  <a:lnTo>
                    <a:pt x="97637" y="319189"/>
                  </a:lnTo>
                  <a:lnTo>
                    <a:pt x="102474" y="321310"/>
                  </a:lnTo>
                  <a:lnTo>
                    <a:pt x="107375" y="323276"/>
                  </a:lnTo>
                  <a:lnTo>
                    <a:pt x="112336" y="325087"/>
                  </a:lnTo>
                  <a:lnTo>
                    <a:pt x="117352" y="326740"/>
                  </a:lnTo>
                  <a:lnTo>
                    <a:pt x="122418" y="328234"/>
                  </a:lnTo>
                  <a:lnTo>
                    <a:pt x="127528" y="329567"/>
                  </a:lnTo>
                  <a:lnTo>
                    <a:pt x="132678" y="330738"/>
                  </a:lnTo>
                  <a:lnTo>
                    <a:pt x="137862" y="331746"/>
                  </a:lnTo>
                  <a:lnTo>
                    <a:pt x="143076" y="332590"/>
                  </a:lnTo>
                  <a:lnTo>
                    <a:pt x="148313" y="333268"/>
                  </a:lnTo>
                  <a:lnTo>
                    <a:pt x="153570" y="333781"/>
                  </a:lnTo>
                  <a:lnTo>
                    <a:pt x="158840" y="334127"/>
                  </a:lnTo>
                  <a:lnTo>
                    <a:pt x="164118" y="334307"/>
                  </a:lnTo>
                  <a:lnTo>
                    <a:pt x="169399" y="334319"/>
                  </a:lnTo>
                  <a:lnTo>
                    <a:pt x="174678" y="334165"/>
                  </a:lnTo>
                  <a:lnTo>
                    <a:pt x="179950" y="333845"/>
                  </a:lnTo>
                  <a:lnTo>
                    <a:pt x="185209" y="333358"/>
                  </a:lnTo>
                  <a:lnTo>
                    <a:pt x="190450" y="332705"/>
                  </a:lnTo>
                  <a:lnTo>
                    <a:pt x="195667" y="331887"/>
                  </a:lnTo>
                  <a:lnTo>
                    <a:pt x="200856" y="330904"/>
                  </a:lnTo>
                  <a:lnTo>
                    <a:pt x="206012" y="329758"/>
                  </a:lnTo>
                  <a:lnTo>
                    <a:pt x="211129" y="328450"/>
                  </a:lnTo>
                  <a:lnTo>
                    <a:pt x="216201" y="326981"/>
                  </a:lnTo>
                  <a:lnTo>
                    <a:pt x="221225" y="325352"/>
                  </a:lnTo>
                  <a:lnTo>
                    <a:pt x="226195" y="323565"/>
                  </a:lnTo>
                  <a:lnTo>
                    <a:pt x="231106" y="321622"/>
                  </a:lnTo>
                  <a:lnTo>
                    <a:pt x="235953" y="319526"/>
                  </a:lnTo>
                  <a:lnTo>
                    <a:pt x="240732" y="317277"/>
                  </a:lnTo>
                  <a:lnTo>
                    <a:pt x="245437" y="314878"/>
                  </a:lnTo>
                  <a:lnTo>
                    <a:pt x="250064" y="312332"/>
                  </a:lnTo>
                  <a:lnTo>
                    <a:pt x="254608" y="309640"/>
                  </a:lnTo>
                  <a:lnTo>
                    <a:pt x="259065" y="306807"/>
                  </a:lnTo>
                  <a:lnTo>
                    <a:pt x="263430" y="303834"/>
                  </a:lnTo>
                  <a:lnTo>
                    <a:pt x="267700" y="300725"/>
                  </a:lnTo>
                  <a:lnTo>
                    <a:pt x="271868" y="297483"/>
                  </a:lnTo>
                  <a:lnTo>
                    <a:pt x="275933" y="294110"/>
                  </a:lnTo>
                  <a:lnTo>
                    <a:pt x="279888" y="290611"/>
                  </a:lnTo>
                  <a:lnTo>
                    <a:pt x="283732" y="286989"/>
                  </a:lnTo>
                  <a:lnTo>
                    <a:pt x="287459" y="283247"/>
                  </a:lnTo>
                  <a:lnTo>
                    <a:pt x="291065" y="279389"/>
                  </a:lnTo>
                  <a:lnTo>
                    <a:pt x="294548" y="275419"/>
                  </a:lnTo>
                  <a:lnTo>
                    <a:pt x="297904" y="271341"/>
                  </a:lnTo>
                  <a:lnTo>
                    <a:pt x="301130" y="267159"/>
                  </a:lnTo>
                  <a:lnTo>
                    <a:pt x="304222" y="262877"/>
                  </a:lnTo>
                  <a:lnTo>
                    <a:pt x="307177" y="258500"/>
                  </a:lnTo>
                  <a:lnTo>
                    <a:pt x="309992" y="254032"/>
                  </a:lnTo>
                  <a:lnTo>
                    <a:pt x="312665" y="249477"/>
                  </a:lnTo>
                  <a:lnTo>
                    <a:pt x="315192" y="244839"/>
                  </a:lnTo>
                  <a:lnTo>
                    <a:pt x="317572" y="240124"/>
                  </a:lnTo>
                  <a:lnTo>
                    <a:pt x="319802" y="235337"/>
                  </a:lnTo>
                  <a:lnTo>
                    <a:pt x="321879" y="230481"/>
                  </a:lnTo>
                  <a:lnTo>
                    <a:pt x="323802" y="225562"/>
                  </a:lnTo>
                  <a:lnTo>
                    <a:pt x="325568" y="220585"/>
                  </a:lnTo>
                  <a:lnTo>
                    <a:pt x="327176" y="215555"/>
                  </a:lnTo>
                  <a:lnTo>
                    <a:pt x="328625" y="210476"/>
                  </a:lnTo>
                  <a:lnTo>
                    <a:pt x="329913" y="205354"/>
                  </a:lnTo>
                  <a:lnTo>
                    <a:pt x="331038" y="200194"/>
                  </a:lnTo>
                  <a:lnTo>
                    <a:pt x="331999" y="195001"/>
                  </a:lnTo>
                  <a:lnTo>
                    <a:pt x="332796" y="189780"/>
                  </a:lnTo>
                  <a:lnTo>
                    <a:pt x="333428" y="184537"/>
                  </a:lnTo>
                  <a:lnTo>
                    <a:pt x="333894" y="179276"/>
                  </a:lnTo>
                  <a:lnTo>
                    <a:pt x="334193" y="174003"/>
                  </a:lnTo>
                  <a:lnTo>
                    <a:pt x="334325" y="168723"/>
                  </a:lnTo>
                  <a:lnTo>
                    <a:pt x="334291" y="163442"/>
                  </a:lnTo>
                  <a:lnTo>
                    <a:pt x="334090" y="158165"/>
                  </a:lnTo>
                  <a:lnTo>
                    <a:pt x="333722" y="152896"/>
                  </a:lnTo>
                  <a:lnTo>
                    <a:pt x="333189" y="147642"/>
                  </a:lnTo>
                  <a:lnTo>
                    <a:pt x="332489" y="142407"/>
                  </a:lnTo>
                  <a:lnTo>
                    <a:pt x="331624" y="137197"/>
                  </a:lnTo>
                  <a:lnTo>
                    <a:pt x="330596" y="132017"/>
                  </a:lnTo>
                  <a:lnTo>
                    <a:pt x="329404" y="126872"/>
                  </a:lnTo>
                  <a:lnTo>
                    <a:pt x="328050" y="121767"/>
                  </a:lnTo>
                  <a:lnTo>
                    <a:pt x="326535" y="116708"/>
                  </a:lnTo>
                  <a:lnTo>
                    <a:pt x="324862" y="111698"/>
                  </a:lnTo>
                  <a:lnTo>
                    <a:pt x="323031" y="106745"/>
                  </a:lnTo>
                  <a:lnTo>
                    <a:pt x="321044" y="101851"/>
                  </a:lnTo>
                  <a:lnTo>
                    <a:pt x="318904" y="97023"/>
                  </a:lnTo>
                  <a:lnTo>
                    <a:pt x="316613" y="92265"/>
                  </a:lnTo>
                  <a:lnTo>
                    <a:pt x="314172" y="87581"/>
                  </a:lnTo>
                  <a:lnTo>
                    <a:pt x="311585" y="82977"/>
                  </a:lnTo>
                  <a:lnTo>
                    <a:pt x="308853" y="78457"/>
                  </a:lnTo>
                  <a:lnTo>
                    <a:pt x="305980" y="74025"/>
                  </a:lnTo>
                  <a:lnTo>
                    <a:pt x="302969" y="69687"/>
                  </a:lnTo>
                  <a:lnTo>
                    <a:pt x="299822" y="65446"/>
                  </a:lnTo>
                  <a:lnTo>
                    <a:pt x="296542" y="61306"/>
                  </a:lnTo>
                  <a:lnTo>
                    <a:pt x="293134" y="57272"/>
                  </a:lnTo>
                  <a:lnTo>
                    <a:pt x="289599" y="53347"/>
                  </a:lnTo>
                  <a:lnTo>
                    <a:pt x="285943" y="49537"/>
                  </a:lnTo>
                  <a:lnTo>
                    <a:pt x="282168" y="45843"/>
                  </a:lnTo>
                  <a:lnTo>
                    <a:pt x="278278" y="42271"/>
                  </a:lnTo>
                  <a:lnTo>
                    <a:pt x="274277" y="38823"/>
                  </a:lnTo>
                  <a:lnTo>
                    <a:pt x="270169" y="35504"/>
                  </a:lnTo>
                  <a:lnTo>
                    <a:pt x="265959" y="32316"/>
                  </a:lnTo>
                  <a:lnTo>
                    <a:pt x="261650" y="29262"/>
                  </a:lnTo>
                  <a:lnTo>
                    <a:pt x="257246" y="26346"/>
                  </a:lnTo>
                  <a:lnTo>
                    <a:pt x="252753" y="23571"/>
                  </a:lnTo>
                  <a:lnTo>
                    <a:pt x="248174" y="20939"/>
                  </a:lnTo>
                  <a:lnTo>
                    <a:pt x="243514" y="18453"/>
                  </a:lnTo>
                  <a:lnTo>
                    <a:pt x="238779" y="16116"/>
                  </a:lnTo>
                  <a:lnTo>
                    <a:pt x="233971" y="13929"/>
                  </a:lnTo>
                  <a:lnTo>
                    <a:pt x="229097" y="11895"/>
                  </a:lnTo>
                  <a:lnTo>
                    <a:pt x="224162" y="10016"/>
                  </a:lnTo>
                  <a:lnTo>
                    <a:pt x="219169" y="8294"/>
                  </a:lnTo>
                  <a:lnTo>
                    <a:pt x="214124" y="6731"/>
                  </a:lnTo>
                  <a:lnTo>
                    <a:pt x="209033" y="5327"/>
                  </a:lnTo>
                  <a:lnTo>
                    <a:pt x="203900" y="4086"/>
                  </a:lnTo>
                  <a:lnTo>
                    <a:pt x="198730" y="3006"/>
                  </a:lnTo>
                  <a:lnTo>
                    <a:pt x="193528" y="2091"/>
                  </a:lnTo>
                  <a:lnTo>
                    <a:pt x="188300" y="1341"/>
                  </a:lnTo>
                  <a:lnTo>
                    <a:pt x="183052" y="756"/>
                  </a:lnTo>
                  <a:lnTo>
                    <a:pt x="177787" y="337"/>
                  </a:lnTo>
                  <a:lnTo>
                    <a:pt x="172512" y="85"/>
                  </a:lnTo>
                  <a:lnTo>
                    <a:pt x="167231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754" y="4213821"/>
              <a:ext cx="4533" cy="167167"/>
            </a:xfrm>
            <a:custGeom>
              <a:avLst/>
              <a:pathLst>
                <a:path w="4533" h="167167">
                  <a:moveTo>
                    <a:pt x="4533" y="0"/>
                  </a:moveTo>
                  <a:lnTo>
                    <a:pt x="0" y="61"/>
                  </a:lnTo>
                  <a:lnTo>
                    <a:pt x="45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754" y="4213882"/>
              <a:ext cx="4533" cy="167105"/>
            </a:xfrm>
            <a:custGeom>
              <a:avLst/>
              <a:pathLst>
                <a:path w="4533" h="167105">
                  <a:moveTo>
                    <a:pt x="0" y="0"/>
                  </a:moveTo>
                  <a:lnTo>
                    <a:pt x="453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1" y="4213821"/>
              <a:ext cx="334324" cy="334321"/>
            </a:xfrm>
            <a:custGeom>
              <a:avLst/>
              <a:pathLst>
                <a:path w="334324" h="334321">
                  <a:moveTo>
                    <a:pt x="162632" y="61"/>
                  </a:moveTo>
                  <a:lnTo>
                    <a:pt x="157357" y="287"/>
                  </a:lnTo>
                  <a:lnTo>
                    <a:pt x="152091" y="680"/>
                  </a:lnTo>
                  <a:lnTo>
                    <a:pt x="146840" y="1240"/>
                  </a:lnTo>
                  <a:lnTo>
                    <a:pt x="141610" y="1964"/>
                  </a:lnTo>
                  <a:lnTo>
                    <a:pt x="136405" y="2854"/>
                  </a:lnTo>
                  <a:lnTo>
                    <a:pt x="131231" y="3907"/>
                  </a:lnTo>
                  <a:lnTo>
                    <a:pt x="126093" y="5124"/>
                  </a:lnTo>
                  <a:lnTo>
                    <a:pt x="120995" y="6502"/>
                  </a:lnTo>
                  <a:lnTo>
                    <a:pt x="115944" y="8040"/>
                  </a:lnTo>
                  <a:lnTo>
                    <a:pt x="110944" y="9737"/>
                  </a:lnTo>
                  <a:lnTo>
                    <a:pt x="106000" y="11591"/>
                  </a:lnTo>
                  <a:lnTo>
                    <a:pt x="101117" y="13601"/>
                  </a:lnTo>
                  <a:lnTo>
                    <a:pt x="96300" y="15763"/>
                  </a:lnTo>
                  <a:lnTo>
                    <a:pt x="91553" y="18077"/>
                  </a:lnTo>
                  <a:lnTo>
                    <a:pt x="86882" y="20540"/>
                  </a:lnTo>
                  <a:lnTo>
                    <a:pt x="82291" y="23148"/>
                  </a:lnTo>
                  <a:lnTo>
                    <a:pt x="77785" y="25901"/>
                  </a:lnTo>
                  <a:lnTo>
                    <a:pt x="73368" y="28794"/>
                  </a:lnTo>
                  <a:lnTo>
                    <a:pt x="69045" y="31826"/>
                  </a:lnTo>
                  <a:lnTo>
                    <a:pt x="64819" y="34992"/>
                  </a:lnTo>
                  <a:lnTo>
                    <a:pt x="60696" y="38290"/>
                  </a:lnTo>
                  <a:lnTo>
                    <a:pt x="56678" y="41717"/>
                  </a:lnTo>
                  <a:lnTo>
                    <a:pt x="52771" y="45269"/>
                  </a:lnTo>
                  <a:lnTo>
                    <a:pt x="48979" y="48943"/>
                  </a:lnTo>
                  <a:lnTo>
                    <a:pt x="45304" y="52735"/>
                  </a:lnTo>
                  <a:lnTo>
                    <a:pt x="41750" y="56641"/>
                  </a:lnTo>
                  <a:lnTo>
                    <a:pt x="38322" y="60657"/>
                  </a:lnTo>
                  <a:lnTo>
                    <a:pt x="35023" y="64779"/>
                  </a:lnTo>
                  <a:lnTo>
                    <a:pt x="31855" y="69004"/>
                  </a:lnTo>
                  <a:lnTo>
                    <a:pt x="28822" y="73326"/>
                  </a:lnTo>
                  <a:lnTo>
                    <a:pt x="25927" y="77742"/>
                  </a:lnTo>
                  <a:lnTo>
                    <a:pt x="23173" y="82248"/>
                  </a:lnTo>
                  <a:lnTo>
                    <a:pt x="20563" y="86838"/>
                  </a:lnTo>
                  <a:lnTo>
                    <a:pt x="18099" y="91508"/>
                  </a:lnTo>
                  <a:lnTo>
                    <a:pt x="15784" y="96254"/>
                  </a:lnTo>
                  <a:lnTo>
                    <a:pt x="13620" y="101070"/>
                  </a:lnTo>
                  <a:lnTo>
                    <a:pt x="11609" y="105953"/>
                  </a:lnTo>
                  <a:lnTo>
                    <a:pt x="9753" y="110896"/>
                  </a:lnTo>
                  <a:lnTo>
                    <a:pt x="8055" y="115896"/>
                  </a:lnTo>
                  <a:lnTo>
                    <a:pt x="6515" y="120947"/>
                  </a:lnTo>
                  <a:lnTo>
                    <a:pt x="5135" y="126043"/>
                  </a:lnTo>
                  <a:lnTo>
                    <a:pt x="3917" y="131181"/>
                  </a:lnTo>
                  <a:lnTo>
                    <a:pt x="2862" y="136355"/>
                  </a:lnTo>
                  <a:lnTo>
                    <a:pt x="1971" y="141560"/>
                  </a:lnTo>
                  <a:lnTo>
                    <a:pt x="1245" y="146790"/>
                  </a:lnTo>
                  <a:lnTo>
                    <a:pt x="684" y="152040"/>
                  </a:lnTo>
                  <a:lnTo>
                    <a:pt x="289" y="157306"/>
                  </a:lnTo>
                  <a:lnTo>
                    <a:pt x="61" y="162581"/>
                  </a:lnTo>
                  <a:lnTo>
                    <a:pt x="0" y="167861"/>
                  </a:lnTo>
                  <a:lnTo>
                    <a:pt x="105" y="173141"/>
                  </a:lnTo>
                  <a:lnTo>
                    <a:pt x="377" y="178414"/>
                  </a:lnTo>
                  <a:lnTo>
                    <a:pt x="815" y="183676"/>
                  </a:lnTo>
                  <a:lnTo>
                    <a:pt x="1420" y="188922"/>
                  </a:lnTo>
                  <a:lnTo>
                    <a:pt x="2189" y="194145"/>
                  </a:lnTo>
                  <a:lnTo>
                    <a:pt x="3124" y="199342"/>
                  </a:lnTo>
                  <a:lnTo>
                    <a:pt x="4222" y="204507"/>
                  </a:lnTo>
                  <a:lnTo>
                    <a:pt x="5482" y="209635"/>
                  </a:lnTo>
                  <a:lnTo>
                    <a:pt x="6904" y="214720"/>
                  </a:lnTo>
                  <a:lnTo>
                    <a:pt x="8486" y="219758"/>
                  </a:lnTo>
                  <a:lnTo>
                    <a:pt x="10226" y="224743"/>
                  </a:lnTo>
                  <a:lnTo>
                    <a:pt x="12123" y="229671"/>
                  </a:lnTo>
                  <a:lnTo>
                    <a:pt x="14175" y="234537"/>
                  </a:lnTo>
                  <a:lnTo>
                    <a:pt x="16379" y="239335"/>
                  </a:lnTo>
                  <a:lnTo>
                    <a:pt x="18733" y="244061"/>
                  </a:lnTo>
                  <a:lnTo>
                    <a:pt x="21236" y="248711"/>
                  </a:lnTo>
                  <a:lnTo>
                    <a:pt x="23884" y="253279"/>
                  </a:lnTo>
                  <a:lnTo>
                    <a:pt x="26675" y="257762"/>
                  </a:lnTo>
                  <a:lnTo>
                    <a:pt x="29607" y="262154"/>
                  </a:lnTo>
                  <a:lnTo>
                    <a:pt x="32675" y="266451"/>
                  </a:lnTo>
                  <a:lnTo>
                    <a:pt x="35878" y="270649"/>
                  </a:lnTo>
                  <a:lnTo>
                    <a:pt x="39212" y="274744"/>
                  </a:lnTo>
                  <a:lnTo>
                    <a:pt x="42673" y="278731"/>
                  </a:lnTo>
                  <a:lnTo>
                    <a:pt x="46259" y="282607"/>
                  </a:lnTo>
                  <a:lnTo>
                    <a:pt x="49965" y="286368"/>
                  </a:lnTo>
                  <a:lnTo>
                    <a:pt x="53788" y="290010"/>
                  </a:lnTo>
                  <a:lnTo>
                    <a:pt x="57725" y="293530"/>
                  </a:lnTo>
                  <a:lnTo>
                    <a:pt x="61770" y="296923"/>
                  </a:lnTo>
                  <a:lnTo>
                    <a:pt x="65921" y="300187"/>
                  </a:lnTo>
                  <a:lnTo>
                    <a:pt x="70173" y="303319"/>
                  </a:lnTo>
                  <a:lnTo>
                    <a:pt x="74521" y="306314"/>
                  </a:lnTo>
                  <a:lnTo>
                    <a:pt x="78962" y="309171"/>
                  </a:lnTo>
                  <a:lnTo>
                    <a:pt x="83491" y="311885"/>
                  </a:lnTo>
                  <a:lnTo>
                    <a:pt x="88103" y="314456"/>
                  </a:lnTo>
                  <a:lnTo>
                    <a:pt x="92795" y="316880"/>
                  </a:lnTo>
                  <a:lnTo>
                    <a:pt x="97560" y="319154"/>
                  </a:lnTo>
                  <a:lnTo>
                    <a:pt x="102395" y="321276"/>
                  </a:lnTo>
                  <a:lnTo>
                    <a:pt x="107295" y="323245"/>
                  </a:lnTo>
                  <a:lnTo>
                    <a:pt x="112254" y="325058"/>
                  </a:lnTo>
                  <a:lnTo>
                    <a:pt x="117268" y="326714"/>
                  </a:lnTo>
                  <a:lnTo>
                    <a:pt x="122332" y="328210"/>
                  </a:lnTo>
                  <a:lnTo>
                    <a:pt x="127440" y="329546"/>
                  </a:lnTo>
                  <a:lnTo>
                    <a:pt x="132589" y="330719"/>
                  </a:lnTo>
                  <a:lnTo>
                    <a:pt x="137771" y="331730"/>
                  </a:lnTo>
                  <a:lnTo>
                    <a:pt x="142984" y="332576"/>
                  </a:lnTo>
                  <a:lnTo>
                    <a:pt x="148220" y="333257"/>
                  </a:lnTo>
                  <a:lnTo>
                    <a:pt x="153475" y="333773"/>
                  </a:lnTo>
                  <a:lnTo>
                    <a:pt x="158744" y="334122"/>
                  </a:lnTo>
                  <a:lnTo>
                    <a:pt x="164021" y="334305"/>
                  </a:lnTo>
                  <a:lnTo>
                    <a:pt x="169301" y="334321"/>
                  </a:lnTo>
                  <a:lnTo>
                    <a:pt x="174579" y="334170"/>
                  </a:lnTo>
                  <a:lnTo>
                    <a:pt x="179850" y="333852"/>
                  </a:lnTo>
                  <a:lnTo>
                    <a:pt x="185108" y="333368"/>
                  </a:lnTo>
                  <a:lnTo>
                    <a:pt x="190348" y="332719"/>
                  </a:lnTo>
                  <a:lnTo>
                    <a:pt x="195565" y="331904"/>
                  </a:lnTo>
                  <a:lnTo>
                    <a:pt x="200754" y="330925"/>
                  </a:lnTo>
                  <a:lnTo>
                    <a:pt x="205909" y="329782"/>
                  </a:lnTo>
                  <a:lnTo>
                    <a:pt x="211026" y="328478"/>
                  </a:lnTo>
                  <a:lnTo>
                    <a:pt x="216099" y="327012"/>
                  </a:lnTo>
                  <a:lnTo>
                    <a:pt x="221123" y="325387"/>
                  </a:lnTo>
                  <a:lnTo>
                    <a:pt x="226093" y="323604"/>
                  </a:lnTo>
                  <a:lnTo>
                    <a:pt x="231004" y="321665"/>
                  </a:lnTo>
                  <a:lnTo>
                    <a:pt x="235852" y="319571"/>
                  </a:lnTo>
                  <a:lnTo>
                    <a:pt x="240631" y="317326"/>
                  </a:lnTo>
                  <a:lnTo>
                    <a:pt x="245337" y="314931"/>
                  </a:lnTo>
                  <a:lnTo>
                    <a:pt x="249965" y="312388"/>
                  </a:lnTo>
                  <a:lnTo>
                    <a:pt x="254510" y="309701"/>
                  </a:lnTo>
                  <a:lnTo>
                    <a:pt x="258968" y="306871"/>
                  </a:lnTo>
                  <a:lnTo>
                    <a:pt x="263335" y="303902"/>
                  </a:lnTo>
                  <a:lnTo>
                    <a:pt x="267605" y="300796"/>
                  </a:lnTo>
                  <a:lnTo>
                    <a:pt x="271775" y="297557"/>
                  </a:lnTo>
                  <a:lnTo>
                    <a:pt x="275841" y="294188"/>
                  </a:lnTo>
                  <a:lnTo>
                    <a:pt x="279799" y="290693"/>
                  </a:lnTo>
                  <a:lnTo>
                    <a:pt x="283644" y="287074"/>
                  </a:lnTo>
                  <a:lnTo>
                    <a:pt x="287373" y="283335"/>
                  </a:lnTo>
                  <a:lnTo>
                    <a:pt x="290982" y="279481"/>
                  </a:lnTo>
                  <a:lnTo>
                    <a:pt x="294467" y="275514"/>
                  </a:lnTo>
                  <a:lnTo>
                    <a:pt x="297826" y="271440"/>
                  </a:lnTo>
                  <a:lnTo>
                    <a:pt x="301054" y="267261"/>
                  </a:lnTo>
                  <a:lnTo>
                    <a:pt x="304148" y="262982"/>
                  </a:lnTo>
                  <a:lnTo>
                    <a:pt x="307106" y="258608"/>
                  </a:lnTo>
                  <a:lnTo>
                    <a:pt x="309924" y="254143"/>
                  </a:lnTo>
                  <a:lnTo>
                    <a:pt x="312600" y="249591"/>
                  </a:lnTo>
                  <a:lnTo>
                    <a:pt x="315131" y="244956"/>
                  </a:lnTo>
                  <a:lnTo>
                    <a:pt x="317514" y="240244"/>
                  </a:lnTo>
                  <a:lnTo>
                    <a:pt x="319747" y="235459"/>
                  </a:lnTo>
                  <a:lnTo>
                    <a:pt x="321828" y="230606"/>
                  </a:lnTo>
                  <a:lnTo>
                    <a:pt x="323754" y="225690"/>
                  </a:lnTo>
                  <a:lnTo>
                    <a:pt x="325524" y="220715"/>
                  </a:lnTo>
                  <a:lnTo>
                    <a:pt x="327137" y="215687"/>
                  </a:lnTo>
                  <a:lnTo>
                    <a:pt x="328589" y="210610"/>
                  </a:lnTo>
                  <a:lnTo>
                    <a:pt x="329881" y="205491"/>
                  </a:lnTo>
                  <a:lnTo>
                    <a:pt x="331010" y="200332"/>
                  </a:lnTo>
                  <a:lnTo>
                    <a:pt x="331976" y="195141"/>
                  </a:lnTo>
                  <a:lnTo>
                    <a:pt x="332777" y="189922"/>
                  </a:lnTo>
                  <a:lnTo>
                    <a:pt x="333413" y="184680"/>
                  </a:lnTo>
                  <a:lnTo>
                    <a:pt x="333883" y="179421"/>
                  </a:lnTo>
                  <a:lnTo>
                    <a:pt x="334187" y="174149"/>
                  </a:lnTo>
                  <a:lnTo>
                    <a:pt x="334324" y="168871"/>
                  </a:lnTo>
                  <a:lnTo>
                    <a:pt x="334295" y="163590"/>
                  </a:lnTo>
                  <a:lnTo>
                    <a:pt x="334098" y="158314"/>
                  </a:lnTo>
                  <a:lnTo>
                    <a:pt x="333735" y="153046"/>
                  </a:lnTo>
                  <a:lnTo>
                    <a:pt x="333206" y="147792"/>
                  </a:lnTo>
                  <a:lnTo>
                    <a:pt x="332512" y="142558"/>
                  </a:lnTo>
                  <a:lnTo>
                    <a:pt x="331652" y="137348"/>
                  </a:lnTo>
                  <a:lnTo>
                    <a:pt x="330628" y="132168"/>
                  </a:lnTo>
                  <a:lnTo>
                    <a:pt x="329441" y="127023"/>
                  </a:lnTo>
                  <a:lnTo>
                    <a:pt x="328092" y="121917"/>
                  </a:lnTo>
                  <a:lnTo>
                    <a:pt x="326583" y="116857"/>
                  </a:lnTo>
                  <a:lnTo>
                    <a:pt x="324914" y="111848"/>
                  </a:lnTo>
                  <a:lnTo>
                    <a:pt x="323089" y="106893"/>
                  </a:lnTo>
                  <a:lnTo>
                    <a:pt x="321107" y="101999"/>
                  </a:lnTo>
                  <a:lnTo>
                    <a:pt x="318972" y="97169"/>
                  </a:lnTo>
                  <a:lnTo>
                    <a:pt x="316686" y="92409"/>
                  </a:lnTo>
                  <a:lnTo>
                    <a:pt x="314250" y="87724"/>
                  </a:lnTo>
                  <a:lnTo>
                    <a:pt x="311668" y="83119"/>
                  </a:lnTo>
                  <a:lnTo>
                    <a:pt x="308941" y="78597"/>
                  </a:lnTo>
                  <a:lnTo>
                    <a:pt x="306073" y="74163"/>
                  </a:lnTo>
                  <a:lnTo>
                    <a:pt x="303066" y="69823"/>
                  </a:lnTo>
                  <a:lnTo>
                    <a:pt x="299924" y="65579"/>
                  </a:lnTo>
                  <a:lnTo>
                    <a:pt x="296650" y="61437"/>
                  </a:lnTo>
                  <a:lnTo>
                    <a:pt x="293246" y="57400"/>
                  </a:lnTo>
                  <a:lnTo>
                    <a:pt x="289716" y="53473"/>
                  </a:lnTo>
                  <a:lnTo>
                    <a:pt x="286064" y="49659"/>
                  </a:lnTo>
                  <a:lnTo>
                    <a:pt x="282293" y="45962"/>
                  </a:lnTo>
                  <a:lnTo>
                    <a:pt x="278408" y="42387"/>
                  </a:lnTo>
                  <a:lnTo>
                    <a:pt x="274412" y="38936"/>
                  </a:lnTo>
                  <a:lnTo>
                    <a:pt x="270308" y="35612"/>
                  </a:lnTo>
                  <a:lnTo>
                    <a:pt x="266102" y="32420"/>
                  </a:lnTo>
                  <a:lnTo>
                    <a:pt x="261797" y="29363"/>
                  </a:lnTo>
                  <a:lnTo>
                    <a:pt x="257397" y="26443"/>
                  </a:lnTo>
                  <a:lnTo>
                    <a:pt x="252908" y="23663"/>
                  </a:lnTo>
                  <a:lnTo>
                    <a:pt x="248333" y="21027"/>
                  </a:lnTo>
                  <a:lnTo>
                    <a:pt x="243677" y="18536"/>
                  </a:lnTo>
                  <a:lnTo>
                    <a:pt x="238944" y="16194"/>
                  </a:lnTo>
                  <a:lnTo>
                    <a:pt x="234140" y="14002"/>
                  </a:lnTo>
                  <a:lnTo>
                    <a:pt x="229269" y="11963"/>
                  </a:lnTo>
                  <a:lnTo>
                    <a:pt x="224337" y="10079"/>
                  </a:lnTo>
                  <a:lnTo>
                    <a:pt x="219347" y="8352"/>
                  </a:lnTo>
                  <a:lnTo>
                    <a:pt x="214305" y="6783"/>
                  </a:lnTo>
                  <a:lnTo>
                    <a:pt x="209216" y="5375"/>
                  </a:lnTo>
                  <a:lnTo>
                    <a:pt x="204085" y="4127"/>
                  </a:lnTo>
                  <a:lnTo>
                    <a:pt x="198917" y="3043"/>
                  </a:lnTo>
                  <a:lnTo>
                    <a:pt x="193718" y="2122"/>
                  </a:lnTo>
                  <a:lnTo>
                    <a:pt x="188492" y="1365"/>
                  </a:lnTo>
                  <a:lnTo>
                    <a:pt x="183245" y="774"/>
                  </a:lnTo>
                  <a:lnTo>
                    <a:pt x="177982" y="350"/>
                  </a:lnTo>
                  <a:lnTo>
                    <a:pt x="172708" y="91"/>
                  </a:lnTo>
                  <a:lnTo>
                    <a:pt x="167428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262" cy="167167"/>
            </a:xfrm>
            <a:custGeom>
              <a:avLst/>
              <a:pathLst>
                <a:path w="262" h="167167">
                  <a:moveTo>
                    <a:pt x="262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07" y="4659281"/>
              <a:ext cx="1117" cy="167167"/>
            </a:xfrm>
            <a:custGeom>
              <a:avLst/>
              <a:pathLst>
                <a:path w="1117" h="167167">
                  <a:moveTo>
                    <a:pt x="1117" y="0"/>
                  </a:moveTo>
                  <a:lnTo>
                    <a:pt x="0" y="3"/>
                  </a:lnTo>
                  <a:lnTo>
                    <a:pt x="111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407" y="4659285"/>
              <a:ext cx="1117" cy="167163"/>
            </a:xfrm>
            <a:custGeom>
              <a:avLst/>
              <a:pathLst>
                <a:path w="1117" h="167163">
                  <a:moveTo>
                    <a:pt x="0" y="0"/>
                  </a:moveTo>
                  <a:lnTo>
                    <a:pt x="1117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1987" y="4659285"/>
              <a:ext cx="144537" cy="167163"/>
            </a:xfrm>
            <a:custGeom>
              <a:avLst/>
              <a:pathLst>
                <a:path w="144537" h="167163">
                  <a:moveTo>
                    <a:pt x="143420" y="0"/>
                  </a:moveTo>
                  <a:lnTo>
                    <a:pt x="138001" y="124"/>
                  </a:lnTo>
                  <a:lnTo>
                    <a:pt x="132588" y="423"/>
                  </a:lnTo>
                  <a:lnTo>
                    <a:pt x="127188" y="898"/>
                  </a:lnTo>
                  <a:lnTo>
                    <a:pt x="121807" y="1548"/>
                  </a:lnTo>
                  <a:lnTo>
                    <a:pt x="116449" y="2372"/>
                  </a:lnTo>
                  <a:lnTo>
                    <a:pt x="111121" y="3370"/>
                  </a:lnTo>
                  <a:lnTo>
                    <a:pt x="105827" y="4539"/>
                  </a:lnTo>
                  <a:lnTo>
                    <a:pt x="100575" y="5880"/>
                  </a:lnTo>
                  <a:lnTo>
                    <a:pt x="95369" y="7390"/>
                  </a:lnTo>
                  <a:lnTo>
                    <a:pt x="90214" y="9069"/>
                  </a:lnTo>
                  <a:lnTo>
                    <a:pt x="85117" y="10913"/>
                  </a:lnTo>
                  <a:lnTo>
                    <a:pt x="80082" y="12922"/>
                  </a:lnTo>
                  <a:lnTo>
                    <a:pt x="75115" y="15093"/>
                  </a:lnTo>
                  <a:lnTo>
                    <a:pt x="70221" y="17424"/>
                  </a:lnTo>
                  <a:lnTo>
                    <a:pt x="65405" y="19912"/>
                  </a:lnTo>
                  <a:lnTo>
                    <a:pt x="60672" y="22555"/>
                  </a:lnTo>
                  <a:lnTo>
                    <a:pt x="56027" y="25350"/>
                  </a:lnTo>
                  <a:lnTo>
                    <a:pt x="51476" y="28295"/>
                  </a:lnTo>
                  <a:lnTo>
                    <a:pt x="47022" y="31385"/>
                  </a:lnTo>
                  <a:lnTo>
                    <a:pt x="42671" y="34618"/>
                  </a:lnTo>
                  <a:lnTo>
                    <a:pt x="38427" y="37991"/>
                  </a:lnTo>
                  <a:lnTo>
                    <a:pt x="34294" y="41499"/>
                  </a:lnTo>
                  <a:lnTo>
                    <a:pt x="30278" y="45140"/>
                  </a:lnTo>
                  <a:lnTo>
                    <a:pt x="26382" y="48909"/>
                  </a:lnTo>
                  <a:lnTo>
                    <a:pt x="22610" y="52802"/>
                  </a:lnTo>
                  <a:lnTo>
                    <a:pt x="18966" y="56815"/>
                  </a:lnTo>
                  <a:lnTo>
                    <a:pt x="15454" y="60945"/>
                  </a:lnTo>
                  <a:lnTo>
                    <a:pt x="12078" y="65186"/>
                  </a:lnTo>
                  <a:lnTo>
                    <a:pt x="8841" y="69534"/>
                  </a:lnTo>
                  <a:lnTo>
                    <a:pt x="5747" y="73985"/>
                  </a:lnTo>
                  <a:lnTo>
                    <a:pt x="2799" y="78534"/>
                  </a:lnTo>
                  <a:lnTo>
                    <a:pt x="0" y="83177"/>
                  </a:lnTo>
                  <a:lnTo>
                    <a:pt x="144537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72" y="4659281"/>
              <a:ext cx="334301" cy="334334"/>
            </a:xfrm>
            <a:custGeom>
              <a:avLst/>
              <a:pathLst>
                <a:path w="334301" h="334334">
                  <a:moveTo>
                    <a:pt x="22614" y="83180"/>
                  </a:moveTo>
                  <a:lnTo>
                    <a:pt x="20021" y="87811"/>
                  </a:lnTo>
                  <a:lnTo>
                    <a:pt x="17576" y="92522"/>
                  </a:lnTo>
                  <a:lnTo>
                    <a:pt x="15282" y="97308"/>
                  </a:lnTo>
                  <a:lnTo>
                    <a:pt x="13140" y="102164"/>
                  </a:lnTo>
                  <a:lnTo>
                    <a:pt x="11155" y="107086"/>
                  </a:lnTo>
                  <a:lnTo>
                    <a:pt x="9326" y="112068"/>
                  </a:lnTo>
                  <a:lnTo>
                    <a:pt x="7656" y="117106"/>
                  </a:lnTo>
                  <a:lnTo>
                    <a:pt x="6148" y="122194"/>
                  </a:lnTo>
                  <a:lnTo>
                    <a:pt x="4801" y="127328"/>
                  </a:lnTo>
                  <a:lnTo>
                    <a:pt x="3618" y="132502"/>
                  </a:lnTo>
                  <a:lnTo>
                    <a:pt x="2600" y="137711"/>
                  </a:lnTo>
                  <a:lnTo>
                    <a:pt x="1748" y="142949"/>
                  </a:lnTo>
                  <a:lnTo>
                    <a:pt x="1063" y="148212"/>
                  </a:lnTo>
                  <a:lnTo>
                    <a:pt x="545" y="153494"/>
                  </a:lnTo>
                  <a:lnTo>
                    <a:pt x="195" y="158790"/>
                  </a:lnTo>
                  <a:lnTo>
                    <a:pt x="13" y="164094"/>
                  </a:lnTo>
                  <a:lnTo>
                    <a:pt x="0" y="169402"/>
                  </a:lnTo>
                  <a:lnTo>
                    <a:pt x="155" y="174707"/>
                  </a:lnTo>
                  <a:lnTo>
                    <a:pt x="478" y="180004"/>
                  </a:lnTo>
                  <a:lnTo>
                    <a:pt x="970" y="185289"/>
                  </a:lnTo>
                  <a:lnTo>
                    <a:pt x="1629" y="190555"/>
                  </a:lnTo>
                  <a:lnTo>
                    <a:pt x="2455" y="195798"/>
                  </a:lnTo>
                  <a:lnTo>
                    <a:pt x="3447" y="201012"/>
                  </a:lnTo>
                  <a:lnTo>
                    <a:pt x="4603" y="206192"/>
                  </a:lnTo>
                  <a:lnTo>
                    <a:pt x="5924" y="211332"/>
                  </a:lnTo>
                  <a:lnTo>
                    <a:pt x="7407" y="216428"/>
                  </a:lnTo>
                  <a:lnTo>
                    <a:pt x="9052" y="221474"/>
                  </a:lnTo>
                  <a:lnTo>
                    <a:pt x="10855" y="226466"/>
                  </a:lnTo>
                  <a:lnTo>
                    <a:pt x="12817" y="231397"/>
                  </a:lnTo>
                  <a:lnTo>
                    <a:pt x="14933" y="236264"/>
                  </a:lnTo>
                  <a:lnTo>
                    <a:pt x="17204" y="241062"/>
                  </a:lnTo>
                  <a:lnTo>
                    <a:pt x="19625" y="245784"/>
                  </a:lnTo>
                  <a:lnTo>
                    <a:pt x="22195" y="250428"/>
                  </a:lnTo>
                  <a:lnTo>
                    <a:pt x="24911" y="254988"/>
                  </a:lnTo>
                  <a:lnTo>
                    <a:pt x="27771" y="259459"/>
                  </a:lnTo>
                  <a:lnTo>
                    <a:pt x="30771" y="263837"/>
                  </a:lnTo>
                  <a:lnTo>
                    <a:pt x="33908" y="268118"/>
                  </a:lnTo>
                  <a:lnTo>
                    <a:pt x="37180" y="272297"/>
                  </a:lnTo>
                  <a:lnTo>
                    <a:pt x="40583" y="276369"/>
                  </a:lnTo>
                  <a:lnTo>
                    <a:pt x="44113" y="280332"/>
                  </a:lnTo>
                  <a:lnTo>
                    <a:pt x="47768" y="284181"/>
                  </a:lnTo>
                  <a:lnTo>
                    <a:pt x="51542" y="287912"/>
                  </a:lnTo>
                  <a:lnTo>
                    <a:pt x="55434" y="291521"/>
                  </a:lnTo>
                  <a:lnTo>
                    <a:pt x="59438" y="295005"/>
                  </a:lnTo>
                  <a:lnTo>
                    <a:pt x="63550" y="298360"/>
                  </a:lnTo>
                  <a:lnTo>
                    <a:pt x="67767" y="301583"/>
                  </a:lnTo>
                  <a:lnTo>
                    <a:pt x="72084" y="304670"/>
                  </a:lnTo>
                  <a:lnTo>
                    <a:pt x="76497" y="307618"/>
                  </a:lnTo>
                  <a:lnTo>
                    <a:pt x="81001" y="310425"/>
                  </a:lnTo>
                  <a:lnTo>
                    <a:pt x="85592" y="313088"/>
                  </a:lnTo>
                  <a:lnTo>
                    <a:pt x="90266" y="315604"/>
                  </a:lnTo>
                  <a:lnTo>
                    <a:pt x="95017" y="317970"/>
                  </a:lnTo>
                  <a:lnTo>
                    <a:pt x="99840" y="320184"/>
                  </a:lnTo>
                  <a:lnTo>
                    <a:pt x="104732" y="322243"/>
                  </a:lnTo>
                  <a:lnTo>
                    <a:pt x="109686" y="324147"/>
                  </a:lnTo>
                  <a:lnTo>
                    <a:pt x="114698" y="325892"/>
                  </a:lnTo>
                  <a:lnTo>
                    <a:pt x="119763" y="327477"/>
                  </a:lnTo>
                  <a:lnTo>
                    <a:pt x="124876" y="328900"/>
                  </a:lnTo>
                  <a:lnTo>
                    <a:pt x="130032" y="330161"/>
                  </a:lnTo>
                  <a:lnTo>
                    <a:pt x="135225" y="331257"/>
                  </a:lnTo>
                  <a:lnTo>
                    <a:pt x="140450" y="332188"/>
                  </a:lnTo>
                  <a:lnTo>
                    <a:pt x="145702" y="332952"/>
                  </a:lnTo>
                  <a:lnTo>
                    <a:pt x="150975" y="333550"/>
                  </a:lnTo>
                  <a:lnTo>
                    <a:pt x="156265" y="333980"/>
                  </a:lnTo>
                  <a:lnTo>
                    <a:pt x="161566" y="334241"/>
                  </a:lnTo>
                  <a:lnTo>
                    <a:pt x="166873" y="334334"/>
                  </a:lnTo>
                  <a:lnTo>
                    <a:pt x="172180" y="334259"/>
                  </a:lnTo>
                  <a:lnTo>
                    <a:pt x="177481" y="334015"/>
                  </a:lnTo>
                  <a:lnTo>
                    <a:pt x="182773" y="333603"/>
                  </a:lnTo>
                  <a:lnTo>
                    <a:pt x="188048" y="333023"/>
                  </a:lnTo>
                  <a:lnTo>
                    <a:pt x="193303" y="332276"/>
                  </a:lnTo>
                  <a:lnTo>
                    <a:pt x="198531" y="331363"/>
                  </a:lnTo>
                  <a:lnTo>
                    <a:pt x="203728" y="330284"/>
                  </a:lnTo>
                  <a:lnTo>
                    <a:pt x="208887" y="329041"/>
                  </a:lnTo>
                  <a:lnTo>
                    <a:pt x="214005" y="327634"/>
                  </a:lnTo>
                  <a:lnTo>
                    <a:pt x="219075" y="326066"/>
                  </a:lnTo>
                  <a:lnTo>
                    <a:pt x="224093" y="324338"/>
                  </a:lnTo>
                  <a:lnTo>
                    <a:pt x="229054" y="322451"/>
                  </a:lnTo>
                  <a:lnTo>
                    <a:pt x="233952" y="320408"/>
                  </a:lnTo>
                  <a:lnTo>
                    <a:pt x="238783" y="318210"/>
                  </a:lnTo>
                  <a:lnTo>
                    <a:pt x="243542" y="315860"/>
                  </a:lnTo>
                  <a:lnTo>
                    <a:pt x="248224" y="313360"/>
                  </a:lnTo>
                  <a:lnTo>
                    <a:pt x="252824" y="310713"/>
                  </a:lnTo>
                  <a:lnTo>
                    <a:pt x="257337" y="307921"/>
                  </a:lnTo>
                  <a:lnTo>
                    <a:pt x="261760" y="304987"/>
                  </a:lnTo>
                  <a:lnTo>
                    <a:pt x="266087" y="301914"/>
                  </a:lnTo>
                  <a:lnTo>
                    <a:pt x="270315" y="298705"/>
                  </a:lnTo>
                  <a:lnTo>
                    <a:pt x="274439" y="295364"/>
                  </a:lnTo>
                  <a:lnTo>
                    <a:pt x="278454" y="291894"/>
                  </a:lnTo>
                  <a:lnTo>
                    <a:pt x="282358" y="288298"/>
                  </a:lnTo>
                  <a:lnTo>
                    <a:pt x="286145" y="284579"/>
                  </a:lnTo>
                  <a:lnTo>
                    <a:pt x="289812" y="280743"/>
                  </a:lnTo>
                  <a:lnTo>
                    <a:pt x="293356" y="276792"/>
                  </a:lnTo>
                  <a:lnTo>
                    <a:pt x="296772" y="272730"/>
                  </a:lnTo>
                  <a:lnTo>
                    <a:pt x="300058" y="268562"/>
                  </a:lnTo>
                  <a:lnTo>
                    <a:pt x="303210" y="264292"/>
                  </a:lnTo>
                  <a:lnTo>
                    <a:pt x="306224" y="259924"/>
                  </a:lnTo>
                  <a:lnTo>
                    <a:pt x="309099" y="255462"/>
                  </a:lnTo>
                  <a:lnTo>
                    <a:pt x="311830" y="250912"/>
                  </a:lnTo>
                  <a:lnTo>
                    <a:pt x="314416" y="246277"/>
                  </a:lnTo>
                  <a:lnTo>
                    <a:pt x="316853" y="241562"/>
                  </a:lnTo>
                  <a:lnTo>
                    <a:pt x="319139" y="236772"/>
                  </a:lnTo>
                  <a:lnTo>
                    <a:pt x="321272" y="231913"/>
                  </a:lnTo>
                  <a:lnTo>
                    <a:pt x="323250" y="226987"/>
                  </a:lnTo>
                  <a:lnTo>
                    <a:pt x="325070" y="222002"/>
                  </a:lnTo>
                  <a:lnTo>
                    <a:pt x="326731" y="216961"/>
                  </a:lnTo>
                  <a:lnTo>
                    <a:pt x="328231" y="211870"/>
                  </a:lnTo>
                  <a:lnTo>
                    <a:pt x="329569" y="206734"/>
                  </a:lnTo>
                  <a:lnTo>
                    <a:pt x="330743" y="201559"/>
                  </a:lnTo>
                  <a:lnTo>
                    <a:pt x="331753" y="196348"/>
                  </a:lnTo>
                  <a:lnTo>
                    <a:pt x="332596" y="191108"/>
                  </a:lnTo>
                  <a:lnTo>
                    <a:pt x="333273" y="185844"/>
                  </a:lnTo>
                  <a:lnTo>
                    <a:pt x="333782" y="180561"/>
                  </a:lnTo>
                  <a:lnTo>
                    <a:pt x="334123" y="175265"/>
                  </a:lnTo>
                  <a:lnTo>
                    <a:pt x="334296" y="169960"/>
                  </a:lnTo>
                  <a:lnTo>
                    <a:pt x="334301" y="164653"/>
                  </a:lnTo>
                  <a:lnTo>
                    <a:pt x="334136" y="159348"/>
                  </a:lnTo>
                  <a:lnTo>
                    <a:pt x="333804" y="154051"/>
                  </a:lnTo>
                  <a:lnTo>
                    <a:pt x="333304" y="148767"/>
                  </a:lnTo>
                  <a:lnTo>
                    <a:pt x="332636" y="143502"/>
                  </a:lnTo>
                  <a:lnTo>
                    <a:pt x="331801" y="138261"/>
                  </a:lnTo>
                  <a:lnTo>
                    <a:pt x="330801" y="133049"/>
                  </a:lnTo>
                  <a:lnTo>
                    <a:pt x="329635" y="127871"/>
                  </a:lnTo>
                  <a:lnTo>
                    <a:pt x="328306" y="122733"/>
                  </a:lnTo>
                  <a:lnTo>
                    <a:pt x="326814" y="117639"/>
                  </a:lnTo>
                  <a:lnTo>
                    <a:pt x="325161" y="112596"/>
                  </a:lnTo>
                  <a:lnTo>
                    <a:pt x="323349" y="107607"/>
                  </a:lnTo>
                  <a:lnTo>
                    <a:pt x="321380" y="102679"/>
                  </a:lnTo>
                  <a:lnTo>
                    <a:pt x="319255" y="97815"/>
                  </a:lnTo>
                  <a:lnTo>
                    <a:pt x="316977" y="93022"/>
                  </a:lnTo>
                  <a:lnTo>
                    <a:pt x="314548" y="88303"/>
                  </a:lnTo>
                  <a:lnTo>
                    <a:pt x="311970" y="83664"/>
                  </a:lnTo>
                  <a:lnTo>
                    <a:pt x="309246" y="79109"/>
                  </a:lnTo>
                  <a:lnTo>
                    <a:pt x="306379" y="74642"/>
                  </a:lnTo>
                  <a:lnTo>
                    <a:pt x="303372" y="70269"/>
                  </a:lnTo>
                  <a:lnTo>
                    <a:pt x="300227" y="65994"/>
                  </a:lnTo>
                  <a:lnTo>
                    <a:pt x="296948" y="61820"/>
                  </a:lnTo>
                  <a:lnTo>
                    <a:pt x="293539" y="57753"/>
                  </a:lnTo>
                  <a:lnTo>
                    <a:pt x="290002" y="53796"/>
                  </a:lnTo>
                  <a:lnTo>
                    <a:pt x="286341" y="49953"/>
                  </a:lnTo>
                  <a:lnTo>
                    <a:pt x="282560" y="46229"/>
                  </a:lnTo>
                  <a:lnTo>
                    <a:pt x="278662" y="42626"/>
                  </a:lnTo>
                  <a:lnTo>
                    <a:pt x="274653" y="39149"/>
                  </a:lnTo>
                  <a:lnTo>
                    <a:pt x="270535" y="35801"/>
                  </a:lnTo>
                  <a:lnTo>
                    <a:pt x="266312" y="32585"/>
                  </a:lnTo>
                  <a:lnTo>
                    <a:pt x="261990" y="29505"/>
                  </a:lnTo>
                  <a:lnTo>
                    <a:pt x="257572" y="26564"/>
                  </a:lnTo>
                  <a:lnTo>
                    <a:pt x="253063" y="23765"/>
                  </a:lnTo>
                  <a:lnTo>
                    <a:pt x="248468" y="21110"/>
                  </a:lnTo>
                  <a:lnTo>
                    <a:pt x="243790" y="18602"/>
                  </a:lnTo>
                  <a:lnTo>
                    <a:pt x="239035" y="16244"/>
                  </a:lnTo>
                  <a:lnTo>
                    <a:pt x="234208" y="14038"/>
                  </a:lnTo>
                  <a:lnTo>
                    <a:pt x="229313" y="11987"/>
                  </a:lnTo>
                  <a:lnTo>
                    <a:pt x="224356" y="10092"/>
                  </a:lnTo>
                  <a:lnTo>
                    <a:pt x="219341" y="8355"/>
                  </a:lnTo>
                  <a:lnTo>
                    <a:pt x="214273" y="6778"/>
                  </a:lnTo>
                  <a:lnTo>
                    <a:pt x="209158" y="5363"/>
                  </a:lnTo>
                  <a:lnTo>
                    <a:pt x="204000" y="4111"/>
                  </a:lnTo>
                  <a:lnTo>
                    <a:pt x="198805" y="3024"/>
                  </a:lnTo>
                  <a:lnTo>
                    <a:pt x="193579" y="2102"/>
                  </a:lnTo>
                  <a:lnTo>
                    <a:pt x="188325" y="1346"/>
                  </a:lnTo>
                  <a:lnTo>
                    <a:pt x="183051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70" y="5018213"/>
              <a:ext cx="334310" cy="334333"/>
            </a:xfrm>
            <a:custGeom>
              <a:avLst/>
              <a:pathLst>
                <a:path w="334310" h="334333">
                  <a:moveTo>
                    <a:pt x="167019" y="0"/>
                  </a:moveTo>
                  <a:lnTo>
                    <a:pt x="161723" y="88"/>
                  </a:lnTo>
                  <a:lnTo>
                    <a:pt x="156432" y="343"/>
                  </a:lnTo>
                  <a:lnTo>
                    <a:pt x="151153" y="767"/>
                  </a:lnTo>
                  <a:lnTo>
                    <a:pt x="145889" y="1357"/>
                  </a:lnTo>
                  <a:lnTo>
                    <a:pt x="140647" y="2114"/>
                  </a:lnTo>
                  <a:lnTo>
                    <a:pt x="135431" y="3036"/>
                  </a:lnTo>
                  <a:lnTo>
                    <a:pt x="130247" y="4123"/>
                  </a:lnTo>
                  <a:lnTo>
                    <a:pt x="125101" y="5374"/>
                  </a:lnTo>
                  <a:lnTo>
                    <a:pt x="119996" y="6788"/>
                  </a:lnTo>
                  <a:lnTo>
                    <a:pt x="114939" y="8362"/>
                  </a:lnTo>
                  <a:lnTo>
                    <a:pt x="109934" y="10096"/>
                  </a:lnTo>
                  <a:lnTo>
                    <a:pt x="104987" y="11987"/>
                  </a:lnTo>
                  <a:lnTo>
                    <a:pt x="100102" y="14035"/>
                  </a:lnTo>
                  <a:lnTo>
                    <a:pt x="95284" y="16236"/>
                  </a:lnTo>
                  <a:lnTo>
                    <a:pt x="90539" y="18588"/>
                  </a:lnTo>
                  <a:lnTo>
                    <a:pt x="85870" y="21090"/>
                  </a:lnTo>
                  <a:lnTo>
                    <a:pt x="81283" y="23738"/>
                  </a:lnTo>
                  <a:lnTo>
                    <a:pt x="76782" y="26530"/>
                  </a:lnTo>
                  <a:lnTo>
                    <a:pt x="72372" y="29464"/>
                  </a:lnTo>
                  <a:lnTo>
                    <a:pt x="68057" y="32535"/>
                  </a:lnTo>
                  <a:lnTo>
                    <a:pt x="63842" y="35742"/>
                  </a:lnTo>
                  <a:lnTo>
                    <a:pt x="59730" y="39081"/>
                  </a:lnTo>
                  <a:lnTo>
                    <a:pt x="55726" y="42548"/>
                  </a:lnTo>
                  <a:lnTo>
                    <a:pt x="51834" y="46141"/>
                  </a:lnTo>
                  <a:lnTo>
                    <a:pt x="48058" y="49855"/>
                  </a:lnTo>
                  <a:lnTo>
                    <a:pt x="44401" y="53687"/>
                  </a:lnTo>
                  <a:lnTo>
                    <a:pt x="40868" y="57632"/>
                  </a:lnTo>
                  <a:lnTo>
                    <a:pt x="37461" y="61688"/>
                  </a:lnTo>
                  <a:lnTo>
                    <a:pt x="34185" y="65849"/>
                  </a:lnTo>
                  <a:lnTo>
                    <a:pt x="31042" y="70113"/>
                  </a:lnTo>
                  <a:lnTo>
                    <a:pt x="28035" y="74473"/>
                  </a:lnTo>
                  <a:lnTo>
                    <a:pt x="25169" y="78927"/>
                  </a:lnTo>
                  <a:lnTo>
                    <a:pt x="22444" y="83469"/>
                  </a:lnTo>
                  <a:lnTo>
                    <a:pt x="19865" y="88096"/>
                  </a:lnTo>
                  <a:lnTo>
                    <a:pt x="17434" y="92801"/>
                  </a:lnTo>
                  <a:lnTo>
                    <a:pt x="15154" y="97582"/>
                  </a:lnTo>
                  <a:lnTo>
                    <a:pt x="13025" y="102432"/>
                  </a:lnTo>
                  <a:lnTo>
                    <a:pt x="11052" y="107347"/>
                  </a:lnTo>
                  <a:lnTo>
                    <a:pt x="9235" y="112322"/>
                  </a:lnTo>
                  <a:lnTo>
                    <a:pt x="7577" y="117353"/>
                  </a:lnTo>
                  <a:lnTo>
                    <a:pt x="6079" y="122433"/>
                  </a:lnTo>
                  <a:lnTo>
                    <a:pt x="4743" y="127558"/>
                  </a:lnTo>
                  <a:lnTo>
                    <a:pt x="3569" y="132723"/>
                  </a:lnTo>
                  <a:lnTo>
                    <a:pt x="2560" y="137923"/>
                  </a:lnTo>
                  <a:lnTo>
                    <a:pt x="1716" y="143152"/>
                  </a:lnTo>
                  <a:lnTo>
                    <a:pt x="1039" y="148405"/>
                  </a:lnTo>
                  <a:lnTo>
                    <a:pt x="528" y="153677"/>
                  </a:lnTo>
                  <a:lnTo>
                    <a:pt x="184" y="158962"/>
                  </a:lnTo>
                  <a:lnTo>
                    <a:pt x="8" y="164256"/>
                  </a:lnTo>
                  <a:lnTo>
                    <a:pt x="0" y="169552"/>
                  </a:lnTo>
                  <a:lnTo>
                    <a:pt x="159" y="174847"/>
                  </a:lnTo>
                  <a:lnTo>
                    <a:pt x="486" y="180133"/>
                  </a:lnTo>
                  <a:lnTo>
                    <a:pt x="981" y="185406"/>
                  </a:lnTo>
                  <a:lnTo>
                    <a:pt x="1642" y="190662"/>
                  </a:lnTo>
                  <a:lnTo>
                    <a:pt x="2469" y="195893"/>
                  </a:lnTo>
                  <a:lnTo>
                    <a:pt x="3462" y="201096"/>
                  </a:lnTo>
                  <a:lnTo>
                    <a:pt x="4619" y="206265"/>
                  </a:lnTo>
                  <a:lnTo>
                    <a:pt x="5939" y="211394"/>
                  </a:lnTo>
                  <a:lnTo>
                    <a:pt x="7421" y="216479"/>
                  </a:lnTo>
                  <a:lnTo>
                    <a:pt x="9064" y="221514"/>
                  </a:lnTo>
                  <a:lnTo>
                    <a:pt x="10865" y="226495"/>
                  </a:lnTo>
                  <a:lnTo>
                    <a:pt x="12823" y="231417"/>
                  </a:lnTo>
                  <a:lnTo>
                    <a:pt x="14936" y="236274"/>
                  </a:lnTo>
                  <a:lnTo>
                    <a:pt x="17201" y="241061"/>
                  </a:lnTo>
                  <a:lnTo>
                    <a:pt x="19618" y="245775"/>
                  </a:lnTo>
                  <a:lnTo>
                    <a:pt x="22182" y="250409"/>
                  </a:lnTo>
                  <a:lnTo>
                    <a:pt x="24892" y="254960"/>
                  </a:lnTo>
                  <a:lnTo>
                    <a:pt x="27745" y="259422"/>
                  </a:lnTo>
                  <a:lnTo>
                    <a:pt x="30737" y="263793"/>
                  </a:lnTo>
                  <a:lnTo>
                    <a:pt x="33867" y="268066"/>
                  </a:lnTo>
                  <a:lnTo>
                    <a:pt x="37130" y="272237"/>
                  </a:lnTo>
                  <a:lnTo>
                    <a:pt x="40524" y="276304"/>
                  </a:lnTo>
                  <a:lnTo>
                    <a:pt x="44045" y="280261"/>
                  </a:lnTo>
                  <a:lnTo>
                    <a:pt x="47690" y="284104"/>
                  </a:lnTo>
                  <a:lnTo>
                    <a:pt x="51454" y="287830"/>
                  </a:lnTo>
                  <a:lnTo>
                    <a:pt x="55335" y="291434"/>
                  </a:lnTo>
                  <a:lnTo>
                    <a:pt x="59328" y="294914"/>
                  </a:lnTo>
                  <a:lnTo>
                    <a:pt x="63429" y="298266"/>
                  </a:lnTo>
                  <a:lnTo>
                    <a:pt x="67635" y="301486"/>
                  </a:lnTo>
                  <a:lnTo>
                    <a:pt x="71940" y="304571"/>
                  </a:lnTo>
                  <a:lnTo>
                    <a:pt x="76341" y="307519"/>
                  </a:lnTo>
                  <a:lnTo>
                    <a:pt x="80833" y="310325"/>
                  </a:lnTo>
                  <a:lnTo>
                    <a:pt x="85411" y="312988"/>
                  </a:lnTo>
                  <a:lnTo>
                    <a:pt x="90072" y="315504"/>
                  </a:lnTo>
                  <a:lnTo>
                    <a:pt x="94810" y="317872"/>
                  </a:lnTo>
                  <a:lnTo>
                    <a:pt x="99621" y="320088"/>
                  </a:lnTo>
                  <a:lnTo>
                    <a:pt x="104499" y="322150"/>
                  </a:lnTo>
                  <a:lnTo>
                    <a:pt x="109440" y="324057"/>
                  </a:lnTo>
                  <a:lnTo>
                    <a:pt x="114440" y="325807"/>
                  </a:lnTo>
                  <a:lnTo>
                    <a:pt x="119492" y="327397"/>
                  </a:lnTo>
                  <a:lnTo>
                    <a:pt x="124592" y="328826"/>
                  </a:lnTo>
                  <a:lnTo>
                    <a:pt x="129735" y="330093"/>
                  </a:lnTo>
                  <a:lnTo>
                    <a:pt x="134915" y="331197"/>
                  </a:lnTo>
                  <a:lnTo>
                    <a:pt x="140128" y="332136"/>
                  </a:lnTo>
                  <a:lnTo>
                    <a:pt x="145368" y="332909"/>
                  </a:lnTo>
                  <a:lnTo>
                    <a:pt x="150629" y="333516"/>
                  </a:lnTo>
                  <a:lnTo>
                    <a:pt x="155908" y="333956"/>
                  </a:lnTo>
                  <a:lnTo>
                    <a:pt x="161197" y="334228"/>
                  </a:lnTo>
                  <a:lnTo>
                    <a:pt x="166493" y="334333"/>
                  </a:lnTo>
                  <a:lnTo>
                    <a:pt x="171789" y="334270"/>
                  </a:lnTo>
                  <a:lnTo>
                    <a:pt x="177081" y="334039"/>
                  </a:lnTo>
                  <a:lnTo>
                    <a:pt x="182362" y="333641"/>
                  </a:lnTo>
                  <a:lnTo>
                    <a:pt x="187628" y="333075"/>
                  </a:lnTo>
                  <a:lnTo>
                    <a:pt x="192874" y="332343"/>
                  </a:lnTo>
                  <a:lnTo>
                    <a:pt x="198094" y="331445"/>
                  </a:lnTo>
                  <a:lnTo>
                    <a:pt x="203283" y="330383"/>
                  </a:lnTo>
                  <a:lnTo>
                    <a:pt x="208436" y="329156"/>
                  </a:lnTo>
                  <a:lnTo>
                    <a:pt x="213547" y="327767"/>
                  </a:lnTo>
                  <a:lnTo>
                    <a:pt x="218611" y="326216"/>
                  </a:lnTo>
                  <a:lnTo>
                    <a:pt x="223624" y="324506"/>
                  </a:lnTo>
                  <a:lnTo>
                    <a:pt x="228580" y="322638"/>
                  </a:lnTo>
                  <a:lnTo>
                    <a:pt x="233475" y="320614"/>
                  </a:lnTo>
                  <a:lnTo>
                    <a:pt x="238303" y="318436"/>
                  </a:lnTo>
                  <a:lnTo>
                    <a:pt x="243059" y="316105"/>
                  </a:lnTo>
                  <a:lnTo>
                    <a:pt x="247740" y="313626"/>
                  </a:lnTo>
                  <a:lnTo>
                    <a:pt x="252339" y="310999"/>
                  </a:lnTo>
                  <a:lnTo>
                    <a:pt x="256853" y="308228"/>
                  </a:lnTo>
                  <a:lnTo>
                    <a:pt x="261277" y="305316"/>
                  </a:lnTo>
                  <a:lnTo>
                    <a:pt x="265606" y="302264"/>
                  </a:lnTo>
                  <a:lnTo>
                    <a:pt x="269837" y="299077"/>
                  </a:lnTo>
                  <a:lnTo>
                    <a:pt x="273964" y="295758"/>
                  </a:lnTo>
                  <a:lnTo>
                    <a:pt x="277984" y="292310"/>
                  </a:lnTo>
                  <a:lnTo>
                    <a:pt x="281893" y="288735"/>
                  </a:lnTo>
                  <a:lnTo>
                    <a:pt x="285687" y="285039"/>
                  </a:lnTo>
                  <a:lnTo>
                    <a:pt x="289362" y="281225"/>
                  </a:lnTo>
                  <a:lnTo>
                    <a:pt x="292914" y="277296"/>
                  </a:lnTo>
                  <a:lnTo>
                    <a:pt x="296340" y="273256"/>
                  </a:lnTo>
                  <a:lnTo>
                    <a:pt x="299636" y="269110"/>
                  </a:lnTo>
                  <a:lnTo>
                    <a:pt x="302799" y="264862"/>
                  </a:lnTo>
                  <a:lnTo>
                    <a:pt x="305826" y="260516"/>
                  </a:lnTo>
                  <a:lnTo>
                    <a:pt x="308713" y="256075"/>
                  </a:lnTo>
                  <a:lnTo>
                    <a:pt x="311459" y="251546"/>
                  </a:lnTo>
                  <a:lnTo>
                    <a:pt x="314060" y="246932"/>
                  </a:lnTo>
                  <a:lnTo>
                    <a:pt x="316513" y="242238"/>
                  </a:lnTo>
                  <a:lnTo>
                    <a:pt x="318816" y="237468"/>
                  </a:lnTo>
                  <a:lnTo>
                    <a:pt x="320967" y="232628"/>
                  </a:lnTo>
                  <a:lnTo>
                    <a:pt x="322964" y="227722"/>
                  </a:lnTo>
                  <a:lnTo>
                    <a:pt x="324804" y="222756"/>
                  </a:lnTo>
                  <a:lnTo>
                    <a:pt x="326486" y="217733"/>
                  </a:lnTo>
                  <a:lnTo>
                    <a:pt x="328008" y="212660"/>
                  </a:lnTo>
                  <a:lnTo>
                    <a:pt x="329369" y="207541"/>
                  </a:lnTo>
                  <a:lnTo>
                    <a:pt x="330566" y="202382"/>
                  </a:lnTo>
                  <a:lnTo>
                    <a:pt x="331600" y="197187"/>
                  </a:lnTo>
                  <a:lnTo>
                    <a:pt x="332468" y="191962"/>
                  </a:lnTo>
                  <a:lnTo>
                    <a:pt x="333171" y="186712"/>
                  </a:lnTo>
                  <a:lnTo>
                    <a:pt x="333707" y="181443"/>
                  </a:lnTo>
                  <a:lnTo>
                    <a:pt x="334075" y="176159"/>
                  </a:lnTo>
                  <a:lnTo>
                    <a:pt x="334276" y="170866"/>
                  </a:lnTo>
                  <a:lnTo>
                    <a:pt x="334310" y="165570"/>
                  </a:lnTo>
                  <a:lnTo>
                    <a:pt x="334175" y="160275"/>
                  </a:lnTo>
                  <a:lnTo>
                    <a:pt x="333873" y="154987"/>
                  </a:lnTo>
                  <a:lnTo>
                    <a:pt x="333404" y="149711"/>
                  </a:lnTo>
                  <a:lnTo>
                    <a:pt x="332767" y="144453"/>
                  </a:lnTo>
                  <a:lnTo>
                    <a:pt x="331964" y="139218"/>
                  </a:lnTo>
                  <a:lnTo>
                    <a:pt x="330996" y="134010"/>
                  </a:lnTo>
                  <a:lnTo>
                    <a:pt x="329864" y="128836"/>
                  </a:lnTo>
                  <a:lnTo>
                    <a:pt x="328568" y="123701"/>
                  </a:lnTo>
                  <a:lnTo>
                    <a:pt x="327109" y="118609"/>
                  </a:lnTo>
                  <a:lnTo>
                    <a:pt x="325491" y="113566"/>
                  </a:lnTo>
                  <a:lnTo>
                    <a:pt x="323713" y="108576"/>
                  </a:lnTo>
                  <a:lnTo>
                    <a:pt x="321779" y="103646"/>
                  </a:lnTo>
                  <a:lnTo>
                    <a:pt x="319689" y="98779"/>
                  </a:lnTo>
                  <a:lnTo>
                    <a:pt x="317445" y="93981"/>
                  </a:lnTo>
                  <a:lnTo>
                    <a:pt x="315051" y="89256"/>
                  </a:lnTo>
                  <a:lnTo>
                    <a:pt x="312509" y="84610"/>
                  </a:lnTo>
                  <a:lnTo>
                    <a:pt x="309821" y="80046"/>
                  </a:lnTo>
                  <a:lnTo>
                    <a:pt x="306989" y="75570"/>
                  </a:lnTo>
                  <a:lnTo>
                    <a:pt x="304017" y="71186"/>
                  </a:lnTo>
                  <a:lnTo>
                    <a:pt x="300907" y="66898"/>
                  </a:lnTo>
                  <a:lnTo>
                    <a:pt x="297664" y="62711"/>
                  </a:lnTo>
                  <a:lnTo>
                    <a:pt x="294289" y="58628"/>
                  </a:lnTo>
                  <a:lnTo>
                    <a:pt x="290787" y="54655"/>
                  </a:lnTo>
                  <a:lnTo>
                    <a:pt x="287160" y="50795"/>
                  </a:lnTo>
                  <a:lnTo>
                    <a:pt x="283413" y="47051"/>
                  </a:lnTo>
                  <a:lnTo>
                    <a:pt x="279550" y="43428"/>
                  </a:lnTo>
                  <a:lnTo>
                    <a:pt x="275573" y="39929"/>
                  </a:lnTo>
                  <a:lnTo>
                    <a:pt x="271488" y="36558"/>
                  </a:lnTo>
                  <a:lnTo>
                    <a:pt x="267298" y="33319"/>
                  </a:lnTo>
                  <a:lnTo>
                    <a:pt x="263007" y="30213"/>
                  </a:lnTo>
                  <a:lnTo>
                    <a:pt x="258620" y="27245"/>
                  </a:lnTo>
                  <a:lnTo>
                    <a:pt x="254142" y="24417"/>
                  </a:lnTo>
                  <a:lnTo>
                    <a:pt x="249576" y="21733"/>
                  </a:lnTo>
                  <a:lnTo>
                    <a:pt x="244927" y="19195"/>
                  </a:lnTo>
                  <a:lnTo>
                    <a:pt x="240200" y="16805"/>
                  </a:lnTo>
                  <a:lnTo>
                    <a:pt x="235400" y="14566"/>
                  </a:lnTo>
                  <a:lnTo>
                    <a:pt x="230531" y="12481"/>
                  </a:lnTo>
                  <a:lnTo>
                    <a:pt x="225599" y="10551"/>
                  </a:lnTo>
                  <a:lnTo>
                    <a:pt x="220608" y="8777"/>
                  </a:lnTo>
                  <a:lnTo>
                    <a:pt x="215563" y="7163"/>
                  </a:lnTo>
                  <a:lnTo>
                    <a:pt x="210470" y="5710"/>
                  </a:lnTo>
                  <a:lnTo>
                    <a:pt x="205333" y="4419"/>
                  </a:lnTo>
                  <a:lnTo>
                    <a:pt x="200158" y="3291"/>
                  </a:lnTo>
                  <a:lnTo>
                    <a:pt x="194950" y="2327"/>
                  </a:lnTo>
                  <a:lnTo>
                    <a:pt x="189714" y="1529"/>
                  </a:lnTo>
                  <a:lnTo>
                    <a:pt x="184455" y="898"/>
                  </a:lnTo>
                  <a:lnTo>
                    <a:pt x="179179" y="433"/>
                  </a:lnTo>
                  <a:lnTo>
                    <a:pt x="173891" y="135"/>
                  </a:lnTo>
                  <a:lnTo>
                    <a:pt x="168596" y="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445" cy="167167"/>
            </a:xfrm>
            <a:custGeom>
              <a:avLst/>
              <a:pathLst>
                <a:path w="1445" h="167167">
                  <a:moveTo>
                    <a:pt x="1445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5847" y="5269756"/>
              <a:ext cx="148654" cy="167167"/>
            </a:xfrm>
            <a:custGeom>
              <a:avLst/>
              <a:pathLst>
                <a:path w="148654" h="167167">
                  <a:moveTo>
                    <a:pt x="148654" y="0"/>
                  </a:moveTo>
                  <a:lnTo>
                    <a:pt x="143104" y="92"/>
                  </a:lnTo>
                  <a:lnTo>
                    <a:pt x="137561" y="368"/>
                  </a:lnTo>
                  <a:lnTo>
                    <a:pt x="132030" y="828"/>
                  </a:lnTo>
                  <a:lnTo>
                    <a:pt x="126517" y="1472"/>
                  </a:lnTo>
                  <a:lnTo>
                    <a:pt x="121028" y="2298"/>
                  </a:lnTo>
                  <a:lnTo>
                    <a:pt x="115570" y="3306"/>
                  </a:lnTo>
                  <a:lnTo>
                    <a:pt x="110149" y="4494"/>
                  </a:lnTo>
                  <a:lnTo>
                    <a:pt x="104770" y="5862"/>
                  </a:lnTo>
                  <a:lnTo>
                    <a:pt x="99439" y="7408"/>
                  </a:lnTo>
                  <a:lnTo>
                    <a:pt x="94163" y="9130"/>
                  </a:lnTo>
                  <a:lnTo>
                    <a:pt x="88946" y="11026"/>
                  </a:lnTo>
                  <a:lnTo>
                    <a:pt x="83796" y="13094"/>
                  </a:lnTo>
                  <a:lnTo>
                    <a:pt x="78717" y="15332"/>
                  </a:lnTo>
                  <a:lnTo>
                    <a:pt x="73715" y="17738"/>
                  </a:lnTo>
                  <a:lnTo>
                    <a:pt x="68796" y="20308"/>
                  </a:lnTo>
                  <a:lnTo>
                    <a:pt x="63964" y="23040"/>
                  </a:lnTo>
                  <a:lnTo>
                    <a:pt x="59226" y="25931"/>
                  </a:lnTo>
                  <a:lnTo>
                    <a:pt x="54587" y="28977"/>
                  </a:lnTo>
                  <a:lnTo>
                    <a:pt x="50051" y="32176"/>
                  </a:lnTo>
                  <a:lnTo>
                    <a:pt x="45624" y="35524"/>
                  </a:lnTo>
                  <a:lnTo>
                    <a:pt x="41311" y="39017"/>
                  </a:lnTo>
                  <a:lnTo>
                    <a:pt x="37116" y="42651"/>
                  </a:lnTo>
                  <a:lnTo>
                    <a:pt x="33044" y="46422"/>
                  </a:lnTo>
                  <a:lnTo>
                    <a:pt x="29099" y="50327"/>
                  </a:lnTo>
                  <a:lnTo>
                    <a:pt x="25286" y="54360"/>
                  </a:lnTo>
                  <a:lnTo>
                    <a:pt x="21609" y="58518"/>
                  </a:lnTo>
                  <a:lnTo>
                    <a:pt x="18072" y="62795"/>
                  </a:lnTo>
                  <a:lnTo>
                    <a:pt x="14680" y="67187"/>
                  </a:lnTo>
                  <a:lnTo>
                    <a:pt x="11434" y="71690"/>
                  </a:lnTo>
                  <a:lnTo>
                    <a:pt x="8340" y="76298"/>
                  </a:lnTo>
                  <a:lnTo>
                    <a:pt x="5401" y="81006"/>
                  </a:lnTo>
                  <a:lnTo>
                    <a:pt x="2620" y="85809"/>
                  </a:lnTo>
                  <a:lnTo>
                    <a:pt x="0" y="90702"/>
                  </a:lnTo>
                  <a:lnTo>
                    <a:pt x="1486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34" y="5269756"/>
              <a:ext cx="334325" cy="334326"/>
            </a:xfrm>
            <a:custGeom>
              <a:avLst/>
              <a:pathLst>
                <a:path w="334325" h="334326">
                  <a:moveTo>
                    <a:pt x="18513" y="90702"/>
                  </a:moveTo>
                  <a:lnTo>
                    <a:pt x="16169" y="95442"/>
                  </a:lnTo>
                  <a:lnTo>
                    <a:pt x="13976" y="100253"/>
                  </a:lnTo>
                  <a:lnTo>
                    <a:pt x="11936" y="105131"/>
                  </a:lnTo>
                  <a:lnTo>
                    <a:pt x="10052" y="110071"/>
                  </a:lnTo>
                  <a:lnTo>
                    <a:pt x="8325" y="115069"/>
                  </a:lnTo>
                  <a:lnTo>
                    <a:pt x="6757" y="120118"/>
                  </a:lnTo>
                  <a:lnTo>
                    <a:pt x="5349" y="125215"/>
                  </a:lnTo>
                  <a:lnTo>
                    <a:pt x="4103" y="130354"/>
                  </a:lnTo>
                  <a:lnTo>
                    <a:pt x="3021" y="135529"/>
                  </a:lnTo>
                  <a:lnTo>
                    <a:pt x="2102" y="140736"/>
                  </a:lnTo>
                  <a:lnTo>
                    <a:pt x="1349" y="145970"/>
                  </a:lnTo>
                  <a:lnTo>
                    <a:pt x="761" y="151224"/>
                  </a:lnTo>
                  <a:lnTo>
                    <a:pt x="340" y="156495"/>
                  </a:lnTo>
                  <a:lnTo>
                    <a:pt x="86" y="161776"/>
                  </a:lnTo>
                  <a:lnTo>
                    <a:pt x="0" y="167063"/>
                  </a:lnTo>
                  <a:lnTo>
                    <a:pt x="80" y="172350"/>
                  </a:lnTo>
                  <a:lnTo>
                    <a:pt x="327" y="177631"/>
                  </a:lnTo>
                  <a:lnTo>
                    <a:pt x="742" y="182903"/>
                  </a:lnTo>
                  <a:lnTo>
                    <a:pt x="1323" y="188158"/>
                  </a:lnTo>
                  <a:lnTo>
                    <a:pt x="2069" y="193393"/>
                  </a:lnTo>
                  <a:lnTo>
                    <a:pt x="2981" y="198601"/>
                  </a:lnTo>
                  <a:lnTo>
                    <a:pt x="4058" y="203777"/>
                  </a:lnTo>
                  <a:lnTo>
                    <a:pt x="5297" y="208918"/>
                  </a:lnTo>
                  <a:lnTo>
                    <a:pt x="6698" y="214016"/>
                  </a:lnTo>
                  <a:lnTo>
                    <a:pt x="8260" y="219067"/>
                  </a:lnTo>
                  <a:lnTo>
                    <a:pt x="9981" y="224067"/>
                  </a:lnTo>
                  <a:lnTo>
                    <a:pt x="11859" y="229010"/>
                  </a:lnTo>
                  <a:lnTo>
                    <a:pt x="13893" y="233890"/>
                  </a:lnTo>
                  <a:lnTo>
                    <a:pt x="16080" y="238704"/>
                  </a:lnTo>
                  <a:lnTo>
                    <a:pt x="18418" y="243447"/>
                  </a:lnTo>
                  <a:lnTo>
                    <a:pt x="20905" y="248113"/>
                  </a:lnTo>
                  <a:lnTo>
                    <a:pt x="23538" y="252698"/>
                  </a:lnTo>
                  <a:lnTo>
                    <a:pt x="26314" y="257198"/>
                  </a:lnTo>
                  <a:lnTo>
                    <a:pt x="29232" y="261607"/>
                  </a:lnTo>
                  <a:lnTo>
                    <a:pt x="32288" y="265922"/>
                  </a:lnTo>
                  <a:lnTo>
                    <a:pt x="35479" y="270139"/>
                  </a:lnTo>
                  <a:lnTo>
                    <a:pt x="38801" y="274252"/>
                  </a:lnTo>
                  <a:lnTo>
                    <a:pt x="42252" y="278258"/>
                  </a:lnTo>
                  <a:lnTo>
                    <a:pt x="45828" y="282153"/>
                  </a:lnTo>
                  <a:lnTo>
                    <a:pt x="49525" y="285933"/>
                  </a:lnTo>
                  <a:lnTo>
                    <a:pt x="53340" y="289594"/>
                  </a:lnTo>
                  <a:lnTo>
                    <a:pt x="57269" y="293132"/>
                  </a:lnTo>
                  <a:lnTo>
                    <a:pt x="61307" y="296545"/>
                  </a:lnTo>
                  <a:lnTo>
                    <a:pt x="65452" y="299828"/>
                  </a:lnTo>
                  <a:lnTo>
                    <a:pt x="69698" y="302979"/>
                  </a:lnTo>
                  <a:lnTo>
                    <a:pt x="74042" y="305993"/>
                  </a:lnTo>
                  <a:lnTo>
                    <a:pt x="78479" y="308869"/>
                  </a:lnTo>
                  <a:lnTo>
                    <a:pt x="83005" y="311603"/>
                  </a:lnTo>
                  <a:lnTo>
                    <a:pt x="87615" y="314192"/>
                  </a:lnTo>
                  <a:lnTo>
                    <a:pt x="92305" y="316635"/>
                  </a:lnTo>
                  <a:lnTo>
                    <a:pt x="97069" y="318927"/>
                  </a:lnTo>
                  <a:lnTo>
                    <a:pt x="101904" y="321068"/>
                  </a:lnTo>
                  <a:lnTo>
                    <a:pt x="106804" y="323055"/>
                  </a:lnTo>
                  <a:lnTo>
                    <a:pt x="111764" y="324886"/>
                  </a:lnTo>
                  <a:lnTo>
                    <a:pt x="116779" y="326560"/>
                  </a:lnTo>
                  <a:lnTo>
                    <a:pt x="121846" y="328074"/>
                  </a:lnTo>
                  <a:lnTo>
                    <a:pt x="126957" y="329426"/>
                  </a:lnTo>
                  <a:lnTo>
                    <a:pt x="132109" y="330617"/>
                  </a:lnTo>
                  <a:lnTo>
                    <a:pt x="137295" y="331644"/>
                  </a:lnTo>
                  <a:lnTo>
                    <a:pt x="142512" y="332506"/>
                  </a:lnTo>
                  <a:lnTo>
                    <a:pt x="147753" y="333203"/>
                  </a:lnTo>
                  <a:lnTo>
                    <a:pt x="153014" y="333734"/>
                  </a:lnTo>
                  <a:lnTo>
                    <a:pt x="158289" y="334098"/>
                  </a:lnTo>
                  <a:lnTo>
                    <a:pt x="163573" y="334296"/>
                  </a:lnTo>
                  <a:lnTo>
                    <a:pt x="168860" y="334326"/>
                  </a:lnTo>
                  <a:lnTo>
                    <a:pt x="174146" y="334189"/>
                  </a:lnTo>
                  <a:lnTo>
                    <a:pt x="179424" y="333884"/>
                  </a:lnTo>
                  <a:lnTo>
                    <a:pt x="184691" y="333413"/>
                  </a:lnTo>
                  <a:lnTo>
                    <a:pt x="189940" y="332776"/>
                  </a:lnTo>
                  <a:lnTo>
                    <a:pt x="195166" y="331973"/>
                  </a:lnTo>
                  <a:lnTo>
                    <a:pt x="200364" y="331005"/>
                  </a:lnTo>
                  <a:lnTo>
                    <a:pt x="205529" y="329873"/>
                  </a:lnTo>
                  <a:lnTo>
                    <a:pt x="210655" y="328579"/>
                  </a:lnTo>
                  <a:lnTo>
                    <a:pt x="215738" y="327122"/>
                  </a:lnTo>
                  <a:lnTo>
                    <a:pt x="220773" y="325506"/>
                  </a:lnTo>
                  <a:lnTo>
                    <a:pt x="225754" y="323732"/>
                  </a:lnTo>
                  <a:lnTo>
                    <a:pt x="230676" y="321801"/>
                  </a:lnTo>
                  <a:lnTo>
                    <a:pt x="235534" y="319715"/>
                  </a:lnTo>
                  <a:lnTo>
                    <a:pt x="240325" y="317476"/>
                  </a:lnTo>
                  <a:lnTo>
                    <a:pt x="245042" y="315087"/>
                  </a:lnTo>
                  <a:lnTo>
                    <a:pt x="249681" y="312551"/>
                  </a:lnTo>
                  <a:lnTo>
                    <a:pt x="254237" y="309868"/>
                  </a:lnTo>
                  <a:lnTo>
                    <a:pt x="258707" y="307043"/>
                  </a:lnTo>
                  <a:lnTo>
                    <a:pt x="263085" y="304078"/>
                  </a:lnTo>
                  <a:lnTo>
                    <a:pt x="267367" y="300976"/>
                  </a:lnTo>
                  <a:lnTo>
                    <a:pt x="271548" y="297741"/>
                  </a:lnTo>
                  <a:lnTo>
                    <a:pt x="275626" y="294374"/>
                  </a:lnTo>
                  <a:lnTo>
                    <a:pt x="279594" y="290880"/>
                  </a:lnTo>
                  <a:lnTo>
                    <a:pt x="283451" y="287263"/>
                  </a:lnTo>
                  <a:lnTo>
                    <a:pt x="287191" y="283525"/>
                  </a:lnTo>
                  <a:lnTo>
                    <a:pt x="290810" y="279671"/>
                  </a:lnTo>
                  <a:lnTo>
                    <a:pt x="294307" y="275705"/>
                  </a:lnTo>
                  <a:lnTo>
                    <a:pt x="297676" y="271630"/>
                  </a:lnTo>
                  <a:lnTo>
                    <a:pt x="300914" y="267450"/>
                  </a:lnTo>
                  <a:lnTo>
                    <a:pt x="304019" y="263170"/>
                  </a:lnTo>
                  <a:lnTo>
                    <a:pt x="306986" y="258794"/>
                  </a:lnTo>
                  <a:lnTo>
                    <a:pt x="309814" y="254326"/>
                  </a:lnTo>
                  <a:lnTo>
                    <a:pt x="312499" y="249771"/>
                  </a:lnTo>
                  <a:lnTo>
                    <a:pt x="315039" y="245134"/>
                  </a:lnTo>
                  <a:lnTo>
                    <a:pt x="317431" y="240418"/>
                  </a:lnTo>
                  <a:lnTo>
                    <a:pt x="319672" y="235629"/>
                  </a:lnTo>
                  <a:lnTo>
                    <a:pt x="321761" y="230772"/>
                  </a:lnTo>
                  <a:lnTo>
                    <a:pt x="323695" y="225851"/>
                  </a:lnTo>
                  <a:lnTo>
                    <a:pt x="325473" y="220871"/>
                  </a:lnTo>
                  <a:lnTo>
                    <a:pt x="327092" y="215838"/>
                  </a:lnTo>
                  <a:lnTo>
                    <a:pt x="328551" y="210756"/>
                  </a:lnTo>
                  <a:lnTo>
                    <a:pt x="329849" y="205630"/>
                  </a:lnTo>
                  <a:lnTo>
                    <a:pt x="330984" y="200466"/>
                  </a:lnTo>
                  <a:lnTo>
                    <a:pt x="331955" y="195268"/>
                  </a:lnTo>
                  <a:lnTo>
                    <a:pt x="332762" y="190043"/>
                  </a:lnTo>
                  <a:lnTo>
                    <a:pt x="333402" y="184794"/>
                  </a:lnTo>
                  <a:lnTo>
                    <a:pt x="333877" y="179528"/>
                  </a:lnTo>
                  <a:lnTo>
                    <a:pt x="334184" y="174250"/>
                  </a:lnTo>
                  <a:lnTo>
                    <a:pt x="334325" y="168964"/>
                  </a:lnTo>
                  <a:lnTo>
                    <a:pt x="334298" y="163677"/>
                  </a:lnTo>
                  <a:lnTo>
                    <a:pt x="334104" y="158393"/>
                  </a:lnTo>
                  <a:lnTo>
                    <a:pt x="333743" y="153118"/>
                  </a:lnTo>
                  <a:lnTo>
                    <a:pt x="333215" y="147857"/>
                  </a:lnTo>
                  <a:lnTo>
                    <a:pt x="332522" y="142615"/>
                  </a:lnTo>
                  <a:lnTo>
                    <a:pt x="331662" y="137398"/>
                  </a:lnTo>
                  <a:lnTo>
                    <a:pt x="330639" y="132210"/>
                  </a:lnTo>
                  <a:lnTo>
                    <a:pt x="329451" y="127058"/>
                  </a:lnTo>
                  <a:lnTo>
                    <a:pt x="328102" y="121946"/>
                  </a:lnTo>
                  <a:lnTo>
                    <a:pt x="326591" y="116879"/>
                  </a:lnTo>
                  <a:lnTo>
                    <a:pt x="324921" y="111862"/>
                  </a:lnTo>
                  <a:lnTo>
                    <a:pt x="323093" y="106901"/>
                  </a:lnTo>
                  <a:lnTo>
                    <a:pt x="321109" y="101999"/>
                  </a:lnTo>
                  <a:lnTo>
                    <a:pt x="318971" y="97163"/>
                  </a:lnTo>
                  <a:lnTo>
                    <a:pt x="316681" y="92398"/>
                  </a:lnTo>
                  <a:lnTo>
                    <a:pt x="314242" y="87706"/>
                  </a:lnTo>
                  <a:lnTo>
                    <a:pt x="311655" y="83095"/>
                  </a:lnTo>
                  <a:lnTo>
                    <a:pt x="308924" y="78567"/>
                  </a:lnTo>
                  <a:lnTo>
                    <a:pt x="306051" y="74129"/>
                  </a:lnTo>
                  <a:lnTo>
                    <a:pt x="303039" y="69783"/>
                  </a:lnTo>
                  <a:lnTo>
                    <a:pt x="299891" y="65534"/>
                  </a:lnTo>
                  <a:lnTo>
                    <a:pt x="296611" y="61388"/>
                  </a:lnTo>
                  <a:lnTo>
                    <a:pt x="293201" y="57347"/>
                  </a:lnTo>
                  <a:lnTo>
                    <a:pt x="289665" y="53416"/>
                  </a:lnTo>
                  <a:lnTo>
                    <a:pt x="286006" y="49599"/>
                  </a:lnTo>
                  <a:lnTo>
                    <a:pt x="282228" y="45899"/>
                  </a:lnTo>
                  <a:lnTo>
                    <a:pt x="278335" y="42321"/>
                  </a:lnTo>
                  <a:lnTo>
                    <a:pt x="274332" y="38868"/>
                  </a:lnTo>
                  <a:lnTo>
                    <a:pt x="270220" y="35543"/>
                  </a:lnTo>
                  <a:lnTo>
                    <a:pt x="266006" y="32349"/>
                  </a:lnTo>
                  <a:lnTo>
                    <a:pt x="261693" y="29291"/>
                  </a:lnTo>
                  <a:lnTo>
                    <a:pt x="257285" y="26371"/>
                  </a:lnTo>
                  <a:lnTo>
                    <a:pt x="252787" y="23591"/>
                  </a:lnTo>
                  <a:lnTo>
                    <a:pt x="248204" y="20955"/>
                  </a:lnTo>
                  <a:lnTo>
                    <a:pt x="243539" y="18465"/>
                  </a:lnTo>
                  <a:lnTo>
                    <a:pt x="238798" y="16124"/>
                  </a:lnTo>
                  <a:lnTo>
                    <a:pt x="233986" y="13934"/>
                  </a:lnTo>
                  <a:lnTo>
                    <a:pt x="229106" y="11898"/>
                  </a:lnTo>
                  <a:lnTo>
                    <a:pt x="224165" y="10017"/>
                  </a:lnTo>
                  <a:lnTo>
                    <a:pt x="219166" y="8293"/>
                  </a:lnTo>
                  <a:lnTo>
                    <a:pt x="214116" y="6728"/>
                  </a:lnTo>
                  <a:lnTo>
                    <a:pt x="209018" y="5323"/>
                  </a:lnTo>
                  <a:lnTo>
                    <a:pt x="203879" y="4081"/>
                  </a:lnTo>
                  <a:lnTo>
                    <a:pt x="198703" y="3001"/>
                  </a:lnTo>
                  <a:lnTo>
                    <a:pt x="193495" y="2086"/>
                  </a:lnTo>
                  <a:lnTo>
                    <a:pt x="188261" y="1336"/>
                  </a:lnTo>
                  <a:lnTo>
                    <a:pt x="183006" y="752"/>
                  </a:lnTo>
                  <a:lnTo>
                    <a:pt x="177735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832" y="5399291"/>
              <a:ext cx="3383" cy="167167"/>
            </a:xfrm>
            <a:custGeom>
              <a:avLst/>
              <a:pathLst>
                <a:path w="3383" h="167167">
                  <a:moveTo>
                    <a:pt x="3383" y="0"/>
                  </a:moveTo>
                  <a:lnTo>
                    <a:pt x="0" y="34"/>
                  </a:lnTo>
                  <a:lnTo>
                    <a:pt x="338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832" y="5399326"/>
              <a:ext cx="3383" cy="167133"/>
            </a:xfrm>
            <a:custGeom>
              <a:avLst/>
              <a:pathLst>
                <a:path w="3383" h="167133">
                  <a:moveTo>
                    <a:pt x="0" y="0"/>
                  </a:moveTo>
                  <a:lnTo>
                    <a:pt x="3383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832" y="5399326"/>
              <a:ext cx="3383" cy="167133"/>
            </a:xfrm>
            <a:custGeom>
              <a:avLst/>
              <a:pathLst>
                <a:path w="3383" h="167133">
                  <a:moveTo>
                    <a:pt x="0" y="0"/>
                  </a:moveTo>
                  <a:lnTo>
                    <a:pt x="3383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832" y="5399326"/>
              <a:ext cx="3383" cy="167133"/>
            </a:xfrm>
            <a:custGeom>
              <a:avLst/>
              <a:pathLst>
                <a:path w="3383" h="167133">
                  <a:moveTo>
                    <a:pt x="0" y="0"/>
                  </a:moveTo>
                  <a:lnTo>
                    <a:pt x="3383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832" y="5399326"/>
              <a:ext cx="3383" cy="167133"/>
            </a:xfrm>
            <a:custGeom>
              <a:avLst/>
              <a:pathLst>
                <a:path w="3383" h="167133">
                  <a:moveTo>
                    <a:pt x="0" y="0"/>
                  </a:moveTo>
                  <a:lnTo>
                    <a:pt x="3383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832" y="5399326"/>
              <a:ext cx="3383" cy="167133"/>
            </a:xfrm>
            <a:custGeom>
              <a:avLst/>
              <a:pathLst>
                <a:path w="3383" h="167133">
                  <a:moveTo>
                    <a:pt x="0" y="0"/>
                  </a:moveTo>
                  <a:lnTo>
                    <a:pt x="3383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832" y="5399326"/>
              <a:ext cx="3383" cy="167133"/>
            </a:xfrm>
            <a:custGeom>
              <a:avLst/>
              <a:pathLst>
                <a:path w="3383" h="167133">
                  <a:moveTo>
                    <a:pt x="0" y="0"/>
                  </a:moveTo>
                  <a:lnTo>
                    <a:pt x="3383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49" y="5399326"/>
              <a:ext cx="334333" cy="334285"/>
            </a:xfrm>
            <a:custGeom>
              <a:avLst/>
              <a:pathLst>
                <a:path w="334333" h="334285">
                  <a:moveTo>
                    <a:pt x="163782" y="0"/>
                  </a:moveTo>
                  <a:lnTo>
                    <a:pt x="158485" y="191"/>
                  </a:lnTo>
                  <a:lnTo>
                    <a:pt x="153196" y="550"/>
                  </a:lnTo>
                  <a:lnTo>
                    <a:pt x="147921" y="1077"/>
                  </a:lnTo>
                  <a:lnTo>
                    <a:pt x="142666" y="1770"/>
                  </a:lnTo>
                  <a:lnTo>
                    <a:pt x="137435" y="2630"/>
                  </a:lnTo>
                  <a:lnTo>
                    <a:pt x="132234" y="3656"/>
                  </a:lnTo>
                  <a:lnTo>
                    <a:pt x="127069" y="4845"/>
                  </a:lnTo>
                  <a:lnTo>
                    <a:pt x="121943" y="6198"/>
                  </a:lnTo>
                  <a:lnTo>
                    <a:pt x="116864" y="7713"/>
                  </a:lnTo>
                  <a:lnTo>
                    <a:pt x="111834" y="9388"/>
                  </a:lnTo>
                  <a:lnTo>
                    <a:pt x="106861" y="11222"/>
                  </a:lnTo>
                  <a:lnTo>
                    <a:pt x="101948" y="13212"/>
                  </a:lnTo>
                  <a:lnTo>
                    <a:pt x="97100" y="15357"/>
                  </a:lnTo>
                  <a:lnTo>
                    <a:pt x="92323" y="17655"/>
                  </a:lnTo>
                  <a:lnTo>
                    <a:pt x="87621" y="20103"/>
                  </a:lnTo>
                  <a:lnTo>
                    <a:pt x="83000" y="22699"/>
                  </a:lnTo>
                  <a:lnTo>
                    <a:pt x="78462" y="25441"/>
                  </a:lnTo>
                  <a:lnTo>
                    <a:pt x="74015" y="28324"/>
                  </a:lnTo>
                  <a:lnTo>
                    <a:pt x="69660" y="31348"/>
                  </a:lnTo>
                  <a:lnTo>
                    <a:pt x="65404" y="34507"/>
                  </a:lnTo>
                  <a:lnTo>
                    <a:pt x="61250" y="37801"/>
                  </a:lnTo>
                  <a:lnTo>
                    <a:pt x="57203" y="41224"/>
                  </a:lnTo>
                  <a:lnTo>
                    <a:pt x="53266" y="44774"/>
                  </a:lnTo>
                  <a:lnTo>
                    <a:pt x="49444" y="48447"/>
                  </a:lnTo>
                  <a:lnTo>
                    <a:pt x="45740" y="52239"/>
                  </a:lnTo>
                  <a:lnTo>
                    <a:pt x="42158" y="56146"/>
                  </a:lnTo>
                  <a:lnTo>
                    <a:pt x="38702" y="60166"/>
                  </a:lnTo>
                  <a:lnTo>
                    <a:pt x="35375" y="64293"/>
                  </a:lnTo>
                  <a:lnTo>
                    <a:pt x="32181" y="68523"/>
                  </a:lnTo>
                  <a:lnTo>
                    <a:pt x="29122" y="72852"/>
                  </a:lnTo>
                  <a:lnTo>
                    <a:pt x="26202" y="77277"/>
                  </a:lnTo>
                  <a:lnTo>
                    <a:pt x="23424" y="81791"/>
                  </a:lnTo>
                  <a:lnTo>
                    <a:pt x="20790" y="86392"/>
                  </a:lnTo>
                  <a:lnTo>
                    <a:pt x="18304" y="91073"/>
                  </a:lnTo>
                  <a:lnTo>
                    <a:pt x="15967" y="95831"/>
                  </a:lnTo>
                  <a:lnTo>
                    <a:pt x="13782" y="100661"/>
                  </a:lnTo>
                  <a:lnTo>
                    <a:pt x="11752" y="105558"/>
                  </a:lnTo>
                  <a:lnTo>
                    <a:pt x="9878" y="110516"/>
                  </a:lnTo>
                  <a:lnTo>
                    <a:pt x="8162" y="115532"/>
                  </a:lnTo>
                  <a:lnTo>
                    <a:pt x="6606" y="120599"/>
                  </a:lnTo>
                  <a:lnTo>
                    <a:pt x="5211" y="125713"/>
                  </a:lnTo>
                  <a:lnTo>
                    <a:pt x="3979" y="130869"/>
                  </a:lnTo>
                  <a:lnTo>
                    <a:pt x="2912" y="136062"/>
                  </a:lnTo>
                  <a:lnTo>
                    <a:pt x="2009" y="141285"/>
                  </a:lnTo>
                  <a:lnTo>
                    <a:pt x="1272" y="146535"/>
                  </a:lnTo>
                  <a:lnTo>
                    <a:pt x="703" y="151805"/>
                  </a:lnTo>
                  <a:lnTo>
                    <a:pt x="300" y="157090"/>
                  </a:lnTo>
                  <a:lnTo>
                    <a:pt x="66" y="162386"/>
                  </a:lnTo>
                  <a:lnTo>
                    <a:pt x="0" y="167687"/>
                  </a:lnTo>
                  <a:lnTo>
                    <a:pt x="101" y="172987"/>
                  </a:lnTo>
                  <a:lnTo>
                    <a:pt x="371" y="178281"/>
                  </a:lnTo>
                  <a:lnTo>
                    <a:pt x="808" y="183564"/>
                  </a:lnTo>
                  <a:lnTo>
                    <a:pt x="1413" y="188830"/>
                  </a:lnTo>
                  <a:lnTo>
                    <a:pt x="2184" y="194074"/>
                  </a:lnTo>
                  <a:lnTo>
                    <a:pt x="3121" y="199292"/>
                  </a:lnTo>
                  <a:lnTo>
                    <a:pt x="4223" y="204477"/>
                  </a:lnTo>
                  <a:lnTo>
                    <a:pt x="5489" y="209624"/>
                  </a:lnTo>
                  <a:lnTo>
                    <a:pt x="6918" y="214729"/>
                  </a:lnTo>
                  <a:lnTo>
                    <a:pt x="8507" y="219786"/>
                  </a:lnTo>
                  <a:lnTo>
                    <a:pt x="10257" y="224790"/>
                  </a:lnTo>
                  <a:lnTo>
                    <a:pt x="12164" y="229736"/>
                  </a:lnTo>
                  <a:lnTo>
                    <a:pt x="14226" y="234619"/>
                  </a:lnTo>
                  <a:lnTo>
                    <a:pt x="16443" y="239434"/>
                  </a:lnTo>
                  <a:lnTo>
                    <a:pt x="18811" y="244177"/>
                  </a:lnTo>
                  <a:lnTo>
                    <a:pt x="21329" y="248842"/>
                  </a:lnTo>
                  <a:lnTo>
                    <a:pt x="23993" y="253425"/>
                  </a:lnTo>
                  <a:lnTo>
                    <a:pt x="26801" y="257921"/>
                  </a:lnTo>
                  <a:lnTo>
                    <a:pt x="29750" y="262326"/>
                  </a:lnTo>
                  <a:lnTo>
                    <a:pt x="32837" y="266635"/>
                  </a:lnTo>
                  <a:lnTo>
                    <a:pt x="36059" y="270844"/>
                  </a:lnTo>
                  <a:lnTo>
                    <a:pt x="39414" y="274949"/>
                  </a:lnTo>
                  <a:lnTo>
                    <a:pt x="42896" y="278945"/>
                  </a:lnTo>
                  <a:lnTo>
                    <a:pt x="46504" y="282829"/>
                  </a:lnTo>
                  <a:lnTo>
                    <a:pt x="50233" y="286596"/>
                  </a:lnTo>
                  <a:lnTo>
                    <a:pt x="54079" y="290244"/>
                  </a:lnTo>
                  <a:lnTo>
                    <a:pt x="58040" y="293768"/>
                  </a:lnTo>
                  <a:lnTo>
                    <a:pt x="62110" y="297164"/>
                  </a:lnTo>
                  <a:lnTo>
                    <a:pt x="66285" y="300429"/>
                  </a:lnTo>
                  <a:lnTo>
                    <a:pt x="70562" y="303561"/>
                  </a:lnTo>
                  <a:lnTo>
                    <a:pt x="74937" y="306555"/>
                  </a:lnTo>
                  <a:lnTo>
                    <a:pt x="79403" y="309410"/>
                  </a:lnTo>
                  <a:lnTo>
                    <a:pt x="83959" y="312121"/>
                  </a:lnTo>
                  <a:lnTo>
                    <a:pt x="88598" y="314686"/>
                  </a:lnTo>
                  <a:lnTo>
                    <a:pt x="93315" y="317103"/>
                  </a:lnTo>
                  <a:lnTo>
                    <a:pt x="98108" y="319369"/>
                  </a:lnTo>
                  <a:lnTo>
                    <a:pt x="102969" y="321482"/>
                  </a:lnTo>
                  <a:lnTo>
                    <a:pt x="107895" y="323440"/>
                  </a:lnTo>
                  <a:lnTo>
                    <a:pt x="112881" y="325241"/>
                  </a:lnTo>
                  <a:lnTo>
                    <a:pt x="117921" y="326882"/>
                  </a:lnTo>
                  <a:lnTo>
                    <a:pt x="123011" y="328363"/>
                  </a:lnTo>
                  <a:lnTo>
                    <a:pt x="128145" y="329682"/>
                  </a:lnTo>
                  <a:lnTo>
                    <a:pt x="133319" y="330838"/>
                  </a:lnTo>
                  <a:lnTo>
                    <a:pt x="138526" y="331829"/>
                  </a:lnTo>
                  <a:lnTo>
                    <a:pt x="143762" y="332654"/>
                  </a:lnTo>
                  <a:lnTo>
                    <a:pt x="149022" y="333313"/>
                  </a:lnTo>
                  <a:lnTo>
                    <a:pt x="154300" y="333804"/>
                  </a:lnTo>
                  <a:lnTo>
                    <a:pt x="159591" y="334128"/>
                  </a:lnTo>
                  <a:lnTo>
                    <a:pt x="164890" y="334285"/>
                  </a:lnTo>
                  <a:lnTo>
                    <a:pt x="170191" y="334273"/>
                  </a:lnTo>
                  <a:lnTo>
                    <a:pt x="175489" y="334093"/>
                  </a:lnTo>
                  <a:lnTo>
                    <a:pt x="180778" y="333745"/>
                  </a:lnTo>
                  <a:lnTo>
                    <a:pt x="186054" y="333230"/>
                  </a:lnTo>
                  <a:lnTo>
                    <a:pt x="191311" y="332547"/>
                  </a:lnTo>
                  <a:lnTo>
                    <a:pt x="196543" y="331699"/>
                  </a:lnTo>
                  <a:lnTo>
                    <a:pt x="201746" y="330684"/>
                  </a:lnTo>
                  <a:lnTo>
                    <a:pt x="206915" y="329506"/>
                  </a:lnTo>
                  <a:lnTo>
                    <a:pt x="212043" y="328164"/>
                  </a:lnTo>
                  <a:lnTo>
                    <a:pt x="217126" y="326660"/>
                  </a:lnTo>
                  <a:lnTo>
                    <a:pt x="222159" y="324996"/>
                  </a:lnTo>
                  <a:lnTo>
                    <a:pt x="227136" y="323173"/>
                  </a:lnTo>
                  <a:lnTo>
                    <a:pt x="232054" y="321193"/>
                  </a:lnTo>
                  <a:lnTo>
                    <a:pt x="236906" y="319058"/>
                  </a:lnTo>
                  <a:lnTo>
                    <a:pt x="241688" y="316770"/>
                  </a:lnTo>
                  <a:lnTo>
                    <a:pt x="246395" y="314332"/>
                  </a:lnTo>
                  <a:lnTo>
                    <a:pt x="251022" y="311746"/>
                  </a:lnTo>
                  <a:lnTo>
                    <a:pt x="255565" y="309015"/>
                  </a:lnTo>
                  <a:lnTo>
                    <a:pt x="260019" y="306141"/>
                  </a:lnTo>
                  <a:lnTo>
                    <a:pt x="264380" y="303127"/>
                  </a:lnTo>
                  <a:lnTo>
                    <a:pt x="268643" y="299976"/>
                  </a:lnTo>
                  <a:lnTo>
                    <a:pt x="272804" y="296692"/>
                  </a:lnTo>
                  <a:lnTo>
                    <a:pt x="276859" y="293277"/>
                  </a:lnTo>
                  <a:lnTo>
                    <a:pt x="280803" y="289736"/>
                  </a:lnTo>
                  <a:lnTo>
                    <a:pt x="284633" y="286071"/>
                  </a:lnTo>
                  <a:lnTo>
                    <a:pt x="288345" y="282287"/>
                  </a:lnTo>
                  <a:lnTo>
                    <a:pt x="291935" y="278387"/>
                  </a:lnTo>
                  <a:lnTo>
                    <a:pt x="295400" y="274375"/>
                  </a:lnTo>
                  <a:lnTo>
                    <a:pt x="298736" y="270256"/>
                  </a:lnTo>
                  <a:lnTo>
                    <a:pt x="301939" y="266032"/>
                  </a:lnTo>
                  <a:lnTo>
                    <a:pt x="305007" y="261709"/>
                  </a:lnTo>
                  <a:lnTo>
                    <a:pt x="307937" y="257291"/>
                  </a:lnTo>
                  <a:lnTo>
                    <a:pt x="310725" y="252783"/>
                  </a:lnTo>
                  <a:lnTo>
                    <a:pt x="313368" y="248188"/>
                  </a:lnTo>
                  <a:lnTo>
                    <a:pt x="315864" y="243512"/>
                  </a:lnTo>
                  <a:lnTo>
                    <a:pt x="318211" y="238758"/>
                  </a:lnTo>
                  <a:lnTo>
                    <a:pt x="320406" y="233933"/>
                  </a:lnTo>
                  <a:lnTo>
                    <a:pt x="322447" y="229041"/>
                  </a:lnTo>
                  <a:lnTo>
                    <a:pt x="324332" y="224087"/>
                  </a:lnTo>
                  <a:lnTo>
                    <a:pt x="326059" y="219075"/>
                  </a:lnTo>
                  <a:lnTo>
                    <a:pt x="327626" y="214011"/>
                  </a:lnTo>
                  <a:lnTo>
                    <a:pt x="329032" y="208900"/>
                  </a:lnTo>
                  <a:lnTo>
                    <a:pt x="330275" y="203747"/>
                  </a:lnTo>
                  <a:lnTo>
                    <a:pt x="331353" y="198557"/>
                  </a:lnTo>
                  <a:lnTo>
                    <a:pt x="332267" y="193335"/>
                  </a:lnTo>
                  <a:lnTo>
                    <a:pt x="333015" y="188087"/>
                  </a:lnTo>
                  <a:lnTo>
                    <a:pt x="333596" y="182818"/>
                  </a:lnTo>
                  <a:lnTo>
                    <a:pt x="334010" y="177533"/>
                  </a:lnTo>
                  <a:lnTo>
                    <a:pt x="334255" y="172238"/>
                  </a:lnTo>
                  <a:lnTo>
                    <a:pt x="334333" y="166938"/>
                  </a:lnTo>
                  <a:lnTo>
                    <a:pt x="334243" y="161638"/>
                  </a:lnTo>
                  <a:lnTo>
                    <a:pt x="333985" y="156343"/>
                  </a:lnTo>
                  <a:lnTo>
                    <a:pt x="333559" y="151059"/>
                  </a:lnTo>
                  <a:lnTo>
                    <a:pt x="332966" y="145792"/>
                  </a:lnTo>
                  <a:lnTo>
                    <a:pt x="332206" y="140545"/>
                  </a:lnTo>
                  <a:lnTo>
                    <a:pt x="331280" y="135326"/>
                  </a:lnTo>
                  <a:lnTo>
                    <a:pt x="330189" y="130139"/>
                  </a:lnTo>
                  <a:lnTo>
                    <a:pt x="328934" y="124988"/>
                  </a:lnTo>
                  <a:lnTo>
                    <a:pt x="327516" y="119881"/>
                  </a:lnTo>
                  <a:lnTo>
                    <a:pt x="325937" y="114820"/>
                  </a:lnTo>
                  <a:lnTo>
                    <a:pt x="324199" y="109812"/>
                  </a:lnTo>
                  <a:lnTo>
                    <a:pt x="322303" y="104862"/>
                  </a:lnTo>
                  <a:lnTo>
                    <a:pt x="320250" y="99975"/>
                  </a:lnTo>
                  <a:lnTo>
                    <a:pt x="318044" y="95155"/>
                  </a:lnTo>
                  <a:lnTo>
                    <a:pt x="315686" y="90407"/>
                  </a:lnTo>
                  <a:lnTo>
                    <a:pt x="313179" y="85737"/>
                  </a:lnTo>
                  <a:lnTo>
                    <a:pt x="310524" y="81148"/>
                  </a:lnTo>
                  <a:lnTo>
                    <a:pt x="307726" y="76646"/>
                  </a:lnTo>
                  <a:lnTo>
                    <a:pt x="304786" y="72235"/>
                  </a:lnTo>
                  <a:lnTo>
                    <a:pt x="301708" y="67919"/>
                  </a:lnTo>
                  <a:lnTo>
                    <a:pt x="298495" y="63703"/>
                  </a:lnTo>
                  <a:lnTo>
                    <a:pt x="295150" y="59591"/>
                  </a:lnTo>
                  <a:lnTo>
                    <a:pt x="291676" y="55588"/>
                  </a:lnTo>
                  <a:lnTo>
                    <a:pt x="288076" y="51696"/>
                  </a:lnTo>
                  <a:lnTo>
                    <a:pt x="284355" y="47920"/>
                  </a:lnTo>
                  <a:lnTo>
                    <a:pt x="280517" y="44265"/>
                  </a:lnTo>
                  <a:lnTo>
                    <a:pt x="276564" y="40732"/>
                  </a:lnTo>
                  <a:lnTo>
                    <a:pt x="272501" y="37327"/>
                  </a:lnTo>
                  <a:lnTo>
                    <a:pt x="268333" y="34053"/>
                  </a:lnTo>
                  <a:lnTo>
                    <a:pt x="264062" y="30912"/>
                  </a:lnTo>
                  <a:lnTo>
                    <a:pt x="259695" y="27908"/>
                  </a:lnTo>
                  <a:lnTo>
                    <a:pt x="255234" y="25045"/>
                  </a:lnTo>
                  <a:lnTo>
                    <a:pt x="250685" y="22324"/>
                  </a:lnTo>
                  <a:lnTo>
                    <a:pt x="246051" y="19749"/>
                  </a:lnTo>
                  <a:lnTo>
                    <a:pt x="241339" y="17322"/>
                  </a:lnTo>
                  <a:lnTo>
                    <a:pt x="236551" y="15045"/>
                  </a:lnTo>
                  <a:lnTo>
                    <a:pt x="231694" y="12922"/>
                  </a:lnTo>
                  <a:lnTo>
                    <a:pt x="226772" y="10953"/>
                  </a:lnTo>
                  <a:lnTo>
                    <a:pt x="221791" y="9142"/>
                  </a:lnTo>
                  <a:lnTo>
                    <a:pt x="216754" y="7489"/>
                  </a:lnTo>
                  <a:lnTo>
                    <a:pt x="211667" y="5997"/>
                  </a:lnTo>
                  <a:lnTo>
                    <a:pt x="167166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4501" cy="167167"/>
            </a:xfrm>
            <a:custGeom>
              <a:avLst/>
              <a:pathLst>
                <a:path w="44501" h="167167">
                  <a:moveTo>
                    <a:pt x="44501" y="6032"/>
                  </a:moveTo>
                  <a:lnTo>
                    <a:pt x="38267" y="4438"/>
                  </a:lnTo>
                  <a:lnTo>
                    <a:pt x="31976" y="3086"/>
                  </a:lnTo>
                  <a:lnTo>
                    <a:pt x="25638" y="1977"/>
                  </a:lnTo>
                  <a:lnTo>
                    <a:pt x="19261" y="1113"/>
                  </a:lnTo>
                  <a:lnTo>
                    <a:pt x="12857" y="495"/>
                  </a:lnTo>
                  <a:lnTo>
                    <a:pt x="6433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213" y="5399291"/>
              <a:ext cx="51330" cy="167167"/>
            </a:xfrm>
            <a:custGeom>
              <a:avLst/>
              <a:pathLst>
                <a:path w="51330" h="167167">
                  <a:moveTo>
                    <a:pt x="51330" y="0"/>
                  </a:moveTo>
                  <a:lnTo>
                    <a:pt x="44810" y="127"/>
                  </a:lnTo>
                  <a:lnTo>
                    <a:pt x="38300" y="508"/>
                  </a:lnTo>
                  <a:lnTo>
                    <a:pt x="31810" y="1143"/>
                  </a:lnTo>
                  <a:lnTo>
                    <a:pt x="25349" y="2031"/>
                  </a:lnTo>
                  <a:lnTo>
                    <a:pt x="18928" y="3170"/>
                  </a:lnTo>
                  <a:lnTo>
                    <a:pt x="12556" y="4558"/>
                  </a:lnTo>
                  <a:lnTo>
                    <a:pt x="6244" y="6194"/>
                  </a:lnTo>
                  <a:lnTo>
                    <a:pt x="0" y="8075"/>
                  </a:lnTo>
                  <a:lnTo>
                    <a:pt x="513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2213" y="5407367"/>
              <a:ext cx="51330" cy="159091"/>
            </a:xfrm>
            <a:custGeom>
              <a:avLst/>
              <a:pathLst>
                <a:path w="51330" h="159091">
                  <a:moveTo>
                    <a:pt x="0" y="0"/>
                  </a:moveTo>
                  <a:lnTo>
                    <a:pt x="51330" y="159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2213" y="5407367"/>
              <a:ext cx="51330" cy="159091"/>
            </a:xfrm>
            <a:custGeom>
              <a:avLst/>
              <a:pathLst>
                <a:path w="51330" h="159091">
                  <a:moveTo>
                    <a:pt x="0" y="0"/>
                  </a:moveTo>
                  <a:lnTo>
                    <a:pt x="51330" y="159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2213" y="5407367"/>
              <a:ext cx="51330" cy="159091"/>
            </a:xfrm>
            <a:custGeom>
              <a:avLst/>
              <a:pathLst>
                <a:path w="51330" h="159091">
                  <a:moveTo>
                    <a:pt x="0" y="0"/>
                  </a:moveTo>
                  <a:lnTo>
                    <a:pt x="51330" y="159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2213" y="5407367"/>
              <a:ext cx="51330" cy="159091"/>
            </a:xfrm>
            <a:custGeom>
              <a:avLst/>
              <a:pathLst>
                <a:path w="51330" h="159091">
                  <a:moveTo>
                    <a:pt x="0" y="0"/>
                  </a:moveTo>
                  <a:lnTo>
                    <a:pt x="51330" y="1590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2213" y="5407367"/>
              <a:ext cx="51330" cy="159091"/>
            </a:xfrm>
            <a:custGeom>
              <a:avLst/>
              <a:pathLst>
                <a:path w="51330" h="159091">
                  <a:moveTo>
                    <a:pt x="0" y="0"/>
                  </a:moveTo>
                  <a:lnTo>
                    <a:pt x="51330" y="1590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88" y="5407367"/>
              <a:ext cx="167155" cy="320116"/>
            </a:xfrm>
            <a:custGeom>
              <a:avLst/>
              <a:pathLst>
                <a:path w="167155" h="320116">
                  <a:moveTo>
                    <a:pt x="115824" y="0"/>
                  </a:moveTo>
                  <a:lnTo>
                    <a:pt x="110765" y="1722"/>
                  </a:lnTo>
                  <a:lnTo>
                    <a:pt x="105764" y="3604"/>
                  </a:lnTo>
                  <a:lnTo>
                    <a:pt x="100825" y="5646"/>
                  </a:lnTo>
                  <a:lnTo>
                    <a:pt x="95954" y="7845"/>
                  </a:lnTo>
                  <a:lnTo>
                    <a:pt x="91156" y="10198"/>
                  </a:lnTo>
                  <a:lnTo>
                    <a:pt x="86436" y="12703"/>
                  </a:lnTo>
                  <a:lnTo>
                    <a:pt x="81798" y="15358"/>
                  </a:lnTo>
                  <a:lnTo>
                    <a:pt x="77247" y="18160"/>
                  </a:lnTo>
                  <a:lnTo>
                    <a:pt x="72788" y="21106"/>
                  </a:lnTo>
                  <a:lnTo>
                    <a:pt x="68426" y="24193"/>
                  </a:lnTo>
                  <a:lnTo>
                    <a:pt x="64165" y="27417"/>
                  </a:lnTo>
                  <a:lnTo>
                    <a:pt x="60008" y="30777"/>
                  </a:lnTo>
                  <a:lnTo>
                    <a:pt x="55962" y="34267"/>
                  </a:lnTo>
                  <a:lnTo>
                    <a:pt x="52029" y="37885"/>
                  </a:lnTo>
                  <a:lnTo>
                    <a:pt x="48213" y="41627"/>
                  </a:lnTo>
                  <a:lnTo>
                    <a:pt x="44519" y="45489"/>
                  </a:lnTo>
                  <a:lnTo>
                    <a:pt x="40951" y="49467"/>
                  </a:lnTo>
                  <a:lnTo>
                    <a:pt x="37511" y="53557"/>
                  </a:lnTo>
                  <a:lnTo>
                    <a:pt x="34204" y="57755"/>
                  </a:lnTo>
                  <a:lnTo>
                    <a:pt x="31033" y="62056"/>
                  </a:lnTo>
                  <a:lnTo>
                    <a:pt x="28001" y="66457"/>
                  </a:lnTo>
                  <a:lnTo>
                    <a:pt x="25111" y="70952"/>
                  </a:lnTo>
                  <a:lnTo>
                    <a:pt x="22366" y="75538"/>
                  </a:lnTo>
                  <a:lnTo>
                    <a:pt x="19770" y="80208"/>
                  </a:lnTo>
                  <a:lnTo>
                    <a:pt x="17323" y="84960"/>
                  </a:lnTo>
                  <a:lnTo>
                    <a:pt x="15031" y="89787"/>
                  </a:lnTo>
                  <a:lnTo>
                    <a:pt x="12893" y="94685"/>
                  </a:lnTo>
                  <a:lnTo>
                    <a:pt x="10913" y="99649"/>
                  </a:lnTo>
                  <a:lnTo>
                    <a:pt x="9093" y="104673"/>
                  </a:lnTo>
                  <a:lnTo>
                    <a:pt x="7434" y="109753"/>
                  </a:lnTo>
                  <a:lnTo>
                    <a:pt x="5939" y="114884"/>
                  </a:lnTo>
                  <a:lnTo>
                    <a:pt x="4608" y="120060"/>
                  </a:lnTo>
                  <a:lnTo>
                    <a:pt x="3444" y="125275"/>
                  </a:lnTo>
                  <a:lnTo>
                    <a:pt x="2446" y="130526"/>
                  </a:lnTo>
                  <a:lnTo>
                    <a:pt x="1618" y="135805"/>
                  </a:lnTo>
                  <a:lnTo>
                    <a:pt x="958" y="141108"/>
                  </a:lnTo>
                  <a:lnTo>
                    <a:pt x="468" y="146430"/>
                  </a:lnTo>
                  <a:lnTo>
                    <a:pt x="148" y="151764"/>
                  </a:lnTo>
                  <a:lnTo>
                    <a:pt x="0" y="157106"/>
                  </a:lnTo>
                  <a:lnTo>
                    <a:pt x="21" y="162450"/>
                  </a:lnTo>
                  <a:lnTo>
                    <a:pt x="214" y="167791"/>
                  </a:lnTo>
                  <a:lnTo>
                    <a:pt x="578" y="173122"/>
                  </a:lnTo>
                  <a:lnTo>
                    <a:pt x="1111" y="178440"/>
                  </a:lnTo>
                  <a:lnTo>
                    <a:pt x="1815" y="183737"/>
                  </a:lnTo>
                  <a:lnTo>
                    <a:pt x="2687" y="189010"/>
                  </a:lnTo>
                  <a:lnTo>
                    <a:pt x="3727" y="194252"/>
                  </a:lnTo>
                  <a:lnTo>
                    <a:pt x="4935" y="199457"/>
                  </a:lnTo>
                  <a:lnTo>
                    <a:pt x="6308" y="204622"/>
                  </a:lnTo>
                  <a:lnTo>
                    <a:pt x="7845" y="209740"/>
                  </a:lnTo>
                  <a:lnTo>
                    <a:pt x="9546" y="214807"/>
                  </a:lnTo>
                  <a:lnTo>
                    <a:pt x="11407" y="219816"/>
                  </a:lnTo>
                  <a:lnTo>
                    <a:pt x="13428" y="224763"/>
                  </a:lnTo>
                  <a:lnTo>
                    <a:pt x="15606" y="229643"/>
                  </a:lnTo>
                  <a:lnTo>
                    <a:pt x="17938" y="234452"/>
                  </a:lnTo>
                  <a:lnTo>
                    <a:pt x="20423" y="239183"/>
                  </a:lnTo>
                  <a:lnTo>
                    <a:pt x="23058" y="243832"/>
                  </a:lnTo>
                  <a:lnTo>
                    <a:pt x="25841" y="248395"/>
                  </a:lnTo>
                  <a:lnTo>
                    <a:pt x="28767" y="252866"/>
                  </a:lnTo>
                  <a:lnTo>
                    <a:pt x="31835" y="257241"/>
                  </a:lnTo>
                  <a:lnTo>
                    <a:pt x="35042" y="261517"/>
                  </a:lnTo>
                  <a:lnTo>
                    <a:pt x="38383" y="265687"/>
                  </a:lnTo>
                  <a:lnTo>
                    <a:pt x="41856" y="269749"/>
                  </a:lnTo>
                  <a:lnTo>
                    <a:pt x="45458" y="273697"/>
                  </a:lnTo>
                  <a:lnTo>
                    <a:pt x="49183" y="277529"/>
                  </a:lnTo>
                  <a:lnTo>
                    <a:pt x="53029" y="281239"/>
                  </a:lnTo>
                  <a:lnTo>
                    <a:pt x="56992" y="284825"/>
                  </a:lnTo>
                  <a:lnTo>
                    <a:pt x="61067" y="288282"/>
                  </a:lnTo>
                  <a:lnTo>
                    <a:pt x="65251" y="291607"/>
                  </a:lnTo>
                  <a:lnTo>
                    <a:pt x="69539" y="294796"/>
                  </a:lnTo>
                  <a:lnTo>
                    <a:pt x="73926" y="297847"/>
                  </a:lnTo>
                  <a:lnTo>
                    <a:pt x="78409" y="300756"/>
                  </a:lnTo>
                  <a:lnTo>
                    <a:pt x="82983" y="303521"/>
                  </a:lnTo>
                  <a:lnTo>
                    <a:pt x="87642" y="306137"/>
                  </a:lnTo>
                  <a:lnTo>
                    <a:pt x="92383" y="308604"/>
                  </a:lnTo>
                  <a:lnTo>
                    <a:pt x="97200" y="310917"/>
                  </a:lnTo>
                  <a:lnTo>
                    <a:pt x="102089" y="313076"/>
                  </a:lnTo>
                  <a:lnTo>
                    <a:pt x="107044" y="315077"/>
                  </a:lnTo>
                  <a:lnTo>
                    <a:pt x="112061" y="316919"/>
                  </a:lnTo>
                  <a:lnTo>
                    <a:pt x="117134" y="318599"/>
                  </a:lnTo>
                  <a:lnTo>
                    <a:pt x="122258" y="320116"/>
                  </a:lnTo>
                  <a:lnTo>
                    <a:pt x="167155" y="159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78647" y="5399291"/>
              <a:ext cx="212059" cy="334315"/>
            </a:xfrm>
            <a:custGeom>
              <a:avLst/>
              <a:pathLst>
                <a:path w="212059" h="334315">
                  <a:moveTo>
                    <a:pt x="0" y="328192"/>
                  </a:moveTo>
                  <a:lnTo>
                    <a:pt x="5158" y="329543"/>
                  </a:lnTo>
                  <a:lnTo>
                    <a:pt x="10358" y="330727"/>
                  </a:lnTo>
                  <a:lnTo>
                    <a:pt x="15593" y="331746"/>
                  </a:lnTo>
                  <a:lnTo>
                    <a:pt x="20857" y="332597"/>
                  </a:lnTo>
                  <a:lnTo>
                    <a:pt x="26146" y="333279"/>
                  </a:lnTo>
                  <a:lnTo>
                    <a:pt x="31454" y="333793"/>
                  </a:lnTo>
                  <a:lnTo>
                    <a:pt x="36775" y="334137"/>
                  </a:lnTo>
                  <a:lnTo>
                    <a:pt x="42105" y="334311"/>
                  </a:lnTo>
                  <a:lnTo>
                    <a:pt x="47438" y="334315"/>
                  </a:lnTo>
                  <a:lnTo>
                    <a:pt x="52768" y="334149"/>
                  </a:lnTo>
                  <a:lnTo>
                    <a:pt x="58090" y="333813"/>
                  </a:lnTo>
                  <a:lnTo>
                    <a:pt x="63399" y="333307"/>
                  </a:lnTo>
                  <a:lnTo>
                    <a:pt x="68689" y="332633"/>
                  </a:lnTo>
                  <a:lnTo>
                    <a:pt x="73955" y="331789"/>
                  </a:lnTo>
                  <a:lnTo>
                    <a:pt x="79191" y="330779"/>
                  </a:lnTo>
                  <a:lnTo>
                    <a:pt x="84392" y="329602"/>
                  </a:lnTo>
                  <a:lnTo>
                    <a:pt x="89553" y="328259"/>
                  </a:lnTo>
                  <a:lnTo>
                    <a:pt x="94668" y="326753"/>
                  </a:lnTo>
                  <a:lnTo>
                    <a:pt x="99733" y="325084"/>
                  </a:lnTo>
                  <a:lnTo>
                    <a:pt x="104742" y="323255"/>
                  </a:lnTo>
                  <a:lnTo>
                    <a:pt x="109691" y="321266"/>
                  </a:lnTo>
                  <a:lnTo>
                    <a:pt x="114573" y="319121"/>
                  </a:lnTo>
                  <a:lnTo>
                    <a:pt x="119384" y="316822"/>
                  </a:lnTo>
                  <a:lnTo>
                    <a:pt x="124120" y="314370"/>
                  </a:lnTo>
                  <a:lnTo>
                    <a:pt x="128775" y="311768"/>
                  </a:lnTo>
                  <a:lnTo>
                    <a:pt x="133344" y="309019"/>
                  </a:lnTo>
                  <a:lnTo>
                    <a:pt x="137824" y="306125"/>
                  </a:lnTo>
                  <a:lnTo>
                    <a:pt x="142209" y="303091"/>
                  </a:lnTo>
                  <a:lnTo>
                    <a:pt x="146495" y="299917"/>
                  </a:lnTo>
                  <a:lnTo>
                    <a:pt x="150677" y="296609"/>
                  </a:lnTo>
                  <a:lnTo>
                    <a:pt x="154752" y="293169"/>
                  </a:lnTo>
                  <a:lnTo>
                    <a:pt x="158716" y="289601"/>
                  </a:lnTo>
                  <a:lnTo>
                    <a:pt x="162563" y="285909"/>
                  </a:lnTo>
                  <a:lnTo>
                    <a:pt x="166290" y="282095"/>
                  </a:lnTo>
                  <a:lnTo>
                    <a:pt x="169894" y="278164"/>
                  </a:lnTo>
                  <a:lnTo>
                    <a:pt x="173371" y="274121"/>
                  </a:lnTo>
                  <a:lnTo>
                    <a:pt x="176717" y="269969"/>
                  </a:lnTo>
                  <a:lnTo>
                    <a:pt x="179929" y="265712"/>
                  </a:lnTo>
                  <a:lnTo>
                    <a:pt x="183004" y="261354"/>
                  </a:lnTo>
                  <a:lnTo>
                    <a:pt x="185938" y="256901"/>
                  </a:lnTo>
                  <a:lnTo>
                    <a:pt x="188728" y="252357"/>
                  </a:lnTo>
                  <a:lnTo>
                    <a:pt x="191372" y="247726"/>
                  </a:lnTo>
                  <a:lnTo>
                    <a:pt x="193867" y="243013"/>
                  </a:lnTo>
                  <a:lnTo>
                    <a:pt x="196211" y="238223"/>
                  </a:lnTo>
                  <a:lnTo>
                    <a:pt x="198400" y="233360"/>
                  </a:lnTo>
                  <a:lnTo>
                    <a:pt x="200433" y="228430"/>
                  </a:lnTo>
                  <a:lnTo>
                    <a:pt x="202308" y="223438"/>
                  </a:lnTo>
                  <a:lnTo>
                    <a:pt x="204023" y="218388"/>
                  </a:lnTo>
                  <a:lnTo>
                    <a:pt x="205576" y="213287"/>
                  </a:lnTo>
                  <a:lnTo>
                    <a:pt x="206965" y="208138"/>
                  </a:lnTo>
                  <a:lnTo>
                    <a:pt x="208190" y="202948"/>
                  </a:lnTo>
                  <a:lnTo>
                    <a:pt x="209248" y="197721"/>
                  </a:lnTo>
                  <a:lnTo>
                    <a:pt x="210139" y="192463"/>
                  </a:lnTo>
                  <a:lnTo>
                    <a:pt x="210862" y="187180"/>
                  </a:lnTo>
                  <a:lnTo>
                    <a:pt x="211416" y="181876"/>
                  </a:lnTo>
                  <a:lnTo>
                    <a:pt x="211800" y="176557"/>
                  </a:lnTo>
                  <a:lnTo>
                    <a:pt x="212015" y="171229"/>
                  </a:lnTo>
                  <a:lnTo>
                    <a:pt x="212059" y="165896"/>
                  </a:lnTo>
                  <a:lnTo>
                    <a:pt x="211933" y="160565"/>
                  </a:lnTo>
                  <a:lnTo>
                    <a:pt x="211638" y="155240"/>
                  </a:lnTo>
                  <a:lnTo>
                    <a:pt x="211173" y="149928"/>
                  </a:lnTo>
                  <a:lnTo>
                    <a:pt x="210538" y="144633"/>
                  </a:lnTo>
                  <a:lnTo>
                    <a:pt x="209735" y="139361"/>
                  </a:lnTo>
                  <a:lnTo>
                    <a:pt x="208764" y="134118"/>
                  </a:lnTo>
                  <a:lnTo>
                    <a:pt x="207627" y="128908"/>
                  </a:lnTo>
                  <a:lnTo>
                    <a:pt x="206324" y="123736"/>
                  </a:lnTo>
                  <a:lnTo>
                    <a:pt x="204856" y="118610"/>
                  </a:lnTo>
                  <a:lnTo>
                    <a:pt x="203226" y="113532"/>
                  </a:lnTo>
                  <a:lnTo>
                    <a:pt x="201435" y="108509"/>
                  </a:lnTo>
                  <a:lnTo>
                    <a:pt x="199484" y="103546"/>
                  </a:lnTo>
                  <a:lnTo>
                    <a:pt x="197376" y="98648"/>
                  </a:lnTo>
                  <a:lnTo>
                    <a:pt x="195113" y="93819"/>
                  </a:lnTo>
                  <a:lnTo>
                    <a:pt x="192697" y="89065"/>
                  </a:lnTo>
                  <a:lnTo>
                    <a:pt x="190131" y="84390"/>
                  </a:lnTo>
                  <a:lnTo>
                    <a:pt x="187416" y="79800"/>
                  </a:lnTo>
                  <a:lnTo>
                    <a:pt x="184557" y="75299"/>
                  </a:lnTo>
                  <a:lnTo>
                    <a:pt x="181556" y="70891"/>
                  </a:lnTo>
                  <a:lnTo>
                    <a:pt x="178415" y="66581"/>
                  </a:lnTo>
                  <a:lnTo>
                    <a:pt x="175139" y="62373"/>
                  </a:lnTo>
                  <a:lnTo>
                    <a:pt x="171730" y="58272"/>
                  </a:lnTo>
                  <a:lnTo>
                    <a:pt x="168192" y="54282"/>
                  </a:lnTo>
                  <a:lnTo>
                    <a:pt x="164529" y="50407"/>
                  </a:lnTo>
                  <a:lnTo>
                    <a:pt x="160744" y="46650"/>
                  </a:lnTo>
                  <a:lnTo>
                    <a:pt x="156841" y="43016"/>
                  </a:lnTo>
                  <a:lnTo>
                    <a:pt x="152824" y="39509"/>
                  </a:lnTo>
                  <a:lnTo>
                    <a:pt x="148697" y="36131"/>
                  </a:lnTo>
                  <a:lnTo>
                    <a:pt x="144465" y="32887"/>
                  </a:lnTo>
                  <a:lnTo>
                    <a:pt x="140131" y="29780"/>
                  </a:lnTo>
                  <a:lnTo>
                    <a:pt x="135701" y="26812"/>
                  </a:lnTo>
                  <a:lnTo>
                    <a:pt x="131177" y="23987"/>
                  </a:lnTo>
                  <a:lnTo>
                    <a:pt x="126567" y="21308"/>
                  </a:lnTo>
                  <a:lnTo>
                    <a:pt x="121873" y="18777"/>
                  </a:lnTo>
                  <a:lnTo>
                    <a:pt x="117100" y="16397"/>
                  </a:lnTo>
                  <a:lnTo>
                    <a:pt x="112255" y="14171"/>
                  </a:lnTo>
                  <a:lnTo>
                    <a:pt x="107340" y="12100"/>
                  </a:lnTo>
                  <a:lnTo>
                    <a:pt x="102362" y="10187"/>
                  </a:lnTo>
                  <a:lnTo>
                    <a:pt x="97326" y="8434"/>
                  </a:lnTo>
                  <a:lnTo>
                    <a:pt x="92236" y="6843"/>
                  </a:lnTo>
                  <a:lnTo>
                    <a:pt x="87098" y="5414"/>
                  </a:lnTo>
                  <a:lnTo>
                    <a:pt x="81918" y="4150"/>
                  </a:lnTo>
                  <a:lnTo>
                    <a:pt x="76699" y="3053"/>
                  </a:lnTo>
                  <a:lnTo>
                    <a:pt x="71448" y="2122"/>
                  </a:lnTo>
                  <a:lnTo>
                    <a:pt x="66170" y="1359"/>
                  </a:lnTo>
                  <a:lnTo>
                    <a:pt x="60871" y="765"/>
                  </a:lnTo>
                  <a:lnTo>
                    <a:pt x="55555" y="340"/>
                  </a:lnTo>
                  <a:lnTo>
                    <a:pt x="50228" y="85"/>
                  </a:lnTo>
                  <a:lnTo>
                    <a:pt x="44896" y="0"/>
                  </a:lnTo>
                  <a:lnTo>
                    <a:pt x="4489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5819" y="5269756"/>
              <a:ext cx="19438" cy="167167"/>
            </a:xfrm>
            <a:custGeom>
              <a:avLst/>
              <a:pathLst>
                <a:path w="19438" h="167167">
                  <a:moveTo>
                    <a:pt x="19438" y="0"/>
                  </a:moveTo>
                  <a:lnTo>
                    <a:pt x="9702" y="283"/>
                  </a:lnTo>
                  <a:lnTo>
                    <a:pt x="0" y="1134"/>
                  </a:lnTo>
                  <a:lnTo>
                    <a:pt x="194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5819" y="5270890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5819" y="5270890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5819" y="5270890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5819" y="5270890"/>
              <a:ext cx="19438" cy="166033"/>
            </a:xfrm>
            <a:custGeom>
              <a:avLst/>
              <a:pathLst>
                <a:path w="19438" h="166033">
                  <a:moveTo>
                    <a:pt x="0" y="0"/>
                  </a:moveTo>
                  <a:lnTo>
                    <a:pt x="19438" y="166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88503" y="5270890"/>
              <a:ext cx="156755" cy="166033"/>
            </a:xfrm>
            <a:custGeom>
              <a:avLst/>
              <a:pathLst>
                <a:path w="156755" h="166033">
                  <a:moveTo>
                    <a:pt x="137316" y="0"/>
                  </a:moveTo>
                  <a:lnTo>
                    <a:pt x="131796" y="739"/>
                  </a:lnTo>
                  <a:lnTo>
                    <a:pt x="126304" y="1662"/>
                  </a:lnTo>
                  <a:lnTo>
                    <a:pt x="120846" y="2768"/>
                  </a:lnTo>
                  <a:lnTo>
                    <a:pt x="115427" y="4055"/>
                  </a:lnTo>
                  <a:lnTo>
                    <a:pt x="110054" y="5521"/>
                  </a:lnTo>
                  <a:lnTo>
                    <a:pt x="104734" y="7166"/>
                  </a:lnTo>
                  <a:lnTo>
                    <a:pt x="99471" y="8987"/>
                  </a:lnTo>
                  <a:lnTo>
                    <a:pt x="94271" y="10982"/>
                  </a:lnTo>
                  <a:lnTo>
                    <a:pt x="89141" y="13149"/>
                  </a:lnTo>
                  <a:lnTo>
                    <a:pt x="84086" y="15487"/>
                  </a:lnTo>
                  <a:lnTo>
                    <a:pt x="79112" y="17991"/>
                  </a:lnTo>
                  <a:lnTo>
                    <a:pt x="74223" y="20659"/>
                  </a:lnTo>
                  <a:lnTo>
                    <a:pt x="69427" y="23489"/>
                  </a:lnTo>
                  <a:lnTo>
                    <a:pt x="64727" y="26477"/>
                  </a:lnTo>
                  <a:lnTo>
                    <a:pt x="60129" y="29620"/>
                  </a:lnTo>
                  <a:lnTo>
                    <a:pt x="55639" y="32914"/>
                  </a:lnTo>
                  <a:lnTo>
                    <a:pt x="51261" y="36356"/>
                  </a:lnTo>
                  <a:lnTo>
                    <a:pt x="47000" y="39942"/>
                  </a:lnTo>
                  <a:lnTo>
                    <a:pt x="42861" y="43668"/>
                  </a:lnTo>
                  <a:lnTo>
                    <a:pt x="38848" y="47530"/>
                  </a:lnTo>
                  <a:lnTo>
                    <a:pt x="34966" y="51523"/>
                  </a:lnTo>
                  <a:lnTo>
                    <a:pt x="31219" y="55644"/>
                  </a:lnTo>
                  <a:lnTo>
                    <a:pt x="27612" y="59887"/>
                  </a:lnTo>
                  <a:lnTo>
                    <a:pt x="24148" y="64247"/>
                  </a:lnTo>
                  <a:lnTo>
                    <a:pt x="20831" y="68721"/>
                  </a:lnTo>
                  <a:lnTo>
                    <a:pt x="17665" y="73303"/>
                  </a:lnTo>
                  <a:lnTo>
                    <a:pt x="14653" y="77987"/>
                  </a:lnTo>
                  <a:lnTo>
                    <a:pt x="11799" y="82770"/>
                  </a:lnTo>
                  <a:lnTo>
                    <a:pt x="9106" y="87644"/>
                  </a:lnTo>
                  <a:lnTo>
                    <a:pt x="6577" y="92606"/>
                  </a:lnTo>
                  <a:lnTo>
                    <a:pt x="4214" y="97649"/>
                  </a:lnTo>
                  <a:lnTo>
                    <a:pt x="2021" y="102768"/>
                  </a:lnTo>
                  <a:lnTo>
                    <a:pt x="0" y="107958"/>
                  </a:lnTo>
                  <a:lnTo>
                    <a:pt x="156755" y="166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10408" y="109092"/>
                  </a:moveTo>
                  <a:lnTo>
                    <a:pt x="8648" y="114085"/>
                  </a:lnTo>
                  <a:lnTo>
                    <a:pt x="7046" y="119131"/>
                  </a:lnTo>
                  <a:lnTo>
                    <a:pt x="5606" y="124225"/>
                  </a:lnTo>
                  <a:lnTo>
                    <a:pt x="4327" y="129362"/>
                  </a:lnTo>
                  <a:lnTo>
                    <a:pt x="3212" y="134537"/>
                  </a:lnTo>
                  <a:lnTo>
                    <a:pt x="2261" y="139745"/>
                  </a:lnTo>
                  <a:lnTo>
                    <a:pt x="1475" y="144980"/>
                  </a:lnTo>
                  <a:lnTo>
                    <a:pt x="855" y="150238"/>
                  </a:lnTo>
                  <a:lnTo>
                    <a:pt x="403" y="155512"/>
                  </a:lnTo>
                  <a:lnTo>
                    <a:pt x="117" y="160799"/>
                  </a:lnTo>
                  <a:lnTo>
                    <a:pt x="0" y="166091"/>
                  </a:lnTo>
                  <a:lnTo>
                    <a:pt x="49" y="171385"/>
                  </a:lnTo>
                  <a:lnTo>
                    <a:pt x="267" y="176675"/>
                  </a:lnTo>
                  <a:lnTo>
                    <a:pt x="651" y="181955"/>
                  </a:lnTo>
                  <a:lnTo>
                    <a:pt x="1203" y="187220"/>
                  </a:lnTo>
                  <a:lnTo>
                    <a:pt x="1921" y="192465"/>
                  </a:lnTo>
                  <a:lnTo>
                    <a:pt x="2805" y="197684"/>
                  </a:lnTo>
                  <a:lnTo>
                    <a:pt x="3854" y="202873"/>
                  </a:lnTo>
                  <a:lnTo>
                    <a:pt x="5066" y="208027"/>
                  </a:lnTo>
                  <a:lnTo>
                    <a:pt x="6442" y="213139"/>
                  </a:lnTo>
                  <a:lnTo>
                    <a:pt x="7978" y="218205"/>
                  </a:lnTo>
                  <a:lnTo>
                    <a:pt x="9674" y="223220"/>
                  </a:lnTo>
                  <a:lnTo>
                    <a:pt x="11528" y="228179"/>
                  </a:lnTo>
                  <a:lnTo>
                    <a:pt x="13538" y="233076"/>
                  </a:lnTo>
                  <a:lnTo>
                    <a:pt x="15702" y="237908"/>
                  </a:lnTo>
                  <a:lnTo>
                    <a:pt x="18018" y="242668"/>
                  </a:lnTo>
                  <a:lnTo>
                    <a:pt x="20483" y="247353"/>
                  </a:lnTo>
                  <a:lnTo>
                    <a:pt x="23096" y="251957"/>
                  </a:lnTo>
                  <a:lnTo>
                    <a:pt x="25853" y="256477"/>
                  </a:lnTo>
                  <a:lnTo>
                    <a:pt x="28752" y="260907"/>
                  </a:lnTo>
                  <a:lnTo>
                    <a:pt x="31789" y="265242"/>
                  </a:lnTo>
                  <a:lnTo>
                    <a:pt x="34963" y="269480"/>
                  </a:lnTo>
                  <a:lnTo>
                    <a:pt x="38269" y="273615"/>
                  </a:lnTo>
                  <a:lnTo>
                    <a:pt x="41704" y="277643"/>
                  </a:lnTo>
                  <a:lnTo>
                    <a:pt x="45265" y="281560"/>
                  </a:lnTo>
                  <a:lnTo>
                    <a:pt x="48948" y="285362"/>
                  </a:lnTo>
                  <a:lnTo>
                    <a:pt x="52750" y="289046"/>
                  </a:lnTo>
                  <a:lnTo>
                    <a:pt x="56667" y="292608"/>
                  </a:lnTo>
                  <a:lnTo>
                    <a:pt x="60694" y="296044"/>
                  </a:lnTo>
                  <a:lnTo>
                    <a:pt x="64829" y="299351"/>
                  </a:lnTo>
                  <a:lnTo>
                    <a:pt x="69065" y="302525"/>
                  </a:lnTo>
                  <a:lnTo>
                    <a:pt x="73401" y="305563"/>
                  </a:lnTo>
                  <a:lnTo>
                    <a:pt x="77830" y="308463"/>
                  </a:lnTo>
                  <a:lnTo>
                    <a:pt x="82349" y="311221"/>
                  </a:lnTo>
                  <a:lnTo>
                    <a:pt x="86953" y="313834"/>
                  </a:lnTo>
                  <a:lnTo>
                    <a:pt x="91637" y="316300"/>
                  </a:lnTo>
                  <a:lnTo>
                    <a:pt x="96397" y="318617"/>
                  </a:lnTo>
                  <a:lnTo>
                    <a:pt x="101228" y="320782"/>
                  </a:lnTo>
                  <a:lnTo>
                    <a:pt x="106126" y="322793"/>
                  </a:lnTo>
                  <a:lnTo>
                    <a:pt x="111084" y="324647"/>
                  </a:lnTo>
                  <a:lnTo>
                    <a:pt x="116099" y="326344"/>
                  </a:lnTo>
                  <a:lnTo>
                    <a:pt x="121165" y="327881"/>
                  </a:lnTo>
                  <a:lnTo>
                    <a:pt x="126277" y="329257"/>
                  </a:lnTo>
                  <a:lnTo>
                    <a:pt x="131430" y="330471"/>
                  </a:lnTo>
                  <a:lnTo>
                    <a:pt x="136619" y="331520"/>
                  </a:lnTo>
                  <a:lnTo>
                    <a:pt x="141838" y="332405"/>
                  </a:lnTo>
                  <a:lnTo>
                    <a:pt x="147083" y="333124"/>
                  </a:lnTo>
                  <a:lnTo>
                    <a:pt x="152348" y="333677"/>
                  </a:lnTo>
                  <a:lnTo>
                    <a:pt x="157628" y="334062"/>
                  </a:lnTo>
                  <a:lnTo>
                    <a:pt x="162917" y="334280"/>
                  </a:lnTo>
                  <a:lnTo>
                    <a:pt x="168211" y="334331"/>
                  </a:lnTo>
                  <a:lnTo>
                    <a:pt x="173504" y="334214"/>
                  </a:lnTo>
                  <a:lnTo>
                    <a:pt x="178790" y="333930"/>
                  </a:lnTo>
                  <a:lnTo>
                    <a:pt x="184065" y="333478"/>
                  </a:lnTo>
                  <a:lnTo>
                    <a:pt x="189322" y="332859"/>
                  </a:lnTo>
                  <a:lnTo>
                    <a:pt x="194558" y="332074"/>
                  </a:lnTo>
                  <a:lnTo>
                    <a:pt x="199766" y="331124"/>
                  </a:lnTo>
                  <a:lnTo>
                    <a:pt x="204941" y="330010"/>
                  </a:lnTo>
                  <a:lnTo>
                    <a:pt x="210079" y="328732"/>
                  </a:lnTo>
                  <a:lnTo>
                    <a:pt x="215173" y="327292"/>
                  </a:lnTo>
                  <a:lnTo>
                    <a:pt x="220219" y="325691"/>
                  </a:lnTo>
                  <a:lnTo>
                    <a:pt x="225212" y="323932"/>
                  </a:lnTo>
                  <a:lnTo>
                    <a:pt x="230147" y="322015"/>
                  </a:lnTo>
                  <a:lnTo>
                    <a:pt x="235019" y="319943"/>
                  </a:lnTo>
                  <a:lnTo>
                    <a:pt x="239822" y="317718"/>
                  </a:lnTo>
                  <a:lnTo>
                    <a:pt x="244553" y="315342"/>
                  </a:lnTo>
                  <a:lnTo>
                    <a:pt x="249206" y="312817"/>
                  </a:lnTo>
                  <a:lnTo>
                    <a:pt x="253777" y="310146"/>
                  </a:lnTo>
                  <a:lnTo>
                    <a:pt x="258261" y="307332"/>
                  </a:lnTo>
                  <a:lnTo>
                    <a:pt x="262654" y="304377"/>
                  </a:lnTo>
                  <a:lnTo>
                    <a:pt x="266950" y="301285"/>
                  </a:lnTo>
                  <a:lnTo>
                    <a:pt x="271147" y="298058"/>
                  </a:lnTo>
                  <a:lnTo>
                    <a:pt x="275240" y="294699"/>
                  </a:lnTo>
                  <a:lnTo>
                    <a:pt x="279224" y="291213"/>
                  </a:lnTo>
                  <a:lnTo>
                    <a:pt x="283095" y="287603"/>
                  </a:lnTo>
                  <a:lnTo>
                    <a:pt x="286851" y="283871"/>
                  </a:lnTo>
                  <a:lnTo>
                    <a:pt x="290486" y="280023"/>
                  </a:lnTo>
                  <a:lnTo>
                    <a:pt x="293998" y="276061"/>
                  </a:lnTo>
                  <a:lnTo>
                    <a:pt x="297382" y="271991"/>
                  </a:lnTo>
                  <a:lnTo>
                    <a:pt x="300636" y="267815"/>
                  </a:lnTo>
                  <a:lnTo>
                    <a:pt x="303756" y="263538"/>
                  </a:lnTo>
                  <a:lnTo>
                    <a:pt x="306739" y="259164"/>
                  </a:lnTo>
                  <a:lnTo>
                    <a:pt x="309582" y="254699"/>
                  </a:lnTo>
                  <a:lnTo>
                    <a:pt x="312283" y="250145"/>
                  </a:lnTo>
                  <a:lnTo>
                    <a:pt x="314837" y="245508"/>
                  </a:lnTo>
                  <a:lnTo>
                    <a:pt x="317244" y="240793"/>
                  </a:lnTo>
                  <a:lnTo>
                    <a:pt x="319500" y="236004"/>
                  </a:lnTo>
                  <a:lnTo>
                    <a:pt x="321603" y="231146"/>
                  </a:lnTo>
                  <a:lnTo>
                    <a:pt x="323552" y="226223"/>
                  </a:lnTo>
                  <a:lnTo>
                    <a:pt x="325343" y="221242"/>
                  </a:lnTo>
                  <a:lnTo>
                    <a:pt x="326976" y="216206"/>
                  </a:lnTo>
                  <a:lnTo>
                    <a:pt x="328449" y="211121"/>
                  </a:lnTo>
                  <a:lnTo>
                    <a:pt x="329760" y="205992"/>
                  </a:lnTo>
                  <a:lnTo>
                    <a:pt x="330908" y="200824"/>
                  </a:lnTo>
                  <a:lnTo>
                    <a:pt x="331891" y="195622"/>
                  </a:lnTo>
                  <a:lnTo>
                    <a:pt x="332710" y="190392"/>
                  </a:lnTo>
                  <a:lnTo>
                    <a:pt x="333362" y="185138"/>
                  </a:lnTo>
                  <a:lnTo>
                    <a:pt x="333848" y="179866"/>
                  </a:lnTo>
                  <a:lnTo>
                    <a:pt x="334166" y="174582"/>
                  </a:lnTo>
                  <a:lnTo>
                    <a:pt x="334317" y="169290"/>
                  </a:lnTo>
                  <a:lnTo>
                    <a:pt x="334301" y="163996"/>
                  </a:lnTo>
                  <a:lnTo>
                    <a:pt x="334117" y="158705"/>
                  </a:lnTo>
                  <a:lnTo>
                    <a:pt x="333765" y="153423"/>
                  </a:lnTo>
                  <a:lnTo>
                    <a:pt x="333246" y="148155"/>
                  </a:lnTo>
                  <a:lnTo>
                    <a:pt x="332561" y="142905"/>
                  </a:lnTo>
                  <a:lnTo>
                    <a:pt x="331710" y="137680"/>
                  </a:lnTo>
                  <a:lnTo>
                    <a:pt x="330694" y="132485"/>
                  </a:lnTo>
                  <a:lnTo>
                    <a:pt x="329513" y="127324"/>
                  </a:lnTo>
                  <a:lnTo>
                    <a:pt x="328170" y="122203"/>
                  </a:lnTo>
                  <a:lnTo>
                    <a:pt x="326666" y="117127"/>
                  </a:lnTo>
                  <a:lnTo>
                    <a:pt x="325001" y="112102"/>
                  </a:lnTo>
                  <a:lnTo>
                    <a:pt x="323179" y="107132"/>
                  </a:lnTo>
                  <a:lnTo>
                    <a:pt x="321199" y="102222"/>
                  </a:lnTo>
                  <a:lnTo>
                    <a:pt x="319066" y="97377"/>
                  </a:lnTo>
                  <a:lnTo>
                    <a:pt x="316780" y="92602"/>
                  </a:lnTo>
                  <a:lnTo>
                    <a:pt x="314344" y="87902"/>
                  </a:lnTo>
                  <a:lnTo>
                    <a:pt x="311760" y="83281"/>
                  </a:lnTo>
                  <a:lnTo>
                    <a:pt x="309031" y="78744"/>
                  </a:lnTo>
                  <a:lnTo>
                    <a:pt x="306160" y="74297"/>
                  </a:lnTo>
                  <a:lnTo>
                    <a:pt x="303150" y="69942"/>
                  </a:lnTo>
                  <a:lnTo>
                    <a:pt x="300003" y="65685"/>
                  </a:lnTo>
                  <a:lnTo>
                    <a:pt x="296723" y="61529"/>
                  </a:lnTo>
                  <a:lnTo>
                    <a:pt x="293313" y="57480"/>
                  </a:lnTo>
                  <a:lnTo>
                    <a:pt x="289776" y="53540"/>
                  </a:lnTo>
                  <a:lnTo>
                    <a:pt x="286117" y="49715"/>
                  </a:lnTo>
                  <a:lnTo>
                    <a:pt x="282338" y="46007"/>
                  </a:lnTo>
                  <a:lnTo>
                    <a:pt x="278444" y="42421"/>
                  </a:lnTo>
                  <a:lnTo>
                    <a:pt x="274438" y="38960"/>
                  </a:lnTo>
                  <a:lnTo>
                    <a:pt x="270325" y="35627"/>
                  </a:lnTo>
                  <a:lnTo>
                    <a:pt x="266108" y="32427"/>
                  </a:lnTo>
                  <a:lnTo>
                    <a:pt x="261792" y="29361"/>
                  </a:lnTo>
                  <a:lnTo>
                    <a:pt x="257381" y="26434"/>
                  </a:lnTo>
                  <a:lnTo>
                    <a:pt x="252879" y="23648"/>
                  </a:lnTo>
                  <a:lnTo>
                    <a:pt x="248292" y="21006"/>
                  </a:lnTo>
                  <a:lnTo>
                    <a:pt x="243623" y="18510"/>
                  </a:lnTo>
                  <a:lnTo>
                    <a:pt x="238877" y="16163"/>
                  </a:lnTo>
                  <a:lnTo>
                    <a:pt x="234060" y="13968"/>
                  </a:lnTo>
                  <a:lnTo>
                    <a:pt x="229175" y="11927"/>
                  </a:lnTo>
                  <a:lnTo>
                    <a:pt x="224229" y="10041"/>
                  </a:lnTo>
                  <a:lnTo>
                    <a:pt x="219225" y="8313"/>
                  </a:lnTo>
                  <a:lnTo>
                    <a:pt x="214169" y="6744"/>
                  </a:lnTo>
                  <a:lnTo>
                    <a:pt x="209065" y="5336"/>
                  </a:lnTo>
                  <a:lnTo>
                    <a:pt x="203920" y="4091"/>
                  </a:lnTo>
                  <a:lnTo>
                    <a:pt x="198738" y="3008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7622" y="5018213"/>
              <a:ext cx="33416" cy="167167"/>
            </a:xfrm>
            <a:custGeom>
              <a:avLst/>
              <a:pathLst>
                <a:path w="33416" h="167167">
                  <a:moveTo>
                    <a:pt x="33416" y="0"/>
                  </a:moveTo>
                  <a:lnTo>
                    <a:pt x="26690" y="135"/>
                  </a:lnTo>
                  <a:lnTo>
                    <a:pt x="19974" y="541"/>
                  </a:lnTo>
                  <a:lnTo>
                    <a:pt x="13279" y="1217"/>
                  </a:lnTo>
                  <a:lnTo>
                    <a:pt x="6618" y="2162"/>
                  </a:lnTo>
                  <a:lnTo>
                    <a:pt x="0" y="3374"/>
                  </a:lnTo>
                  <a:lnTo>
                    <a:pt x="334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7622" y="502158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7622" y="502158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7622" y="5021587"/>
              <a:ext cx="33416" cy="163793"/>
            </a:xfrm>
            <a:custGeom>
              <a:avLst/>
              <a:pathLst>
                <a:path w="33416" h="163793">
                  <a:moveTo>
                    <a:pt x="0" y="0"/>
                  </a:moveTo>
                  <a:lnTo>
                    <a:pt x="33416" y="163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1" y="5021587"/>
              <a:ext cx="167167" cy="190772"/>
            </a:xfrm>
            <a:custGeom>
              <a:avLst/>
              <a:pathLst>
                <a:path w="167167" h="190772">
                  <a:moveTo>
                    <a:pt x="133750" y="0"/>
                  </a:moveTo>
                  <a:lnTo>
                    <a:pt x="128431" y="1175"/>
                  </a:lnTo>
                  <a:lnTo>
                    <a:pt x="123153" y="2524"/>
                  </a:lnTo>
                  <a:lnTo>
                    <a:pt x="117922" y="4043"/>
                  </a:lnTo>
                  <a:lnTo>
                    <a:pt x="112743" y="5733"/>
                  </a:lnTo>
                  <a:lnTo>
                    <a:pt x="107622" y="7590"/>
                  </a:lnTo>
                  <a:lnTo>
                    <a:pt x="102564" y="9613"/>
                  </a:lnTo>
                  <a:lnTo>
                    <a:pt x="97575" y="11800"/>
                  </a:lnTo>
                  <a:lnTo>
                    <a:pt x="92660" y="14148"/>
                  </a:lnTo>
                  <a:lnTo>
                    <a:pt x="87823" y="16655"/>
                  </a:lnTo>
                  <a:lnTo>
                    <a:pt x="83071" y="19318"/>
                  </a:lnTo>
                  <a:lnTo>
                    <a:pt x="78409" y="22135"/>
                  </a:lnTo>
                  <a:lnTo>
                    <a:pt x="73840" y="25102"/>
                  </a:lnTo>
                  <a:lnTo>
                    <a:pt x="69371" y="28217"/>
                  </a:lnTo>
                  <a:lnTo>
                    <a:pt x="65006" y="31475"/>
                  </a:lnTo>
                  <a:lnTo>
                    <a:pt x="60749" y="34874"/>
                  </a:lnTo>
                  <a:lnTo>
                    <a:pt x="56605" y="38410"/>
                  </a:lnTo>
                  <a:lnTo>
                    <a:pt x="52578" y="42079"/>
                  </a:lnTo>
                  <a:lnTo>
                    <a:pt x="48673" y="45877"/>
                  </a:lnTo>
                  <a:lnTo>
                    <a:pt x="44894" y="49800"/>
                  </a:lnTo>
                  <a:lnTo>
                    <a:pt x="41245" y="53845"/>
                  </a:lnTo>
                  <a:lnTo>
                    <a:pt x="37729" y="58006"/>
                  </a:lnTo>
                  <a:lnTo>
                    <a:pt x="34351" y="62279"/>
                  </a:lnTo>
                  <a:lnTo>
                    <a:pt x="31114" y="66661"/>
                  </a:lnTo>
                  <a:lnTo>
                    <a:pt x="28022" y="71145"/>
                  </a:lnTo>
                  <a:lnTo>
                    <a:pt x="25077" y="75728"/>
                  </a:lnTo>
                  <a:lnTo>
                    <a:pt x="22283" y="80404"/>
                  </a:lnTo>
                  <a:lnTo>
                    <a:pt x="19643" y="85169"/>
                  </a:lnTo>
                  <a:lnTo>
                    <a:pt x="17160" y="90018"/>
                  </a:lnTo>
                  <a:lnTo>
                    <a:pt x="14836" y="94944"/>
                  </a:lnTo>
                  <a:lnTo>
                    <a:pt x="12673" y="99944"/>
                  </a:lnTo>
                  <a:lnTo>
                    <a:pt x="10675" y="105012"/>
                  </a:lnTo>
                  <a:lnTo>
                    <a:pt x="8843" y="110142"/>
                  </a:lnTo>
                  <a:lnTo>
                    <a:pt x="7179" y="115329"/>
                  </a:lnTo>
                  <a:lnTo>
                    <a:pt x="5685" y="120567"/>
                  </a:lnTo>
                  <a:lnTo>
                    <a:pt x="4362" y="125852"/>
                  </a:lnTo>
                  <a:lnTo>
                    <a:pt x="3212" y="131176"/>
                  </a:lnTo>
                  <a:lnTo>
                    <a:pt x="2237" y="136536"/>
                  </a:lnTo>
                  <a:lnTo>
                    <a:pt x="1436" y="141924"/>
                  </a:lnTo>
                  <a:lnTo>
                    <a:pt x="812" y="147336"/>
                  </a:lnTo>
                  <a:lnTo>
                    <a:pt x="364" y="152765"/>
                  </a:lnTo>
                  <a:lnTo>
                    <a:pt x="93" y="158205"/>
                  </a:lnTo>
                  <a:lnTo>
                    <a:pt x="0" y="163652"/>
                  </a:lnTo>
                  <a:lnTo>
                    <a:pt x="84" y="169099"/>
                  </a:lnTo>
                  <a:lnTo>
                    <a:pt x="345" y="174540"/>
                  </a:lnTo>
                  <a:lnTo>
                    <a:pt x="784" y="179969"/>
                  </a:lnTo>
                  <a:lnTo>
                    <a:pt x="1399" y="185382"/>
                  </a:lnTo>
                  <a:lnTo>
                    <a:pt x="2191" y="190772"/>
                  </a:lnTo>
                  <a:lnTo>
                    <a:pt x="167167" y="1637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6063" y="5018213"/>
              <a:ext cx="332132" cy="334328"/>
            </a:xfrm>
            <a:custGeom>
              <a:avLst/>
              <a:pathLst>
                <a:path w="332132" h="334328">
                  <a:moveTo>
                    <a:pt x="0" y="194146"/>
                  </a:moveTo>
                  <a:lnTo>
                    <a:pt x="941" y="199381"/>
                  </a:lnTo>
                  <a:lnTo>
                    <a:pt x="2049" y="204583"/>
                  </a:lnTo>
                  <a:lnTo>
                    <a:pt x="3322" y="209748"/>
                  </a:lnTo>
                  <a:lnTo>
                    <a:pt x="4759" y="214869"/>
                  </a:lnTo>
                  <a:lnTo>
                    <a:pt x="6357" y="219942"/>
                  </a:lnTo>
                  <a:lnTo>
                    <a:pt x="8117" y="224962"/>
                  </a:lnTo>
                  <a:lnTo>
                    <a:pt x="10035" y="229923"/>
                  </a:lnTo>
                  <a:lnTo>
                    <a:pt x="12110" y="234821"/>
                  </a:lnTo>
                  <a:lnTo>
                    <a:pt x="14340" y="239650"/>
                  </a:lnTo>
                  <a:lnTo>
                    <a:pt x="16722" y="244406"/>
                  </a:lnTo>
                  <a:lnTo>
                    <a:pt x="19254" y="249083"/>
                  </a:lnTo>
                  <a:lnTo>
                    <a:pt x="21934" y="253678"/>
                  </a:lnTo>
                  <a:lnTo>
                    <a:pt x="24759" y="258185"/>
                  </a:lnTo>
                  <a:lnTo>
                    <a:pt x="27726" y="262600"/>
                  </a:lnTo>
                  <a:lnTo>
                    <a:pt x="30831" y="266918"/>
                  </a:lnTo>
                  <a:lnTo>
                    <a:pt x="34073" y="271135"/>
                  </a:lnTo>
                  <a:lnTo>
                    <a:pt x="37447" y="275247"/>
                  </a:lnTo>
                  <a:lnTo>
                    <a:pt x="40950" y="279250"/>
                  </a:lnTo>
                  <a:lnTo>
                    <a:pt x="44579" y="283139"/>
                  </a:lnTo>
                  <a:lnTo>
                    <a:pt x="48329" y="286911"/>
                  </a:lnTo>
                  <a:lnTo>
                    <a:pt x="52198" y="290561"/>
                  </a:lnTo>
                  <a:lnTo>
                    <a:pt x="56181" y="294087"/>
                  </a:lnTo>
                  <a:lnTo>
                    <a:pt x="60274" y="297484"/>
                  </a:lnTo>
                  <a:lnTo>
                    <a:pt x="64473" y="300749"/>
                  </a:lnTo>
                  <a:lnTo>
                    <a:pt x="68774" y="303879"/>
                  </a:lnTo>
                  <a:lnTo>
                    <a:pt x="73172" y="306870"/>
                  </a:lnTo>
                  <a:lnTo>
                    <a:pt x="77663" y="309720"/>
                  </a:lnTo>
                  <a:lnTo>
                    <a:pt x="82242" y="312426"/>
                  </a:lnTo>
                  <a:lnTo>
                    <a:pt x="86906" y="314985"/>
                  </a:lnTo>
                  <a:lnTo>
                    <a:pt x="91648" y="317393"/>
                  </a:lnTo>
                  <a:lnTo>
                    <a:pt x="96465" y="319650"/>
                  </a:lnTo>
                  <a:lnTo>
                    <a:pt x="101350" y="321753"/>
                  </a:lnTo>
                  <a:lnTo>
                    <a:pt x="106301" y="323699"/>
                  </a:lnTo>
                  <a:lnTo>
                    <a:pt x="111311" y="325486"/>
                  </a:lnTo>
                  <a:lnTo>
                    <a:pt x="116375" y="327113"/>
                  </a:lnTo>
                  <a:lnTo>
                    <a:pt x="121488" y="328579"/>
                  </a:lnTo>
                  <a:lnTo>
                    <a:pt x="126645" y="329881"/>
                  </a:lnTo>
                  <a:lnTo>
                    <a:pt x="131841" y="331018"/>
                  </a:lnTo>
                  <a:lnTo>
                    <a:pt x="137071" y="331989"/>
                  </a:lnTo>
                  <a:lnTo>
                    <a:pt x="142329" y="332793"/>
                  </a:lnTo>
                  <a:lnTo>
                    <a:pt x="147610" y="333430"/>
                  </a:lnTo>
                  <a:lnTo>
                    <a:pt x="152908" y="333898"/>
                  </a:lnTo>
                  <a:lnTo>
                    <a:pt x="158219" y="334198"/>
                  </a:lnTo>
                  <a:lnTo>
                    <a:pt x="163536" y="334328"/>
                  </a:lnTo>
                  <a:lnTo>
                    <a:pt x="168855" y="334289"/>
                  </a:lnTo>
                  <a:lnTo>
                    <a:pt x="174170" y="334081"/>
                  </a:lnTo>
                  <a:lnTo>
                    <a:pt x="179476" y="333704"/>
                  </a:lnTo>
                  <a:lnTo>
                    <a:pt x="184767" y="333159"/>
                  </a:lnTo>
                  <a:lnTo>
                    <a:pt x="190038" y="332445"/>
                  </a:lnTo>
                  <a:lnTo>
                    <a:pt x="195284" y="331564"/>
                  </a:lnTo>
                  <a:lnTo>
                    <a:pt x="200498" y="330516"/>
                  </a:lnTo>
                  <a:lnTo>
                    <a:pt x="205677" y="329304"/>
                  </a:lnTo>
                  <a:lnTo>
                    <a:pt x="210815" y="327927"/>
                  </a:lnTo>
                  <a:lnTo>
                    <a:pt x="215907" y="326387"/>
                  </a:lnTo>
                  <a:lnTo>
                    <a:pt x="220946" y="324686"/>
                  </a:lnTo>
                  <a:lnTo>
                    <a:pt x="225929" y="322825"/>
                  </a:lnTo>
                  <a:lnTo>
                    <a:pt x="230851" y="320807"/>
                  </a:lnTo>
                  <a:lnTo>
                    <a:pt x="235706" y="318634"/>
                  </a:lnTo>
                  <a:lnTo>
                    <a:pt x="240489" y="316307"/>
                  </a:lnTo>
                  <a:lnTo>
                    <a:pt x="245195" y="313829"/>
                  </a:lnTo>
                  <a:lnTo>
                    <a:pt x="249821" y="311203"/>
                  </a:lnTo>
                  <a:lnTo>
                    <a:pt x="254360" y="308430"/>
                  </a:lnTo>
                  <a:lnTo>
                    <a:pt x="258809" y="305515"/>
                  </a:lnTo>
                  <a:lnTo>
                    <a:pt x="263163" y="302460"/>
                  </a:lnTo>
                  <a:lnTo>
                    <a:pt x="267418" y="299267"/>
                  </a:lnTo>
                  <a:lnTo>
                    <a:pt x="271569" y="295941"/>
                  </a:lnTo>
                  <a:lnTo>
                    <a:pt x="275612" y="292485"/>
                  </a:lnTo>
                  <a:lnTo>
                    <a:pt x="279543" y="288902"/>
                  </a:lnTo>
                  <a:lnTo>
                    <a:pt x="283358" y="285195"/>
                  </a:lnTo>
                  <a:lnTo>
                    <a:pt x="287053" y="281369"/>
                  </a:lnTo>
                  <a:lnTo>
                    <a:pt x="290624" y="277427"/>
                  </a:lnTo>
                  <a:lnTo>
                    <a:pt x="294069" y="273374"/>
                  </a:lnTo>
                  <a:lnTo>
                    <a:pt x="297382" y="269213"/>
                  </a:lnTo>
                  <a:lnTo>
                    <a:pt x="300562" y="264949"/>
                  </a:lnTo>
                  <a:lnTo>
                    <a:pt x="303604" y="260586"/>
                  </a:lnTo>
                  <a:lnTo>
                    <a:pt x="306506" y="256128"/>
                  </a:lnTo>
                  <a:lnTo>
                    <a:pt x="309265" y="251580"/>
                  </a:lnTo>
                  <a:lnTo>
                    <a:pt x="311877" y="246947"/>
                  </a:lnTo>
                  <a:lnTo>
                    <a:pt x="314341" y="242233"/>
                  </a:lnTo>
                  <a:lnTo>
                    <a:pt x="316654" y="237443"/>
                  </a:lnTo>
                  <a:lnTo>
                    <a:pt x="318813" y="232582"/>
                  </a:lnTo>
                  <a:lnTo>
                    <a:pt x="320816" y="227654"/>
                  </a:lnTo>
                  <a:lnTo>
                    <a:pt x="322661" y="222666"/>
                  </a:lnTo>
                  <a:lnTo>
                    <a:pt x="324347" y="217621"/>
                  </a:lnTo>
                  <a:lnTo>
                    <a:pt x="325872" y="212525"/>
                  </a:lnTo>
                  <a:lnTo>
                    <a:pt x="327233" y="207383"/>
                  </a:lnTo>
                  <a:lnTo>
                    <a:pt x="328431" y="202200"/>
                  </a:lnTo>
                  <a:lnTo>
                    <a:pt x="329463" y="196982"/>
                  </a:lnTo>
                  <a:lnTo>
                    <a:pt x="330328" y="191734"/>
                  </a:lnTo>
                  <a:lnTo>
                    <a:pt x="331026" y="186461"/>
                  </a:lnTo>
                  <a:lnTo>
                    <a:pt x="331556" y="181168"/>
                  </a:lnTo>
                  <a:lnTo>
                    <a:pt x="331917" y="175862"/>
                  </a:lnTo>
                  <a:lnTo>
                    <a:pt x="332109" y="170546"/>
                  </a:lnTo>
                  <a:lnTo>
                    <a:pt x="332132" y="165227"/>
                  </a:lnTo>
                  <a:lnTo>
                    <a:pt x="331985" y="159910"/>
                  </a:lnTo>
                  <a:lnTo>
                    <a:pt x="331670" y="154600"/>
                  </a:lnTo>
                  <a:lnTo>
                    <a:pt x="331186" y="149303"/>
                  </a:lnTo>
                  <a:lnTo>
                    <a:pt x="330533" y="144024"/>
                  </a:lnTo>
                  <a:lnTo>
                    <a:pt x="329713" y="138769"/>
                  </a:lnTo>
                  <a:lnTo>
                    <a:pt x="328726" y="133542"/>
                  </a:lnTo>
                  <a:lnTo>
                    <a:pt x="327574" y="128349"/>
                  </a:lnTo>
                  <a:lnTo>
                    <a:pt x="326256" y="123196"/>
                  </a:lnTo>
                  <a:lnTo>
                    <a:pt x="324776" y="118087"/>
                  </a:lnTo>
                  <a:lnTo>
                    <a:pt x="323133" y="113028"/>
                  </a:lnTo>
                  <a:lnTo>
                    <a:pt x="321331" y="108024"/>
                  </a:lnTo>
                  <a:lnTo>
                    <a:pt x="319370" y="103079"/>
                  </a:lnTo>
                  <a:lnTo>
                    <a:pt x="317253" y="98200"/>
                  </a:lnTo>
                  <a:lnTo>
                    <a:pt x="314982" y="93390"/>
                  </a:lnTo>
                  <a:lnTo>
                    <a:pt x="312559" y="88655"/>
                  </a:lnTo>
                  <a:lnTo>
                    <a:pt x="309986" y="83999"/>
                  </a:lnTo>
                  <a:lnTo>
                    <a:pt x="307267" y="79428"/>
                  </a:lnTo>
                  <a:lnTo>
                    <a:pt x="304403" y="74945"/>
                  </a:lnTo>
                  <a:lnTo>
                    <a:pt x="301399" y="70556"/>
                  </a:lnTo>
                  <a:lnTo>
                    <a:pt x="298256" y="66265"/>
                  </a:lnTo>
                  <a:lnTo>
                    <a:pt x="294978" y="62075"/>
                  </a:lnTo>
                  <a:lnTo>
                    <a:pt x="291569" y="57993"/>
                  </a:lnTo>
                  <a:lnTo>
                    <a:pt x="288032" y="54020"/>
                  </a:lnTo>
                  <a:lnTo>
                    <a:pt x="284370" y="50162"/>
                  </a:lnTo>
                  <a:lnTo>
                    <a:pt x="280587" y="46423"/>
                  </a:lnTo>
                  <a:lnTo>
                    <a:pt x="276687" y="42806"/>
                  </a:lnTo>
                  <a:lnTo>
                    <a:pt x="272674" y="39315"/>
                  </a:lnTo>
                  <a:lnTo>
                    <a:pt x="268551" y="35953"/>
                  </a:lnTo>
                  <a:lnTo>
                    <a:pt x="264324" y="32725"/>
                  </a:lnTo>
                  <a:lnTo>
                    <a:pt x="259997" y="29632"/>
                  </a:lnTo>
                  <a:lnTo>
                    <a:pt x="255573" y="26678"/>
                  </a:lnTo>
                  <a:lnTo>
                    <a:pt x="251058" y="23867"/>
                  </a:lnTo>
                  <a:lnTo>
                    <a:pt x="246455" y="21201"/>
                  </a:lnTo>
                  <a:lnTo>
                    <a:pt x="241770" y="18683"/>
                  </a:lnTo>
                  <a:lnTo>
                    <a:pt x="237007" y="16315"/>
                  </a:lnTo>
                  <a:lnTo>
                    <a:pt x="232171" y="14099"/>
                  </a:lnTo>
                  <a:lnTo>
                    <a:pt x="227267" y="12039"/>
                  </a:lnTo>
                  <a:lnTo>
                    <a:pt x="222300" y="10136"/>
                  </a:lnTo>
                  <a:lnTo>
                    <a:pt x="217276" y="8391"/>
                  </a:lnTo>
                  <a:lnTo>
                    <a:pt x="212198" y="6808"/>
                  </a:lnTo>
                  <a:lnTo>
                    <a:pt x="207072" y="5387"/>
                  </a:lnTo>
                  <a:lnTo>
                    <a:pt x="201904" y="4129"/>
                  </a:lnTo>
                  <a:lnTo>
                    <a:pt x="196698" y="3037"/>
                  </a:lnTo>
                  <a:lnTo>
                    <a:pt x="191460" y="2111"/>
                  </a:lnTo>
                  <a:lnTo>
                    <a:pt x="186195" y="1352"/>
                  </a:lnTo>
                  <a:lnTo>
                    <a:pt x="180909" y="761"/>
                  </a:lnTo>
                  <a:lnTo>
                    <a:pt x="175607" y="338"/>
                  </a:lnTo>
                  <a:lnTo>
                    <a:pt x="170294" y="84"/>
                  </a:lnTo>
                  <a:lnTo>
                    <a:pt x="164976" y="0"/>
                  </a:lnTo>
                  <a:lnTo>
                    <a:pt x="1649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8448" y="4659281"/>
              <a:ext cx="114786" cy="167167"/>
            </a:xfrm>
            <a:custGeom>
              <a:avLst/>
              <a:pathLst>
                <a:path w="114786" h="167167">
                  <a:moveTo>
                    <a:pt x="114786" y="0"/>
                  </a:moveTo>
                  <a:lnTo>
                    <a:pt x="109285" y="90"/>
                  </a:lnTo>
                  <a:lnTo>
                    <a:pt x="103791" y="361"/>
                  </a:lnTo>
                  <a:lnTo>
                    <a:pt x="98309" y="813"/>
                  </a:lnTo>
                  <a:lnTo>
                    <a:pt x="92845" y="1446"/>
                  </a:lnTo>
                  <a:lnTo>
                    <a:pt x="87404" y="2257"/>
                  </a:lnTo>
                  <a:lnTo>
                    <a:pt x="81993" y="3247"/>
                  </a:lnTo>
                  <a:lnTo>
                    <a:pt x="76618" y="4415"/>
                  </a:lnTo>
                  <a:lnTo>
                    <a:pt x="71283" y="5759"/>
                  </a:lnTo>
                  <a:lnTo>
                    <a:pt x="65996" y="7278"/>
                  </a:lnTo>
                  <a:lnTo>
                    <a:pt x="60762" y="8969"/>
                  </a:lnTo>
                  <a:lnTo>
                    <a:pt x="55587" y="10833"/>
                  </a:lnTo>
                  <a:lnTo>
                    <a:pt x="50475" y="12865"/>
                  </a:lnTo>
                  <a:lnTo>
                    <a:pt x="45433" y="15064"/>
                  </a:lnTo>
                  <a:lnTo>
                    <a:pt x="40466" y="17429"/>
                  </a:lnTo>
                  <a:lnTo>
                    <a:pt x="35580" y="19955"/>
                  </a:lnTo>
                  <a:lnTo>
                    <a:pt x="30779" y="22641"/>
                  </a:lnTo>
                  <a:lnTo>
                    <a:pt x="26069" y="25483"/>
                  </a:lnTo>
                  <a:lnTo>
                    <a:pt x="21456" y="28478"/>
                  </a:lnTo>
                  <a:lnTo>
                    <a:pt x="16943" y="31624"/>
                  </a:lnTo>
                  <a:lnTo>
                    <a:pt x="12537" y="34917"/>
                  </a:lnTo>
                  <a:lnTo>
                    <a:pt x="8241" y="38353"/>
                  </a:lnTo>
                  <a:lnTo>
                    <a:pt x="4060" y="41928"/>
                  </a:lnTo>
                  <a:lnTo>
                    <a:pt x="0" y="45639"/>
                  </a:lnTo>
                  <a:lnTo>
                    <a:pt x="1147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8448" y="4704921"/>
              <a:ext cx="114786" cy="121528"/>
            </a:xfrm>
            <a:custGeom>
              <a:avLst/>
              <a:pathLst>
                <a:path w="114786" h="121528">
                  <a:moveTo>
                    <a:pt x="0" y="0"/>
                  </a:moveTo>
                  <a:lnTo>
                    <a:pt x="114786" y="1215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08448" y="4704921"/>
              <a:ext cx="114786" cy="121528"/>
            </a:xfrm>
            <a:custGeom>
              <a:avLst/>
              <a:pathLst>
                <a:path w="114786" h="121528">
                  <a:moveTo>
                    <a:pt x="0" y="0"/>
                  </a:moveTo>
                  <a:lnTo>
                    <a:pt x="114786" y="1215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75" y="4704921"/>
              <a:ext cx="334326" cy="288688"/>
            </a:xfrm>
            <a:custGeom>
              <a:avLst/>
              <a:pathLst>
                <a:path w="334326" h="288688">
                  <a:moveTo>
                    <a:pt x="52373" y="0"/>
                  </a:moveTo>
                  <a:lnTo>
                    <a:pt x="48583" y="3695"/>
                  </a:lnTo>
                  <a:lnTo>
                    <a:pt x="44911" y="7509"/>
                  </a:lnTo>
                  <a:lnTo>
                    <a:pt x="41362" y="11437"/>
                  </a:lnTo>
                  <a:lnTo>
                    <a:pt x="37939" y="15475"/>
                  </a:lnTo>
                  <a:lnTo>
                    <a:pt x="34646" y="19620"/>
                  </a:lnTo>
                  <a:lnTo>
                    <a:pt x="31485" y="23867"/>
                  </a:lnTo>
                  <a:lnTo>
                    <a:pt x="28461" y="28212"/>
                  </a:lnTo>
                  <a:lnTo>
                    <a:pt x="25576" y="32651"/>
                  </a:lnTo>
                  <a:lnTo>
                    <a:pt x="22833" y="37179"/>
                  </a:lnTo>
                  <a:lnTo>
                    <a:pt x="20234" y="41791"/>
                  </a:lnTo>
                  <a:lnTo>
                    <a:pt x="17783" y="46483"/>
                  </a:lnTo>
                  <a:lnTo>
                    <a:pt x="15482" y="51251"/>
                  </a:lnTo>
                  <a:lnTo>
                    <a:pt x="13332" y="56089"/>
                  </a:lnTo>
                  <a:lnTo>
                    <a:pt x="11338" y="60993"/>
                  </a:lnTo>
                  <a:lnTo>
                    <a:pt x="9499" y="65957"/>
                  </a:lnTo>
                  <a:lnTo>
                    <a:pt x="7818" y="70977"/>
                  </a:lnTo>
                  <a:lnTo>
                    <a:pt x="6298" y="76048"/>
                  </a:lnTo>
                  <a:lnTo>
                    <a:pt x="4938" y="81164"/>
                  </a:lnTo>
                  <a:lnTo>
                    <a:pt x="3741" y="86321"/>
                  </a:lnTo>
                  <a:lnTo>
                    <a:pt x="2709" y="91513"/>
                  </a:lnTo>
                  <a:lnTo>
                    <a:pt x="1841" y="96736"/>
                  </a:lnTo>
                  <a:lnTo>
                    <a:pt x="1138" y="101983"/>
                  </a:lnTo>
                  <a:lnTo>
                    <a:pt x="603" y="107250"/>
                  </a:lnTo>
                  <a:lnTo>
                    <a:pt x="234" y="112531"/>
                  </a:lnTo>
                  <a:lnTo>
                    <a:pt x="33" y="117821"/>
                  </a:lnTo>
                  <a:lnTo>
                    <a:pt x="0" y="123115"/>
                  </a:lnTo>
                  <a:lnTo>
                    <a:pt x="134" y="128407"/>
                  </a:lnTo>
                  <a:lnTo>
                    <a:pt x="435" y="133692"/>
                  </a:lnTo>
                  <a:lnTo>
                    <a:pt x="904" y="138965"/>
                  </a:lnTo>
                  <a:lnTo>
                    <a:pt x="1539" y="144221"/>
                  </a:lnTo>
                  <a:lnTo>
                    <a:pt x="2341" y="149454"/>
                  </a:lnTo>
                  <a:lnTo>
                    <a:pt x="3308" y="154659"/>
                  </a:lnTo>
                  <a:lnTo>
                    <a:pt x="4439" y="159831"/>
                  </a:lnTo>
                  <a:lnTo>
                    <a:pt x="5734" y="164964"/>
                  </a:lnTo>
                  <a:lnTo>
                    <a:pt x="7190" y="170053"/>
                  </a:lnTo>
                  <a:lnTo>
                    <a:pt x="8807" y="175095"/>
                  </a:lnTo>
                  <a:lnTo>
                    <a:pt x="10582" y="180082"/>
                  </a:lnTo>
                  <a:lnTo>
                    <a:pt x="12515" y="185010"/>
                  </a:lnTo>
                  <a:lnTo>
                    <a:pt x="14603" y="189875"/>
                  </a:lnTo>
                  <a:lnTo>
                    <a:pt x="16843" y="194672"/>
                  </a:lnTo>
                  <a:lnTo>
                    <a:pt x="19235" y="199395"/>
                  </a:lnTo>
                  <a:lnTo>
                    <a:pt x="21775" y="204040"/>
                  </a:lnTo>
                  <a:lnTo>
                    <a:pt x="24460" y="208602"/>
                  </a:lnTo>
                  <a:lnTo>
                    <a:pt x="27289" y="213077"/>
                  </a:lnTo>
                  <a:lnTo>
                    <a:pt x="30258" y="217460"/>
                  </a:lnTo>
                  <a:lnTo>
                    <a:pt x="33364" y="221746"/>
                  </a:lnTo>
                  <a:lnTo>
                    <a:pt x="36605" y="225933"/>
                  </a:lnTo>
                  <a:lnTo>
                    <a:pt x="39976" y="230014"/>
                  </a:lnTo>
                  <a:lnTo>
                    <a:pt x="43475" y="233987"/>
                  </a:lnTo>
                  <a:lnTo>
                    <a:pt x="47098" y="237847"/>
                  </a:lnTo>
                  <a:lnTo>
                    <a:pt x="50841" y="241590"/>
                  </a:lnTo>
                  <a:lnTo>
                    <a:pt x="54701" y="245213"/>
                  </a:lnTo>
                  <a:lnTo>
                    <a:pt x="58674" y="248712"/>
                  </a:lnTo>
                  <a:lnTo>
                    <a:pt x="62756" y="252084"/>
                  </a:lnTo>
                  <a:lnTo>
                    <a:pt x="66942" y="255324"/>
                  </a:lnTo>
                  <a:lnTo>
                    <a:pt x="71229" y="258430"/>
                  </a:lnTo>
                  <a:lnTo>
                    <a:pt x="75612" y="261399"/>
                  </a:lnTo>
                  <a:lnTo>
                    <a:pt x="80087" y="264228"/>
                  </a:lnTo>
                  <a:lnTo>
                    <a:pt x="84649" y="266913"/>
                  </a:lnTo>
                  <a:lnTo>
                    <a:pt x="89294" y="269453"/>
                  </a:lnTo>
                  <a:lnTo>
                    <a:pt x="94017" y="271845"/>
                  </a:lnTo>
                  <a:lnTo>
                    <a:pt x="98814" y="274085"/>
                  </a:lnTo>
                  <a:lnTo>
                    <a:pt x="103678" y="276173"/>
                  </a:lnTo>
                  <a:lnTo>
                    <a:pt x="108607" y="278105"/>
                  </a:lnTo>
                  <a:lnTo>
                    <a:pt x="113594" y="279881"/>
                  </a:lnTo>
                  <a:lnTo>
                    <a:pt x="118635" y="281498"/>
                  </a:lnTo>
                  <a:lnTo>
                    <a:pt x="123725" y="282954"/>
                  </a:lnTo>
                  <a:lnTo>
                    <a:pt x="128858" y="284248"/>
                  </a:lnTo>
                  <a:lnTo>
                    <a:pt x="134030" y="285380"/>
                  </a:lnTo>
                  <a:lnTo>
                    <a:pt x="139235" y="286346"/>
                  </a:lnTo>
                  <a:lnTo>
                    <a:pt x="144468" y="287148"/>
                  </a:lnTo>
                  <a:lnTo>
                    <a:pt x="149724" y="287783"/>
                  </a:lnTo>
                  <a:lnTo>
                    <a:pt x="154997" y="288252"/>
                  </a:lnTo>
                  <a:lnTo>
                    <a:pt x="160282" y="288554"/>
                  </a:lnTo>
                  <a:lnTo>
                    <a:pt x="165574" y="288688"/>
                  </a:lnTo>
                  <a:lnTo>
                    <a:pt x="170868" y="288654"/>
                  </a:lnTo>
                  <a:lnTo>
                    <a:pt x="176158" y="288453"/>
                  </a:lnTo>
                  <a:lnTo>
                    <a:pt x="181439" y="288084"/>
                  </a:lnTo>
                  <a:lnTo>
                    <a:pt x="186706" y="287548"/>
                  </a:lnTo>
                  <a:lnTo>
                    <a:pt x="191953" y="286846"/>
                  </a:lnTo>
                  <a:lnTo>
                    <a:pt x="197175" y="285978"/>
                  </a:lnTo>
                  <a:lnTo>
                    <a:pt x="202368" y="284945"/>
                  </a:lnTo>
                  <a:lnTo>
                    <a:pt x="207525" y="283749"/>
                  </a:lnTo>
                  <a:lnTo>
                    <a:pt x="212641" y="282389"/>
                  </a:lnTo>
                  <a:lnTo>
                    <a:pt x="217712" y="280868"/>
                  </a:lnTo>
                  <a:lnTo>
                    <a:pt x="222732" y="279188"/>
                  </a:lnTo>
                  <a:lnTo>
                    <a:pt x="227696" y="277349"/>
                  </a:lnTo>
                  <a:lnTo>
                    <a:pt x="232600" y="275354"/>
                  </a:lnTo>
                  <a:lnTo>
                    <a:pt x="237438" y="273205"/>
                  </a:lnTo>
                  <a:lnTo>
                    <a:pt x="242205" y="270903"/>
                  </a:lnTo>
                  <a:lnTo>
                    <a:pt x="246898" y="268452"/>
                  </a:lnTo>
                  <a:lnTo>
                    <a:pt x="251510" y="265854"/>
                  </a:lnTo>
                  <a:lnTo>
                    <a:pt x="256038" y="263110"/>
                  </a:lnTo>
                  <a:lnTo>
                    <a:pt x="260476" y="260225"/>
                  </a:lnTo>
                  <a:lnTo>
                    <a:pt x="264821" y="257201"/>
                  </a:lnTo>
                  <a:lnTo>
                    <a:pt x="269068" y="254040"/>
                  </a:lnTo>
                  <a:lnTo>
                    <a:pt x="273213" y="250747"/>
                  </a:lnTo>
                  <a:lnTo>
                    <a:pt x="277252" y="247324"/>
                  </a:lnTo>
                  <a:lnTo>
                    <a:pt x="281180" y="243775"/>
                  </a:lnTo>
                  <a:lnTo>
                    <a:pt x="284993" y="240103"/>
                  </a:lnTo>
                  <a:lnTo>
                    <a:pt x="288689" y="236312"/>
                  </a:lnTo>
                  <a:lnTo>
                    <a:pt x="292263" y="232407"/>
                  </a:lnTo>
                  <a:lnTo>
                    <a:pt x="295711" y="228390"/>
                  </a:lnTo>
                  <a:lnTo>
                    <a:pt x="299030" y="224266"/>
                  </a:lnTo>
                  <a:lnTo>
                    <a:pt x="302217" y="220039"/>
                  </a:lnTo>
                  <a:lnTo>
                    <a:pt x="305269" y="215713"/>
                  </a:lnTo>
                  <a:lnTo>
                    <a:pt x="308182" y="211292"/>
                  </a:lnTo>
                  <a:lnTo>
                    <a:pt x="310953" y="206782"/>
                  </a:lnTo>
                  <a:lnTo>
                    <a:pt x="313581" y="202186"/>
                  </a:lnTo>
                  <a:lnTo>
                    <a:pt x="316061" y="197509"/>
                  </a:lnTo>
                  <a:lnTo>
                    <a:pt x="318393" y="192756"/>
                  </a:lnTo>
                  <a:lnTo>
                    <a:pt x="320572" y="187932"/>
                  </a:lnTo>
                  <a:lnTo>
                    <a:pt x="322598" y="183041"/>
                  </a:lnTo>
                  <a:lnTo>
                    <a:pt x="324468" y="178088"/>
                  </a:lnTo>
                  <a:lnTo>
                    <a:pt x="326180" y="173078"/>
                  </a:lnTo>
                  <a:lnTo>
                    <a:pt x="327732" y="168017"/>
                  </a:lnTo>
                  <a:lnTo>
                    <a:pt x="329124" y="162910"/>
                  </a:lnTo>
                  <a:lnTo>
                    <a:pt x="330353" y="157760"/>
                  </a:lnTo>
                  <a:lnTo>
                    <a:pt x="331418" y="152575"/>
                  </a:lnTo>
                  <a:lnTo>
                    <a:pt x="332319" y="147358"/>
                  </a:lnTo>
                  <a:lnTo>
                    <a:pt x="333054" y="142115"/>
                  </a:lnTo>
                  <a:lnTo>
                    <a:pt x="333623" y="136852"/>
                  </a:lnTo>
                  <a:lnTo>
                    <a:pt x="334025" y="131573"/>
                  </a:lnTo>
                  <a:lnTo>
                    <a:pt x="334259" y="126285"/>
                  </a:lnTo>
                  <a:lnTo>
                    <a:pt x="334326" y="120991"/>
                  </a:lnTo>
                  <a:lnTo>
                    <a:pt x="334225" y="115698"/>
                  </a:lnTo>
                  <a:lnTo>
                    <a:pt x="333957" y="110411"/>
                  </a:lnTo>
                  <a:lnTo>
                    <a:pt x="333521" y="105135"/>
                  </a:lnTo>
                  <a:lnTo>
                    <a:pt x="332919" y="99875"/>
                  </a:lnTo>
                  <a:lnTo>
                    <a:pt x="332150" y="94638"/>
                  </a:lnTo>
                  <a:lnTo>
                    <a:pt x="331216" y="89427"/>
                  </a:lnTo>
                  <a:lnTo>
                    <a:pt x="330117" y="84248"/>
                  </a:lnTo>
                  <a:lnTo>
                    <a:pt x="328855" y="79107"/>
                  </a:lnTo>
                  <a:lnTo>
                    <a:pt x="327431" y="74008"/>
                  </a:lnTo>
                  <a:lnTo>
                    <a:pt x="325845" y="68957"/>
                  </a:lnTo>
                  <a:lnTo>
                    <a:pt x="324101" y="63959"/>
                  </a:lnTo>
                  <a:lnTo>
                    <a:pt x="322200" y="59018"/>
                  </a:lnTo>
                  <a:lnTo>
                    <a:pt x="320143" y="54140"/>
                  </a:lnTo>
                  <a:lnTo>
                    <a:pt x="317932" y="49330"/>
                  </a:lnTo>
                  <a:lnTo>
                    <a:pt x="167159" y="1215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50772" cy="167167"/>
            </a:xfrm>
            <a:custGeom>
              <a:avLst/>
              <a:pathLst>
                <a:path w="150772" h="167167">
                  <a:moveTo>
                    <a:pt x="150772" y="94969"/>
                  </a:moveTo>
                  <a:lnTo>
                    <a:pt x="148303" y="90024"/>
                  </a:lnTo>
                  <a:lnTo>
                    <a:pt x="145672" y="85163"/>
                  </a:lnTo>
                  <a:lnTo>
                    <a:pt x="142881" y="80392"/>
                  </a:lnTo>
                  <a:lnTo>
                    <a:pt x="139934" y="75716"/>
                  </a:lnTo>
                  <a:lnTo>
                    <a:pt x="136835" y="71140"/>
                  </a:lnTo>
                  <a:lnTo>
                    <a:pt x="133585" y="66669"/>
                  </a:lnTo>
                  <a:lnTo>
                    <a:pt x="130190" y="62308"/>
                  </a:lnTo>
                  <a:lnTo>
                    <a:pt x="126652" y="58061"/>
                  </a:lnTo>
                  <a:lnTo>
                    <a:pt x="122976" y="53934"/>
                  </a:lnTo>
                  <a:lnTo>
                    <a:pt x="119165" y="49930"/>
                  </a:lnTo>
                  <a:lnTo>
                    <a:pt x="115225" y="46055"/>
                  </a:lnTo>
                  <a:lnTo>
                    <a:pt x="111158" y="42312"/>
                  </a:lnTo>
                  <a:lnTo>
                    <a:pt x="106969" y="38705"/>
                  </a:lnTo>
                  <a:lnTo>
                    <a:pt x="102664" y="35239"/>
                  </a:lnTo>
                  <a:lnTo>
                    <a:pt x="98247" y="31917"/>
                  </a:lnTo>
                  <a:lnTo>
                    <a:pt x="93722" y="28743"/>
                  </a:lnTo>
                  <a:lnTo>
                    <a:pt x="89094" y="25721"/>
                  </a:lnTo>
                  <a:lnTo>
                    <a:pt x="84370" y="22853"/>
                  </a:lnTo>
                  <a:lnTo>
                    <a:pt x="79553" y="20142"/>
                  </a:lnTo>
                  <a:lnTo>
                    <a:pt x="74649" y="17593"/>
                  </a:lnTo>
                  <a:lnTo>
                    <a:pt x="69663" y="15207"/>
                  </a:lnTo>
                  <a:lnTo>
                    <a:pt x="64601" y="12987"/>
                  </a:lnTo>
                  <a:lnTo>
                    <a:pt x="59469" y="10935"/>
                  </a:lnTo>
                  <a:lnTo>
                    <a:pt x="54272" y="9055"/>
                  </a:lnTo>
                  <a:lnTo>
                    <a:pt x="49015" y="7347"/>
                  </a:lnTo>
                  <a:lnTo>
                    <a:pt x="43705" y="5814"/>
                  </a:lnTo>
                  <a:lnTo>
                    <a:pt x="38347" y="4457"/>
                  </a:lnTo>
                  <a:lnTo>
                    <a:pt x="32947" y="3278"/>
                  </a:lnTo>
                  <a:lnTo>
                    <a:pt x="27511" y="2279"/>
                  </a:lnTo>
                  <a:lnTo>
                    <a:pt x="22045" y="1459"/>
                  </a:lnTo>
                  <a:lnTo>
                    <a:pt x="16554" y="821"/>
                  </a:lnTo>
                  <a:lnTo>
                    <a:pt x="11046" y="365"/>
                  </a:lnTo>
                  <a:lnTo>
                    <a:pt x="552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09736" y="4213821"/>
              <a:ext cx="118735" cy="167167"/>
            </a:xfrm>
            <a:custGeom>
              <a:avLst/>
              <a:pathLst>
                <a:path w="118735" h="167167">
                  <a:moveTo>
                    <a:pt x="118735" y="0"/>
                  </a:moveTo>
                  <a:lnTo>
                    <a:pt x="113234" y="90"/>
                  </a:lnTo>
                  <a:lnTo>
                    <a:pt x="107739" y="362"/>
                  </a:lnTo>
                  <a:lnTo>
                    <a:pt x="102256" y="814"/>
                  </a:lnTo>
                  <a:lnTo>
                    <a:pt x="96791" y="1446"/>
                  </a:lnTo>
                  <a:lnTo>
                    <a:pt x="91350" y="2258"/>
                  </a:lnTo>
                  <a:lnTo>
                    <a:pt x="85938" y="3248"/>
                  </a:lnTo>
                  <a:lnTo>
                    <a:pt x="80562" y="4416"/>
                  </a:lnTo>
                  <a:lnTo>
                    <a:pt x="75227" y="5761"/>
                  </a:lnTo>
                  <a:lnTo>
                    <a:pt x="69939" y="7280"/>
                  </a:lnTo>
                  <a:lnTo>
                    <a:pt x="64704" y="8972"/>
                  </a:lnTo>
                  <a:lnTo>
                    <a:pt x="59528" y="10836"/>
                  </a:lnTo>
                  <a:lnTo>
                    <a:pt x="54416" y="12869"/>
                  </a:lnTo>
                  <a:lnTo>
                    <a:pt x="49373" y="15069"/>
                  </a:lnTo>
                  <a:lnTo>
                    <a:pt x="44406" y="17433"/>
                  </a:lnTo>
                  <a:lnTo>
                    <a:pt x="39519" y="19960"/>
                  </a:lnTo>
                  <a:lnTo>
                    <a:pt x="34718" y="22647"/>
                  </a:lnTo>
                  <a:lnTo>
                    <a:pt x="30008" y="25490"/>
                  </a:lnTo>
                  <a:lnTo>
                    <a:pt x="25394" y="28486"/>
                  </a:lnTo>
                  <a:lnTo>
                    <a:pt x="20881" y="31633"/>
                  </a:lnTo>
                  <a:lnTo>
                    <a:pt x="16474" y="34926"/>
                  </a:lnTo>
                  <a:lnTo>
                    <a:pt x="12178" y="38363"/>
                  </a:lnTo>
                  <a:lnTo>
                    <a:pt x="7997" y="41939"/>
                  </a:lnTo>
                  <a:lnTo>
                    <a:pt x="3936" y="45651"/>
                  </a:lnTo>
                  <a:lnTo>
                    <a:pt x="0" y="49494"/>
                  </a:lnTo>
                  <a:lnTo>
                    <a:pt x="11873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09736" y="4263316"/>
              <a:ext cx="118735" cy="117672"/>
            </a:xfrm>
            <a:custGeom>
              <a:avLst/>
              <a:pathLst>
                <a:path w="118735" h="117672">
                  <a:moveTo>
                    <a:pt x="0" y="0"/>
                  </a:moveTo>
                  <a:lnTo>
                    <a:pt x="118735" y="1176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18" y="4253182"/>
              <a:ext cx="334306" cy="294973"/>
            </a:xfrm>
            <a:custGeom>
              <a:avLst/>
              <a:pathLst>
                <a:path w="334306" h="294973">
                  <a:moveTo>
                    <a:pt x="48418" y="10133"/>
                  </a:moveTo>
                  <a:lnTo>
                    <a:pt x="44744" y="13961"/>
                  </a:lnTo>
                  <a:lnTo>
                    <a:pt x="41192" y="17903"/>
                  </a:lnTo>
                  <a:lnTo>
                    <a:pt x="37768" y="21955"/>
                  </a:lnTo>
                  <a:lnTo>
                    <a:pt x="34474" y="26115"/>
                  </a:lnTo>
                  <a:lnTo>
                    <a:pt x="31314" y="30377"/>
                  </a:lnTo>
                  <a:lnTo>
                    <a:pt x="28290" y="34737"/>
                  </a:lnTo>
                  <a:lnTo>
                    <a:pt x="25406" y="39190"/>
                  </a:lnTo>
                  <a:lnTo>
                    <a:pt x="22666" y="43733"/>
                  </a:lnTo>
                  <a:lnTo>
                    <a:pt x="20070" y="48361"/>
                  </a:lnTo>
                  <a:lnTo>
                    <a:pt x="17623" y="53069"/>
                  </a:lnTo>
                  <a:lnTo>
                    <a:pt x="15327" y="57852"/>
                  </a:lnTo>
                  <a:lnTo>
                    <a:pt x="13183" y="62705"/>
                  </a:lnTo>
                  <a:lnTo>
                    <a:pt x="11195" y="67624"/>
                  </a:lnTo>
                  <a:lnTo>
                    <a:pt x="9364" y="72604"/>
                  </a:lnTo>
                  <a:lnTo>
                    <a:pt x="7691" y="77639"/>
                  </a:lnTo>
                  <a:lnTo>
                    <a:pt x="6179" y="82725"/>
                  </a:lnTo>
                  <a:lnTo>
                    <a:pt x="4830" y="87856"/>
                  </a:lnTo>
                  <a:lnTo>
                    <a:pt x="3644" y="93028"/>
                  </a:lnTo>
                  <a:lnTo>
                    <a:pt x="2623" y="98234"/>
                  </a:lnTo>
                  <a:lnTo>
                    <a:pt x="1767" y="103471"/>
                  </a:lnTo>
                  <a:lnTo>
                    <a:pt x="1078" y="108732"/>
                  </a:lnTo>
                  <a:lnTo>
                    <a:pt x="556" y="114012"/>
                  </a:lnTo>
                  <a:lnTo>
                    <a:pt x="202" y="119306"/>
                  </a:lnTo>
                  <a:lnTo>
                    <a:pt x="17" y="124608"/>
                  </a:lnTo>
                  <a:lnTo>
                    <a:pt x="0" y="129914"/>
                  </a:lnTo>
                  <a:lnTo>
                    <a:pt x="151" y="135218"/>
                  </a:lnTo>
                  <a:lnTo>
                    <a:pt x="470" y="140514"/>
                  </a:lnTo>
                  <a:lnTo>
                    <a:pt x="957" y="145797"/>
                  </a:lnTo>
                  <a:lnTo>
                    <a:pt x="1612" y="151062"/>
                  </a:lnTo>
                  <a:lnTo>
                    <a:pt x="2433" y="156304"/>
                  </a:lnTo>
                  <a:lnTo>
                    <a:pt x="3421" y="161517"/>
                  </a:lnTo>
                  <a:lnTo>
                    <a:pt x="4573" y="166696"/>
                  </a:lnTo>
                  <a:lnTo>
                    <a:pt x="5889" y="171836"/>
                  </a:lnTo>
                  <a:lnTo>
                    <a:pt x="7368" y="176932"/>
                  </a:lnTo>
                  <a:lnTo>
                    <a:pt x="9007" y="181978"/>
                  </a:lnTo>
                  <a:lnTo>
                    <a:pt x="10806" y="186969"/>
                  </a:lnTo>
                  <a:lnTo>
                    <a:pt x="12762" y="191901"/>
                  </a:lnTo>
                  <a:lnTo>
                    <a:pt x="14874" y="196769"/>
                  </a:lnTo>
                  <a:lnTo>
                    <a:pt x="17139" y="201567"/>
                  </a:lnTo>
                  <a:lnTo>
                    <a:pt x="19556" y="206290"/>
                  </a:lnTo>
                  <a:lnTo>
                    <a:pt x="22121" y="210935"/>
                  </a:lnTo>
                  <a:lnTo>
                    <a:pt x="24832" y="215495"/>
                  </a:lnTo>
                  <a:lnTo>
                    <a:pt x="27686" y="219968"/>
                  </a:lnTo>
                  <a:lnTo>
                    <a:pt x="30682" y="224348"/>
                  </a:lnTo>
                  <a:lnTo>
                    <a:pt x="33814" y="228630"/>
                  </a:lnTo>
                  <a:lnTo>
                    <a:pt x="37081" y="232811"/>
                  </a:lnTo>
                  <a:lnTo>
                    <a:pt x="40479" y="236886"/>
                  </a:lnTo>
                  <a:lnTo>
                    <a:pt x="44004" y="240851"/>
                  </a:lnTo>
                  <a:lnTo>
                    <a:pt x="47654" y="244702"/>
                  </a:lnTo>
                  <a:lnTo>
                    <a:pt x="51424" y="248435"/>
                  </a:lnTo>
                  <a:lnTo>
                    <a:pt x="55310" y="252047"/>
                  </a:lnTo>
                  <a:lnTo>
                    <a:pt x="59309" y="255534"/>
                  </a:lnTo>
                  <a:lnTo>
                    <a:pt x="63417" y="258892"/>
                  </a:lnTo>
                  <a:lnTo>
                    <a:pt x="67629" y="262118"/>
                  </a:lnTo>
                  <a:lnTo>
                    <a:pt x="71942" y="265209"/>
                  </a:lnTo>
                  <a:lnTo>
                    <a:pt x="76351" y="268162"/>
                  </a:lnTo>
                  <a:lnTo>
                    <a:pt x="80850" y="270973"/>
                  </a:lnTo>
                  <a:lnTo>
                    <a:pt x="85437" y="273639"/>
                  </a:lnTo>
                  <a:lnTo>
                    <a:pt x="90107" y="276159"/>
                  </a:lnTo>
                  <a:lnTo>
                    <a:pt x="94853" y="278529"/>
                  </a:lnTo>
                  <a:lnTo>
                    <a:pt x="99673" y="280748"/>
                  </a:lnTo>
                  <a:lnTo>
                    <a:pt x="104561" y="282812"/>
                  </a:lnTo>
                  <a:lnTo>
                    <a:pt x="109511" y="284721"/>
                  </a:lnTo>
                  <a:lnTo>
                    <a:pt x="114520" y="286471"/>
                  </a:lnTo>
                  <a:lnTo>
                    <a:pt x="119582" y="288061"/>
                  </a:lnTo>
                  <a:lnTo>
                    <a:pt x="124692" y="289490"/>
                  </a:lnTo>
                  <a:lnTo>
                    <a:pt x="129844" y="290757"/>
                  </a:lnTo>
                  <a:lnTo>
                    <a:pt x="135034" y="291858"/>
                  </a:lnTo>
                  <a:lnTo>
                    <a:pt x="140257" y="292795"/>
                  </a:lnTo>
                  <a:lnTo>
                    <a:pt x="145506" y="293566"/>
                  </a:lnTo>
                  <a:lnTo>
                    <a:pt x="150778" y="294169"/>
                  </a:lnTo>
                  <a:lnTo>
                    <a:pt x="156065" y="294605"/>
                  </a:lnTo>
                  <a:lnTo>
                    <a:pt x="161364" y="294873"/>
                  </a:lnTo>
                  <a:lnTo>
                    <a:pt x="166669" y="294973"/>
                  </a:lnTo>
                  <a:lnTo>
                    <a:pt x="171975" y="294904"/>
                  </a:lnTo>
                  <a:lnTo>
                    <a:pt x="177275" y="294667"/>
                  </a:lnTo>
                  <a:lnTo>
                    <a:pt x="182565" y="294261"/>
                  </a:lnTo>
                  <a:lnTo>
                    <a:pt x="187840" y="293688"/>
                  </a:lnTo>
                  <a:lnTo>
                    <a:pt x="193094" y="292948"/>
                  </a:lnTo>
                  <a:lnTo>
                    <a:pt x="198322" y="292042"/>
                  </a:lnTo>
                  <a:lnTo>
                    <a:pt x="203518" y="290970"/>
                  </a:lnTo>
                  <a:lnTo>
                    <a:pt x="208678" y="289734"/>
                  </a:lnTo>
                  <a:lnTo>
                    <a:pt x="213796" y="288334"/>
                  </a:lnTo>
                  <a:lnTo>
                    <a:pt x="218867" y="286773"/>
                  </a:lnTo>
                  <a:lnTo>
                    <a:pt x="223885" y="285052"/>
                  </a:lnTo>
                  <a:lnTo>
                    <a:pt x="228847" y="283173"/>
                  </a:lnTo>
                  <a:lnTo>
                    <a:pt x="233747" y="281137"/>
                  </a:lnTo>
                  <a:lnTo>
                    <a:pt x="238579" y="278946"/>
                  </a:lnTo>
                  <a:lnTo>
                    <a:pt x="243340" y="276603"/>
                  </a:lnTo>
                  <a:lnTo>
                    <a:pt x="248023" y="274110"/>
                  </a:lnTo>
                  <a:lnTo>
                    <a:pt x="252626" y="271470"/>
                  </a:lnTo>
                  <a:lnTo>
                    <a:pt x="257142" y="268685"/>
                  </a:lnTo>
                  <a:lnTo>
                    <a:pt x="261567" y="265759"/>
                  </a:lnTo>
                  <a:lnTo>
                    <a:pt x="265898" y="262693"/>
                  </a:lnTo>
                  <a:lnTo>
                    <a:pt x="270129" y="259491"/>
                  </a:lnTo>
                  <a:lnTo>
                    <a:pt x="274256" y="256157"/>
                  </a:lnTo>
                  <a:lnTo>
                    <a:pt x="278275" y="252694"/>
                  </a:lnTo>
                  <a:lnTo>
                    <a:pt x="282183" y="249104"/>
                  </a:lnTo>
                  <a:lnTo>
                    <a:pt x="285974" y="245393"/>
                  </a:lnTo>
                  <a:lnTo>
                    <a:pt x="289646" y="241563"/>
                  </a:lnTo>
                  <a:lnTo>
                    <a:pt x="293194" y="237618"/>
                  </a:lnTo>
                  <a:lnTo>
                    <a:pt x="296616" y="233563"/>
                  </a:lnTo>
                  <a:lnTo>
                    <a:pt x="299907" y="229401"/>
                  </a:lnTo>
                  <a:lnTo>
                    <a:pt x="303064" y="225137"/>
                  </a:lnTo>
                  <a:lnTo>
                    <a:pt x="306084" y="220775"/>
                  </a:lnTo>
                  <a:lnTo>
                    <a:pt x="308965" y="216319"/>
                  </a:lnTo>
                  <a:lnTo>
                    <a:pt x="311702" y="211774"/>
                  </a:lnTo>
                  <a:lnTo>
                    <a:pt x="314294" y="207144"/>
                  </a:lnTo>
                  <a:lnTo>
                    <a:pt x="316738" y="202435"/>
                  </a:lnTo>
                  <a:lnTo>
                    <a:pt x="319031" y="197650"/>
                  </a:lnTo>
                  <a:lnTo>
                    <a:pt x="321171" y="192795"/>
                  </a:lnTo>
                  <a:lnTo>
                    <a:pt x="323156" y="187875"/>
                  </a:lnTo>
                  <a:lnTo>
                    <a:pt x="324984" y="182894"/>
                  </a:lnTo>
                  <a:lnTo>
                    <a:pt x="326652" y="177857"/>
                  </a:lnTo>
                  <a:lnTo>
                    <a:pt x="328160" y="172770"/>
                  </a:lnTo>
                  <a:lnTo>
                    <a:pt x="329506" y="167638"/>
                  </a:lnTo>
                  <a:lnTo>
                    <a:pt x="330689" y="162466"/>
                  </a:lnTo>
                  <a:lnTo>
                    <a:pt x="331706" y="157258"/>
                  </a:lnTo>
                  <a:lnTo>
                    <a:pt x="332558" y="152021"/>
                  </a:lnTo>
                  <a:lnTo>
                    <a:pt x="333243" y="146760"/>
                  </a:lnTo>
                  <a:lnTo>
                    <a:pt x="333761" y="141480"/>
                  </a:lnTo>
                  <a:lnTo>
                    <a:pt x="334111" y="136185"/>
                  </a:lnTo>
                  <a:lnTo>
                    <a:pt x="334293" y="130883"/>
                  </a:lnTo>
                  <a:lnTo>
                    <a:pt x="334306" y="125577"/>
                  </a:lnTo>
                  <a:lnTo>
                    <a:pt x="334151" y="120273"/>
                  </a:lnTo>
                  <a:lnTo>
                    <a:pt x="333828" y="114978"/>
                  </a:lnTo>
                  <a:lnTo>
                    <a:pt x="333337" y="109695"/>
                  </a:lnTo>
                  <a:lnTo>
                    <a:pt x="332679" y="104430"/>
                  </a:lnTo>
                  <a:lnTo>
                    <a:pt x="331853" y="99189"/>
                  </a:lnTo>
                  <a:lnTo>
                    <a:pt x="330862" y="93976"/>
                  </a:lnTo>
                  <a:lnTo>
                    <a:pt x="329706" y="88798"/>
                  </a:lnTo>
                  <a:lnTo>
                    <a:pt x="328386" y="83659"/>
                  </a:lnTo>
                  <a:lnTo>
                    <a:pt x="326904" y="78564"/>
                  </a:lnTo>
                  <a:lnTo>
                    <a:pt x="325261" y="73520"/>
                  </a:lnTo>
                  <a:lnTo>
                    <a:pt x="323459" y="68529"/>
                  </a:lnTo>
                  <a:lnTo>
                    <a:pt x="321499" y="63599"/>
                  </a:lnTo>
                  <a:lnTo>
                    <a:pt x="319383" y="58733"/>
                  </a:lnTo>
                  <a:lnTo>
                    <a:pt x="317115" y="53937"/>
                  </a:lnTo>
                  <a:lnTo>
                    <a:pt x="314695" y="49215"/>
                  </a:lnTo>
                  <a:lnTo>
                    <a:pt x="312126" y="44572"/>
                  </a:lnTo>
                  <a:lnTo>
                    <a:pt x="309412" y="40013"/>
                  </a:lnTo>
                  <a:lnTo>
                    <a:pt x="306554" y="35543"/>
                  </a:lnTo>
                  <a:lnTo>
                    <a:pt x="303556" y="31166"/>
                  </a:lnTo>
                  <a:lnTo>
                    <a:pt x="300420" y="26885"/>
                  </a:lnTo>
                  <a:lnTo>
                    <a:pt x="297151" y="22707"/>
                  </a:lnTo>
                  <a:lnTo>
                    <a:pt x="293750" y="18634"/>
                  </a:lnTo>
                  <a:lnTo>
                    <a:pt x="290221" y="14672"/>
                  </a:lnTo>
                  <a:lnTo>
                    <a:pt x="286569" y="10823"/>
                  </a:lnTo>
                  <a:lnTo>
                    <a:pt x="282797" y="7093"/>
                  </a:lnTo>
                  <a:lnTo>
                    <a:pt x="278907" y="3483"/>
                  </a:lnTo>
                  <a:lnTo>
                    <a:pt x="274906" y="0"/>
                  </a:lnTo>
                  <a:lnTo>
                    <a:pt x="167154" y="127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7752" cy="167167"/>
            </a:xfrm>
            <a:custGeom>
              <a:avLst/>
              <a:pathLst>
                <a:path w="107752" h="167167">
                  <a:moveTo>
                    <a:pt x="107752" y="39361"/>
                  </a:moveTo>
                  <a:lnTo>
                    <a:pt x="103429" y="35838"/>
                  </a:lnTo>
                  <a:lnTo>
                    <a:pt x="98992" y="32462"/>
                  </a:lnTo>
                  <a:lnTo>
                    <a:pt x="94445" y="29236"/>
                  </a:lnTo>
                  <a:lnTo>
                    <a:pt x="89792" y="26163"/>
                  </a:lnTo>
                  <a:lnTo>
                    <a:pt x="85040" y="23247"/>
                  </a:lnTo>
                  <a:lnTo>
                    <a:pt x="80193" y="20491"/>
                  </a:lnTo>
                  <a:lnTo>
                    <a:pt x="75257" y="17898"/>
                  </a:lnTo>
                  <a:lnTo>
                    <a:pt x="70237" y="15471"/>
                  </a:lnTo>
                  <a:lnTo>
                    <a:pt x="65139" y="13213"/>
                  </a:lnTo>
                  <a:lnTo>
                    <a:pt x="59968" y="11126"/>
                  </a:lnTo>
                  <a:lnTo>
                    <a:pt x="54731" y="9213"/>
                  </a:lnTo>
                  <a:lnTo>
                    <a:pt x="49433" y="7476"/>
                  </a:lnTo>
                  <a:lnTo>
                    <a:pt x="44080" y="5916"/>
                  </a:lnTo>
                  <a:lnTo>
                    <a:pt x="38678" y="4536"/>
                  </a:lnTo>
                  <a:lnTo>
                    <a:pt x="33232" y="3336"/>
                  </a:lnTo>
                  <a:lnTo>
                    <a:pt x="27750" y="2319"/>
                  </a:lnTo>
                  <a:lnTo>
                    <a:pt x="22237" y="1485"/>
                  </a:lnTo>
                  <a:lnTo>
                    <a:pt x="16700" y="836"/>
                  </a:lnTo>
                  <a:lnTo>
                    <a:pt x="11143" y="371"/>
                  </a:lnTo>
                  <a:lnTo>
                    <a:pt x="557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7904" y="3707720"/>
              <a:ext cx="161106" cy="167167"/>
            </a:xfrm>
            <a:custGeom>
              <a:avLst/>
              <a:pathLst>
                <a:path w="161106" h="167167">
                  <a:moveTo>
                    <a:pt x="161106" y="0"/>
                  </a:moveTo>
                  <a:lnTo>
                    <a:pt x="155671" y="88"/>
                  </a:lnTo>
                  <a:lnTo>
                    <a:pt x="150242" y="353"/>
                  </a:lnTo>
                  <a:lnTo>
                    <a:pt x="144825" y="794"/>
                  </a:lnTo>
                  <a:lnTo>
                    <a:pt x="139424" y="1412"/>
                  </a:lnTo>
                  <a:lnTo>
                    <a:pt x="134047" y="2204"/>
                  </a:lnTo>
                  <a:lnTo>
                    <a:pt x="128698" y="3171"/>
                  </a:lnTo>
                  <a:lnTo>
                    <a:pt x="123383" y="4311"/>
                  </a:lnTo>
                  <a:lnTo>
                    <a:pt x="118108" y="5624"/>
                  </a:lnTo>
                  <a:lnTo>
                    <a:pt x="112879" y="7107"/>
                  </a:lnTo>
                  <a:lnTo>
                    <a:pt x="107701" y="8760"/>
                  </a:lnTo>
                  <a:lnTo>
                    <a:pt x="102579" y="10580"/>
                  </a:lnTo>
                  <a:lnTo>
                    <a:pt x="97519" y="12566"/>
                  </a:lnTo>
                  <a:lnTo>
                    <a:pt x="92526" y="14715"/>
                  </a:lnTo>
                  <a:lnTo>
                    <a:pt x="87606" y="17025"/>
                  </a:lnTo>
                  <a:lnTo>
                    <a:pt x="82763" y="19494"/>
                  </a:lnTo>
                  <a:lnTo>
                    <a:pt x="78004" y="22119"/>
                  </a:lnTo>
                  <a:lnTo>
                    <a:pt x="73332" y="24898"/>
                  </a:lnTo>
                  <a:lnTo>
                    <a:pt x="68753" y="27827"/>
                  </a:lnTo>
                  <a:lnTo>
                    <a:pt x="64271" y="30903"/>
                  </a:lnTo>
                  <a:lnTo>
                    <a:pt x="59892" y="34123"/>
                  </a:lnTo>
                  <a:lnTo>
                    <a:pt x="55620" y="37484"/>
                  </a:lnTo>
                  <a:lnTo>
                    <a:pt x="51460" y="40982"/>
                  </a:lnTo>
                  <a:lnTo>
                    <a:pt x="47415" y="44614"/>
                  </a:lnTo>
                  <a:lnTo>
                    <a:pt x="43491" y="48375"/>
                  </a:lnTo>
                  <a:lnTo>
                    <a:pt x="39691" y="52262"/>
                  </a:lnTo>
                  <a:lnTo>
                    <a:pt x="36019" y="56270"/>
                  </a:lnTo>
                  <a:lnTo>
                    <a:pt x="32480" y="60395"/>
                  </a:lnTo>
                  <a:lnTo>
                    <a:pt x="29077" y="64633"/>
                  </a:lnTo>
                  <a:lnTo>
                    <a:pt x="25813" y="68980"/>
                  </a:lnTo>
                  <a:lnTo>
                    <a:pt x="22692" y="73431"/>
                  </a:lnTo>
                  <a:lnTo>
                    <a:pt x="19718" y="77980"/>
                  </a:lnTo>
                  <a:lnTo>
                    <a:pt x="16893" y="82624"/>
                  </a:lnTo>
                  <a:lnTo>
                    <a:pt x="14221" y="87358"/>
                  </a:lnTo>
                  <a:lnTo>
                    <a:pt x="11704" y="92175"/>
                  </a:lnTo>
                  <a:lnTo>
                    <a:pt x="9344" y="97072"/>
                  </a:lnTo>
                  <a:lnTo>
                    <a:pt x="7146" y="102043"/>
                  </a:lnTo>
                  <a:lnTo>
                    <a:pt x="5110" y="107083"/>
                  </a:lnTo>
                  <a:lnTo>
                    <a:pt x="3239" y="112187"/>
                  </a:lnTo>
                  <a:lnTo>
                    <a:pt x="1535" y="117349"/>
                  </a:lnTo>
                  <a:lnTo>
                    <a:pt x="0" y="122563"/>
                  </a:lnTo>
                  <a:lnTo>
                    <a:pt x="16110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62" y="3707875"/>
              <a:ext cx="334311" cy="334178"/>
            </a:xfrm>
            <a:custGeom>
              <a:avLst/>
              <a:pathLst>
                <a:path w="334311" h="334178">
                  <a:moveTo>
                    <a:pt x="6042" y="122408"/>
                  </a:moveTo>
                  <a:lnTo>
                    <a:pt x="4710" y="127531"/>
                  </a:lnTo>
                  <a:lnTo>
                    <a:pt x="3542" y="132693"/>
                  </a:lnTo>
                  <a:lnTo>
                    <a:pt x="2537" y="137889"/>
                  </a:lnTo>
                  <a:lnTo>
                    <a:pt x="1698" y="143115"/>
                  </a:lnTo>
                  <a:lnTo>
                    <a:pt x="1024" y="148365"/>
                  </a:lnTo>
                  <a:lnTo>
                    <a:pt x="517" y="153634"/>
                  </a:lnTo>
                  <a:lnTo>
                    <a:pt x="177" y="158915"/>
                  </a:lnTo>
                  <a:lnTo>
                    <a:pt x="5" y="164205"/>
                  </a:lnTo>
                  <a:lnTo>
                    <a:pt x="0" y="169498"/>
                  </a:lnTo>
                  <a:lnTo>
                    <a:pt x="162" y="174789"/>
                  </a:lnTo>
                  <a:lnTo>
                    <a:pt x="492" y="180071"/>
                  </a:lnTo>
                  <a:lnTo>
                    <a:pt x="989" y="185341"/>
                  </a:lnTo>
                  <a:lnTo>
                    <a:pt x="1652" y="190592"/>
                  </a:lnTo>
                  <a:lnTo>
                    <a:pt x="2482" y="195819"/>
                  </a:lnTo>
                  <a:lnTo>
                    <a:pt x="3476" y="201018"/>
                  </a:lnTo>
                  <a:lnTo>
                    <a:pt x="4635" y="206182"/>
                  </a:lnTo>
                  <a:lnTo>
                    <a:pt x="5956" y="211307"/>
                  </a:lnTo>
                  <a:lnTo>
                    <a:pt x="7439" y="216388"/>
                  </a:lnTo>
                  <a:lnTo>
                    <a:pt x="9083" y="221419"/>
                  </a:lnTo>
                  <a:lnTo>
                    <a:pt x="10884" y="226396"/>
                  </a:lnTo>
                  <a:lnTo>
                    <a:pt x="12843" y="231313"/>
                  </a:lnTo>
                  <a:lnTo>
                    <a:pt x="14956" y="236166"/>
                  </a:lnTo>
                  <a:lnTo>
                    <a:pt x="17221" y="240949"/>
                  </a:lnTo>
                  <a:lnTo>
                    <a:pt x="19637" y="245659"/>
                  </a:lnTo>
                  <a:lnTo>
                    <a:pt x="22201" y="250289"/>
                  </a:lnTo>
                  <a:lnTo>
                    <a:pt x="24910" y="254836"/>
                  </a:lnTo>
                  <a:lnTo>
                    <a:pt x="27761" y="259295"/>
                  </a:lnTo>
                  <a:lnTo>
                    <a:pt x="30753" y="263662"/>
                  </a:lnTo>
                  <a:lnTo>
                    <a:pt x="33881" y="267931"/>
                  </a:lnTo>
                  <a:lnTo>
                    <a:pt x="37142" y="272100"/>
                  </a:lnTo>
                  <a:lnTo>
                    <a:pt x="40534" y="276163"/>
                  </a:lnTo>
                  <a:lnTo>
                    <a:pt x="44053" y="280116"/>
                  </a:lnTo>
                  <a:lnTo>
                    <a:pt x="47696" y="283956"/>
                  </a:lnTo>
                  <a:lnTo>
                    <a:pt x="51458" y="287679"/>
                  </a:lnTo>
                  <a:lnTo>
                    <a:pt x="55336" y="291281"/>
                  </a:lnTo>
                  <a:lnTo>
                    <a:pt x="59326" y="294759"/>
                  </a:lnTo>
                  <a:lnTo>
                    <a:pt x="63424" y="298108"/>
                  </a:lnTo>
                  <a:lnTo>
                    <a:pt x="67626" y="301326"/>
                  </a:lnTo>
                  <a:lnTo>
                    <a:pt x="71928" y="304410"/>
                  </a:lnTo>
                  <a:lnTo>
                    <a:pt x="76326" y="307355"/>
                  </a:lnTo>
                  <a:lnTo>
                    <a:pt x="80814" y="310160"/>
                  </a:lnTo>
                  <a:lnTo>
                    <a:pt x="85389" y="312821"/>
                  </a:lnTo>
                  <a:lnTo>
                    <a:pt x="90046" y="315337"/>
                  </a:lnTo>
                  <a:lnTo>
                    <a:pt x="94780" y="317703"/>
                  </a:lnTo>
                  <a:lnTo>
                    <a:pt x="99587" y="319919"/>
                  </a:lnTo>
                  <a:lnTo>
                    <a:pt x="104462" y="321981"/>
                  </a:lnTo>
                  <a:lnTo>
                    <a:pt x="109399" y="323888"/>
                  </a:lnTo>
                  <a:lnTo>
                    <a:pt x="114395" y="325637"/>
                  </a:lnTo>
                  <a:lnTo>
                    <a:pt x="119443" y="327228"/>
                  </a:lnTo>
                  <a:lnTo>
                    <a:pt x="124539" y="328658"/>
                  </a:lnTo>
                  <a:lnTo>
                    <a:pt x="129677" y="329926"/>
                  </a:lnTo>
                  <a:lnTo>
                    <a:pt x="134854" y="331030"/>
                  </a:lnTo>
                  <a:lnTo>
                    <a:pt x="140062" y="331971"/>
                  </a:lnTo>
                  <a:lnTo>
                    <a:pt x="145298" y="332745"/>
                  </a:lnTo>
                  <a:lnTo>
                    <a:pt x="150556" y="333354"/>
                  </a:lnTo>
                  <a:lnTo>
                    <a:pt x="155830" y="333796"/>
                  </a:lnTo>
                  <a:lnTo>
                    <a:pt x="161116" y="334071"/>
                  </a:lnTo>
                  <a:lnTo>
                    <a:pt x="166408" y="334178"/>
                  </a:lnTo>
                  <a:lnTo>
                    <a:pt x="171700" y="334118"/>
                  </a:lnTo>
                  <a:lnTo>
                    <a:pt x="176988" y="333890"/>
                  </a:lnTo>
                  <a:lnTo>
                    <a:pt x="182266" y="333495"/>
                  </a:lnTo>
                  <a:lnTo>
                    <a:pt x="187529" y="332933"/>
                  </a:lnTo>
                  <a:lnTo>
                    <a:pt x="192771" y="332204"/>
                  </a:lnTo>
                  <a:lnTo>
                    <a:pt x="197988" y="331310"/>
                  </a:lnTo>
                  <a:lnTo>
                    <a:pt x="203174" y="330252"/>
                  </a:lnTo>
                  <a:lnTo>
                    <a:pt x="208324" y="329029"/>
                  </a:lnTo>
                  <a:lnTo>
                    <a:pt x="213432" y="327645"/>
                  </a:lnTo>
                  <a:lnTo>
                    <a:pt x="218494" y="326099"/>
                  </a:lnTo>
                  <a:lnTo>
                    <a:pt x="223505" y="324394"/>
                  </a:lnTo>
                  <a:lnTo>
                    <a:pt x="228459" y="322531"/>
                  </a:lnTo>
                  <a:lnTo>
                    <a:pt x="233352" y="320512"/>
                  </a:lnTo>
                  <a:lnTo>
                    <a:pt x="238178" y="318339"/>
                  </a:lnTo>
                  <a:lnTo>
                    <a:pt x="242933" y="316014"/>
                  </a:lnTo>
                  <a:lnTo>
                    <a:pt x="247612" y="313541"/>
                  </a:lnTo>
                  <a:lnTo>
                    <a:pt x="252210" y="310920"/>
                  </a:lnTo>
                  <a:lnTo>
                    <a:pt x="256724" y="308155"/>
                  </a:lnTo>
                  <a:lnTo>
                    <a:pt x="261147" y="305248"/>
                  </a:lnTo>
                  <a:lnTo>
                    <a:pt x="265476" y="302203"/>
                  </a:lnTo>
                  <a:lnTo>
                    <a:pt x="269707" y="299023"/>
                  </a:lnTo>
                  <a:lnTo>
                    <a:pt x="273834" y="295710"/>
                  </a:lnTo>
                  <a:lnTo>
                    <a:pt x="277855" y="292268"/>
                  </a:lnTo>
                  <a:lnTo>
                    <a:pt x="281765" y="288700"/>
                  </a:lnTo>
                  <a:lnTo>
                    <a:pt x="285560" y="285011"/>
                  </a:lnTo>
                  <a:lnTo>
                    <a:pt x="289236" y="281203"/>
                  </a:lnTo>
                  <a:lnTo>
                    <a:pt x="292790" y="277281"/>
                  </a:lnTo>
                  <a:lnTo>
                    <a:pt x="296218" y="273248"/>
                  </a:lnTo>
                  <a:lnTo>
                    <a:pt x="299516" y="269109"/>
                  </a:lnTo>
                  <a:lnTo>
                    <a:pt x="302682" y="264867"/>
                  </a:lnTo>
                  <a:lnTo>
                    <a:pt x="305712" y="260527"/>
                  </a:lnTo>
                  <a:lnTo>
                    <a:pt x="308603" y="256094"/>
                  </a:lnTo>
                  <a:lnTo>
                    <a:pt x="311352" y="251571"/>
                  </a:lnTo>
                  <a:lnTo>
                    <a:pt x="313957" y="246963"/>
                  </a:lnTo>
                  <a:lnTo>
                    <a:pt x="316415" y="242276"/>
                  </a:lnTo>
                  <a:lnTo>
                    <a:pt x="318722" y="237512"/>
                  </a:lnTo>
                  <a:lnTo>
                    <a:pt x="320878" y="232679"/>
                  </a:lnTo>
                  <a:lnTo>
                    <a:pt x="322880" y="227779"/>
                  </a:lnTo>
                  <a:lnTo>
                    <a:pt x="324726" y="222818"/>
                  </a:lnTo>
                  <a:lnTo>
                    <a:pt x="326414" y="217802"/>
                  </a:lnTo>
                  <a:lnTo>
                    <a:pt x="327942" y="212734"/>
                  </a:lnTo>
                  <a:lnTo>
                    <a:pt x="329308" y="207621"/>
                  </a:lnTo>
                  <a:lnTo>
                    <a:pt x="330513" y="202467"/>
                  </a:lnTo>
                  <a:lnTo>
                    <a:pt x="331553" y="197278"/>
                  </a:lnTo>
                  <a:lnTo>
                    <a:pt x="332429" y="192058"/>
                  </a:lnTo>
                  <a:lnTo>
                    <a:pt x="333139" y="186813"/>
                  </a:lnTo>
                  <a:lnTo>
                    <a:pt x="333683" y="181548"/>
                  </a:lnTo>
                  <a:lnTo>
                    <a:pt x="334059" y="176269"/>
                  </a:lnTo>
                  <a:lnTo>
                    <a:pt x="334269" y="170980"/>
                  </a:lnTo>
                  <a:lnTo>
                    <a:pt x="334311" y="165687"/>
                  </a:lnTo>
                  <a:lnTo>
                    <a:pt x="334185" y="160396"/>
                  </a:lnTo>
                  <a:lnTo>
                    <a:pt x="333892" y="155111"/>
                  </a:lnTo>
                  <a:lnTo>
                    <a:pt x="333431" y="149838"/>
                  </a:lnTo>
                  <a:lnTo>
                    <a:pt x="332804" y="144583"/>
                  </a:lnTo>
                  <a:lnTo>
                    <a:pt x="332011" y="139350"/>
                  </a:lnTo>
                  <a:lnTo>
                    <a:pt x="331053" y="134144"/>
                  </a:lnTo>
                  <a:lnTo>
                    <a:pt x="329930" y="128972"/>
                  </a:lnTo>
                  <a:lnTo>
                    <a:pt x="328644" y="123838"/>
                  </a:lnTo>
                  <a:lnTo>
                    <a:pt x="327197" y="118747"/>
                  </a:lnTo>
                  <a:lnTo>
                    <a:pt x="325588" y="113704"/>
                  </a:lnTo>
                  <a:lnTo>
                    <a:pt x="323821" y="108715"/>
                  </a:lnTo>
                  <a:lnTo>
                    <a:pt x="321897" y="103784"/>
                  </a:lnTo>
                  <a:lnTo>
                    <a:pt x="319818" y="98917"/>
                  </a:lnTo>
                  <a:lnTo>
                    <a:pt x="317586" y="94118"/>
                  </a:lnTo>
                  <a:lnTo>
                    <a:pt x="315203" y="89392"/>
                  </a:lnTo>
                  <a:lnTo>
                    <a:pt x="312671" y="84744"/>
                  </a:lnTo>
                  <a:lnTo>
                    <a:pt x="309994" y="80178"/>
                  </a:lnTo>
                  <a:lnTo>
                    <a:pt x="307173" y="75700"/>
                  </a:lnTo>
                  <a:lnTo>
                    <a:pt x="304212" y="71312"/>
                  </a:lnTo>
                  <a:lnTo>
                    <a:pt x="301114" y="67021"/>
                  </a:lnTo>
                  <a:lnTo>
                    <a:pt x="297881" y="62830"/>
                  </a:lnTo>
                  <a:lnTo>
                    <a:pt x="294518" y="58744"/>
                  </a:lnTo>
                  <a:lnTo>
                    <a:pt x="291026" y="54766"/>
                  </a:lnTo>
                  <a:lnTo>
                    <a:pt x="287411" y="50900"/>
                  </a:lnTo>
                  <a:lnTo>
                    <a:pt x="283675" y="47151"/>
                  </a:lnTo>
                  <a:lnTo>
                    <a:pt x="279822" y="43523"/>
                  </a:lnTo>
                  <a:lnTo>
                    <a:pt x="275856" y="40017"/>
                  </a:lnTo>
                  <a:lnTo>
                    <a:pt x="271781" y="36640"/>
                  </a:lnTo>
                  <a:lnTo>
                    <a:pt x="267601" y="33393"/>
                  </a:lnTo>
                  <a:lnTo>
                    <a:pt x="263321" y="30279"/>
                  </a:lnTo>
                  <a:lnTo>
                    <a:pt x="258944" y="27303"/>
                  </a:lnTo>
                  <a:lnTo>
                    <a:pt x="254475" y="24467"/>
                  </a:lnTo>
                  <a:lnTo>
                    <a:pt x="249919" y="21774"/>
                  </a:lnTo>
                  <a:lnTo>
                    <a:pt x="245279" y="19227"/>
                  </a:lnTo>
                  <a:lnTo>
                    <a:pt x="240562" y="16827"/>
                  </a:lnTo>
                  <a:lnTo>
                    <a:pt x="235770" y="14579"/>
                  </a:lnTo>
                  <a:lnTo>
                    <a:pt x="230910" y="12482"/>
                  </a:lnTo>
                  <a:lnTo>
                    <a:pt x="225986" y="10541"/>
                  </a:lnTo>
                  <a:lnTo>
                    <a:pt x="221003" y="8757"/>
                  </a:lnTo>
                  <a:lnTo>
                    <a:pt x="215966" y="7132"/>
                  </a:lnTo>
                  <a:lnTo>
                    <a:pt x="210880" y="5666"/>
                  </a:lnTo>
                  <a:lnTo>
                    <a:pt x="205750" y="4363"/>
                  </a:lnTo>
                  <a:lnTo>
                    <a:pt x="200582" y="3222"/>
                  </a:lnTo>
                  <a:lnTo>
                    <a:pt x="195380" y="2246"/>
                  </a:lnTo>
                  <a:lnTo>
                    <a:pt x="190150" y="1435"/>
                  </a:lnTo>
                  <a:lnTo>
                    <a:pt x="184896" y="789"/>
                  </a:lnTo>
                  <a:lnTo>
                    <a:pt x="179625" y="311"/>
                  </a:lnTo>
                  <a:lnTo>
                    <a:pt x="174341" y="0"/>
                  </a:lnTo>
                  <a:lnTo>
                    <a:pt x="167148" y="167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7193" cy="167167"/>
            </a:xfrm>
            <a:custGeom>
              <a:avLst/>
              <a:pathLst>
                <a:path w="7193" h="167167">
                  <a:moveTo>
                    <a:pt x="7193" y="1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2025-06-05T23:59:30Z</dcterms:modified>
  <cp:category/>
</cp:coreProperties>
</file>