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14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039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430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221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2665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598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034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9303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793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064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148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879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182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545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177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890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613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111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774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5317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069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673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3397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699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337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1955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420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3751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278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470" y="3170392"/>
              <a:ext cx="2308" cy="167167"/>
            </a:xfrm>
            <a:custGeom>
              <a:avLst/>
              <a:pathLst>
                <a:path w="2308" h="167167">
                  <a:moveTo>
                    <a:pt x="2308" y="0"/>
                  </a:moveTo>
                  <a:lnTo>
                    <a:pt x="0" y="15"/>
                  </a:lnTo>
                  <a:lnTo>
                    <a:pt x="230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470" y="3170408"/>
              <a:ext cx="2308" cy="167151"/>
            </a:xfrm>
            <a:custGeom>
              <a:avLst/>
              <a:pathLst>
                <a:path w="2308" h="167151">
                  <a:moveTo>
                    <a:pt x="0" y="0"/>
                  </a:moveTo>
                  <a:lnTo>
                    <a:pt x="2308" y="16715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470" y="3170408"/>
              <a:ext cx="2308" cy="167151"/>
            </a:xfrm>
            <a:custGeom>
              <a:avLst/>
              <a:pathLst>
                <a:path w="2308" h="167151">
                  <a:moveTo>
                    <a:pt x="0" y="0"/>
                  </a:moveTo>
                  <a:lnTo>
                    <a:pt x="2308" y="16715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470" y="3170408"/>
              <a:ext cx="2308" cy="167151"/>
            </a:xfrm>
            <a:custGeom>
              <a:avLst/>
              <a:pathLst>
                <a:path w="2308" h="167151">
                  <a:moveTo>
                    <a:pt x="0" y="0"/>
                  </a:moveTo>
                  <a:lnTo>
                    <a:pt x="2308" y="16715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470" y="3170408"/>
              <a:ext cx="2308" cy="167151"/>
            </a:xfrm>
            <a:custGeom>
              <a:avLst/>
              <a:pathLst>
                <a:path w="2308" h="167151">
                  <a:moveTo>
                    <a:pt x="0" y="0"/>
                  </a:moveTo>
                  <a:lnTo>
                    <a:pt x="2308" y="1671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470" y="3170408"/>
              <a:ext cx="2308" cy="167151"/>
            </a:xfrm>
            <a:custGeom>
              <a:avLst/>
              <a:pathLst>
                <a:path w="2308" h="167151">
                  <a:moveTo>
                    <a:pt x="0" y="0"/>
                  </a:moveTo>
                  <a:lnTo>
                    <a:pt x="2308" y="1671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470" y="3170408"/>
              <a:ext cx="2308" cy="167151"/>
            </a:xfrm>
            <a:custGeom>
              <a:avLst/>
              <a:pathLst>
                <a:path w="2308" h="167151">
                  <a:moveTo>
                    <a:pt x="0" y="0"/>
                  </a:moveTo>
                  <a:lnTo>
                    <a:pt x="2308" y="1671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470" y="3170408"/>
              <a:ext cx="2308" cy="167151"/>
            </a:xfrm>
            <a:custGeom>
              <a:avLst/>
              <a:pathLst>
                <a:path w="2308" h="167151">
                  <a:moveTo>
                    <a:pt x="0" y="0"/>
                  </a:moveTo>
                  <a:lnTo>
                    <a:pt x="2308" y="1671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470" y="3170408"/>
              <a:ext cx="2308" cy="167151"/>
            </a:xfrm>
            <a:custGeom>
              <a:avLst/>
              <a:pathLst>
                <a:path w="2308" h="167151">
                  <a:moveTo>
                    <a:pt x="0" y="0"/>
                  </a:moveTo>
                  <a:lnTo>
                    <a:pt x="2308" y="16715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470" y="3170408"/>
              <a:ext cx="2308" cy="167151"/>
            </a:xfrm>
            <a:custGeom>
              <a:avLst/>
              <a:pathLst>
                <a:path w="2308" h="167151">
                  <a:moveTo>
                    <a:pt x="0" y="0"/>
                  </a:moveTo>
                  <a:lnTo>
                    <a:pt x="2308" y="16715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470" y="3170408"/>
              <a:ext cx="2308" cy="167151"/>
            </a:xfrm>
            <a:custGeom>
              <a:avLst/>
              <a:pathLst>
                <a:path w="2308" h="167151">
                  <a:moveTo>
                    <a:pt x="0" y="0"/>
                  </a:moveTo>
                  <a:lnTo>
                    <a:pt x="2308" y="1671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470" y="3170408"/>
              <a:ext cx="2308" cy="167151"/>
            </a:xfrm>
            <a:custGeom>
              <a:avLst/>
              <a:pathLst>
                <a:path w="2308" h="167151">
                  <a:moveTo>
                    <a:pt x="0" y="0"/>
                  </a:moveTo>
                  <a:lnTo>
                    <a:pt x="2308" y="1671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470" y="3170408"/>
              <a:ext cx="2308" cy="167151"/>
            </a:xfrm>
            <a:custGeom>
              <a:avLst/>
              <a:pathLst>
                <a:path w="2308" h="167151">
                  <a:moveTo>
                    <a:pt x="0" y="0"/>
                  </a:moveTo>
                  <a:lnTo>
                    <a:pt x="2308" y="1671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470" y="3170408"/>
              <a:ext cx="2308" cy="167151"/>
            </a:xfrm>
            <a:custGeom>
              <a:avLst/>
              <a:pathLst>
                <a:path w="2308" h="167151">
                  <a:moveTo>
                    <a:pt x="0" y="0"/>
                  </a:moveTo>
                  <a:lnTo>
                    <a:pt x="2308" y="1671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470" y="3170408"/>
              <a:ext cx="2308" cy="167151"/>
            </a:xfrm>
            <a:custGeom>
              <a:avLst/>
              <a:pathLst>
                <a:path w="2308" h="167151">
                  <a:moveTo>
                    <a:pt x="0" y="0"/>
                  </a:moveTo>
                  <a:lnTo>
                    <a:pt x="2308" y="1671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470" y="3170408"/>
              <a:ext cx="2308" cy="167151"/>
            </a:xfrm>
            <a:custGeom>
              <a:avLst/>
              <a:pathLst>
                <a:path w="2308" h="167151">
                  <a:moveTo>
                    <a:pt x="0" y="0"/>
                  </a:moveTo>
                  <a:lnTo>
                    <a:pt x="2308" y="1671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470" y="3170408"/>
              <a:ext cx="2308" cy="167151"/>
            </a:xfrm>
            <a:custGeom>
              <a:avLst/>
              <a:pathLst>
                <a:path w="2308" h="167151">
                  <a:moveTo>
                    <a:pt x="0" y="0"/>
                  </a:moveTo>
                  <a:lnTo>
                    <a:pt x="2308" y="1671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470" y="3170408"/>
              <a:ext cx="2308" cy="167151"/>
            </a:xfrm>
            <a:custGeom>
              <a:avLst/>
              <a:pathLst>
                <a:path w="2308" h="167151">
                  <a:moveTo>
                    <a:pt x="0" y="0"/>
                  </a:moveTo>
                  <a:lnTo>
                    <a:pt x="2308" y="1671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470" y="3170408"/>
              <a:ext cx="2308" cy="167151"/>
            </a:xfrm>
            <a:custGeom>
              <a:avLst/>
              <a:pathLst>
                <a:path w="2308" h="167151">
                  <a:moveTo>
                    <a:pt x="0" y="0"/>
                  </a:moveTo>
                  <a:lnTo>
                    <a:pt x="2308" y="1671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1470" y="3170408"/>
              <a:ext cx="2308" cy="167151"/>
            </a:xfrm>
            <a:custGeom>
              <a:avLst/>
              <a:pathLst>
                <a:path w="2308" h="167151">
                  <a:moveTo>
                    <a:pt x="0" y="0"/>
                  </a:moveTo>
                  <a:lnTo>
                    <a:pt x="2308" y="1671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1470" y="3170408"/>
              <a:ext cx="2308" cy="167151"/>
            </a:xfrm>
            <a:custGeom>
              <a:avLst/>
              <a:pathLst>
                <a:path w="2308" h="167151">
                  <a:moveTo>
                    <a:pt x="0" y="0"/>
                  </a:moveTo>
                  <a:lnTo>
                    <a:pt x="2308" y="1671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1470" y="3170408"/>
              <a:ext cx="2308" cy="167151"/>
            </a:xfrm>
            <a:custGeom>
              <a:avLst/>
              <a:pathLst>
                <a:path w="2308" h="167151">
                  <a:moveTo>
                    <a:pt x="0" y="0"/>
                  </a:moveTo>
                  <a:lnTo>
                    <a:pt x="2308" y="1671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1470" y="3170408"/>
              <a:ext cx="2308" cy="167151"/>
            </a:xfrm>
            <a:custGeom>
              <a:avLst/>
              <a:pathLst>
                <a:path w="2308" h="167151">
                  <a:moveTo>
                    <a:pt x="0" y="0"/>
                  </a:moveTo>
                  <a:lnTo>
                    <a:pt x="2308" y="1671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1470" y="3170408"/>
              <a:ext cx="2308" cy="167151"/>
            </a:xfrm>
            <a:custGeom>
              <a:avLst/>
              <a:pathLst>
                <a:path w="2308" h="167151">
                  <a:moveTo>
                    <a:pt x="0" y="0"/>
                  </a:moveTo>
                  <a:lnTo>
                    <a:pt x="2308" y="1671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1470" y="3170408"/>
              <a:ext cx="2308" cy="167151"/>
            </a:xfrm>
            <a:custGeom>
              <a:avLst/>
              <a:pathLst>
                <a:path w="2308" h="167151">
                  <a:moveTo>
                    <a:pt x="0" y="0"/>
                  </a:moveTo>
                  <a:lnTo>
                    <a:pt x="2308" y="1671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1470" y="3170408"/>
              <a:ext cx="2308" cy="167151"/>
            </a:xfrm>
            <a:custGeom>
              <a:avLst/>
              <a:pathLst>
                <a:path w="2308" h="167151">
                  <a:moveTo>
                    <a:pt x="0" y="0"/>
                  </a:moveTo>
                  <a:lnTo>
                    <a:pt x="2308" y="1671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16618" y="3170408"/>
              <a:ext cx="334322" cy="334318"/>
            </a:xfrm>
            <a:custGeom>
              <a:avLst/>
              <a:pathLst>
                <a:path w="334322" h="334318">
                  <a:moveTo>
                    <a:pt x="164852" y="0"/>
                  </a:moveTo>
                  <a:lnTo>
                    <a:pt x="159573" y="156"/>
                  </a:lnTo>
                  <a:lnTo>
                    <a:pt x="154303" y="479"/>
                  </a:lnTo>
                  <a:lnTo>
                    <a:pt x="149045" y="968"/>
                  </a:lnTo>
                  <a:lnTo>
                    <a:pt x="143805" y="1623"/>
                  </a:lnTo>
                  <a:lnTo>
                    <a:pt x="138589" y="2443"/>
                  </a:lnTo>
                  <a:lnTo>
                    <a:pt x="133401" y="3428"/>
                  </a:lnTo>
                  <a:lnTo>
                    <a:pt x="128247" y="4576"/>
                  </a:lnTo>
                  <a:lnTo>
                    <a:pt x="123131" y="5886"/>
                  </a:lnTo>
                  <a:lnTo>
                    <a:pt x="118060" y="7357"/>
                  </a:lnTo>
                  <a:lnTo>
                    <a:pt x="113038" y="8987"/>
                  </a:lnTo>
                  <a:lnTo>
                    <a:pt x="108069" y="10776"/>
                  </a:lnTo>
                  <a:lnTo>
                    <a:pt x="103160" y="12720"/>
                  </a:lnTo>
                  <a:lnTo>
                    <a:pt x="98314" y="14819"/>
                  </a:lnTo>
                  <a:lnTo>
                    <a:pt x="93537" y="17069"/>
                  </a:lnTo>
                  <a:lnTo>
                    <a:pt x="88834" y="19469"/>
                  </a:lnTo>
                  <a:lnTo>
                    <a:pt x="84208" y="22017"/>
                  </a:lnTo>
                  <a:lnTo>
                    <a:pt x="79666" y="24709"/>
                  </a:lnTo>
                  <a:lnTo>
                    <a:pt x="75210" y="27544"/>
                  </a:lnTo>
                  <a:lnTo>
                    <a:pt x="70847" y="30517"/>
                  </a:lnTo>
                  <a:lnTo>
                    <a:pt x="66580" y="33627"/>
                  </a:lnTo>
                  <a:lnTo>
                    <a:pt x="62413" y="36871"/>
                  </a:lnTo>
                  <a:lnTo>
                    <a:pt x="58350" y="40244"/>
                  </a:lnTo>
                  <a:lnTo>
                    <a:pt x="54396" y="43744"/>
                  </a:lnTo>
                  <a:lnTo>
                    <a:pt x="50555" y="47367"/>
                  </a:lnTo>
                  <a:lnTo>
                    <a:pt x="46830" y="51110"/>
                  </a:lnTo>
                  <a:lnTo>
                    <a:pt x="43225" y="54968"/>
                  </a:lnTo>
                  <a:lnTo>
                    <a:pt x="39743" y="58939"/>
                  </a:lnTo>
                  <a:lnTo>
                    <a:pt x="36389" y="63017"/>
                  </a:lnTo>
                  <a:lnTo>
                    <a:pt x="33165" y="67199"/>
                  </a:lnTo>
                  <a:lnTo>
                    <a:pt x="30075" y="71481"/>
                  </a:lnTo>
                  <a:lnTo>
                    <a:pt x="27122" y="75859"/>
                  </a:lnTo>
                  <a:lnTo>
                    <a:pt x="24308" y="80327"/>
                  </a:lnTo>
                  <a:lnTo>
                    <a:pt x="21637" y="84882"/>
                  </a:lnTo>
                  <a:lnTo>
                    <a:pt x="19112" y="89520"/>
                  </a:lnTo>
                  <a:lnTo>
                    <a:pt x="16734" y="94234"/>
                  </a:lnTo>
                  <a:lnTo>
                    <a:pt x="14506" y="99022"/>
                  </a:lnTo>
                  <a:lnTo>
                    <a:pt x="12430" y="103877"/>
                  </a:lnTo>
                  <a:lnTo>
                    <a:pt x="10509" y="108796"/>
                  </a:lnTo>
                  <a:lnTo>
                    <a:pt x="8744" y="113773"/>
                  </a:lnTo>
                  <a:lnTo>
                    <a:pt x="7137" y="118803"/>
                  </a:lnTo>
                  <a:lnTo>
                    <a:pt x="5690" y="123881"/>
                  </a:lnTo>
                  <a:lnTo>
                    <a:pt x="4404" y="129002"/>
                  </a:lnTo>
                  <a:lnTo>
                    <a:pt x="3280" y="134162"/>
                  </a:lnTo>
                  <a:lnTo>
                    <a:pt x="2320" y="139354"/>
                  </a:lnTo>
                  <a:lnTo>
                    <a:pt x="1524" y="144575"/>
                  </a:lnTo>
                  <a:lnTo>
                    <a:pt x="894" y="149817"/>
                  </a:lnTo>
                  <a:lnTo>
                    <a:pt x="429" y="155077"/>
                  </a:lnTo>
                  <a:lnTo>
                    <a:pt x="131" y="160349"/>
                  </a:lnTo>
                  <a:lnTo>
                    <a:pt x="0" y="165628"/>
                  </a:lnTo>
                  <a:lnTo>
                    <a:pt x="35" y="170909"/>
                  </a:lnTo>
                  <a:lnTo>
                    <a:pt x="237" y="176185"/>
                  </a:lnTo>
                  <a:lnTo>
                    <a:pt x="605" y="181453"/>
                  </a:lnTo>
                  <a:lnTo>
                    <a:pt x="1140" y="186706"/>
                  </a:lnTo>
                  <a:lnTo>
                    <a:pt x="1841" y="191940"/>
                  </a:lnTo>
                  <a:lnTo>
                    <a:pt x="2706" y="197149"/>
                  </a:lnTo>
                  <a:lnTo>
                    <a:pt x="3736" y="202328"/>
                  </a:lnTo>
                  <a:lnTo>
                    <a:pt x="4928" y="207472"/>
                  </a:lnTo>
                  <a:lnTo>
                    <a:pt x="6283" y="212576"/>
                  </a:lnTo>
                  <a:lnTo>
                    <a:pt x="7798" y="217635"/>
                  </a:lnTo>
                  <a:lnTo>
                    <a:pt x="9472" y="222643"/>
                  </a:lnTo>
                  <a:lnTo>
                    <a:pt x="11303" y="227596"/>
                  </a:lnTo>
                  <a:lnTo>
                    <a:pt x="13290" y="232488"/>
                  </a:lnTo>
                  <a:lnTo>
                    <a:pt x="15430" y="237315"/>
                  </a:lnTo>
                  <a:lnTo>
                    <a:pt x="17722" y="242073"/>
                  </a:lnTo>
                  <a:lnTo>
                    <a:pt x="20163" y="246755"/>
                  </a:lnTo>
                  <a:lnTo>
                    <a:pt x="22750" y="251358"/>
                  </a:lnTo>
                  <a:lnTo>
                    <a:pt x="25482" y="255877"/>
                  </a:lnTo>
                  <a:lnTo>
                    <a:pt x="28355" y="260308"/>
                  </a:lnTo>
                  <a:lnTo>
                    <a:pt x="31367" y="264645"/>
                  </a:lnTo>
                  <a:lnTo>
                    <a:pt x="34514" y="268886"/>
                  </a:lnTo>
                  <a:lnTo>
                    <a:pt x="37793" y="273024"/>
                  </a:lnTo>
                  <a:lnTo>
                    <a:pt x="41202" y="277057"/>
                  </a:lnTo>
                  <a:lnTo>
                    <a:pt x="44736" y="280981"/>
                  </a:lnTo>
                  <a:lnTo>
                    <a:pt x="48392" y="284791"/>
                  </a:lnTo>
                  <a:lnTo>
                    <a:pt x="52167" y="288483"/>
                  </a:lnTo>
                  <a:lnTo>
                    <a:pt x="56056" y="292055"/>
                  </a:lnTo>
                  <a:lnTo>
                    <a:pt x="60057" y="295501"/>
                  </a:lnTo>
                  <a:lnTo>
                    <a:pt x="64164" y="298820"/>
                  </a:lnTo>
                  <a:lnTo>
                    <a:pt x="68374" y="302007"/>
                  </a:lnTo>
                  <a:lnTo>
                    <a:pt x="72683" y="305060"/>
                  </a:lnTo>
                  <a:lnTo>
                    <a:pt x="77085" y="307975"/>
                  </a:lnTo>
                  <a:lnTo>
                    <a:pt x="81578" y="310750"/>
                  </a:lnTo>
                  <a:lnTo>
                    <a:pt x="86156" y="313382"/>
                  </a:lnTo>
                  <a:lnTo>
                    <a:pt x="90815" y="315867"/>
                  </a:lnTo>
                  <a:lnTo>
                    <a:pt x="95550" y="318204"/>
                  </a:lnTo>
                  <a:lnTo>
                    <a:pt x="100357" y="320390"/>
                  </a:lnTo>
                  <a:lnTo>
                    <a:pt x="105230" y="322424"/>
                  </a:lnTo>
                  <a:lnTo>
                    <a:pt x="110165" y="324302"/>
                  </a:lnTo>
                  <a:lnTo>
                    <a:pt x="115157" y="326024"/>
                  </a:lnTo>
                  <a:lnTo>
                    <a:pt x="120201" y="327587"/>
                  </a:lnTo>
                  <a:lnTo>
                    <a:pt x="125292" y="328990"/>
                  </a:lnTo>
                  <a:lnTo>
                    <a:pt x="130424" y="330232"/>
                  </a:lnTo>
                  <a:lnTo>
                    <a:pt x="135593" y="331311"/>
                  </a:lnTo>
                  <a:lnTo>
                    <a:pt x="140794" y="332226"/>
                  </a:lnTo>
                  <a:lnTo>
                    <a:pt x="146021" y="332976"/>
                  </a:lnTo>
                  <a:lnTo>
                    <a:pt x="151269" y="333561"/>
                  </a:lnTo>
                  <a:lnTo>
                    <a:pt x="156533" y="333980"/>
                  </a:lnTo>
                  <a:lnTo>
                    <a:pt x="161807" y="334233"/>
                  </a:lnTo>
                  <a:lnTo>
                    <a:pt x="167087" y="334318"/>
                  </a:lnTo>
                  <a:lnTo>
                    <a:pt x="172367" y="334237"/>
                  </a:lnTo>
                  <a:lnTo>
                    <a:pt x="177641" y="333990"/>
                  </a:lnTo>
                  <a:lnTo>
                    <a:pt x="182906" y="333575"/>
                  </a:lnTo>
                  <a:lnTo>
                    <a:pt x="188154" y="332995"/>
                  </a:lnTo>
                  <a:lnTo>
                    <a:pt x="193382" y="332249"/>
                  </a:lnTo>
                  <a:lnTo>
                    <a:pt x="198583" y="331339"/>
                  </a:lnTo>
                  <a:lnTo>
                    <a:pt x="203753" y="330264"/>
                  </a:lnTo>
                  <a:lnTo>
                    <a:pt x="208887" y="329027"/>
                  </a:lnTo>
                  <a:lnTo>
                    <a:pt x="213979" y="327628"/>
                  </a:lnTo>
                  <a:lnTo>
                    <a:pt x="219024" y="326070"/>
                  </a:lnTo>
                  <a:lnTo>
                    <a:pt x="224017" y="324352"/>
                  </a:lnTo>
                  <a:lnTo>
                    <a:pt x="228954" y="322478"/>
                  </a:lnTo>
                  <a:lnTo>
                    <a:pt x="233829" y="320449"/>
                  </a:lnTo>
                  <a:lnTo>
                    <a:pt x="238637" y="318267"/>
                  </a:lnTo>
                  <a:lnTo>
                    <a:pt x="243375" y="315934"/>
                  </a:lnTo>
                  <a:lnTo>
                    <a:pt x="248036" y="313452"/>
                  </a:lnTo>
                  <a:lnTo>
                    <a:pt x="252616" y="310825"/>
                  </a:lnTo>
                  <a:lnTo>
                    <a:pt x="257111" y="308054"/>
                  </a:lnTo>
                  <a:lnTo>
                    <a:pt x="261517" y="305143"/>
                  </a:lnTo>
                  <a:lnTo>
                    <a:pt x="265828" y="302094"/>
                  </a:lnTo>
                  <a:lnTo>
                    <a:pt x="270041" y="298910"/>
                  </a:lnTo>
                  <a:lnTo>
                    <a:pt x="274151" y="295595"/>
                  </a:lnTo>
                  <a:lnTo>
                    <a:pt x="278154" y="292152"/>
                  </a:lnTo>
                  <a:lnTo>
                    <a:pt x="282047" y="288584"/>
                  </a:lnTo>
                  <a:lnTo>
                    <a:pt x="285825" y="284895"/>
                  </a:lnTo>
                  <a:lnTo>
                    <a:pt x="289485" y="281088"/>
                  </a:lnTo>
                  <a:lnTo>
                    <a:pt x="293022" y="277167"/>
                  </a:lnTo>
                  <a:lnTo>
                    <a:pt x="296434" y="273137"/>
                  </a:lnTo>
                  <a:lnTo>
                    <a:pt x="299717" y="269001"/>
                  </a:lnTo>
                  <a:lnTo>
                    <a:pt x="302868" y="264764"/>
                  </a:lnTo>
                  <a:lnTo>
                    <a:pt x="305883" y="260429"/>
                  </a:lnTo>
                  <a:lnTo>
                    <a:pt x="308760" y="256001"/>
                  </a:lnTo>
                  <a:lnTo>
                    <a:pt x="311496" y="251484"/>
                  </a:lnTo>
                  <a:lnTo>
                    <a:pt x="314087" y="246884"/>
                  </a:lnTo>
                  <a:lnTo>
                    <a:pt x="316532" y="242203"/>
                  </a:lnTo>
                  <a:lnTo>
                    <a:pt x="318828" y="237448"/>
                  </a:lnTo>
                  <a:lnTo>
                    <a:pt x="320973" y="232623"/>
                  </a:lnTo>
                  <a:lnTo>
                    <a:pt x="322964" y="227732"/>
                  </a:lnTo>
                  <a:lnTo>
                    <a:pt x="324800" y="222781"/>
                  </a:lnTo>
                  <a:lnTo>
                    <a:pt x="326478" y="217774"/>
                  </a:lnTo>
                  <a:lnTo>
                    <a:pt x="327998" y="212717"/>
                  </a:lnTo>
                  <a:lnTo>
                    <a:pt x="329356" y="207614"/>
                  </a:lnTo>
                  <a:lnTo>
                    <a:pt x="330553" y="202471"/>
                  </a:lnTo>
                  <a:lnTo>
                    <a:pt x="331588" y="197293"/>
                  </a:lnTo>
                  <a:lnTo>
                    <a:pt x="332458" y="192085"/>
                  </a:lnTo>
                  <a:lnTo>
                    <a:pt x="333163" y="186851"/>
                  </a:lnTo>
                  <a:lnTo>
                    <a:pt x="333702" y="181599"/>
                  </a:lnTo>
                  <a:lnTo>
                    <a:pt x="334075" y="176331"/>
                  </a:lnTo>
                  <a:lnTo>
                    <a:pt x="334282" y="171055"/>
                  </a:lnTo>
                  <a:lnTo>
                    <a:pt x="334322" y="165775"/>
                  </a:lnTo>
                  <a:lnTo>
                    <a:pt x="334195" y="160496"/>
                  </a:lnTo>
                  <a:lnTo>
                    <a:pt x="333901" y="155223"/>
                  </a:lnTo>
                  <a:lnTo>
                    <a:pt x="333441" y="149963"/>
                  </a:lnTo>
                  <a:lnTo>
                    <a:pt x="332816" y="144720"/>
                  </a:lnTo>
                  <a:lnTo>
                    <a:pt x="332024" y="139499"/>
                  </a:lnTo>
                  <a:lnTo>
                    <a:pt x="331069" y="134305"/>
                  </a:lnTo>
                  <a:lnTo>
                    <a:pt x="329950" y="129145"/>
                  </a:lnTo>
                  <a:lnTo>
                    <a:pt x="328668" y="124022"/>
                  </a:lnTo>
                  <a:lnTo>
                    <a:pt x="327225" y="118943"/>
                  </a:lnTo>
                  <a:lnTo>
                    <a:pt x="325623" y="113911"/>
                  </a:lnTo>
                  <a:lnTo>
                    <a:pt x="323862" y="108933"/>
                  </a:lnTo>
                  <a:lnTo>
                    <a:pt x="321945" y="104013"/>
                  </a:lnTo>
                  <a:lnTo>
                    <a:pt x="319874" y="99155"/>
                  </a:lnTo>
                  <a:lnTo>
                    <a:pt x="317650" y="94366"/>
                  </a:lnTo>
                  <a:lnTo>
                    <a:pt x="315276" y="89649"/>
                  </a:lnTo>
                  <a:lnTo>
                    <a:pt x="312754" y="85010"/>
                  </a:lnTo>
                  <a:lnTo>
                    <a:pt x="310087" y="80452"/>
                  </a:lnTo>
                  <a:lnTo>
                    <a:pt x="307278" y="75981"/>
                  </a:lnTo>
                  <a:lnTo>
                    <a:pt x="304328" y="71601"/>
                  </a:lnTo>
                  <a:lnTo>
                    <a:pt x="301242" y="67316"/>
                  </a:lnTo>
                  <a:lnTo>
                    <a:pt x="298022" y="63131"/>
                  </a:lnTo>
                  <a:lnTo>
                    <a:pt x="294671" y="59050"/>
                  </a:lnTo>
                  <a:lnTo>
                    <a:pt x="291194" y="55077"/>
                  </a:lnTo>
                  <a:lnTo>
                    <a:pt x="287592" y="51215"/>
                  </a:lnTo>
                  <a:lnTo>
                    <a:pt x="283870" y="47469"/>
                  </a:lnTo>
                  <a:lnTo>
                    <a:pt x="280032" y="43843"/>
                  </a:lnTo>
                  <a:lnTo>
                    <a:pt x="276081" y="40339"/>
                  </a:lnTo>
                  <a:lnTo>
                    <a:pt x="272021" y="36962"/>
                  </a:lnTo>
                  <a:lnTo>
                    <a:pt x="267857" y="33715"/>
                  </a:lnTo>
                  <a:lnTo>
                    <a:pt x="263592" y="30602"/>
                  </a:lnTo>
                  <a:lnTo>
                    <a:pt x="259232" y="27624"/>
                  </a:lnTo>
                  <a:lnTo>
                    <a:pt x="254779" y="24786"/>
                  </a:lnTo>
                  <a:lnTo>
                    <a:pt x="250239" y="22089"/>
                  </a:lnTo>
                  <a:lnTo>
                    <a:pt x="245616" y="19538"/>
                  </a:lnTo>
                  <a:lnTo>
                    <a:pt x="240914" y="17133"/>
                  </a:lnTo>
                  <a:lnTo>
                    <a:pt x="236139" y="14879"/>
                  </a:lnTo>
                  <a:lnTo>
                    <a:pt x="231295" y="12776"/>
                  </a:lnTo>
                  <a:lnTo>
                    <a:pt x="226388" y="10827"/>
                  </a:lnTo>
                  <a:lnTo>
                    <a:pt x="221421" y="9035"/>
                  </a:lnTo>
                  <a:lnTo>
                    <a:pt x="216400" y="7400"/>
                  </a:lnTo>
                  <a:lnTo>
                    <a:pt x="211330" y="5924"/>
                  </a:lnTo>
                  <a:lnTo>
                    <a:pt x="206215" y="4610"/>
                  </a:lnTo>
                  <a:lnTo>
                    <a:pt x="201062" y="3457"/>
                  </a:lnTo>
                  <a:lnTo>
                    <a:pt x="195875" y="2468"/>
                  </a:lnTo>
                  <a:lnTo>
                    <a:pt x="190659" y="1644"/>
                  </a:lnTo>
                  <a:lnTo>
                    <a:pt x="185420" y="984"/>
                  </a:lnTo>
                  <a:lnTo>
                    <a:pt x="180163" y="490"/>
                  </a:lnTo>
                  <a:lnTo>
                    <a:pt x="174893" y="162"/>
                  </a:lnTo>
                  <a:lnTo>
                    <a:pt x="167160" y="1671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3779" y="3170392"/>
              <a:ext cx="7732" cy="167167"/>
            </a:xfrm>
            <a:custGeom>
              <a:avLst/>
              <a:pathLst>
                <a:path w="7732" h="167167">
                  <a:moveTo>
                    <a:pt x="7732" y="17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5861" y="2633064"/>
              <a:ext cx="33150" cy="167167"/>
            </a:xfrm>
            <a:custGeom>
              <a:avLst/>
              <a:pathLst>
                <a:path w="33150" h="167167">
                  <a:moveTo>
                    <a:pt x="33150" y="0"/>
                  </a:moveTo>
                  <a:lnTo>
                    <a:pt x="26477" y="133"/>
                  </a:lnTo>
                  <a:lnTo>
                    <a:pt x="19815" y="532"/>
                  </a:lnTo>
                  <a:lnTo>
                    <a:pt x="13175" y="1197"/>
                  </a:lnTo>
                  <a:lnTo>
                    <a:pt x="6566" y="2127"/>
                  </a:lnTo>
                  <a:lnTo>
                    <a:pt x="0" y="3319"/>
                  </a:lnTo>
                  <a:lnTo>
                    <a:pt x="3315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5861" y="2636384"/>
              <a:ext cx="33150" cy="163847"/>
            </a:xfrm>
            <a:custGeom>
              <a:avLst/>
              <a:pathLst>
                <a:path w="33150" h="163847">
                  <a:moveTo>
                    <a:pt x="0" y="0"/>
                  </a:moveTo>
                  <a:lnTo>
                    <a:pt x="33150" y="16384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5861" y="2636384"/>
              <a:ext cx="33150" cy="163847"/>
            </a:xfrm>
            <a:custGeom>
              <a:avLst/>
              <a:pathLst>
                <a:path w="33150" h="163847">
                  <a:moveTo>
                    <a:pt x="0" y="0"/>
                  </a:moveTo>
                  <a:lnTo>
                    <a:pt x="33150" y="16384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5861" y="2636384"/>
              <a:ext cx="33150" cy="163847"/>
            </a:xfrm>
            <a:custGeom>
              <a:avLst/>
              <a:pathLst>
                <a:path w="33150" h="163847">
                  <a:moveTo>
                    <a:pt x="0" y="0"/>
                  </a:moveTo>
                  <a:lnTo>
                    <a:pt x="33150" y="1638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5861" y="2636384"/>
              <a:ext cx="33150" cy="163847"/>
            </a:xfrm>
            <a:custGeom>
              <a:avLst/>
              <a:pathLst>
                <a:path w="33150" h="163847">
                  <a:moveTo>
                    <a:pt x="0" y="0"/>
                  </a:moveTo>
                  <a:lnTo>
                    <a:pt x="33150" y="1638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5861" y="2636384"/>
              <a:ext cx="33150" cy="163847"/>
            </a:xfrm>
            <a:custGeom>
              <a:avLst/>
              <a:pathLst>
                <a:path w="33150" h="163847">
                  <a:moveTo>
                    <a:pt x="0" y="0"/>
                  </a:moveTo>
                  <a:lnTo>
                    <a:pt x="33150" y="1638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5861" y="2636384"/>
              <a:ext cx="33150" cy="163847"/>
            </a:xfrm>
            <a:custGeom>
              <a:avLst/>
              <a:pathLst>
                <a:path w="33150" h="163847">
                  <a:moveTo>
                    <a:pt x="0" y="0"/>
                  </a:moveTo>
                  <a:lnTo>
                    <a:pt x="33150" y="1638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5861" y="2636384"/>
              <a:ext cx="33150" cy="163847"/>
            </a:xfrm>
            <a:custGeom>
              <a:avLst/>
              <a:pathLst>
                <a:path w="33150" h="163847">
                  <a:moveTo>
                    <a:pt x="0" y="0"/>
                  </a:moveTo>
                  <a:lnTo>
                    <a:pt x="33150" y="1638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5861" y="2636384"/>
              <a:ext cx="33150" cy="163847"/>
            </a:xfrm>
            <a:custGeom>
              <a:avLst/>
              <a:pathLst>
                <a:path w="33150" h="163847">
                  <a:moveTo>
                    <a:pt x="0" y="0"/>
                  </a:moveTo>
                  <a:lnTo>
                    <a:pt x="33150" y="1638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5861" y="2636384"/>
              <a:ext cx="33150" cy="163847"/>
            </a:xfrm>
            <a:custGeom>
              <a:avLst/>
              <a:pathLst>
                <a:path w="33150" h="163847">
                  <a:moveTo>
                    <a:pt x="0" y="0"/>
                  </a:moveTo>
                  <a:lnTo>
                    <a:pt x="33150" y="1638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5861" y="2636384"/>
              <a:ext cx="33150" cy="163847"/>
            </a:xfrm>
            <a:custGeom>
              <a:avLst/>
              <a:pathLst>
                <a:path w="33150" h="163847">
                  <a:moveTo>
                    <a:pt x="0" y="0"/>
                  </a:moveTo>
                  <a:lnTo>
                    <a:pt x="33150" y="1638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5861" y="2636384"/>
              <a:ext cx="33150" cy="163847"/>
            </a:xfrm>
            <a:custGeom>
              <a:avLst/>
              <a:pathLst>
                <a:path w="33150" h="163847">
                  <a:moveTo>
                    <a:pt x="0" y="0"/>
                  </a:moveTo>
                  <a:lnTo>
                    <a:pt x="33150" y="1638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5861" y="2636384"/>
              <a:ext cx="33150" cy="163847"/>
            </a:xfrm>
            <a:custGeom>
              <a:avLst/>
              <a:pathLst>
                <a:path w="33150" h="163847">
                  <a:moveTo>
                    <a:pt x="0" y="0"/>
                  </a:moveTo>
                  <a:lnTo>
                    <a:pt x="33150" y="1638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5861" y="2636384"/>
              <a:ext cx="33150" cy="163847"/>
            </a:xfrm>
            <a:custGeom>
              <a:avLst/>
              <a:pathLst>
                <a:path w="33150" h="163847">
                  <a:moveTo>
                    <a:pt x="0" y="0"/>
                  </a:moveTo>
                  <a:lnTo>
                    <a:pt x="33150" y="1638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5861" y="2636384"/>
              <a:ext cx="33150" cy="163847"/>
            </a:xfrm>
            <a:custGeom>
              <a:avLst/>
              <a:pathLst>
                <a:path w="33150" h="163847">
                  <a:moveTo>
                    <a:pt x="0" y="0"/>
                  </a:moveTo>
                  <a:lnTo>
                    <a:pt x="33150" y="1638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5861" y="2636384"/>
              <a:ext cx="33150" cy="163847"/>
            </a:xfrm>
            <a:custGeom>
              <a:avLst/>
              <a:pathLst>
                <a:path w="33150" h="163847">
                  <a:moveTo>
                    <a:pt x="0" y="0"/>
                  </a:moveTo>
                  <a:lnTo>
                    <a:pt x="33150" y="1638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5861" y="2636384"/>
              <a:ext cx="33150" cy="163847"/>
            </a:xfrm>
            <a:custGeom>
              <a:avLst/>
              <a:pathLst>
                <a:path w="33150" h="163847">
                  <a:moveTo>
                    <a:pt x="0" y="0"/>
                  </a:moveTo>
                  <a:lnTo>
                    <a:pt x="33150" y="1638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5861" y="2636384"/>
              <a:ext cx="33150" cy="163847"/>
            </a:xfrm>
            <a:custGeom>
              <a:avLst/>
              <a:pathLst>
                <a:path w="33150" h="163847">
                  <a:moveTo>
                    <a:pt x="0" y="0"/>
                  </a:moveTo>
                  <a:lnTo>
                    <a:pt x="33150" y="1638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5861" y="2636384"/>
              <a:ext cx="33150" cy="163847"/>
            </a:xfrm>
            <a:custGeom>
              <a:avLst/>
              <a:pathLst>
                <a:path w="33150" h="163847">
                  <a:moveTo>
                    <a:pt x="0" y="0"/>
                  </a:moveTo>
                  <a:lnTo>
                    <a:pt x="33150" y="1638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5861" y="2636384"/>
              <a:ext cx="33150" cy="163847"/>
            </a:xfrm>
            <a:custGeom>
              <a:avLst/>
              <a:pathLst>
                <a:path w="33150" h="163847">
                  <a:moveTo>
                    <a:pt x="0" y="0"/>
                  </a:moveTo>
                  <a:lnTo>
                    <a:pt x="33150" y="1638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5861" y="2636384"/>
              <a:ext cx="33150" cy="163847"/>
            </a:xfrm>
            <a:custGeom>
              <a:avLst/>
              <a:pathLst>
                <a:path w="33150" h="163847">
                  <a:moveTo>
                    <a:pt x="0" y="0"/>
                  </a:moveTo>
                  <a:lnTo>
                    <a:pt x="33150" y="1638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5861" y="2636384"/>
              <a:ext cx="33150" cy="163847"/>
            </a:xfrm>
            <a:custGeom>
              <a:avLst/>
              <a:pathLst>
                <a:path w="33150" h="163847">
                  <a:moveTo>
                    <a:pt x="0" y="0"/>
                  </a:moveTo>
                  <a:lnTo>
                    <a:pt x="33150" y="1638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5861" y="2636384"/>
              <a:ext cx="33150" cy="163847"/>
            </a:xfrm>
            <a:custGeom>
              <a:avLst/>
              <a:pathLst>
                <a:path w="33150" h="163847">
                  <a:moveTo>
                    <a:pt x="0" y="0"/>
                  </a:moveTo>
                  <a:lnTo>
                    <a:pt x="33150" y="1638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5861" y="2636384"/>
              <a:ext cx="33150" cy="163847"/>
            </a:xfrm>
            <a:custGeom>
              <a:avLst/>
              <a:pathLst>
                <a:path w="33150" h="163847">
                  <a:moveTo>
                    <a:pt x="0" y="0"/>
                  </a:moveTo>
                  <a:lnTo>
                    <a:pt x="33150" y="1638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5861" y="2636384"/>
              <a:ext cx="33150" cy="163847"/>
            </a:xfrm>
            <a:custGeom>
              <a:avLst/>
              <a:pathLst>
                <a:path w="33150" h="163847">
                  <a:moveTo>
                    <a:pt x="0" y="0"/>
                  </a:moveTo>
                  <a:lnTo>
                    <a:pt x="33150" y="1638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51851" y="2636384"/>
              <a:ext cx="334306" cy="331014"/>
            </a:xfrm>
            <a:custGeom>
              <a:avLst/>
              <a:pathLst>
                <a:path w="334306" h="331014">
                  <a:moveTo>
                    <a:pt x="134010" y="0"/>
                  </a:moveTo>
                  <a:lnTo>
                    <a:pt x="128838" y="1131"/>
                  </a:lnTo>
                  <a:lnTo>
                    <a:pt x="123705" y="2426"/>
                  </a:lnTo>
                  <a:lnTo>
                    <a:pt x="118616" y="3883"/>
                  </a:lnTo>
                  <a:lnTo>
                    <a:pt x="113575" y="5500"/>
                  </a:lnTo>
                  <a:lnTo>
                    <a:pt x="108588" y="7277"/>
                  </a:lnTo>
                  <a:lnTo>
                    <a:pt x="103660" y="9210"/>
                  </a:lnTo>
                  <a:lnTo>
                    <a:pt x="98795" y="11298"/>
                  </a:lnTo>
                  <a:lnTo>
                    <a:pt x="93999" y="13539"/>
                  </a:lnTo>
                  <a:lnTo>
                    <a:pt x="89277" y="15931"/>
                  </a:lnTo>
                  <a:lnTo>
                    <a:pt x="84632" y="18471"/>
                  </a:lnTo>
                  <a:lnTo>
                    <a:pt x="80070" y="21157"/>
                  </a:lnTo>
                  <a:lnTo>
                    <a:pt x="75596" y="23986"/>
                  </a:lnTo>
                  <a:lnTo>
                    <a:pt x="71213" y="26956"/>
                  </a:lnTo>
                  <a:lnTo>
                    <a:pt x="66927" y="30062"/>
                  </a:lnTo>
                  <a:lnTo>
                    <a:pt x="62741" y="33303"/>
                  </a:lnTo>
                  <a:lnTo>
                    <a:pt x="58660" y="36675"/>
                  </a:lnTo>
                  <a:lnTo>
                    <a:pt x="54688" y="40174"/>
                  </a:lnTo>
                  <a:lnTo>
                    <a:pt x="50828" y="43797"/>
                  </a:lnTo>
                  <a:lnTo>
                    <a:pt x="47085" y="47541"/>
                  </a:lnTo>
                  <a:lnTo>
                    <a:pt x="43463" y="51401"/>
                  </a:lnTo>
                  <a:lnTo>
                    <a:pt x="39964" y="55374"/>
                  </a:lnTo>
                  <a:lnTo>
                    <a:pt x="36594" y="59456"/>
                  </a:lnTo>
                  <a:lnTo>
                    <a:pt x="33354" y="63643"/>
                  </a:lnTo>
                  <a:lnTo>
                    <a:pt x="30248" y="67930"/>
                  </a:lnTo>
                  <a:lnTo>
                    <a:pt x="27279" y="72313"/>
                  </a:lnTo>
                  <a:lnTo>
                    <a:pt x="24451" y="76788"/>
                  </a:lnTo>
                  <a:lnTo>
                    <a:pt x="21766" y="81350"/>
                  </a:lnTo>
                  <a:lnTo>
                    <a:pt x="19227" y="85995"/>
                  </a:lnTo>
                  <a:lnTo>
                    <a:pt x="16836" y="90718"/>
                  </a:lnTo>
                  <a:lnTo>
                    <a:pt x="14596" y="95515"/>
                  </a:lnTo>
                  <a:lnTo>
                    <a:pt x="12509" y="100380"/>
                  </a:lnTo>
                  <a:lnTo>
                    <a:pt x="10577" y="105308"/>
                  </a:lnTo>
                  <a:lnTo>
                    <a:pt x="8802" y="110296"/>
                  </a:lnTo>
                  <a:lnTo>
                    <a:pt x="7185" y="115337"/>
                  </a:lnTo>
                  <a:lnTo>
                    <a:pt x="5730" y="120426"/>
                  </a:lnTo>
                  <a:lnTo>
                    <a:pt x="4436" y="125560"/>
                  </a:lnTo>
                  <a:lnTo>
                    <a:pt x="3305" y="130731"/>
                  </a:lnTo>
                  <a:lnTo>
                    <a:pt x="2339" y="135936"/>
                  </a:lnTo>
                  <a:lnTo>
                    <a:pt x="1538" y="141169"/>
                  </a:lnTo>
                  <a:lnTo>
                    <a:pt x="902" y="146425"/>
                  </a:lnTo>
                  <a:lnTo>
                    <a:pt x="434" y="151698"/>
                  </a:lnTo>
                  <a:lnTo>
                    <a:pt x="133" y="156983"/>
                  </a:lnTo>
                  <a:lnTo>
                    <a:pt x="0" y="162275"/>
                  </a:lnTo>
                  <a:lnTo>
                    <a:pt x="34" y="167569"/>
                  </a:lnTo>
                  <a:lnTo>
                    <a:pt x="235" y="172859"/>
                  </a:lnTo>
                  <a:lnTo>
                    <a:pt x="604" y="178139"/>
                  </a:lnTo>
                  <a:lnTo>
                    <a:pt x="1140" y="183406"/>
                  </a:lnTo>
                  <a:lnTo>
                    <a:pt x="1843" y="188653"/>
                  </a:lnTo>
                  <a:lnTo>
                    <a:pt x="2711" y="193875"/>
                  </a:lnTo>
                  <a:lnTo>
                    <a:pt x="3744" y="199067"/>
                  </a:lnTo>
                  <a:lnTo>
                    <a:pt x="4942" y="204224"/>
                  </a:lnTo>
                  <a:lnTo>
                    <a:pt x="6301" y="209340"/>
                  </a:lnTo>
                  <a:lnTo>
                    <a:pt x="7822" y="214410"/>
                  </a:lnTo>
                  <a:lnTo>
                    <a:pt x="9503" y="219430"/>
                  </a:lnTo>
                  <a:lnTo>
                    <a:pt x="11342" y="224394"/>
                  </a:lnTo>
                  <a:lnTo>
                    <a:pt x="13338" y="229298"/>
                  </a:lnTo>
                  <a:lnTo>
                    <a:pt x="15487" y="234135"/>
                  </a:lnTo>
                  <a:lnTo>
                    <a:pt x="17789" y="238903"/>
                  </a:lnTo>
                  <a:lnTo>
                    <a:pt x="20240" y="243595"/>
                  </a:lnTo>
                  <a:lnTo>
                    <a:pt x="22839" y="248207"/>
                  </a:lnTo>
                  <a:lnTo>
                    <a:pt x="25583" y="252734"/>
                  </a:lnTo>
                  <a:lnTo>
                    <a:pt x="28468" y="257172"/>
                  </a:lnTo>
                  <a:lnTo>
                    <a:pt x="31493" y="261517"/>
                  </a:lnTo>
                  <a:lnTo>
                    <a:pt x="34653" y="265764"/>
                  </a:lnTo>
                  <a:lnTo>
                    <a:pt x="37947" y="269908"/>
                  </a:lnTo>
                  <a:lnTo>
                    <a:pt x="41370" y="273947"/>
                  </a:lnTo>
                  <a:lnTo>
                    <a:pt x="44919" y="277874"/>
                  </a:lnTo>
                  <a:lnTo>
                    <a:pt x="48591" y="281688"/>
                  </a:lnTo>
                  <a:lnTo>
                    <a:pt x="52382" y="285383"/>
                  </a:lnTo>
                  <a:lnTo>
                    <a:pt x="56287" y="288956"/>
                  </a:lnTo>
                  <a:lnTo>
                    <a:pt x="60304" y="292404"/>
                  </a:lnTo>
                  <a:lnTo>
                    <a:pt x="64429" y="295723"/>
                  </a:lnTo>
                  <a:lnTo>
                    <a:pt x="68656" y="298910"/>
                  </a:lnTo>
                  <a:lnTo>
                    <a:pt x="72982" y="301961"/>
                  </a:lnTo>
                  <a:lnTo>
                    <a:pt x="77402" y="304874"/>
                  </a:lnTo>
                  <a:lnTo>
                    <a:pt x="81913" y="307645"/>
                  </a:lnTo>
                  <a:lnTo>
                    <a:pt x="86508" y="310272"/>
                  </a:lnTo>
                  <a:lnTo>
                    <a:pt x="91185" y="312753"/>
                  </a:lnTo>
                  <a:lnTo>
                    <a:pt x="95938" y="315084"/>
                  </a:lnTo>
                  <a:lnTo>
                    <a:pt x="100763" y="317263"/>
                  </a:lnTo>
                  <a:lnTo>
                    <a:pt x="105654" y="319288"/>
                  </a:lnTo>
                  <a:lnTo>
                    <a:pt x="110606" y="321158"/>
                  </a:lnTo>
                  <a:lnTo>
                    <a:pt x="115616" y="322870"/>
                  </a:lnTo>
                  <a:lnTo>
                    <a:pt x="120677" y="324422"/>
                  </a:lnTo>
                  <a:lnTo>
                    <a:pt x="125784" y="325813"/>
                  </a:lnTo>
                  <a:lnTo>
                    <a:pt x="130934" y="327042"/>
                  </a:lnTo>
                  <a:lnTo>
                    <a:pt x="136119" y="328107"/>
                  </a:lnTo>
                  <a:lnTo>
                    <a:pt x="141336" y="329008"/>
                  </a:lnTo>
                  <a:lnTo>
                    <a:pt x="146578" y="329743"/>
                  </a:lnTo>
                  <a:lnTo>
                    <a:pt x="151842" y="330311"/>
                  </a:lnTo>
                  <a:lnTo>
                    <a:pt x="157120" y="330713"/>
                  </a:lnTo>
                  <a:lnTo>
                    <a:pt x="162409" y="330947"/>
                  </a:lnTo>
                  <a:lnTo>
                    <a:pt x="167702" y="331014"/>
                  </a:lnTo>
                  <a:lnTo>
                    <a:pt x="172995" y="330913"/>
                  </a:lnTo>
                  <a:lnTo>
                    <a:pt x="178282" y="330644"/>
                  </a:lnTo>
                  <a:lnTo>
                    <a:pt x="183558" y="330208"/>
                  </a:lnTo>
                  <a:lnTo>
                    <a:pt x="188817" y="329606"/>
                  </a:lnTo>
                  <a:lnTo>
                    <a:pt x="194055" y="328837"/>
                  </a:lnTo>
                  <a:lnTo>
                    <a:pt x="199265" y="327902"/>
                  </a:lnTo>
                  <a:lnTo>
                    <a:pt x="204444" y="326804"/>
                  </a:lnTo>
                  <a:lnTo>
                    <a:pt x="209585" y="325541"/>
                  </a:lnTo>
                  <a:lnTo>
                    <a:pt x="214684" y="324117"/>
                  </a:lnTo>
                  <a:lnTo>
                    <a:pt x="219734" y="322532"/>
                  </a:lnTo>
                  <a:lnTo>
                    <a:pt x="224733" y="320788"/>
                  </a:lnTo>
                  <a:lnTo>
                    <a:pt x="229673" y="318886"/>
                  </a:lnTo>
                  <a:lnTo>
                    <a:pt x="234551" y="316829"/>
                  </a:lnTo>
                  <a:lnTo>
                    <a:pt x="239361" y="314618"/>
                  </a:lnTo>
                  <a:lnTo>
                    <a:pt x="244099" y="312256"/>
                  </a:lnTo>
                  <a:lnTo>
                    <a:pt x="248759" y="309746"/>
                  </a:lnTo>
                  <a:lnTo>
                    <a:pt x="253338" y="307089"/>
                  </a:lnTo>
                  <a:lnTo>
                    <a:pt x="257830" y="304288"/>
                  </a:lnTo>
                  <a:lnTo>
                    <a:pt x="262232" y="301347"/>
                  </a:lnTo>
                  <a:lnTo>
                    <a:pt x="266538" y="298268"/>
                  </a:lnTo>
                  <a:lnTo>
                    <a:pt x="270744" y="295054"/>
                  </a:lnTo>
                  <a:lnTo>
                    <a:pt x="274847" y="291708"/>
                  </a:lnTo>
                  <a:lnTo>
                    <a:pt x="278841" y="288234"/>
                  </a:lnTo>
                  <a:lnTo>
                    <a:pt x="282724" y="284635"/>
                  </a:lnTo>
                  <a:lnTo>
                    <a:pt x="286491" y="280916"/>
                  </a:lnTo>
                  <a:lnTo>
                    <a:pt x="290138" y="277079"/>
                  </a:lnTo>
                  <a:lnTo>
                    <a:pt x="293661" y="273128"/>
                  </a:lnTo>
                  <a:lnTo>
                    <a:pt x="297058" y="269068"/>
                  </a:lnTo>
                  <a:lnTo>
                    <a:pt x="300325" y="264902"/>
                  </a:lnTo>
                  <a:lnTo>
                    <a:pt x="303458" y="260635"/>
                  </a:lnTo>
                  <a:lnTo>
                    <a:pt x="306454" y="256270"/>
                  </a:lnTo>
                  <a:lnTo>
                    <a:pt x="309310" y="251813"/>
                  </a:lnTo>
                  <a:lnTo>
                    <a:pt x="312024" y="247268"/>
                  </a:lnTo>
                  <a:lnTo>
                    <a:pt x="314593" y="242640"/>
                  </a:lnTo>
                  <a:lnTo>
                    <a:pt x="317014" y="237932"/>
                  </a:lnTo>
                  <a:lnTo>
                    <a:pt x="319285" y="233150"/>
                  </a:lnTo>
                  <a:lnTo>
                    <a:pt x="321403" y="228298"/>
                  </a:lnTo>
                  <a:lnTo>
                    <a:pt x="323366" y="223382"/>
                  </a:lnTo>
                  <a:lnTo>
                    <a:pt x="325173" y="218406"/>
                  </a:lnTo>
                  <a:lnTo>
                    <a:pt x="326821" y="213375"/>
                  </a:lnTo>
                  <a:lnTo>
                    <a:pt x="328310" y="208295"/>
                  </a:lnTo>
                  <a:lnTo>
                    <a:pt x="329636" y="203170"/>
                  </a:lnTo>
                  <a:lnTo>
                    <a:pt x="330800" y="198006"/>
                  </a:lnTo>
                  <a:lnTo>
                    <a:pt x="331799" y="192807"/>
                  </a:lnTo>
                  <a:lnTo>
                    <a:pt x="332634" y="187580"/>
                  </a:lnTo>
                  <a:lnTo>
                    <a:pt x="333302" y="182328"/>
                  </a:lnTo>
                  <a:lnTo>
                    <a:pt x="333804" y="177058"/>
                  </a:lnTo>
                  <a:lnTo>
                    <a:pt x="334139" y="171775"/>
                  </a:lnTo>
                  <a:lnTo>
                    <a:pt x="334306" y="166484"/>
                  </a:lnTo>
                  <a:lnTo>
                    <a:pt x="334306" y="161190"/>
                  </a:lnTo>
                  <a:lnTo>
                    <a:pt x="334138" y="155899"/>
                  </a:lnTo>
                  <a:lnTo>
                    <a:pt x="333803" y="150616"/>
                  </a:lnTo>
                  <a:lnTo>
                    <a:pt x="333300" y="145346"/>
                  </a:lnTo>
                  <a:lnTo>
                    <a:pt x="332631" y="140095"/>
                  </a:lnTo>
                  <a:lnTo>
                    <a:pt x="331796" y="134867"/>
                  </a:lnTo>
                  <a:lnTo>
                    <a:pt x="330796" y="129669"/>
                  </a:lnTo>
                  <a:lnTo>
                    <a:pt x="329631" y="124504"/>
                  </a:lnTo>
                  <a:lnTo>
                    <a:pt x="328304" y="119380"/>
                  </a:lnTo>
                  <a:lnTo>
                    <a:pt x="326815" y="114300"/>
                  </a:lnTo>
                  <a:lnTo>
                    <a:pt x="325167" y="109269"/>
                  </a:lnTo>
                  <a:lnTo>
                    <a:pt x="323359" y="104293"/>
                  </a:lnTo>
                  <a:lnTo>
                    <a:pt x="321395" y="99377"/>
                  </a:lnTo>
                  <a:lnTo>
                    <a:pt x="319276" y="94526"/>
                  </a:lnTo>
                  <a:lnTo>
                    <a:pt x="317005" y="89744"/>
                  </a:lnTo>
                  <a:lnTo>
                    <a:pt x="314584" y="85037"/>
                  </a:lnTo>
                  <a:lnTo>
                    <a:pt x="312014" y="80408"/>
                  </a:lnTo>
                  <a:lnTo>
                    <a:pt x="309300" y="75864"/>
                  </a:lnTo>
                  <a:lnTo>
                    <a:pt x="306443" y="71407"/>
                  </a:lnTo>
                  <a:lnTo>
                    <a:pt x="303446" y="67043"/>
                  </a:lnTo>
                  <a:lnTo>
                    <a:pt x="300312" y="62776"/>
                  </a:lnTo>
                  <a:lnTo>
                    <a:pt x="297045" y="58611"/>
                  </a:lnTo>
                  <a:lnTo>
                    <a:pt x="293648" y="54551"/>
                  </a:lnTo>
                  <a:lnTo>
                    <a:pt x="290124" y="50601"/>
                  </a:lnTo>
                  <a:lnTo>
                    <a:pt x="286476" y="46764"/>
                  </a:lnTo>
                  <a:lnTo>
                    <a:pt x="282709" y="43045"/>
                  </a:lnTo>
                  <a:lnTo>
                    <a:pt x="278826" y="39447"/>
                  </a:lnTo>
                  <a:lnTo>
                    <a:pt x="274831" y="35973"/>
                  </a:lnTo>
                  <a:lnTo>
                    <a:pt x="270728" y="32628"/>
                  </a:lnTo>
                  <a:lnTo>
                    <a:pt x="167160" y="1638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9011" y="2633064"/>
              <a:ext cx="103568" cy="167167"/>
            </a:xfrm>
            <a:custGeom>
              <a:avLst/>
              <a:pathLst>
                <a:path w="103568" h="167167">
                  <a:moveTo>
                    <a:pt x="103568" y="35948"/>
                  </a:moveTo>
                  <a:lnTo>
                    <a:pt x="99128" y="32562"/>
                  </a:lnTo>
                  <a:lnTo>
                    <a:pt x="94576" y="29326"/>
                  </a:lnTo>
                  <a:lnTo>
                    <a:pt x="89919" y="26243"/>
                  </a:lnTo>
                  <a:lnTo>
                    <a:pt x="85162" y="23319"/>
                  </a:lnTo>
                  <a:lnTo>
                    <a:pt x="80309" y="20554"/>
                  </a:lnTo>
                  <a:lnTo>
                    <a:pt x="75367" y="17954"/>
                  </a:lnTo>
                  <a:lnTo>
                    <a:pt x="70341" y="15519"/>
                  </a:lnTo>
                  <a:lnTo>
                    <a:pt x="65237" y="13254"/>
                  </a:lnTo>
                  <a:lnTo>
                    <a:pt x="60059" y="11161"/>
                  </a:lnTo>
                  <a:lnTo>
                    <a:pt x="54815" y="9242"/>
                  </a:lnTo>
                  <a:lnTo>
                    <a:pt x="49509" y="7499"/>
                  </a:lnTo>
                  <a:lnTo>
                    <a:pt x="44148" y="5935"/>
                  </a:lnTo>
                  <a:lnTo>
                    <a:pt x="38738" y="4550"/>
                  </a:lnTo>
                  <a:lnTo>
                    <a:pt x="33284" y="3347"/>
                  </a:lnTo>
                  <a:lnTo>
                    <a:pt x="27794" y="2326"/>
                  </a:lnTo>
                  <a:lnTo>
                    <a:pt x="22272" y="1490"/>
                  </a:lnTo>
                  <a:lnTo>
                    <a:pt x="16726" y="838"/>
                  </a:lnTo>
                  <a:lnTo>
                    <a:pt x="11161" y="373"/>
                  </a:lnTo>
                  <a:lnTo>
                    <a:pt x="5583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0699" y="2126963"/>
              <a:ext cx="7773" cy="167167"/>
            </a:xfrm>
            <a:custGeom>
              <a:avLst/>
              <a:pathLst>
                <a:path w="7773" h="167167">
                  <a:moveTo>
                    <a:pt x="7773" y="0"/>
                  </a:moveTo>
                  <a:lnTo>
                    <a:pt x="0" y="180"/>
                  </a:lnTo>
                  <a:lnTo>
                    <a:pt x="777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0699" y="2127144"/>
              <a:ext cx="7773" cy="166986"/>
            </a:xfrm>
            <a:custGeom>
              <a:avLst/>
              <a:pathLst>
                <a:path w="7773" h="166986">
                  <a:moveTo>
                    <a:pt x="0" y="0"/>
                  </a:moveTo>
                  <a:lnTo>
                    <a:pt x="7773" y="1669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561307" y="2127144"/>
              <a:ext cx="312077" cy="334153"/>
            </a:xfrm>
            <a:custGeom>
              <a:avLst/>
              <a:pathLst>
                <a:path w="312077" h="334153">
                  <a:moveTo>
                    <a:pt x="159391" y="0"/>
                  </a:moveTo>
                  <a:lnTo>
                    <a:pt x="154073" y="332"/>
                  </a:lnTo>
                  <a:lnTo>
                    <a:pt x="148768" y="834"/>
                  </a:lnTo>
                  <a:lnTo>
                    <a:pt x="143482" y="1505"/>
                  </a:lnTo>
                  <a:lnTo>
                    <a:pt x="138220" y="2344"/>
                  </a:lnTo>
                  <a:lnTo>
                    <a:pt x="132987" y="3350"/>
                  </a:lnTo>
                  <a:lnTo>
                    <a:pt x="127789" y="4522"/>
                  </a:lnTo>
                  <a:lnTo>
                    <a:pt x="122631" y="5860"/>
                  </a:lnTo>
                  <a:lnTo>
                    <a:pt x="117519" y="7361"/>
                  </a:lnTo>
                  <a:lnTo>
                    <a:pt x="112456" y="9024"/>
                  </a:lnTo>
                  <a:lnTo>
                    <a:pt x="107450" y="10848"/>
                  </a:lnTo>
                  <a:lnTo>
                    <a:pt x="102504" y="12830"/>
                  </a:lnTo>
                  <a:lnTo>
                    <a:pt x="97623" y="14970"/>
                  </a:lnTo>
                  <a:lnTo>
                    <a:pt x="92814" y="17263"/>
                  </a:lnTo>
                  <a:lnTo>
                    <a:pt x="88080" y="19709"/>
                  </a:lnTo>
                  <a:lnTo>
                    <a:pt x="83426" y="22304"/>
                  </a:lnTo>
                  <a:lnTo>
                    <a:pt x="78857" y="25046"/>
                  </a:lnTo>
                  <a:lnTo>
                    <a:pt x="74378" y="27933"/>
                  </a:lnTo>
                  <a:lnTo>
                    <a:pt x="69994" y="30961"/>
                  </a:lnTo>
                  <a:lnTo>
                    <a:pt x="65708" y="34127"/>
                  </a:lnTo>
                  <a:lnTo>
                    <a:pt x="61525" y="37428"/>
                  </a:lnTo>
                  <a:lnTo>
                    <a:pt x="57449" y="40861"/>
                  </a:lnTo>
                  <a:lnTo>
                    <a:pt x="53485" y="44421"/>
                  </a:lnTo>
                  <a:lnTo>
                    <a:pt x="49637" y="48107"/>
                  </a:lnTo>
                  <a:lnTo>
                    <a:pt x="45908" y="51913"/>
                  </a:lnTo>
                  <a:lnTo>
                    <a:pt x="42302" y="55836"/>
                  </a:lnTo>
                  <a:lnTo>
                    <a:pt x="38823" y="59872"/>
                  </a:lnTo>
                  <a:lnTo>
                    <a:pt x="35474" y="64017"/>
                  </a:lnTo>
                  <a:lnTo>
                    <a:pt x="32259" y="68266"/>
                  </a:lnTo>
                  <a:lnTo>
                    <a:pt x="29181" y="72616"/>
                  </a:lnTo>
                  <a:lnTo>
                    <a:pt x="26244" y="77062"/>
                  </a:lnTo>
                  <a:lnTo>
                    <a:pt x="23449" y="81599"/>
                  </a:lnTo>
                  <a:lnTo>
                    <a:pt x="20801" y="86222"/>
                  </a:lnTo>
                  <a:lnTo>
                    <a:pt x="18301" y="90928"/>
                  </a:lnTo>
                  <a:lnTo>
                    <a:pt x="15953" y="95711"/>
                  </a:lnTo>
                  <a:lnTo>
                    <a:pt x="13758" y="100567"/>
                  </a:lnTo>
                  <a:lnTo>
                    <a:pt x="11719" y="105490"/>
                  </a:lnTo>
                  <a:lnTo>
                    <a:pt x="9838" y="110475"/>
                  </a:lnTo>
                  <a:lnTo>
                    <a:pt x="8117" y="115518"/>
                  </a:lnTo>
                  <a:lnTo>
                    <a:pt x="6557" y="120613"/>
                  </a:lnTo>
                  <a:lnTo>
                    <a:pt x="5161" y="125756"/>
                  </a:lnTo>
                  <a:lnTo>
                    <a:pt x="3929" y="130940"/>
                  </a:lnTo>
                  <a:lnTo>
                    <a:pt x="2863" y="136161"/>
                  </a:lnTo>
                  <a:lnTo>
                    <a:pt x="1964" y="141413"/>
                  </a:lnTo>
                  <a:lnTo>
                    <a:pt x="1233" y="146691"/>
                  </a:lnTo>
                  <a:lnTo>
                    <a:pt x="671" y="151990"/>
                  </a:lnTo>
                  <a:lnTo>
                    <a:pt x="277" y="157304"/>
                  </a:lnTo>
                  <a:lnTo>
                    <a:pt x="54" y="162628"/>
                  </a:lnTo>
                  <a:lnTo>
                    <a:pt x="0" y="167956"/>
                  </a:lnTo>
                  <a:lnTo>
                    <a:pt x="115" y="173283"/>
                  </a:lnTo>
                  <a:lnTo>
                    <a:pt x="401" y="178604"/>
                  </a:lnTo>
                  <a:lnTo>
                    <a:pt x="856" y="183913"/>
                  </a:lnTo>
                  <a:lnTo>
                    <a:pt x="1480" y="189205"/>
                  </a:lnTo>
                  <a:lnTo>
                    <a:pt x="2272" y="194474"/>
                  </a:lnTo>
                  <a:lnTo>
                    <a:pt x="3232" y="199715"/>
                  </a:lnTo>
                  <a:lnTo>
                    <a:pt x="4358" y="204924"/>
                  </a:lnTo>
                  <a:lnTo>
                    <a:pt x="5650" y="210093"/>
                  </a:lnTo>
                  <a:lnTo>
                    <a:pt x="7106" y="215219"/>
                  </a:lnTo>
                  <a:lnTo>
                    <a:pt x="8725" y="220296"/>
                  </a:lnTo>
                  <a:lnTo>
                    <a:pt x="10504" y="225318"/>
                  </a:lnTo>
                  <a:lnTo>
                    <a:pt x="12443" y="230282"/>
                  </a:lnTo>
                  <a:lnTo>
                    <a:pt x="14539" y="235181"/>
                  </a:lnTo>
                  <a:lnTo>
                    <a:pt x="16790" y="240010"/>
                  </a:lnTo>
                  <a:lnTo>
                    <a:pt x="19194" y="244766"/>
                  </a:lnTo>
                  <a:lnTo>
                    <a:pt x="21748" y="249442"/>
                  </a:lnTo>
                  <a:lnTo>
                    <a:pt x="24450" y="254035"/>
                  </a:lnTo>
                  <a:lnTo>
                    <a:pt x="27296" y="258539"/>
                  </a:lnTo>
                  <a:lnTo>
                    <a:pt x="30285" y="262951"/>
                  </a:lnTo>
                  <a:lnTo>
                    <a:pt x="33413" y="267264"/>
                  </a:lnTo>
                  <a:lnTo>
                    <a:pt x="36677" y="271476"/>
                  </a:lnTo>
                  <a:lnTo>
                    <a:pt x="40074" y="275582"/>
                  </a:lnTo>
                  <a:lnTo>
                    <a:pt x="43600" y="279577"/>
                  </a:lnTo>
                  <a:lnTo>
                    <a:pt x="47251" y="283458"/>
                  </a:lnTo>
                  <a:lnTo>
                    <a:pt x="51024" y="287221"/>
                  </a:lnTo>
                  <a:lnTo>
                    <a:pt x="54915" y="290861"/>
                  </a:lnTo>
                  <a:lnTo>
                    <a:pt x="58920" y="294376"/>
                  </a:lnTo>
                  <a:lnTo>
                    <a:pt x="63035" y="297761"/>
                  </a:lnTo>
                  <a:lnTo>
                    <a:pt x="67256" y="301013"/>
                  </a:lnTo>
                  <a:lnTo>
                    <a:pt x="71578" y="304129"/>
                  </a:lnTo>
                  <a:lnTo>
                    <a:pt x="75998" y="307106"/>
                  </a:lnTo>
                  <a:lnTo>
                    <a:pt x="80510" y="309941"/>
                  </a:lnTo>
                  <a:lnTo>
                    <a:pt x="85110" y="312630"/>
                  </a:lnTo>
                  <a:lnTo>
                    <a:pt x="89794" y="315171"/>
                  </a:lnTo>
                  <a:lnTo>
                    <a:pt x="94556" y="317562"/>
                  </a:lnTo>
                  <a:lnTo>
                    <a:pt x="99392" y="319799"/>
                  </a:lnTo>
                  <a:lnTo>
                    <a:pt x="104296" y="321882"/>
                  </a:lnTo>
                  <a:lnTo>
                    <a:pt x="109265" y="323807"/>
                  </a:lnTo>
                  <a:lnTo>
                    <a:pt x="114293" y="325572"/>
                  </a:lnTo>
                  <a:lnTo>
                    <a:pt x="119374" y="327177"/>
                  </a:lnTo>
                  <a:lnTo>
                    <a:pt x="124504" y="328619"/>
                  </a:lnTo>
                  <a:lnTo>
                    <a:pt x="129677" y="329896"/>
                  </a:lnTo>
                  <a:lnTo>
                    <a:pt x="134888" y="331008"/>
                  </a:lnTo>
                  <a:lnTo>
                    <a:pt x="140132" y="331953"/>
                  </a:lnTo>
                  <a:lnTo>
                    <a:pt x="145403" y="332731"/>
                  </a:lnTo>
                  <a:lnTo>
                    <a:pt x="150697" y="333341"/>
                  </a:lnTo>
                  <a:lnTo>
                    <a:pt x="156007" y="333781"/>
                  </a:lnTo>
                  <a:lnTo>
                    <a:pt x="161329" y="334052"/>
                  </a:lnTo>
                  <a:lnTo>
                    <a:pt x="166656" y="334153"/>
                  </a:lnTo>
                  <a:lnTo>
                    <a:pt x="171984" y="334084"/>
                  </a:lnTo>
                  <a:lnTo>
                    <a:pt x="177308" y="333846"/>
                  </a:lnTo>
                  <a:lnTo>
                    <a:pt x="182620" y="333437"/>
                  </a:lnTo>
                  <a:lnTo>
                    <a:pt x="187918" y="332860"/>
                  </a:lnTo>
                  <a:lnTo>
                    <a:pt x="193194" y="332115"/>
                  </a:lnTo>
                  <a:lnTo>
                    <a:pt x="198443" y="331201"/>
                  </a:lnTo>
                  <a:lnTo>
                    <a:pt x="203661" y="330121"/>
                  </a:lnTo>
                  <a:lnTo>
                    <a:pt x="208842" y="328875"/>
                  </a:lnTo>
                  <a:lnTo>
                    <a:pt x="213980" y="327464"/>
                  </a:lnTo>
                  <a:lnTo>
                    <a:pt x="219071" y="325891"/>
                  </a:lnTo>
                  <a:lnTo>
                    <a:pt x="224109" y="324155"/>
                  </a:lnTo>
                  <a:lnTo>
                    <a:pt x="229090" y="322261"/>
                  </a:lnTo>
                  <a:lnTo>
                    <a:pt x="234007" y="320208"/>
                  </a:lnTo>
                  <a:lnTo>
                    <a:pt x="238856" y="318000"/>
                  </a:lnTo>
                  <a:lnTo>
                    <a:pt x="243633" y="315638"/>
                  </a:lnTo>
                  <a:lnTo>
                    <a:pt x="248332" y="313126"/>
                  </a:lnTo>
                  <a:lnTo>
                    <a:pt x="252948" y="310464"/>
                  </a:lnTo>
                  <a:lnTo>
                    <a:pt x="257478" y="307658"/>
                  </a:lnTo>
                  <a:lnTo>
                    <a:pt x="261915" y="304708"/>
                  </a:lnTo>
                  <a:lnTo>
                    <a:pt x="266256" y="301618"/>
                  </a:lnTo>
                  <a:lnTo>
                    <a:pt x="270497" y="298391"/>
                  </a:lnTo>
                  <a:lnTo>
                    <a:pt x="274632" y="295031"/>
                  </a:lnTo>
                  <a:lnTo>
                    <a:pt x="278659" y="291541"/>
                  </a:lnTo>
                  <a:lnTo>
                    <a:pt x="282572" y="287924"/>
                  </a:lnTo>
                  <a:lnTo>
                    <a:pt x="286368" y="284185"/>
                  </a:lnTo>
                  <a:lnTo>
                    <a:pt x="290042" y="280326"/>
                  </a:lnTo>
                  <a:lnTo>
                    <a:pt x="293592" y="276352"/>
                  </a:lnTo>
                  <a:lnTo>
                    <a:pt x="297014" y="272267"/>
                  </a:lnTo>
                  <a:lnTo>
                    <a:pt x="300303" y="268075"/>
                  </a:lnTo>
                  <a:lnTo>
                    <a:pt x="303457" y="263780"/>
                  </a:lnTo>
                  <a:lnTo>
                    <a:pt x="306473" y="259387"/>
                  </a:lnTo>
                  <a:lnTo>
                    <a:pt x="309347" y="254900"/>
                  </a:lnTo>
                  <a:lnTo>
                    <a:pt x="312077" y="250324"/>
                  </a:lnTo>
                  <a:lnTo>
                    <a:pt x="167164" y="1669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28472" y="2126963"/>
              <a:ext cx="167163" cy="250505"/>
            </a:xfrm>
            <a:custGeom>
              <a:avLst/>
              <a:pathLst>
                <a:path w="167163" h="250505">
                  <a:moveTo>
                    <a:pt x="144912" y="250505"/>
                  </a:moveTo>
                  <a:lnTo>
                    <a:pt x="147520" y="245797"/>
                  </a:lnTo>
                  <a:lnTo>
                    <a:pt x="149974" y="241008"/>
                  </a:lnTo>
                  <a:lnTo>
                    <a:pt x="152274" y="236142"/>
                  </a:lnTo>
                  <a:lnTo>
                    <a:pt x="154415" y="231204"/>
                  </a:lnTo>
                  <a:lnTo>
                    <a:pt x="156396" y="226201"/>
                  </a:lnTo>
                  <a:lnTo>
                    <a:pt x="158216" y="221136"/>
                  </a:lnTo>
                  <a:lnTo>
                    <a:pt x="159871" y="216015"/>
                  </a:lnTo>
                  <a:lnTo>
                    <a:pt x="161360" y="210843"/>
                  </a:lnTo>
                  <a:lnTo>
                    <a:pt x="162683" y="205626"/>
                  </a:lnTo>
                  <a:lnTo>
                    <a:pt x="163836" y="200370"/>
                  </a:lnTo>
                  <a:lnTo>
                    <a:pt x="164820" y="195079"/>
                  </a:lnTo>
                  <a:lnTo>
                    <a:pt x="165633" y="189759"/>
                  </a:lnTo>
                  <a:lnTo>
                    <a:pt x="166275" y="184415"/>
                  </a:lnTo>
                  <a:lnTo>
                    <a:pt x="166744" y="179054"/>
                  </a:lnTo>
                  <a:lnTo>
                    <a:pt x="167040" y="173680"/>
                  </a:lnTo>
                  <a:lnTo>
                    <a:pt x="167163" y="168300"/>
                  </a:lnTo>
                  <a:lnTo>
                    <a:pt x="167113" y="162918"/>
                  </a:lnTo>
                  <a:lnTo>
                    <a:pt x="166890" y="157541"/>
                  </a:lnTo>
                  <a:lnTo>
                    <a:pt x="166493" y="152174"/>
                  </a:lnTo>
                  <a:lnTo>
                    <a:pt x="165924" y="146822"/>
                  </a:lnTo>
                  <a:lnTo>
                    <a:pt x="165183" y="141492"/>
                  </a:lnTo>
                  <a:lnTo>
                    <a:pt x="164271" y="136188"/>
                  </a:lnTo>
                  <a:lnTo>
                    <a:pt x="163189" y="130916"/>
                  </a:lnTo>
                  <a:lnTo>
                    <a:pt x="161938" y="125682"/>
                  </a:lnTo>
                  <a:lnTo>
                    <a:pt x="160518" y="120490"/>
                  </a:lnTo>
                  <a:lnTo>
                    <a:pt x="158933" y="115348"/>
                  </a:lnTo>
                  <a:lnTo>
                    <a:pt x="157182" y="110258"/>
                  </a:lnTo>
                  <a:lnTo>
                    <a:pt x="155269" y="105228"/>
                  </a:lnTo>
                  <a:lnTo>
                    <a:pt x="153195" y="100262"/>
                  </a:lnTo>
                  <a:lnTo>
                    <a:pt x="150961" y="95366"/>
                  </a:lnTo>
                  <a:lnTo>
                    <a:pt x="148572" y="90543"/>
                  </a:lnTo>
                  <a:lnTo>
                    <a:pt x="146028" y="85801"/>
                  </a:lnTo>
                  <a:lnTo>
                    <a:pt x="143334" y="81142"/>
                  </a:lnTo>
                  <a:lnTo>
                    <a:pt x="140490" y="76573"/>
                  </a:lnTo>
                  <a:lnTo>
                    <a:pt x="137501" y="72097"/>
                  </a:lnTo>
                  <a:lnTo>
                    <a:pt x="134370" y="67720"/>
                  </a:lnTo>
                  <a:lnTo>
                    <a:pt x="131099" y="63447"/>
                  </a:lnTo>
                  <a:lnTo>
                    <a:pt x="127692" y="59280"/>
                  </a:lnTo>
                  <a:lnTo>
                    <a:pt x="124153" y="55226"/>
                  </a:lnTo>
                  <a:lnTo>
                    <a:pt x="120486" y="51287"/>
                  </a:lnTo>
                  <a:lnTo>
                    <a:pt x="116693" y="47469"/>
                  </a:lnTo>
                  <a:lnTo>
                    <a:pt x="112779" y="43775"/>
                  </a:lnTo>
                  <a:lnTo>
                    <a:pt x="108749" y="40208"/>
                  </a:lnTo>
                  <a:lnTo>
                    <a:pt x="104606" y="36773"/>
                  </a:lnTo>
                  <a:lnTo>
                    <a:pt x="100354" y="33474"/>
                  </a:lnTo>
                  <a:lnTo>
                    <a:pt x="95999" y="30313"/>
                  </a:lnTo>
                  <a:lnTo>
                    <a:pt x="91544" y="27293"/>
                  </a:lnTo>
                  <a:lnTo>
                    <a:pt x="86994" y="24419"/>
                  </a:lnTo>
                  <a:lnTo>
                    <a:pt x="82354" y="21693"/>
                  </a:lnTo>
                  <a:lnTo>
                    <a:pt x="77628" y="19117"/>
                  </a:lnTo>
                  <a:lnTo>
                    <a:pt x="72822" y="16695"/>
                  </a:lnTo>
                  <a:lnTo>
                    <a:pt x="67941" y="14429"/>
                  </a:lnTo>
                  <a:lnTo>
                    <a:pt x="62989" y="12321"/>
                  </a:lnTo>
                  <a:lnTo>
                    <a:pt x="57972" y="10374"/>
                  </a:lnTo>
                  <a:lnTo>
                    <a:pt x="52895" y="8589"/>
                  </a:lnTo>
                  <a:lnTo>
                    <a:pt x="47763" y="6968"/>
                  </a:lnTo>
                  <a:lnTo>
                    <a:pt x="42581" y="5514"/>
                  </a:lnTo>
                  <a:lnTo>
                    <a:pt x="37356" y="4227"/>
                  </a:lnTo>
                  <a:lnTo>
                    <a:pt x="32091" y="3109"/>
                  </a:lnTo>
                  <a:lnTo>
                    <a:pt x="26794" y="2161"/>
                  </a:lnTo>
                  <a:lnTo>
                    <a:pt x="21468" y="1384"/>
                  </a:lnTo>
                  <a:lnTo>
                    <a:pt x="16120" y="779"/>
                  </a:lnTo>
                  <a:lnTo>
                    <a:pt x="10756" y="346"/>
                  </a:lnTo>
                  <a:lnTo>
                    <a:pt x="5381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08472" y="1681503"/>
              <a:ext cx="14762" cy="167167"/>
            </a:xfrm>
            <a:custGeom>
              <a:avLst/>
              <a:pathLst>
                <a:path w="14762" h="167167">
                  <a:moveTo>
                    <a:pt x="14762" y="0"/>
                  </a:moveTo>
                  <a:lnTo>
                    <a:pt x="0" y="653"/>
                  </a:lnTo>
                  <a:lnTo>
                    <a:pt x="14762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08472" y="1682156"/>
              <a:ext cx="14762" cy="166514"/>
            </a:xfrm>
            <a:custGeom>
              <a:avLst/>
              <a:pathLst>
                <a:path w="14762" h="166514">
                  <a:moveTo>
                    <a:pt x="0" y="0"/>
                  </a:moveTo>
                  <a:lnTo>
                    <a:pt x="14762" y="1665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08472" y="1682156"/>
              <a:ext cx="14762" cy="166514"/>
            </a:xfrm>
            <a:custGeom>
              <a:avLst/>
              <a:pathLst>
                <a:path w="14762" h="166514">
                  <a:moveTo>
                    <a:pt x="0" y="0"/>
                  </a:moveTo>
                  <a:lnTo>
                    <a:pt x="14762" y="1665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08472" y="1682156"/>
              <a:ext cx="14762" cy="166514"/>
            </a:xfrm>
            <a:custGeom>
              <a:avLst/>
              <a:pathLst>
                <a:path w="14762" h="166514">
                  <a:moveTo>
                    <a:pt x="0" y="0"/>
                  </a:moveTo>
                  <a:lnTo>
                    <a:pt x="14762" y="1665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08472" y="1682156"/>
              <a:ext cx="14762" cy="166514"/>
            </a:xfrm>
            <a:custGeom>
              <a:avLst/>
              <a:pathLst>
                <a:path w="14762" h="166514">
                  <a:moveTo>
                    <a:pt x="0" y="0"/>
                  </a:moveTo>
                  <a:lnTo>
                    <a:pt x="14762" y="1665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08472" y="1682156"/>
              <a:ext cx="14762" cy="166514"/>
            </a:xfrm>
            <a:custGeom>
              <a:avLst/>
              <a:pathLst>
                <a:path w="14762" h="166514">
                  <a:moveTo>
                    <a:pt x="0" y="0"/>
                  </a:moveTo>
                  <a:lnTo>
                    <a:pt x="14762" y="1665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08472" y="1682156"/>
              <a:ext cx="14762" cy="166514"/>
            </a:xfrm>
            <a:custGeom>
              <a:avLst/>
              <a:pathLst>
                <a:path w="14762" h="166514">
                  <a:moveTo>
                    <a:pt x="0" y="0"/>
                  </a:moveTo>
                  <a:lnTo>
                    <a:pt x="14762" y="1665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08472" y="1682156"/>
              <a:ext cx="14762" cy="166514"/>
            </a:xfrm>
            <a:custGeom>
              <a:avLst/>
              <a:pathLst>
                <a:path w="14762" h="166514">
                  <a:moveTo>
                    <a:pt x="0" y="0"/>
                  </a:moveTo>
                  <a:lnTo>
                    <a:pt x="14762" y="1665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08472" y="1682156"/>
              <a:ext cx="14762" cy="166514"/>
            </a:xfrm>
            <a:custGeom>
              <a:avLst/>
              <a:pathLst>
                <a:path w="14762" h="166514">
                  <a:moveTo>
                    <a:pt x="0" y="0"/>
                  </a:moveTo>
                  <a:lnTo>
                    <a:pt x="14762" y="1665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08472" y="1682156"/>
              <a:ext cx="14762" cy="166514"/>
            </a:xfrm>
            <a:custGeom>
              <a:avLst/>
              <a:pathLst>
                <a:path w="14762" h="166514">
                  <a:moveTo>
                    <a:pt x="0" y="0"/>
                  </a:moveTo>
                  <a:lnTo>
                    <a:pt x="14762" y="1665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08472" y="1682156"/>
              <a:ext cx="14762" cy="166514"/>
            </a:xfrm>
            <a:custGeom>
              <a:avLst/>
              <a:pathLst>
                <a:path w="14762" h="166514">
                  <a:moveTo>
                    <a:pt x="0" y="0"/>
                  </a:moveTo>
                  <a:lnTo>
                    <a:pt x="14762" y="1665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08472" y="1682156"/>
              <a:ext cx="14762" cy="166514"/>
            </a:xfrm>
            <a:custGeom>
              <a:avLst/>
              <a:pathLst>
                <a:path w="14762" h="166514">
                  <a:moveTo>
                    <a:pt x="0" y="0"/>
                  </a:moveTo>
                  <a:lnTo>
                    <a:pt x="14762" y="1665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08472" y="1682156"/>
              <a:ext cx="14762" cy="166514"/>
            </a:xfrm>
            <a:custGeom>
              <a:avLst/>
              <a:pathLst>
                <a:path w="14762" h="166514">
                  <a:moveTo>
                    <a:pt x="0" y="0"/>
                  </a:moveTo>
                  <a:lnTo>
                    <a:pt x="14762" y="1665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08472" y="1682156"/>
              <a:ext cx="14762" cy="166514"/>
            </a:xfrm>
            <a:custGeom>
              <a:avLst/>
              <a:pathLst>
                <a:path w="14762" h="166514">
                  <a:moveTo>
                    <a:pt x="0" y="0"/>
                  </a:moveTo>
                  <a:lnTo>
                    <a:pt x="14762" y="1665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08472" y="1682156"/>
              <a:ext cx="14762" cy="166514"/>
            </a:xfrm>
            <a:custGeom>
              <a:avLst/>
              <a:pathLst>
                <a:path w="14762" h="166514">
                  <a:moveTo>
                    <a:pt x="0" y="0"/>
                  </a:moveTo>
                  <a:lnTo>
                    <a:pt x="14762" y="1665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08472" y="1682156"/>
              <a:ext cx="14762" cy="166514"/>
            </a:xfrm>
            <a:custGeom>
              <a:avLst/>
              <a:pathLst>
                <a:path w="14762" h="166514">
                  <a:moveTo>
                    <a:pt x="0" y="0"/>
                  </a:moveTo>
                  <a:lnTo>
                    <a:pt x="14762" y="1665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08472" y="1682156"/>
              <a:ext cx="14762" cy="166514"/>
            </a:xfrm>
            <a:custGeom>
              <a:avLst/>
              <a:pathLst>
                <a:path w="14762" h="166514">
                  <a:moveTo>
                    <a:pt x="0" y="0"/>
                  </a:moveTo>
                  <a:lnTo>
                    <a:pt x="14762" y="1665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08472" y="1682156"/>
              <a:ext cx="14762" cy="166514"/>
            </a:xfrm>
            <a:custGeom>
              <a:avLst/>
              <a:pathLst>
                <a:path w="14762" h="166514">
                  <a:moveTo>
                    <a:pt x="0" y="0"/>
                  </a:moveTo>
                  <a:lnTo>
                    <a:pt x="14762" y="1665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08472" y="1682156"/>
              <a:ext cx="14762" cy="166514"/>
            </a:xfrm>
            <a:custGeom>
              <a:avLst/>
              <a:pathLst>
                <a:path w="14762" h="166514">
                  <a:moveTo>
                    <a:pt x="0" y="0"/>
                  </a:moveTo>
                  <a:lnTo>
                    <a:pt x="14762" y="1665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08472" y="1682156"/>
              <a:ext cx="14762" cy="166514"/>
            </a:xfrm>
            <a:custGeom>
              <a:avLst/>
              <a:pathLst>
                <a:path w="14762" h="166514">
                  <a:moveTo>
                    <a:pt x="0" y="0"/>
                  </a:moveTo>
                  <a:lnTo>
                    <a:pt x="14762" y="1665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08472" y="1682156"/>
              <a:ext cx="14762" cy="166514"/>
            </a:xfrm>
            <a:custGeom>
              <a:avLst/>
              <a:pathLst>
                <a:path w="14762" h="166514">
                  <a:moveTo>
                    <a:pt x="0" y="0"/>
                  </a:moveTo>
                  <a:lnTo>
                    <a:pt x="14762" y="1665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08472" y="1682156"/>
              <a:ext cx="14762" cy="166514"/>
            </a:xfrm>
            <a:custGeom>
              <a:avLst/>
              <a:pathLst>
                <a:path w="14762" h="166514">
                  <a:moveTo>
                    <a:pt x="0" y="0"/>
                  </a:moveTo>
                  <a:lnTo>
                    <a:pt x="14762" y="1665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08472" y="1682156"/>
              <a:ext cx="14762" cy="166514"/>
            </a:xfrm>
            <a:custGeom>
              <a:avLst/>
              <a:pathLst>
                <a:path w="14762" h="166514">
                  <a:moveTo>
                    <a:pt x="0" y="0"/>
                  </a:moveTo>
                  <a:lnTo>
                    <a:pt x="14762" y="1665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256068" y="1682156"/>
              <a:ext cx="334322" cy="333671"/>
            </a:xfrm>
            <a:custGeom>
              <a:avLst/>
              <a:pathLst>
                <a:path w="334322" h="333671">
                  <a:moveTo>
                    <a:pt x="152404" y="0"/>
                  </a:moveTo>
                  <a:lnTo>
                    <a:pt x="147152" y="549"/>
                  </a:lnTo>
                  <a:lnTo>
                    <a:pt x="141920" y="1264"/>
                  </a:lnTo>
                  <a:lnTo>
                    <a:pt x="136714" y="2144"/>
                  </a:lnTo>
                  <a:lnTo>
                    <a:pt x="131537" y="3187"/>
                  </a:lnTo>
                  <a:lnTo>
                    <a:pt x="126397" y="4394"/>
                  </a:lnTo>
                  <a:lnTo>
                    <a:pt x="121297" y="5763"/>
                  </a:lnTo>
                  <a:lnTo>
                    <a:pt x="116243" y="7292"/>
                  </a:lnTo>
                  <a:lnTo>
                    <a:pt x="111239" y="8979"/>
                  </a:lnTo>
                  <a:lnTo>
                    <a:pt x="106292" y="10824"/>
                  </a:lnTo>
                  <a:lnTo>
                    <a:pt x="101405" y="12825"/>
                  </a:lnTo>
                  <a:lnTo>
                    <a:pt x="96584" y="14978"/>
                  </a:lnTo>
                  <a:lnTo>
                    <a:pt x="91833" y="17283"/>
                  </a:lnTo>
                  <a:lnTo>
                    <a:pt x="87157" y="19737"/>
                  </a:lnTo>
                  <a:lnTo>
                    <a:pt x="82562" y="22337"/>
                  </a:lnTo>
                  <a:lnTo>
                    <a:pt x="78050" y="25081"/>
                  </a:lnTo>
                  <a:lnTo>
                    <a:pt x="73628" y="27966"/>
                  </a:lnTo>
                  <a:lnTo>
                    <a:pt x="69299" y="30989"/>
                  </a:lnTo>
                  <a:lnTo>
                    <a:pt x="65067" y="34148"/>
                  </a:lnTo>
                  <a:lnTo>
                    <a:pt x="60938" y="37439"/>
                  </a:lnTo>
                  <a:lnTo>
                    <a:pt x="56914" y="40858"/>
                  </a:lnTo>
                  <a:lnTo>
                    <a:pt x="53000" y="44403"/>
                  </a:lnTo>
                  <a:lnTo>
                    <a:pt x="49201" y="48070"/>
                  </a:lnTo>
                  <a:lnTo>
                    <a:pt x="45519" y="51854"/>
                  </a:lnTo>
                  <a:lnTo>
                    <a:pt x="41958" y="55754"/>
                  </a:lnTo>
                  <a:lnTo>
                    <a:pt x="38522" y="59763"/>
                  </a:lnTo>
                  <a:lnTo>
                    <a:pt x="35215" y="63880"/>
                  </a:lnTo>
                  <a:lnTo>
                    <a:pt x="32039" y="68098"/>
                  </a:lnTo>
                  <a:lnTo>
                    <a:pt x="28998" y="72415"/>
                  </a:lnTo>
                  <a:lnTo>
                    <a:pt x="26095" y="76826"/>
                  </a:lnTo>
                  <a:lnTo>
                    <a:pt x="23333" y="81326"/>
                  </a:lnTo>
                  <a:lnTo>
                    <a:pt x="20714" y="85911"/>
                  </a:lnTo>
                  <a:lnTo>
                    <a:pt x="18242" y="90577"/>
                  </a:lnTo>
                  <a:lnTo>
                    <a:pt x="15918" y="95318"/>
                  </a:lnTo>
                  <a:lnTo>
                    <a:pt x="13745" y="100131"/>
                  </a:lnTo>
                  <a:lnTo>
                    <a:pt x="11725" y="105010"/>
                  </a:lnTo>
                  <a:lnTo>
                    <a:pt x="9860" y="109950"/>
                  </a:lnTo>
                  <a:lnTo>
                    <a:pt x="8152" y="114946"/>
                  </a:lnTo>
                  <a:lnTo>
                    <a:pt x="6602" y="119994"/>
                  </a:lnTo>
                  <a:lnTo>
                    <a:pt x="5213" y="125088"/>
                  </a:lnTo>
                  <a:lnTo>
                    <a:pt x="3986" y="130224"/>
                  </a:lnTo>
                  <a:lnTo>
                    <a:pt x="2921" y="135396"/>
                  </a:lnTo>
                  <a:lnTo>
                    <a:pt x="2020" y="140599"/>
                  </a:lnTo>
                  <a:lnTo>
                    <a:pt x="1284" y="145828"/>
                  </a:lnTo>
                  <a:lnTo>
                    <a:pt x="713" y="151077"/>
                  </a:lnTo>
                  <a:lnTo>
                    <a:pt x="309" y="156342"/>
                  </a:lnTo>
                  <a:lnTo>
                    <a:pt x="71" y="161617"/>
                  </a:lnTo>
                  <a:lnTo>
                    <a:pt x="0" y="166897"/>
                  </a:lnTo>
                  <a:lnTo>
                    <a:pt x="95" y="172176"/>
                  </a:lnTo>
                  <a:lnTo>
                    <a:pt x="357" y="177450"/>
                  </a:lnTo>
                  <a:lnTo>
                    <a:pt x="786" y="182713"/>
                  </a:lnTo>
                  <a:lnTo>
                    <a:pt x="1380" y="187960"/>
                  </a:lnTo>
                  <a:lnTo>
                    <a:pt x="2140" y="193185"/>
                  </a:lnTo>
                  <a:lnTo>
                    <a:pt x="3065" y="198384"/>
                  </a:lnTo>
                  <a:lnTo>
                    <a:pt x="4154" y="203551"/>
                  </a:lnTo>
                  <a:lnTo>
                    <a:pt x="5405" y="208681"/>
                  </a:lnTo>
                  <a:lnTo>
                    <a:pt x="6817" y="213769"/>
                  </a:lnTo>
                  <a:lnTo>
                    <a:pt x="8390" y="218810"/>
                  </a:lnTo>
                  <a:lnTo>
                    <a:pt x="10121" y="223798"/>
                  </a:lnTo>
                  <a:lnTo>
                    <a:pt x="12008" y="228730"/>
                  </a:lnTo>
                  <a:lnTo>
                    <a:pt x="14050" y="233599"/>
                  </a:lnTo>
                  <a:lnTo>
                    <a:pt x="16246" y="238402"/>
                  </a:lnTo>
                  <a:lnTo>
                    <a:pt x="18591" y="243132"/>
                  </a:lnTo>
                  <a:lnTo>
                    <a:pt x="21085" y="247787"/>
                  </a:lnTo>
                  <a:lnTo>
                    <a:pt x="23725" y="252360"/>
                  </a:lnTo>
                  <a:lnTo>
                    <a:pt x="26508" y="256847"/>
                  </a:lnTo>
                  <a:lnTo>
                    <a:pt x="29431" y="261245"/>
                  </a:lnTo>
                  <a:lnTo>
                    <a:pt x="32492" y="265548"/>
                  </a:lnTo>
                  <a:lnTo>
                    <a:pt x="35687" y="269752"/>
                  </a:lnTo>
                  <a:lnTo>
                    <a:pt x="39013" y="273853"/>
                  </a:lnTo>
                  <a:lnTo>
                    <a:pt x="42467" y="277847"/>
                  </a:lnTo>
                  <a:lnTo>
                    <a:pt x="46045" y="281729"/>
                  </a:lnTo>
                  <a:lnTo>
                    <a:pt x="49745" y="285497"/>
                  </a:lnTo>
                  <a:lnTo>
                    <a:pt x="53561" y="289147"/>
                  </a:lnTo>
                  <a:lnTo>
                    <a:pt x="57491" y="292673"/>
                  </a:lnTo>
                  <a:lnTo>
                    <a:pt x="61530" y="296074"/>
                  </a:lnTo>
                  <a:lnTo>
                    <a:pt x="65675" y="299346"/>
                  </a:lnTo>
                  <a:lnTo>
                    <a:pt x="69921" y="302485"/>
                  </a:lnTo>
                  <a:lnTo>
                    <a:pt x="74264" y="305489"/>
                  </a:lnTo>
                  <a:lnTo>
                    <a:pt x="78699" y="308354"/>
                  </a:lnTo>
                  <a:lnTo>
                    <a:pt x="83223" y="311077"/>
                  </a:lnTo>
                  <a:lnTo>
                    <a:pt x="87831" y="313656"/>
                  </a:lnTo>
                  <a:lnTo>
                    <a:pt x="92518" y="316088"/>
                  </a:lnTo>
                  <a:lnTo>
                    <a:pt x="97279" y="318371"/>
                  </a:lnTo>
                  <a:lnTo>
                    <a:pt x="102110" y="320503"/>
                  </a:lnTo>
                  <a:lnTo>
                    <a:pt x="107006" y="322481"/>
                  </a:lnTo>
                  <a:lnTo>
                    <a:pt x="111962" y="324303"/>
                  </a:lnTo>
                  <a:lnTo>
                    <a:pt x="116973" y="325968"/>
                  </a:lnTo>
                  <a:lnTo>
                    <a:pt x="122034" y="327474"/>
                  </a:lnTo>
                  <a:lnTo>
                    <a:pt x="127140" y="328819"/>
                  </a:lnTo>
                  <a:lnTo>
                    <a:pt x="132286" y="330002"/>
                  </a:lnTo>
                  <a:lnTo>
                    <a:pt x="137467" y="331022"/>
                  </a:lnTo>
                  <a:lnTo>
                    <a:pt x="142678" y="331878"/>
                  </a:lnTo>
                  <a:lnTo>
                    <a:pt x="147913" y="332569"/>
                  </a:lnTo>
                  <a:lnTo>
                    <a:pt x="153167" y="333094"/>
                  </a:lnTo>
                  <a:lnTo>
                    <a:pt x="158435" y="333453"/>
                  </a:lnTo>
                  <a:lnTo>
                    <a:pt x="163712" y="333646"/>
                  </a:lnTo>
                  <a:lnTo>
                    <a:pt x="168992" y="333671"/>
                  </a:lnTo>
                  <a:lnTo>
                    <a:pt x="174271" y="333530"/>
                  </a:lnTo>
                  <a:lnTo>
                    <a:pt x="179542" y="333223"/>
                  </a:lnTo>
                  <a:lnTo>
                    <a:pt x="184801" y="332748"/>
                  </a:lnTo>
                  <a:lnTo>
                    <a:pt x="190043" y="332109"/>
                  </a:lnTo>
                  <a:lnTo>
                    <a:pt x="195261" y="331303"/>
                  </a:lnTo>
                  <a:lnTo>
                    <a:pt x="200452" y="330334"/>
                  </a:lnTo>
                  <a:lnTo>
                    <a:pt x="205609" y="329201"/>
                  </a:lnTo>
                  <a:lnTo>
                    <a:pt x="210728" y="327906"/>
                  </a:lnTo>
                  <a:lnTo>
                    <a:pt x="215804" y="326449"/>
                  </a:lnTo>
                  <a:lnTo>
                    <a:pt x="220831" y="324833"/>
                  </a:lnTo>
                  <a:lnTo>
                    <a:pt x="225804" y="323060"/>
                  </a:lnTo>
                  <a:lnTo>
                    <a:pt x="230719" y="321129"/>
                  </a:lnTo>
                  <a:lnTo>
                    <a:pt x="235571" y="319045"/>
                  </a:lnTo>
                  <a:lnTo>
                    <a:pt x="240354" y="316809"/>
                  </a:lnTo>
                  <a:lnTo>
                    <a:pt x="245064" y="314422"/>
                  </a:lnTo>
                  <a:lnTo>
                    <a:pt x="249697" y="311888"/>
                  </a:lnTo>
                  <a:lnTo>
                    <a:pt x="254247" y="309209"/>
                  </a:lnTo>
                  <a:lnTo>
                    <a:pt x="258710" y="306388"/>
                  </a:lnTo>
                  <a:lnTo>
                    <a:pt x="263082" y="303426"/>
                  </a:lnTo>
                  <a:lnTo>
                    <a:pt x="267359" y="300329"/>
                  </a:lnTo>
                  <a:lnTo>
                    <a:pt x="271535" y="297098"/>
                  </a:lnTo>
                  <a:lnTo>
                    <a:pt x="275607" y="293736"/>
                  </a:lnTo>
                  <a:lnTo>
                    <a:pt x="279571" y="290248"/>
                  </a:lnTo>
                  <a:lnTo>
                    <a:pt x="283423" y="286636"/>
                  </a:lnTo>
                  <a:lnTo>
                    <a:pt x="287159" y="282904"/>
                  </a:lnTo>
                  <a:lnTo>
                    <a:pt x="290775" y="279057"/>
                  </a:lnTo>
                  <a:lnTo>
                    <a:pt x="294268" y="275096"/>
                  </a:lnTo>
                  <a:lnTo>
                    <a:pt x="297634" y="271028"/>
                  </a:lnTo>
                  <a:lnTo>
                    <a:pt x="300870" y="266855"/>
                  </a:lnTo>
                  <a:lnTo>
                    <a:pt x="303972" y="262582"/>
                  </a:lnTo>
                  <a:lnTo>
                    <a:pt x="306938" y="258214"/>
                  </a:lnTo>
                  <a:lnTo>
                    <a:pt x="309765" y="253753"/>
                  </a:lnTo>
                  <a:lnTo>
                    <a:pt x="312449" y="249206"/>
                  </a:lnTo>
                  <a:lnTo>
                    <a:pt x="314988" y="244577"/>
                  </a:lnTo>
                  <a:lnTo>
                    <a:pt x="317380" y="239869"/>
                  </a:lnTo>
                  <a:lnTo>
                    <a:pt x="319621" y="235088"/>
                  </a:lnTo>
                  <a:lnTo>
                    <a:pt x="321711" y="230239"/>
                  </a:lnTo>
                  <a:lnTo>
                    <a:pt x="323647" y="225326"/>
                  </a:lnTo>
                  <a:lnTo>
                    <a:pt x="325426" y="220355"/>
                  </a:lnTo>
                  <a:lnTo>
                    <a:pt x="327048" y="215329"/>
                  </a:lnTo>
                  <a:lnTo>
                    <a:pt x="328510" y="210255"/>
                  </a:lnTo>
                  <a:lnTo>
                    <a:pt x="329811" y="205138"/>
                  </a:lnTo>
                  <a:lnTo>
                    <a:pt x="330949" y="199982"/>
                  </a:lnTo>
                  <a:lnTo>
                    <a:pt x="331925" y="194792"/>
                  </a:lnTo>
                  <a:lnTo>
                    <a:pt x="332736" y="189574"/>
                  </a:lnTo>
                  <a:lnTo>
                    <a:pt x="333381" y="184334"/>
                  </a:lnTo>
                  <a:lnTo>
                    <a:pt x="333861" y="179075"/>
                  </a:lnTo>
                  <a:lnTo>
                    <a:pt x="334175" y="173804"/>
                  </a:lnTo>
                  <a:lnTo>
                    <a:pt x="334322" y="168526"/>
                  </a:lnTo>
                  <a:lnTo>
                    <a:pt x="334302" y="163246"/>
                  </a:lnTo>
                  <a:lnTo>
                    <a:pt x="334115" y="157969"/>
                  </a:lnTo>
                  <a:lnTo>
                    <a:pt x="333762" y="152700"/>
                  </a:lnTo>
                  <a:lnTo>
                    <a:pt x="333243" y="147445"/>
                  </a:lnTo>
                  <a:lnTo>
                    <a:pt x="332558" y="142210"/>
                  </a:lnTo>
                  <a:lnTo>
                    <a:pt x="331708" y="136998"/>
                  </a:lnTo>
                  <a:lnTo>
                    <a:pt x="330693" y="131816"/>
                  </a:lnTo>
                  <a:lnTo>
                    <a:pt x="329516" y="126669"/>
                  </a:lnTo>
                  <a:lnTo>
                    <a:pt x="328176" y="121561"/>
                  </a:lnTo>
                  <a:lnTo>
                    <a:pt x="326676" y="116498"/>
                  </a:lnTo>
                  <a:lnTo>
                    <a:pt x="325017" y="111485"/>
                  </a:lnTo>
                  <a:lnTo>
                    <a:pt x="323200" y="106527"/>
                  </a:lnTo>
                  <a:lnTo>
                    <a:pt x="321228" y="101629"/>
                  </a:lnTo>
                  <a:lnTo>
                    <a:pt x="319102" y="96796"/>
                  </a:lnTo>
                  <a:lnTo>
                    <a:pt x="316824" y="92032"/>
                  </a:lnTo>
                  <a:lnTo>
                    <a:pt x="314397" y="87342"/>
                  </a:lnTo>
                  <a:lnTo>
                    <a:pt x="311823" y="82732"/>
                  </a:lnTo>
                  <a:lnTo>
                    <a:pt x="309105" y="78205"/>
                  </a:lnTo>
                  <a:lnTo>
                    <a:pt x="306245" y="73766"/>
                  </a:lnTo>
                  <a:lnTo>
                    <a:pt x="303246" y="69420"/>
                  </a:lnTo>
                  <a:lnTo>
                    <a:pt x="300112" y="65170"/>
                  </a:lnTo>
                  <a:lnTo>
                    <a:pt x="296845" y="61022"/>
                  </a:lnTo>
                  <a:lnTo>
                    <a:pt x="293448" y="56979"/>
                  </a:lnTo>
                  <a:lnTo>
                    <a:pt x="289926" y="53045"/>
                  </a:lnTo>
                  <a:lnTo>
                    <a:pt x="286281" y="49225"/>
                  </a:lnTo>
                  <a:lnTo>
                    <a:pt x="282517" y="45521"/>
                  </a:lnTo>
                  <a:lnTo>
                    <a:pt x="278638" y="41939"/>
                  </a:lnTo>
                  <a:lnTo>
                    <a:pt x="274648" y="38480"/>
                  </a:lnTo>
                  <a:lnTo>
                    <a:pt x="270551" y="35149"/>
                  </a:lnTo>
                  <a:lnTo>
                    <a:pt x="266350" y="31950"/>
                  </a:lnTo>
                  <a:lnTo>
                    <a:pt x="262051" y="28884"/>
                  </a:lnTo>
                  <a:lnTo>
                    <a:pt x="257657" y="25956"/>
                  </a:lnTo>
                  <a:lnTo>
                    <a:pt x="253172" y="23168"/>
                  </a:lnTo>
                  <a:lnTo>
                    <a:pt x="248602" y="20523"/>
                  </a:lnTo>
                  <a:lnTo>
                    <a:pt x="243951" y="18024"/>
                  </a:lnTo>
                  <a:lnTo>
                    <a:pt x="239223" y="15673"/>
                  </a:lnTo>
                  <a:lnTo>
                    <a:pt x="234423" y="13473"/>
                  </a:lnTo>
                  <a:lnTo>
                    <a:pt x="229555" y="11425"/>
                  </a:lnTo>
                  <a:lnTo>
                    <a:pt x="224626" y="9532"/>
                  </a:lnTo>
                  <a:lnTo>
                    <a:pt x="219639" y="7795"/>
                  </a:lnTo>
                  <a:lnTo>
                    <a:pt x="214600" y="6217"/>
                  </a:lnTo>
                  <a:lnTo>
                    <a:pt x="209514" y="4799"/>
                  </a:lnTo>
                  <a:lnTo>
                    <a:pt x="204385" y="3542"/>
                  </a:lnTo>
                  <a:lnTo>
                    <a:pt x="199220" y="2448"/>
                  </a:lnTo>
                  <a:lnTo>
                    <a:pt x="194022" y="1518"/>
                  </a:lnTo>
                  <a:lnTo>
                    <a:pt x="167167" y="1665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23235" y="1681503"/>
              <a:ext cx="26855" cy="167167"/>
            </a:xfrm>
            <a:custGeom>
              <a:avLst/>
              <a:pathLst>
                <a:path w="26855" h="167167">
                  <a:moveTo>
                    <a:pt x="26855" y="2171"/>
                  </a:moveTo>
                  <a:lnTo>
                    <a:pt x="20179" y="1222"/>
                  </a:lnTo>
                  <a:lnTo>
                    <a:pt x="13471" y="543"/>
                  </a:lnTo>
                  <a:lnTo>
                    <a:pt x="6741" y="13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853886" y="1322571"/>
              <a:ext cx="167153" cy="324533"/>
            </a:xfrm>
            <a:custGeom>
              <a:avLst/>
              <a:pathLst>
                <a:path w="167153" h="324533">
                  <a:moveTo>
                    <a:pt x="167153" y="0"/>
                  </a:moveTo>
                  <a:lnTo>
                    <a:pt x="161839" y="84"/>
                  </a:lnTo>
                  <a:lnTo>
                    <a:pt x="156531" y="337"/>
                  </a:lnTo>
                  <a:lnTo>
                    <a:pt x="151234" y="759"/>
                  </a:lnTo>
                  <a:lnTo>
                    <a:pt x="145953" y="1349"/>
                  </a:lnTo>
                  <a:lnTo>
                    <a:pt x="140694" y="2107"/>
                  </a:lnTo>
                  <a:lnTo>
                    <a:pt x="135461" y="3031"/>
                  </a:lnTo>
                  <a:lnTo>
                    <a:pt x="130260" y="4121"/>
                  </a:lnTo>
                  <a:lnTo>
                    <a:pt x="125096" y="5376"/>
                  </a:lnTo>
                  <a:lnTo>
                    <a:pt x="119975" y="6795"/>
                  </a:lnTo>
                  <a:lnTo>
                    <a:pt x="114902" y="8375"/>
                  </a:lnTo>
                  <a:lnTo>
                    <a:pt x="109881" y="10116"/>
                  </a:lnTo>
                  <a:lnTo>
                    <a:pt x="104918" y="12016"/>
                  </a:lnTo>
                  <a:lnTo>
                    <a:pt x="100019" y="14072"/>
                  </a:lnTo>
                  <a:lnTo>
                    <a:pt x="95187" y="16283"/>
                  </a:lnTo>
                  <a:lnTo>
                    <a:pt x="90427" y="18647"/>
                  </a:lnTo>
                  <a:lnTo>
                    <a:pt x="85745" y="21161"/>
                  </a:lnTo>
                  <a:lnTo>
                    <a:pt x="81146" y="23822"/>
                  </a:lnTo>
                  <a:lnTo>
                    <a:pt x="76633" y="26628"/>
                  </a:lnTo>
                  <a:lnTo>
                    <a:pt x="72212" y="29576"/>
                  </a:lnTo>
                  <a:lnTo>
                    <a:pt x="67887" y="32663"/>
                  </a:lnTo>
                  <a:lnTo>
                    <a:pt x="63662" y="35886"/>
                  </a:lnTo>
                  <a:lnTo>
                    <a:pt x="59542" y="39242"/>
                  </a:lnTo>
                  <a:lnTo>
                    <a:pt x="55530" y="42727"/>
                  </a:lnTo>
                  <a:lnTo>
                    <a:pt x="51631" y="46337"/>
                  </a:lnTo>
                  <a:lnTo>
                    <a:pt x="47849" y="50070"/>
                  </a:lnTo>
                  <a:lnTo>
                    <a:pt x="44188" y="53921"/>
                  </a:lnTo>
                  <a:lnTo>
                    <a:pt x="40651" y="57887"/>
                  </a:lnTo>
                  <a:lnTo>
                    <a:pt x="37241" y="61963"/>
                  </a:lnTo>
                  <a:lnTo>
                    <a:pt x="33963" y="66145"/>
                  </a:lnTo>
                  <a:lnTo>
                    <a:pt x="30819" y="70429"/>
                  </a:lnTo>
                  <a:lnTo>
                    <a:pt x="27813" y="74811"/>
                  </a:lnTo>
                  <a:lnTo>
                    <a:pt x="24948" y="79287"/>
                  </a:lnTo>
                  <a:lnTo>
                    <a:pt x="22227" y="83851"/>
                  </a:lnTo>
                  <a:lnTo>
                    <a:pt x="19652" y="88499"/>
                  </a:lnTo>
                  <a:lnTo>
                    <a:pt x="17226" y="93227"/>
                  </a:lnTo>
                  <a:lnTo>
                    <a:pt x="14952" y="98030"/>
                  </a:lnTo>
                  <a:lnTo>
                    <a:pt x="12832" y="102902"/>
                  </a:lnTo>
                  <a:lnTo>
                    <a:pt x="10867" y="107839"/>
                  </a:lnTo>
                  <a:lnTo>
                    <a:pt x="9060" y="112837"/>
                  </a:lnTo>
                  <a:lnTo>
                    <a:pt x="7413" y="117889"/>
                  </a:lnTo>
                  <a:lnTo>
                    <a:pt x="5928" y="122991"/>
                  </a:lnTo>
                  <a:lnTo>
                    <a:pt x="4605" y="128138"/>
                  </a:lnTo>
                  <a:lnTo>
                    <a:pt x="3447" y="133324"/>
                  </a:lnTo>
                  <a:lnTo>
                    <a:pt x="2454" y="138544"/>
                  </a:lnTo>
                  <a:lnTo>
                    <a:pt x="1627" y="143793"/>
                  </a:lnTo>
                  <a:lnTo>
                    <a:pt x="968" y="149066"/>
                  </a:lnTo>
                  <a:lnTo>
                    <a:pt x="477" y="154357"/>
                  </a:lnTo>
                  <a:lnTo>
                    <a:pt x="154" y="159661"/>
                  </a:lnTo>
                  <a:lnTo>
                    <a:pt x="0" y="164973"/>
                  </a:lnTo>
                  <a:lnTo>
                    <a:pt x="14" y="170287"/>
                  </a:lnTo>
                  <a:lnTo>
                    <a:pt x="198" y="175598"/>
                  </a:lnTo>
                  <a:lnTo>
                    <a:pt x="550" y="180900"/>
                  </a:lnTo>
                  <a:lnTo>
                    <a:pt x="1071" y="186188"/>
                  </a:lnTo>
                  <a:lnTo>
                    <a:pt x="1759" y="191457"/>
                  </a:lnTo>
                  <a:lnTo>
                    <a:pt x="2615" y="196702"/>
                  </a:lnTo>
                  <a:lnTo>
                    <a:pt x="3637" y="201917"/>
                  </a:lnTo>
                  <a:lnTo>
                    <a:pt x="4824" y="207096"/>
                  </a:lnTo>
                  <a:lnTo>
                    <a:pt x="6175" y="212236"/>
                  </a:lnTo>
                  <a:lnTo>
                    <a:pt x="7689" y="217329"/>
                  </a:lnTo>
                  <a:lnTo>
                    <a:pt x="9364" y="222372"/>
                  </a:lnTo>
                  <a:lnTo>
                    <a:pt x="11198" y="227360"/>
                  </a:lnTo>
                  <a:lnTo>
                    <a:pt x="13190" y="232286"/>
                  </a:lnTo>
                  <a:lnTo>
                    <a:pt x="15338" y="237147"/>
                  </a:lnTo>
                  <a:lnTo>
                    <a:pt x="17638" y="241937"/>
                  </a:lnTo>
                  <a:lnTo>
                    <a:pt x="20090" y="246651"/>
                  </a:lnTo>
                  <a:lnTo>
                    <a:pt x="22691" y="251285"/>
                  </a:lnTo>
                  <a:lnTo>
                    <a:pt x="25438" y="255834"/>
                  </a:lnTo>
                  <a:lnTo>
                    <a:pt x="28327" y="260293"/>
                  </a:lnTo>
                  <a:lnTo>
                    <a:pt x="31358" y="264659"/>
                  </a:lnTo>
                  <a:lnTo>
                    <a:pt x="34525" y="268926"/>
                  </a:lnTo>
                  <a:lnTo>
                    <a:pt x="37826" y="273090"/>
                  </a:lnTo>
                  <a:lnTo>
                    <a:pt x="41258" y="277147"/>
                  </a:lnTo>
                  <a:lnTo>
                    <a:pt x="44817" y="281092"/>
                  </a:lnTo>
                  <a:lnTo>
                    <a:pt x="48500" y="284923"/>
                  </a:lnTo>
                  <a:lnTo>
                    <a:pt x="52303" y="288635"/>
                  </a:lnTo>
                  <a:lnTo>
                    <a:pt x="56222" y="292224"/>
                  </a:lnTo>
                  <a:lnTo>
                    <a:pt x="60252" y="295687"/>
                  </a:lnTo>
                  <a:lnTo>
                    <a:pt x="64391" y="299019"/>
                  </a:lnTo>
                  <a:lnTo>
                    <a:pt x="68634" y="302219"/>
                  </a:lnTo>
                  <a:lnTo>
                    <a:pt x="72976" y="305282"/>
                  </a:lnTo>
                  <a:lnTo>
                    <a:pt x="77414" y="308205"/>
                  </a:lnTo>
                  <a:lnTo>
                    <a:pt x="81942" y="310986"/>
                  </a:lnTo>
                  <a:lnTo>
                    <a:pt x="86556" y="313622"/>
                  </a:lnTo>
                  <a:lnTo>
                    <a:pt x="91252" y="316110"/>
                  </a:lnTo>
                  <a:lnTo>
                    <a:pt x="96024" y="318447"/>
                  </a:lnTo>
                  <a:lnTo>
                    <a:pt x="100868" y="320631"/>
                  </a:lnTo>
                  <a:lnTo>
                    <a:pt x="105779" y="322661"/>
                  </a:lnTo>
                  <a:lnTo>
                    <a:pt x="110752" y="324533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64638" y="1489739"/>
              <a:ext cx="56400" cy="157365"/>
            </a:xfrm>
            <a:custGeom>
              <a:avLst/>
              <a:pathLst>
                <a:path w="56400" h="157365">
                  <a:moveTo>
                    <a:pt x="0" y="157365"/>
                  </a:moveTo>
                  <a:lnTo>
                    <a:pt x="5640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64638" y="1489739"/>
              <a:ext cx="56400" cy="157365"/>
            </a:xfrm>
            <a:custGeom>
              <a:avLst/>
              <a:pathLst>
                <a:path w="56400" h="157365">
                  <a:moveTo>
                    <a:pt x="0" y="157365"/>
                  </a:moveTo>
                  <a:lnTo>
                    <a:pt x="5640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64638" y="1489739"/>
              <a:ext cx="56400" cy="157365"/>
            </a:xfrm>
            <a:custGeom>
              <a:avLst/>
              <a:pathLst>
                <a:path w="56400" h="157365">
                  <a:moveTo>
                    <a:pt x="0" y="157365"/>
                  </a:moveTo>
                  <a:lnTo>
                    <a:pt x="5640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64638" y="1489739"/>
              <a:ext cx="56400" cy="157365"/>
            </a:xfrm>
            <a:custGeom>
              <a:avLst/>
              <a:pathLst>
                <a:path w="56400" h="157365">
                  <a:moveTo>
                    <a:pt x="0" y="157365"/>
                  </a:moveTo>
                  <a:lnTo>
                    <a:pt x="5640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64638" y="1489739"/>
              <a:ext cx="56400" cy="157365"/>
            </a:xfrm>
            <a:custGeom>
              <a:avLst/>
              <a:pathLst>
                <a:path w="56400" h="157365">
                  <a:moveTo>
                    <a:pt x="0" y="157365"/>
                  </a:moveTo>
                  <a:lnTo>
                    <a:pt x="5640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64638" y="1489739"/>
              <a:ext cx="56400" cy="157365"/>
            </a:xfrm>
            <a:custGeom>
              <a:avLst/>
              <a:pathLst>
                <a:path w="56400" h="157365">
                  <a:moveTo>
                    <a:pt x="0" y="157365"/>
                  </a:moveTo>
                  <a:lnTo>
                    <a:pt x="5640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64638" y="1489739"/>
              <a:ext cx="56400" cy="157365"/>
            </a:xfrm>
            <a:custGeom>
              <a:avLst/>
              <a:pathLst>
                <a:path w="56400" h="157365">
                  <a:moveTo>
                    <a:pt x="0" y="157365"/>
                  </a:moveTo>
                  <a:lnTo>
                    <a:pt x="5640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64638" y="1489739"/>
              <a:ext cx="56400" cy="157365"/>
            </a:xfrm>
            <a:custGeom>
              <a:avLst/>
              <a:pathLst>
                <a:path w="56400" h="157365">
                  <a:moveTo>
                    <a:pt x="0" y="157365"/>
                  </a:moveTo>
                  <a:lnTo>
                    <a:pt x="5640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64638" y="1489739"/>
              <a:ext cx="56400" cy="157365"/>
            </a:xfrm>
            <a:custGeom>
              <a:avLst/>
              <a:pathLst>
                <a:path w="56400" h="157365">
                  <a:moveTo>
                    <a:pt x="0" y="157365"/>
                  </a:moveTo>
                  <a:lnTo>
                    <a:pt x="5640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64638" y="1489739"/>
              <a:ext cx="56400" cy="157365"/>
            </a:xfrm>
            <a:custGeom>
              <a:avLst/>
              <a:pathLst>
                <a:path w="56400" h="157365">
                  <a:moveTo>
                    <a:pt x="0" y="157365"/>
                  </a:moveTo>
                  <a:lnTo>
                    <a:pt x="5640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64638" y="1489739"/>
              <a:ext cx="56400" cy="157365"/>
            </a:xfrm>
            <a:custGeom>
              <a:avLst/>
              <a:pathLst>
                <a:path w="56400" h="157365">
                  <a:moveTo>
                    <a:pt x="0" y="157365"/>
                  </a:moveTo>
                  <a:lnTo>
                    <a:pt x="5640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64638" y="1489739"/>
              <a:ext cx="56400" cy="157365"/>
            </a:xfrm>
            <a:custGeom>
              <a:avLst/>
              <a:pathLst>
                <a:path w="56400" h="157365">
                  <a:moveTo>
                    <a:pt x="0" y="157365"/>
                  </a:moveTo>
                  <a:lnTo>
                    <a:pt x="5640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64638" y="1489739"/>
              <a:ext cx="56400" cy="157365"/>
            </a:xfrm>
            <a:custGeom>
              <a:avLst/>
              <a:pathLst>
                <a:path w="56400" h="157365">
                  <a:moveTo>
                    <a:pt x="0" y="157365"/>
                  </a:moveTo>
                  <a:lnTo>
                    <a:pt x="5640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64638" y="1489739"/>
              <a:ext cx="56400" cy="157365"/>
            </a:xfrm>
            <a:custGeom>
              <a:avLst/>
              <a:pathLst>
                <a:path w="56400" h="157365">
                  <a:moveTo>
                    <a:pt x="0" y="157365"/>
                  </a:moveTo>
                  <a:lnTo>
                    <a:pt x="5640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64638" y="1489739"/>
              <a:ext cx="56400" cy="157365"/>
            </a:xfrm>
            <a:custGeom>
              <a:avLst/>
              <a:pathLst>
                <a:path w="56400" h="157365">
                  <a:moveTo>
                    <a:pt x="0" y="157365"/>
                  </a:moveTo>
                  <a:lnTo>
                    <a:pt x="5640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64638" y="1489739"/>
              <a:ext cx="56400" cy="157365"/>
            </a:xfrm>
            <a:custGeom>
              <a:avLst/>
              <a:pathLst>
                <a:path w="56400" h="157365">
                  <a:moveTo>
                    <a:pt x="0" y="157365"/>
                  </a:moveTo>
                  <a:lnTo>
                    <a:pt x="5640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64638" y="1489739"/>
              <a:ext cx="56400" cy="157365"/>
            </a:xfrm>
            <a:custGeom>
              <a:avLst/>
              <a:pathLst>
                <a:path w="56400" h="157365">
                  <a:moveTo>
                    <a:pt x="0" y="157365"/>
                  </a:moveTo>
                  <a:lnTo>
                    <a:pt x="5640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64638" y="1489739"/>
              <a:ext cx="56400" cy="157365"/>
            </a:xfrm>
            <a:custGeom>
              <a:avLst/>
              <a:pathLst>
                <a:path w="56400" h="157365">
                  <a:moveTo>
                    <a:pt x="0" y="157365"/>
                  </a:moveTo>
                  <a:lnTo>
                    <a:pt x="5640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64638" y="1489739"/>
              <a:ext cx="56400" cy="157365"/>
            </a:xfrm>
            <a:custGeom>
              <a:avLst/>
              <a:pathLst>
                <a:path w="56400" h="157365">
                  <a:moveTo>
                    <a:pt x="0" y="157365"/>
                  </a:moveTo>
                  <a:lnTo>
                    <a:pt x="5640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64638" y="1489739"/>
              <a:ext cx="56400" cy="157365"/>
            </a:xfrm>
            <a:custGeom>
              <a:avLst/>
              <a:pathLst>
                <a:path w="56400" h="157365">
                  <a:moveTo>
                    <a:pt x="0" y="157365"/>
                  </a:moveTo>
                  <a:lnTo>
                    <a:pt x="5640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64638" y="1489739"/>
              <a:ext cx="56400" cy="157365"/>
            </a:xfrm>
            <a:custGeom>
              <a:avLst/>
              <a:pathLst>
                <a:path w="56400" h="157365">
                  <a:moveTo>
                    <a:pt x="0" y="157365"/>
                  </a:moveTo>
                  <a:lnTo>
                    <a:pt x="5640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64638" y="1326906"/>
              <a:ext cx="223567" cy="329996"/>
            </a:xfrm>
            <a:custGeom>
              <a:avLst/>
              <a:pathLst>
                <a:path w="223567" h="329996">
                  <a:moveTo>
                    <a:pt x="0" y="320198"/>
                  </a:moveTo>
                  <a:lnTo>
                    <a:pt x="5053" y="321919"/>
                  </a:lnTo>
                  <a:lnTo>
                    <a:pt x="10159" y="323477"/>
                  </a:lnTo>
                  <a:lnTo>
                    <a:pt x="15312" y="324872"/>
                  </a:lnTo>
                  <a:lnTo>
                    <a:pt x="20507" y="326101"/>
                  </a:lnTo>
                  <a:lnTo>
                    <a:pt x="25739" y="327164"/>
                  </a:lnTo>
                  <a:lnTo>
                    <a:pt x="31002" y="328059"/>
                  </a:lnTo>
                  <a:lnTo>
                    <a:pt x="36291" y="328786"/>
                  </a:lnTo>
                  <a:lnTo>
                    <a:pt x="41600" y="329344"/>
                  </a:lnTo>
                  <a:lnTo>
                    <a:pt x="46924" y="329731"/>
                  </a:lnTo>
                  <a:lnTo>
                    <a:pt x="52258" y="329949"/>
                  </a:lnTo>
                  <a:lnTo>
                    <a:pt x="57597" y="329996"/>
                  </a:lnTo>
                  <a:lnTo>
                    <a:pt x="62934" y="329872"/>
                  </a:lnTo>
                  <a:lnTo>
                    <a:pt x="68264" y="329578"/>
                  </a:lnTo>
                  <a:lnTo>
                    <a:pt x="73583" y="329115"/>
                  </a:lnTo>
                  <a:lnTo>
                    <a:pt x="78883" y="328481"/>
                  </a:lnTo>
                  <a:lnTo>
                    <a:pt x="84161" y="327679"/>
                  </a:lnTo>
                  <a:lnTo>
                    <a:pt x="89411" y="326708"/>
                  </a:lnTo>
                  <a:lnTo>
                    <a:pt x="94627" y="325571"/>
                  </a:lnTo>
                  <a:lnTo>
                    <a:pt x="99804" y="324267"/>
                  </a:lnTo>
                  <a:lnTo>
                    <a:pt x="104936" y="322799"/>
                  </a:lnTo>
                  <a:lnTo>
                    <a:pt x="110019" y="321167"/>
                  </a:lnTo>
                  <a:lnTo>
                    <a:pt x="115048" y="319374"/>
                  </a:lnTo>
                  <a:lnTo>
                    <a:pt x="120016" y="317422"/>
                  </a:lnTo>
                  <a:lnTo>
                    <a:pt x="124920" y="315312"/>
                  </a:lnTo>
                  <a:lnTo>
                    <a:pt x="129754" y="313046"/>
                  </a:lnTo>
                  <a:lnTo>
                    <a:pt x="134513" y="310627"/>
                  </a:lnTo>
                  <a:lnTo>
                    <a:pt x="139192" y="308058"/>
                  </a:lnTo>
                  <a:lnTo>
                    <a:pt x="143787" y="305340"/>
                  </a:lnTo>
                  <a:lnTo>
                    <a:pt x="148293" y="302477"/>
                  </a:lnTo>
                  <a:lnTo>
                    <a:pt x="152705" y="299471"/>
                  </a:lnTo>
                  <a:lnTo>
                    <a:pt x="157019" y="296327"/>
                  </a:lnTo>
                  <a:lnTo>
                    <a:pt x="161231" y="293046"/>
                  </a:lnTo>
                  <a:lnTo>
                    <a:pt x="165335" y="289632"/>
                  </a:lnTo>
                  <a:lnTo>
                    <a:pt x="169328" y="286089"/>
                  </a:lnTo>
                  <a:lnTo>
                    <a:pt x="173206" y="282420"/>
                  </a:lnTo>
                  <a:lnTo>
                    <a:pt x="176965" y="278629"/>
                  </a:lnTo>
                  <a:lnTo>
                    <a:pt x="180601" y="274720"/>
                  </a:lnTo>
                  <a:lnTo>
                    <a:pt x="184111" y="270697"/>
                  </a:lnTo>
                  <a:lnTo>
                    <a:pt x="187490" y="266565"/>
                  </a:lnTo>
                  <a:lnTo>
                    <a:pt x="190735" y="262326"/>
                  </a:lnTo>
                  <a:lnTo>
                    <a:pt x="193844" y="257986"/>
                  </a:lnTo>
                  <a:lnTo>
                    <a:pt x="196812" y="253548"/>
                  </a:lnTo>
                  <a:lnTo>
                    <a:pt x="199637" y="249019"/>
                  </a:lnTo>
                  <a:lnTo>
                    <a:pt x="202316" y="244401"/>
                  </a:lnTo>
                  <a:lnTo>
                    <a:pt x="204846" y="239700"/>
                  </a:lnTo>
                  <a:lnTo>
                    <a:pt x="207225" y="234921"/>
                  </a:lnTo>
                  <a:lnTo>
                    <a:pt x="209450" y="230068"/>
                  </a:lnTo>
                  <a:lnTo>
                    <a:pt x="211519" y="225147"/>
                  </a:lnTo>
                  <a:lnTo>
                    <a:pt x="213429" y="220162"/>
                  </a:lnTo>
                  <a:lnTo>
                    <a:pt x="215180" y="215118"/>
                  </a:lnTo>
                  <a:lnTo>
                    <a:pt x="216768" y="210022"/>
                  </a:lnTo>
                  <a:lnTo>
                    <a:pt x="218193" y="204877"/>
                  </a:lnTo>
                  <a:lnTo>
                    <a:pt x="219453" y="199689"/>
                  </a:lnTo>
                  <a:lnTo>
                    <a:pt x="220547" y="194464"/>
                  </a:lnTo>
                  <a:lnTo>
                    <a:pt x="221473" y="189207"/>
                  </a:lnTo>
                  <a:lnTo>
                    <a:pt x="222231" y="183922"/>
                  </a:lnTo>
                  <a:lnTo>
                    <a:pt x="222820" y="178616"/>
                  </a:lnTo>
                  <a:lnTo>
                    <a:pt x="223239" y="173294"/>
                  </a:lnTo>
                  <a:lnTo>
                    <a:pt x="223488" y="167961"/>
                  </a:lnTo>
                  <a:lnTo>
                    <a:pt x="223567" y="162624"/>
                  </a:lnTo>
                  <a:lnTo>
                    <a:pt x="223475" y="157286"/>
                  </a:lnTo>
                  <a:lnTo>
                    <a:pt x="223213" y="151954"/>
                  </a:lnTo>
                  <a:lnTo>
                    <a:pt x="222780" y="146633"/>
                  </a:lnTo>
                  <a:lnTo>
                    <a:pt x="222178" y="141328"/>
                  </a:lnTo>
                  <a:lnTo>
                    <a:pt x="221407" y="136046"/>
                  </a:lnTo>
                  <a:lnTo>
                    <a:pt x="220467" y="130791"/>
                  </a:lnTo>
                  <a:lnTo>
                    <a:pt x="219361" y="125568"/>
                  </a:lnTo>
                  <a:lnTo>
                    <a:pt x="218088" y="120384"/>
                  </a:lnTo>
                  <a:lnTo>
                    <a:pt x="216650" y="115242"/>
                  </a:lnTo>
                  <a:lnTo>
                    <a:pt x="215049" y="110150"/>
                  </a:lnTo>
                  <a:lnTo>
                    <a:pt x="213285" y="105111"/>
                  </a:lnTo>
                  <a:lnTo>
                    <a:pt x="211362" y="100131"/>
                  </a:lnTo>
                  <a:lnTo>
                    <a:pt x="209281" y="95215"/>
                  </a:lnTo>
                  <a:lnTo>
                    <a:pt x="207044" y="90367"/>
                  </a:lnTo>
                  <a:lnTo>
                    <a:pt x="204653" y="85594"/>
                  </a:lnTo>
                  <a:lnTo>
                    <a:pt x="202111" y="80900"/>
                  </a:lnTo>
                  <a:lnTo>
                    <a:pt x="199421" y="76289"/>
                  </a:lnTo>
                  <a:lnTo>
                    <a:pt x="196585" y="71766"/>
                  </a:lnTo>
                  <a:lnTo>
                    <a:pt x="193605" y="67336"/>
                  </a:lnTo>
                  <a:lnTo>
                    <a:pt x="190486" y="63004"/>
                  </a:lnTo>
                  <a:lnTo>
                    <a:pt x="187230" y="58773"/>
                  </a:lnTo>
                  <a:lnTo>
                    <a:pt x="183841" y="54649"/>
                  </a:lnTo>
                  <a:lnTo>
                    <a:pt x="180321" y="50634"/>
                  </a:lnTo>
                  <a:lnTo>
                    <a:pt x="176675" y="46735"/>
                  </a:lnTo>
                  <a:lnTo>
                    <a:pt x="172907" y="42953"/>
                  </a:lnTo>
                  <a:lnTo>
                    <a:pt x="169020" y="39294"/>
                  </a:lnTo>
                  <a:lnTo>
                    <a:pt x="165017" y="35761"/>
                  </a:lnTo>
                  <a:lnTo>
                    <a:pt x="160905" y="32358"/>
                  </a:lnTo>
                  <a:lnTo>
                    <a:pt x="156685" y="29087"/>
                  </a:lnTo>
                  <a:lnTo>
                    <a:pt x="152363" y="25953"/>
                  </a:lnTo>
                  <a:lnTo>
                    <a:pt x="147944" y="22959"/>
                  </a:lnTo>
                  <a:lnTo>
                    <a:pt x="143431" y="20107"/>
                  </a:lnTo>
                  <a:lnTo>
                    <a:pt x="138829" y="17401"/>
                  </a:lnTo>
                  <a:lnTo>
                    <a:pt x="134143" y="14843"/>
                  </a:lnTo>
                  <a:lnTo>
                    <a:pt x="129378" y="12436"/>
                  </a:lnTo>
                  <a:lnTo>
                    <a:pt x="124539" y="10183"/>
                  </a:lnTo>
                  <a:lnTo>
                    <a:pt x="119630" y="8085"/>
                  </a:lnTo>
                  <a:lnTo>
                    <a:pt x="114656" y="6145"/>
                  </a:lnTo>
                  <a:lnTo>
                    <a:pt x="109623" y="4364"/>
                  </a:lnTo>
                  <a:lnTo>
                    <a:pt x="104536" y="2746"/>
                  </a:lnTo>
                  <a:lnTo>
                    <a:pt x="99400" y="1290"/>
                  </a:lnTo>
                  <a:lnTo>
                    <a:pt x="94219" y="0"/>
                  </a:lnTo>
                  <a:lnTo>
                    <a:pt x="56400" y="1628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021039" y="1322571"/>
              <a:ext cx="37819" cy="167167"/>
            </a:xfrm>
            <a:custGeom>
              <a:avLst/>
              <a:pathLst>
                <a:path w="37819" h="167167">
                  <a:moveTo>
                    <a:pt x="37819" y="4334"/>
                  </a:moveTo>
                  <a:lnTo>
                    <a:pt x="31600" y="3013"/>
                  </a:lnTo>
                  <a:lnTo>
                    <a:pt x="25335" y="1931"/>
                  </a:lnTo>
                  <a:lnTo>
                    <a:pt x="19033" y="1087"/>
                  </a:lnTo>
                  <a:lnTo>
                    <a:pt x="12704" y="483"/>
                  </a:lnTo>
                  <a:lnTo>
                    <a:pt x="6356" y="1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378095" y="1071028"/>
              <a:ext cx="167163" cy="280833"/>
            </a:xfrm>
            <a:custGeom>
              <a:avLst/>
              <a:pathLst>
                <a:path w="167163" h="280833">
                  <a:moveTo>
                    <a:pt x="167163" y="0"/>
                  </a:moveTo>
                  <a:lnTo>
                    <a:pt x="161781" y="86"/>
                  </a:lnTo>
                  <a:lnTo>
                    <a:pt x="156404" y="346"/>
                  </a:lnTo>
                  <a:lnTo>
                    <a:pt x="151039" y="779"/>
                  </a:lnTo>
                  <a:lnTo>
                    <a:pt x="145690" y="1384"/>
                  </a:lnTo>
                  <a:lnTo>
                    <a:pt x="140364" y="2162"/>
                  </a:lnTo>
                  <a:lnTo>
                    <a:pt x="135065" y="3110"/>
                  </a:lnTo>
                  <a:lnTo>
                    <a:pt x="129800" y="4228"/>
                  </a:lnTo>
                  <a:lnTo>
                    <a:pt x="124573" y="5516"/>
                  </a:lnTo>
                  <a:lnTo>
                    <a:pt x="119391" y="6971"/>
                  </a:lnTo>
                  <a:lnTo>
                    <a:pt x="114258" y="8592"/>
                  </a:lnTo>
                  <a:lnTo>
                    <a:pt x="109180" y="10377"/>
                  </a:lnTo>
                  <a:lnTo>
                    <a:pt x="104162" y="12325"/>
                  </a:lnTo>
                  <a:lnTo>
                    <a:pt x="99210" y="14434"/>
                  </a:lnTo>
                  <a:lnTo>
                    <a:pt x="94328" y="16701"/>
                  </a:lnTo>
                  <a:lnTo>
                    <a:pt x="89521" y="19124"/>
                  </a:lnTo>
                  <a:lnTo>
                    <a:pt x="84795" y="21700"/>
                  </a:lnTo>
                  <a:lnTo>
                    <a:pt x="80154" y="24428"/>
                  </a:lnTo>
                  <a:lnTo>
                    <a:pt x="75604" y="27303"/>
                  </a:lnTo>
                  <a:lnTo>
                    <a:pt x="71148" y="30323"/>
                  </a:lnTo>
                  <a:lnTo>
                    <a:pt x="66792" y="33486"/>
                  </a:lnTo>
                  <a:lnTo>
                    <a:pt x="62540" y="36786"/>
                  </a:lnTo>
                  <a:lnTo>
                    <a:pt x="58397" y="40222"/>
                  </a:lnTo>
                  <a:lnTo>
                    <a:pt x="54366" y="43790"/>
                  </a:lnTo>
                  <a:lnTo>
                    <a:pt x="50452" y="47486"/>
                  </a:lnTo>
                  <a:lnTo>
                    <a:pt x="46660" y="51305"/>
                  </a:lnTo>
                  <a:lnTo>
                    <a:pt x="42992" y="55245"/>
                  </a:lnTo>
                  <a:lnTo>
                    <a:pt x="39453" y="59301"/>
                  </a:lnTo>
                  <a:lnTo>
                    <a:pt x="36046" y="63468"/>
                  </a:lnTo>
                  <a:lnTo>
                    <a:pt x="32776" y="67743"/>
                  </a:lnTo>
                  <a:lnTo>
                    <a:pt x="29644" y="72122"/>
                  </a:lnTo>
                  <a:lnTo>
                    <a:pt x="26655" y="76598"/>
                  </a:lnTo>
                  <a:lnTo>
                    <a:pt x="23812" y="81169"/>
                  </a:lnTo>
                  <a:lnTo>
                    <a:pt x="21118" y="85829"/>
                  </a:lnTo>
                  <a:lnTo>
                    <a:pt x="18575" y="90573"/>
                  </a:lnTo>
                  <a:lnTo>
                    <a:pt x="16186" y="95397"/>
                  </a:lnTo>
                  <a:lnTo>
                    <a:pt x="13954" y="100295"/>
                  </a:lnTo>
                  <a:lnTo>
                    <a:pt x="11880" y="105262"/>
                  </a:lnTo>
                  <a:lnTo>
                    <a:pt x="9967" y="110294"/>
                  </a:lnTo>
                  <a:lnTo>
                    <a:pt x="8218" y="115384"/>
                  </a:lnTo>
                  <a:lnTo>
                    <a:pt x="6633" y="120528"/>
                  </a:lnTo>
                  <a:lnTo>
                    <a:pt x="5215" y="125721"/>
                  </a:lnTo>
                  <a:lnTo>
                    <a:pt x="3964" y="130956"/>
                  </a:lnTo>
                  <a:lnTo>
                    <a:pt x="2883" y="136230"/>
                  </a:lnTo>
                  <a:lnTo>
                    <a:pt x="1972" y="141535"/>
                  </a:lnTo>
                  <a:lnTo>
                    <a:pt x="1233" y="146866"/>
                  </a:lnTo>
                  <a:lnTo>
                    <a:pt x="665" y="152219"/>
                  </a:lnTo>
                  <a:lnTo>
                    <a:pt x="270" y="157587"/>
                  </a:lnTo>
                  <a:lnTo>
                    <a:pt x="48" y="162966"/>
                  </a:lnTo>
                  <a:lnTo>
                    <a:pt x="0" y="168348"/>
                  </a:lnTo>
                  <a:lnTo>
                    <a:pt x="124" y="173729"/>
                  </a:lnTo>
                  <a:lnTo>
                    <a:pt x="422" y="179104"/>
                  </a:lnTo>
                  <a:lnTo>
                    <a:pt x="893" y="184466"/>
                  </a:lnTo>
                  <a:lnTo>
                    <a:pt x="1536" y="189810"/>
                  </a:lnTo>
                  <a:lnTo>
                    <a:pt x="2351" y="195131"/>
                  </a:lnTo>
                  <a:lnTo>
                    <a:pt x="3337" y="200423"/>
                  </a:lnTo>
                  <a:lnTo>
                    <a:pt x="4492" y="205680"/>
                  </a:lnTo>
                  <a:lnTo>
                    <a:pt x="5817" y="210897"/>
                  </a:lnTo>
                  <a:lnTo>
                    <a:pt x="7308" y="216069"/>
                  </a:lnTo>
                  <a:lnTo>
                    <a:pt x="8965" y="221191"/>
                  </a:lnTo>
                  <a:lnTo>
                    <a:pt x="10787" y="226256"/>
                  </a:lnTo>
                  <a:lnTo>
                    <a:pt x="12770" y="231260"/>
                  </a:lnTo>
                  <a:lnTo>
                    <a:pt x="14914" y="236198"/>
                  </a:lnTo>
                  <a:lnTo>
                    <a:pt x="17215" y="241063"/>
                  </a:lnTo>
                  <a:lnTo>
                    <a:pt x="19672" y="245853"/>
                  </a:lnTo>
                  <a:lnTo>
                    <a:pt x="22282" y="250561"/>
                  </a:lnTo>
                  <a:lnTo>
                    <a:pt x="25042" y="255182"/>
                  </a:lnTo>
                  <a:lnTo>
                    <a:pt x="27949" y="259712"/>
                  </a:lnTo>
                  <a:lnTo>
                    <a:pt x="31001" y="264146"/>
                  </a:lnTo>
                  <a:lnTo>
                    <a:pt x="34194" y="268480"/>
                  </a:lnTo>
                  <a:lnTo>
                    <a:pt x="37525" y="272708"/>
                  </a:lnTo>
                  <a:lnTo>
                    <a:pt x="40990" y="276827"/>
                  </a:lnTo>
                  <a:lnTo>
                    <a:pt x="44586" y="280833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22681" y="1238196"/>
              <a:ext cx="122576" cy="113665"/>
            </a:xfrm>
            <a:custGeom>
              <a:avLst/>
              <a:pathLst>
                <a:path w="122576" h="113665">
                  <a:moveTo>
                    <a:pt x="0" y="113665"/>
                  </a:moveTo>
                  <a:lnTo>
                    <a:pt x="12257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22681" y="1238196"/>
              <a:ext cx="122576" cy="113665"/>
            </a:xfrm>
            <a:custGeom>
              <a:avLst/>
              <a:pathLst>
                <a:path w="122576" h="113665">
                  <a:moveTo>
                    <a:pt x="0" y="113665"/>
                  </a:moveTo>
                  <a:lnTo>
                    <a:pt x="12257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22681" y="1238196"/>
              <a:ext cx="122576" cy="113665"/>
            </a:xfrm>
            <a:custGeom>
              <a:avLst/>
              <a:pathLst>
                <a:path w="122576" h="113665">
                  <a:moveTo>
                    <a:pt x="0" y="113665"/>
                  </a:moveTo>
                  <a:lnTo>
                    <a:pt x="12257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22681" y="1238196"/>
              <a:ext cx="122576" cy="113665"/>
            </a:xfrm>
            <a:custGeom>
              <a:avLst/>
              <a:pathLst>
                <a:path w="122576" h="113665">
                  <a:moveTo>
                    <a:pt x="0" y="113665"/>
                  </a:moveTo>
                  <a:lnTo>
                    <a:pt x="12257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22681" y="1238196"/>
              <a:ext cx="122576" cy="113665"/>
            </a:xfrm>
            <a:custGeom>
              <a:avLst/>
              <a:pathLst>
                <a:path w="122576" h="113665">
                  <a:moveTo>
                    <a:pt x="0" y="113665"/>
                  </a:moveTo>
                  <a:lnTo>
                    <a:pt x="12257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22681" y="1238196"/>
              <a:ext cx="122576" cy="113665"/>
            </a:xfrm>
            <a:custGeom>
              <a:avLst/>
              <a:pathLst>
                <a:path w="122576" h="113665">
                  <a:moveTo>
                    <a:pt x="0" y="113665"/>
                  </a:moveTo>
                  <a:lnTo>
                    <a:pt x="12257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22681" y="1238196"/>
              <a:ext cx="122576" cy="113665"/>
            </a:xfrm>
            <a:custGeom>
              <a:avLst/>
              <a:pathLst>
                <a:path w="122576" h="113665">
                  <a:moveTo>
                    <a:pt x="0" y="113665"/>
                  </a:moveTo>
                  <a:lnTo>
                    <a:pt x="12257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22681" y="1238196"/>
              <a:ext cx="122576" cy="113665"/>
            </a:xfrm>
            <a:custGeom>
              <a:avLst/>
              <a:pathLst>
                <a:path w="122576" h="113665">
                  <a:moveTo>
                    <a:pt x="0" y="113665"/>
                  </a:moveTo>
                  <a:lnTo>
                    <a:pt x="12257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22681" y="1238196"/>
              <a:ext cx="122576" cy="113665"/>
            </a:xfrm>
            <a:custGeom>
              <a:avLst/>
              <a:pathLst>
                <a:path w="122576" h="113665">
                  <a:moveTo>
                    <a:pt x="0" y="113665"/>
                  </a:moveTo>
                  <a:lnTo>
                    <a:pt x="12257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22681" y="1238196"/>
              <a:ext cx="122576" cy="113665"/>
            </a:xfrm>
            <a:custGeom>
              <a:avLst/>
              <a:pathLst>
                <a:path w="122576" h="113665">
                  <a:moveTo>
                    <a:pt x="0" y="113665"/>
                  </a:moveTo>
                  <a:lnTo>
                    <a:pt x="12257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22681" y="1238196"/>
              <a:ext cx="122576" cy="113665"/>
            </a:xfrm>
            <a:custGeom>
              <a:avLst/>
              <a:pathLst>
                <a:path w="122576" h="113665">
                  <a:moveTo>
                    <a:pt x="0" y="113665"/>
                  </a:moveTo>
                  <a:lnTo>
                    <a:pt x="12257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22681" y="1238196"/>
              <a:ext cx="122576" cy="113665"/>
            </a:xfrm>
            <a:custGeom>
              <a:avLst/>
              <a:pathLst>
                <a:path w="122576" h="113665">
                  <a:moveTo>
                    <a:pt x="0" y="113665"/>
                  </a:moveTo>
                  <a:lnTo>
                    <a:pt x="12257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22681" y="1238196"/>
              <a:ext cx="122576" cy="113665"/>
            </a:xfrm>
            <a:custGeom>
              <a:avLst/>
              <a:pathLst>
                <a:path w="122576" h="113665">
                  <a:moveTo>
                    <a:pt x="0" y="113665"/>
                  </a:moveTo>
                  <a:lnTo>
                    <a:pt x="12257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22681" y="1238196"/>
              <a:ext cx="122576" cy="113665"/>
            </a:xfrm>
            <a:custGeom>
              <a:avLst/>
              <a:pathLst>
                <a:path w="122576" h="113665">
                  <a:moveTo>
                    <a:pt x="0" y="113665"/>
                  </a:moveTo>
                  <a:lnTo>
                    <a:pt x="12257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22681" y="1238196"/>
              <a:ext cx="122576" cy="113665"/>
            </a:xfrm>
            <a:custGeom>
              <a:avLst/>
              <a:pathLst>
                <a:path w="122576" h="113665">
                  <a:moveTo>
                    <a:pt x="0" y="113665"/>
                  </a:moveTo>
                  <a:lnTo>
                    <a:pt x="12257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22681" y="1238196"/>
              <a:ext cx="122576" cy="113665"/>
            </a:xfrm>
            <a:custGeom>
              <a:avLst/>
              <a:pathLst>
                <a:path w="122576" h="113665">
                  <a:moveTo>
                    <a:pt x="0" y="113665"/>
                  </a:moveTo>
                  <a:lnTo>
                    <a:pt x="12257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22681" y="1238196"/>
              <a:ext cx="122576" cy="113665"/>
            </a:xfrm>
            <a:custGeom>
              <a:avLst/>
              <a:pathLst>
                <a:path w="122576" h="113665">
                  <a:moveTo>
                    <a:pt x="0" y="113665"/>
                  </a:moveTo>
                  <a:lnTo>
                    <a:pt x="12257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22681" y="1238196"/>
              <a:ext cx="122576" cy="113665"/>
            </a:xfrm>
            <a:custGeom>
              <a:avLst/>
              <a:pathLst>
                <a:path w="122576" h="113665">
                  <a:moveTo>
                    <a:pt x="0" y="113665"/>
                  </a:moveTo>
                  <a:lnTo>
                    <a:pt x="12257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22681" y="1238196"/>
              <a:ext cx="122576" cy="113665"/>
            </a:xfrm>
            <a:custGeom>
              <a:avLst/>
              <a:pathLst>
                <a:path w="122576" h="113665">
                  <a:moveTo>
                    <a:pt x="0" y="113665"/>
                  </a:moveTo>
                  <a:lnTo>
                    <a:pt x="12257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22681" y="1238196"/>
              <a:ext cx="122576" cy="113665"/>
            </a:xfrm>
            <a:custGeom>
              <a:avLst/>
              <a:pathLst>
                <a:path w="122576" h="113665">
                  <a:moveTo>
                    <a:pt x="0" y="113665"/>
                  </a:moveTo>
                  <a:lnTo>
                    <a:pt x="12257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22681" y="1141244"/>
              <a:ext cx="289736" cy="264110"/>
            </a:xfrm>
            <a:custGeom>
              <a:avLst/>
              <a:pathLst>
                <a:path w="289736" h="264110">
                  <a:moveTo>
                    <a:pt x="0" y="210617"/>
                  </a:moveTo>
                  <a:lnTo>
                    <a:pt x="3705" y="214486"/>
                  </a:lnTo>
                  <a:lnTo>
                    <a:pt x="7532" y="218235"/>
                  </a:lnTo>
                  <a:lnTo>
                    <a:pt x="11477" y="221859"/>
                  </a:lnTo>
                  <a:lnTo>
                    <a:pt x="15537" y="225355"/>
                  </a:lnTo>
                  <a:lnTo>
                    <a:pt x="19706" y="228719"/>
                  </a:lnTo>
                  <a:lnTo>
                    <a:pt x="23981" y="231947"/>
                  </a:lnTo>
                  <a:lnTo>
                    <a:pt x="28358" y="235037"/>
                  </a:lnTo>
                  <a:lnTo>
                    <a:pt x="32831" y="237986"/>
                  </a:lnTo>
                  <a:lnTo>
                    <a:pt x="37396" y="240789"/>
                  </a:lnTo>
                  <a:lnTo>
                    <a:pt x="42049" y="243444"/>
                  </a:lnTo>
                  <a:lnTo>
                    <a:pt x="46784" y="245950"/>
                  </a:lnTo>
                  <a:lnTo>
                    <a:pt x="51598" y="248302"/>
                  </a:lnTo>
                  <a:lnTo>
                    <a:pt x="56484" y="250498"/>
                  </a:lnTo>
                  <a:lnTo>
                    <a:pt x="61438" y="252537"/>
                  </a:lnTo>
                  <a:lnTo>
                    <a:pt x="66455" y="254417"/>
                  </a:lnTo>
                  <a:lnTo>
                    <a:pt x="71529" y="256134"/>
                  </a:lnTo>
                  <a:lnTo>
                    <a:pt x="76656" y="257688"/>
                  </a:lnTo>
                  <a:lnTo>
                    <a:pt x="81831" y="259077"/>
                  </a:lnTo>
                  <a:lnTo>
                    <a:pt x="87046" y="260299"/>
                  </a:lnTo>
                  <a:lnTo>
                    <a:pt x="92299" y="261354"/>
                  </a:lnTo>
                  <a:lnTo>
                    <a:pt x="97583" y="262240"/>
                  </a:lnTo>
                  <a:lnTo>
                    <a:pt x="102892" y="262956"/>
                  </a:lnTo>
                  <a:lnTo>
                    <a:pt x="108221" y="263501"/>
                  </a:lnTo>
                  <a:lnTo>
                    <a:pt x="113565" y="263876"/>
                  </a:lnTo>
                  <a:lnTo>
                    <a:pt x="118919" y="264079"/>
                  </a:lnTo>
                  <a:lnTo>
                    <a:pt x="124276" y="264110"/>
                  </a:lnTo>
                  <a:lnTo>
                    <a:pt x="129631" y="263970"/>
                  </a:lnTo>
                  <a:lnTo>
                    <a:pt x="134980" y="263658"/>
                  </a:lnTo>
                  <a:lnTo>
                    <a:pt x="140315" y="263175"/>
                  </a:lnTo>
                  <a:lnTo>
                    <a:pt x="145632" y="262521"/>
                  </a:lnTo>
                  <a:lnTo>
                    <a:pt x="150926" y="261697"/>
                  </a:lnTo>
                  <a:lnTo>
                    <a:pt x="156190" y="260704"/>
                  </a:lnTo>
                  <a:lnTo>
                    <a:pt x="161420" y="259543"/>
                  </a:lnTo>
                  <a:lnTo>
                    <a:pt x="166610" y="258215"/>
                  </a:lnTo>
                  <a:lnTo>
                    <a:pt x="171755" y="256721"/>
                  </a:lnTo>
                  <a:lnTo>
                    <a:pt x="176849" y="255063"/>
                  </a:lnTo>
                  <a:lnTo>
                    <a:pt x="181888" y="253243"/>
                  </a:lnTo>
                  <a:lnTo>
                    <a:pt x="186866" y="251262"/>
                  </a:lnTo>
                  <a:lnTo>
                    <a:pt x="191777" y="249123"/>
                  </a:lnTo>
                  <a:lnTo>
                    <a:pt x="196618" y="246827"/>
                  </a:lnTo>
                  <a:lnTo>
                    <a:pt x="201382" y="244378"/>
                  </a:lnTo>
                  <a:lnTo>
                    <a:pt x="206066" y="241777"/>
                  </a:lnTo>
                  <a:lnTo>
                    <a:pt x="210664" y="239027"/>
                  </a:lnTo>
                  <a:lnTo>
                    <a:pt x="215171" y="236132"/>
                  </a:lnTo>
                  <a:lnTo>
                    <a:pt x="219583" y="233093"/>
                  </a:lnTo>
                  <a:lnTo>
                    <a:pt x="223896" y="229915"/>
                  </a:lnTo>
                  <a:lnTo>
                    <a:pt x="228104" y="226600"/>
                  </a:lnTo>
                  <a:lnTo>
                    <a:pt x="232205" y="223152"/>
                  </a:lnTo>
                  <a:lnTo>
                    <a:pt x="236192" y="219574"/>
                  </a:lnTo>
                  <a:lnTo>
                    <a:pt x="240063" y="215871"/>
                  </a:lnTo>
                  <a:lnTo>
                    <a:pt x="243813" y="212045"/>
                  </a:lnTo>
                  <a:lnTo>
                    <a:pt x="247439" y="208101"/>
                  </a:lnTo>
                  <a:lnTo>
                    <a:pt x="250937" y="204043"/>
                  </a:lnTo>
                  <a:lnTo>
                    <a:pt x="254302" y="199875"/>
                  </a:lnTo>
                  <a:lnTo>
                    <a:pt x="257533" y="195601"/>
                  </a:lnTo>
                  <a:lnTo>
                    <a:pt x="260624" y="191226"/>
                  </a:lnTo>
                  <a:lnTo>
                    <a:pt x="263574" y="186754"/>
                  </a:lnTo>
                  <a:lnTo>
                    <a:pt x="266379" y="182190"/>
                  </a:lnTo>
                  <a:lnTo>
                    <a:pt x="269037" y="177538"/>
                  </a:lnTo>
                  <a:lnTo>
                    <a:pt x="271544" y="172804"/>
                  </a:lnTo>
                  <a:lnTo>
                    <a:pt x="273898" y="167991"/>
                  </a:lnTo>
                  <a:lnTo>
                    <a:pt x="276097" y="163106"/>
                  </a:lnTo>
                  <a:lnTo>
                    <a:pt x="278138" y="158153"/>
                  </a:lnTo>
                  <a:lnTo>
                    <a:pt x="280019" y="153136"/>
                  </a:lnTo>
                  <a:lnTo>
                    <a:pt x="281738" y="148063"/>
                  </a:lnTo>
                  <a:lnTo>
                    <a:pt x="283294" y="142936"/>
                  </a:lnTo>
                  <a:lnTo>
                    <a:pt x="284685" y="137763"/>
                  </a:lnTo>
                  <a:lnTo>
                    <a:pt x="285910" y="132547"/>
                  </a:lnTo>
                  <a:lnTo>
                    <a:pt x="286967" y="127295"/>
                  </a:lnTo>
                  <a:lnTo>
                    <a:pt x="287855" y="122012"/>
                  </a:lnTo>
                  <a:lnTo>
                    <a:pt x="288573" y="116703"/>
                  </a:lnTo>
                  <a:lnTo>
                    <a:pt x="289120" y="111374"/>
                  </a:lnTo>
                  <a:lnTo>
                    <a:pt x="289497" y="106030"/>
                  </a:lnTo>
                  <a:lnTo>
                    <a:pt x="289702" y="100677"/>
                  </a:lnTo>
                  <a:lnTo>
                    <a:pt x="289736" y="95319"/>
                  </a:lnTo>
                  <a:lnTo>
                    <a:pt x="289598" y="89964"/>
                  </a:lnTo>
                  <a:lnTo>
                    <a:pt x="289288" y="84616"/>
                  </a:lnTo>
                  <a:lnTo>
                    <a:pt x="288807" y="79280"/>
                  </a:lnTo>
                  <a:lnTo>
                    <a:pt x="288156" y="73962"/>
                  </a:lnTo>
                  <a:lnTo>
                    <a:pt x="287334" y="68668"/>
                  </a:lnTo>
                  <a:lnTo>
                    <a:pt x="286343" y="63404"/>
                  </a:lnTo>
                  <a:lnTo>
                    <a:pt x="285184" y="58173"/>
                  </a:lnTo>
                  <a:lnTo>
                    <a:pt x="283858" y="52983"/>
                  </a:lnTo>
                  <a:lnTo>
                    <a:pt x="282366" y="47837"/>
                  </a:lnTo>
                  <a:lnTo>
                    <a:pt x="280710" y="42742"/>
                  </a:lnTo>
                  <a:lnTo>
                    <a:pt x="278892" y="37703"/>
                  </a:lnTo>
                  <a:lnTo>
                    <a:pt x="276913" y="32725"/>
                  </a:lnTo>
                  <a:lnTo>
                    <a:pt x="274776" y="27812"/>
                  </a:lnTo>
                  <a:lnTo>
                    <a:pt x="272482" y="22971"/>
                  </a:lnTo>
                  <a:lnTo>
                    <a:pt x="270035" y="18205"/>
                  </a:lnTo>
                  <a:lnTo>
                    <a:pt x="267436" y="13520"/>
                  </a:lnTo>
                  <a:lnTo>
                    <a:pt x="264688" y="8922"/>
                  </a:lnTo>
                  <a:lnTo>
                    <a:pt x="261794" y="4413"/>
                  </a:lnTo>
                  <a:lnTo>
                    <a:pt x="258758" y="0"/>
                  </a:lnTo>
                  <a:lnTo>
                    <a:pt x="122576" y="969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45258" y="1071028"/>
              <a:ext cx="136181" cy="167167"/>
            </a:xfrm>
            <a:custGeom>
              <a:avLst/>
              <a:pathLst>
                <a:path w="136181" h="167167">
                  <a:moveTo>
                    <a:pt x="136181" y="70215"/>
                  </a:moveTo>
                  <a:lnTo>
                    <a:pt x="132925" y="65797"/>
                  </a:lnTo>
                  <a:lnTo>
                    <a:pt x="129526" y="61489"/>
                  </a:lnTo>
                  <a:lnTo>
                    <a:pt x="125987" y="57294"/>
                  </a:lnTo>
                  <a:lnTo>
                    <a:pt x="122313" y="53217"/>
                  </a:lnTo>
                  <a:lnTo>
                    <a:pt x="118506" y="49264"/>
                  </a:lnTo>
                  <a:lnTo>
                    <a:pt x="114572" y="45437"/>
                  </a:lnTo>
                  <a:lnTo>
                    <a:pt x="110515" y="41742"/>
                  </a:lnTo>
                  <a:lnTo>
                    <a:pt x="106338" y="38182"/>
                  </a:lnTo>
                  <a:lnTo>
                    <a:pt x="102047" y="34761"/>
                  </a:lnTo>
                  <a:lnTo>
                    <a:pt x="97645" y="31483"/>
                  </a:lnTo>
                  <a:lnTo>
                    <a:pt x="93139" y="28350"/>
                  </a:lnTo>
                  <a:lnTo>
                    <a:pt x="88532" y="25368"/>
                  </a:lnTo>
                  <a:lnTo>
                    <a:pt x="83830" y="22538"/>
                  </a:lnTo>
                  <a:lnTo>
                    <a:pt x="79037" y="19864"/>
                  </a:lnTo>
                  <a:lnTo>
                    <a:pt x="74159" y="17349"/>
                  </a:lnTo>
                  <a:lnTo>
                    <a:pt x="69201" y="14996"/>
                  </a:lnTo>
                  <a:lnTo>
                    <a:pt x="64169" y="12806"/>
                  </a:lnTo>
                  <a:lnTo>
                    <a:pt x="59067" y="10783"/>
                  </a:lnTo>
                  <a:lnTo>
                    <a:pt x="53902" y="8928"/>
                  </a:lnTo>
                  <a:lnTo>
                    <a:pt x="48679" y="7244"/>
                  </a:lnTo>
                  <a:lnTo>
                    <a:pt x="43403" y="5732"/>
                  </a:lnTo>
                  <a:lnTo>
                    <a:pt x="38080" y="4395"/>
                  </a:lnTo>
                  <a:lnTo>
                    <a:pt x="32717" y="3232"/>
                  </a:lnTo>
                  <a:lnTo>
                    <a:pt x="27318" y="2247"/>
                  </a:lnTo>
                  <a:lnTo>
                    <a:pt x="21890" y="1439"/>
                  </a:lnTo>
                  <a:lnTo>
                    <a:pt x="16438" y="810"/>
                  </a:lnTo>
                  <a:lnTo>
                    <a:pt x="10968" y="360"/>
                  </a:lnTo>
                  <a:lnTo>
                    <a:pt x="5487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6521" y="941493"/>
              <a:ext cx="87022" cy="167167"/>
            </a:xfrm>
            <a:custGeom>
              <a:avLst/>
              <a:pathLst>
                <a:path w="87022" h="167167">
                  <a:moveTo>
                    <a:pt x="87022" y="0"/>
                  </a:moveTo>
                  <a:lnTo>
                    <a:pt x="81303" y="97"/>
                  </a:lnTo>
                  <a:lnTo>
                    <a:pt x="75590" y="391"/>
                  </a:lnTo>
                  <a:lnTo>
                    <a:pt x="69891" y="880"/>
                  </a:lnTo>
                  <a:lnTo>
                    <a:pt x="64212" y="1563"/>
                  </a:lnTo>
                  <a:lnTo>
                    <a:pt x="58559" y="2440"/>
                  </a:lnTo>
                  <a:lnTo>
                    <a:pt x="52940" y="3511"/>
                  </a:lnTo>
                  <a:lnTo>
                    <a:pt x="47361" y="4773"/>
                  </a:lnTo>
                  <a:lnTo>
                    <a:pt x="41828" y="6225"/>
                  </a:lnTo>
                  <a:lnTo>
                    <a:pt x="36348" y="7865"/>
                  </a:lnTo>
                  <a:lnTo>
                    <a:pt x="30927" y="9692"/>
                  </a:lnTo>
                  <a:lnTo>
                    <a:pt x="25573" y="11704"/>
                  </a:lnTo>
                  <a:lnTo>
                    <a:pt x="20290" y="13897"/>
                  </a:lnTo>
                  <a:lnTo>
                    <a:pt x="15085" y="16270"/>
                  </a:lnTo>
                  <a:lnTo>
                    <a:pt x="9964" y="18819"/>
                  </a:lnTo>
                  <a:lnTo>
                    <a:pt x="4934" y="21543"/>
                  </a:lnTo>
                  <a:lnTo>
                    <a:pt x="0" y="24437"/>
                  </a:lnTo>
                  <a:lnTo>
                    <a:pt x="8702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6521" y="965930"/>
              <a:ext cx="87022" cy="142730"/>
            </a:xfrm>
            <a:custGeom>
              <a:avLst/>
              <a:pathLst>
                <a:path w="87022" h="142730">
                  <a:moveTo>
                    <a:pt x="0" y="0"/>
                  </a:moveTo>
                  <a:lnTo>
                    <a:pt x="87022" y="1427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6521" y="965930"/>
              <a:ext cx="87022" cy="142730"/>
            </a:xfrm>
            <a:custGeom>
              <a:avLst/>
              <a:pathLst>
                <a:path w="87022" h="142730">
                  <a:moveTo>
                    <a:pt x="0" y="0"/>
                  </a:moveTo>
                  <a:lnTo>
                    <a:pt x="87022" y="14273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6521" y="965930"/>
              <a:ext cx="87022" cy="142730"/>
            </a:xfrm>
            <a:custGeom>
              <a:avLst/>
              <a:pathLst>
                <a:path w="87022" h="142730">
                  <a:moveTo>
                    <a:pt x="0" y="0"/>
                  </a:moveTo>
                  <a:lnTo>
                    <a:pt x="87022" y="14273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6521" y="965930"/>
              <a:ext cx="87022" cy="142730"/>
            </a:xfrm>
            <a:custGeom>
              <a:avLst/>
              <a:pathLst>
                <a:path w="87022" h="142730">
                  <a:moveTo>
                    <a:pt x="0" y="0"/>
                  </a:moveTo>
                  <a:lnTo>
                    <a:pt x="87022" y="1427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6521" y="965930"/>
              <a:ext cx="87022" cy="142730"/>
            </a:xfrm>
            <a:custGeom>
              <a:avLst/>
              <a:pathLst>
                <a:path w="87022" h="142730">
                  <a:moveTo>
                    <a:pt x="0" y="0"/>
                  </a:moveTo>
                  <a:lnTo>
                    <a:pt x="87022" y="1427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6521" y="965930"/>
              <a:ext cx="87022" cy="142730"/>
            </a:xfrm>
            <a:custGeom>
              <a:avLst/>
              <a:pathLst>
                <a:path w="87022" h="142730">
                  <a:moveTo>
                    <a:pt x="0" y="0"/>
                  </a:moveTo>
                  <a:lnTo>
                    <a:pt x="87022" y="1427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6521" y="965930"/>
              <a:ext cx="87022" cy="142730"/>
            </a:xfrm>
            <a:custGeom>
              <a:avLst/>
              <a:pathLst>
                <a:path w="87022" h="142730">
                  <a:moveTo>
                    <a:pt x="0" y="0"/>
                  </a:moveTo>
                  <a:lnTo>
                    <a:pt x="87022" y="1427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6521" y="965930"/>
              <a:ext cx="87022" cy="142730"/>
            </a:xfrm>
            <a:custGeom>
              <a:avLst/>
              <a:pathLst>
                <a:path w="87022" h="142730">
                  <a:moveTo>
                    <a:pt x="0" y="0"/>
                  </a:moveTo>
                  <a:lnTo>
                    <a:pt x="87022" y="1427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6521" y="965930"/>
              <a:ext cx="87022" cy="142730"/>
            </a:xfrm>
            <a:custGeom>
              <a:avLst/>
              <a:pathLst>
                <a:path w="87022" h="142730">
                  <a:moveTo>
                    <a:pt x="0" y="0"/>
                  </a:moveTo>
                  <a:lnTo>
                    <a:pt x="87022" y="1427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6521" y="965930"/>
              <a:ext cx="87022" cy="142730"/>
            </a:xfrm>
            <a:custGeom>
              <a:avLst/>
              <a:pathLst>
                <a:path w="87022" h="142730">
                  <a:moveTo>
                    <a:pt x="0" y="0"/>
                  </a:moveTo>
                  <a:lnTo>
                    <a:pt x="87022" y="1427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6521" y="965930"/>
              <a:ext cx="87022" cy="142730"/>
            </a:xfrm>
            <a:custGeom>
              <a:avLst/>
              <a:pathLst>
                <a:path w="87022" h="142730">
                  <a:moveTo>
                    <a:pt x="0" y="0"/>
                  </a:moveTo>
                  <a:lnTo>
                    <a:pt x="87022" y="1427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6521" y="965930"/>
              <a:ext cx="87022" cy="142730"/>
            </a:xfrm>
            <a:custGeom>
              <a:avLst/>
              <a:pathLst>
                <a:path w="87022" h="142730">
                  <a:moveTo>
                    <a:pt x="0" y="0"/>
                  </a:moveTo>
                  <a:lnTo>
                    <a:pt x="87022" y="1427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6521" y="965930"/>
              <a:ext cx="87022" cy="142730"/>
            </a:xfrm>
            <a:custGeom>
              <a:avLst/>
              <a:pathLst>
                <a:path w="87022" h="142730">
                  <a:moveTo>
                    <a:pt x="0" y="0"/>
                  </a:moveTo>
                  <a:lnTo>
                    <a:pt x="87022" y="1427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6521" y="965930"/>
              <a:ext cx="87022" cy="142730"/>
            </a:xfrm>
            <a:custGeom>
              <a:avLst/>
              <a:pathLst>
                <a:path w="87022" h="142730">
                  <a:moveTo>
                    <a:pt x="0" y="0"/>
                  </a:moveTo>
                  <a:lnTo>
                    <a:pt x="87022" y="1427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6521" y="965930"/>
              <a:ext cx="87022" cy="142730"/>
            </a:xfrm>
            <a:custGeom>
              <a:avLst/>
              <a:pathLst>
                <a:path w="87022" h="142730">
                  <a:moveTo>
                    <a:pt x="0" y="0"/>
                  </a:moveTo>
                  <a:lnTo>
                    <a:pt x="87022" y="1427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6521" y="965930"/>
              <a:ext cx="87022" cy="142730"/>
            </a:xfrm>
            <a:custGeom>
              <a:avLst/>
              <a:pathLst>
                <a:path w="87022" h="142730">
                  <a:moveTo>
                    <a:pt x="0" y="0"/>
                  </a:moveTo>
                  <a:lnTo>
                    <a:pt x="87022" y="1427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6521" y="965930"/>
              <a:ext cx="87022" cy="142730"/>
            </a:xfrm>
            <a:custGeom>
              <a:avLst/>
              <a:pathLst>
                <a:path w="87022" h="142730">
                  <a:moveTo>
                    <a:pt x="0" y="0"/>
                  </a:moveTo>
                  <a:lnTo>
                    <a:pt x="87022" y="1427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6521" y="965930"/>
              <a:ext cx="87022" cy="142730"/>
            </a:xfrm>
            <a:custGeom>
              <a:avLst/>
              <a:pathLst>
                <a:path w="87022" h="142730">
                  <a:moveTo>
                    <a:pt x="0" y="0"/>
                  </a:moveTo>
                  <a:lnTo>
                    <a:pt x="87022" y="1427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6521" y="965930"/>
              <a:ext cx="87022" cy="142730"/>
            </a:xfrm>
            <a:custGeom>
              <a:avLst/>
              <a:pathLst>
                <a:path w="87022" h="142730">
                  <a:moveTo>
                    <a:pt x="0" y="0"/>
                  </a:moveTo>
                  <a:lnTo>
                    <a:pt x="87022" y="1427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856382" y="948040"/>
              <a:ext cx="334320" cy="327784"/>
            </a:xfrm>
            <a:custGeom>
              <a:avLst/>
              <a:pathLst>
                <a:path w="334320" h="327784">
                  <a:moveTo>
                    <a:pt x="80138" y="17890"/>
                  </a:moveTo>
                  <a:lnTo>
                    <a:pt x="75656" y="20721"/>
                  </a:lnTo>
                  <a:lnTo>
                    <a:pt x="71266" y="23693"/>
                  </a:lnTo>
                  <a:lnTo>
                    <a:pt x="66972" y="26803"/>
                  </a:lnTo>
                  <a:lnTo>
                    <a:pt x="62779" y="30047"/>
                  </a:lnTo>
                  <a:lnTo>
                    <a:pt x="58692" y="33422"/>
                  </a:lnTo>
                  <a:lnTo>
                    <a:pt x="54713" y="36926"/>
                  </a:lnTo>
                  <a:lnTo>
                    <a:pt x="50847" y="40554"/>
                  </a:lnTo>
                  <a:lnTo>
                    <a:pt x="47098" y="44302"/>
                  </a:lnTo>
                  <a:lnTo>
                    <a:pt x="43470" y="48168"/>
                  </a:lnTo>
                  <a:lnTo>
                    <a:pt x="39967" y="52146"/>
                  </a:lnTo>
                  <a:lnTo>
                    <a:pt x="36591" y="56234"/>
                  </a:lnTo>
                  <a:lnTo>
                    <a:pt x="33347" y="60427"/>
                  </a:lnTo>
                  <a:lnTo>
                    <a:pt x="30237" y="64720"/>
                  </a:lnTo>
                  <a:lnTo>
                    <a:pt x="27265" y="69110"/>
                  </a:lnTo>
                  <a:lnTo>
                    <a:pt x="24434" y="73592"/>
                  </a:lnTo>
                  <a:lnTo>
                    <a:pt x="21746" y="78162"/>
                  </a:lnTo>
                  <a:lnTo>
                    <a:pt x="19204" y="82814"/>
                  </a:lnTo>
                  <a:lnTo>
                    <a:pt x="16812" y="87545"/>
                  </a:lnTo>
                  <a:lnTo>
                    <a:pt x="14570" y="92349"/>
                  </a:lnTo>
                  <a:lnTo>
                    <a:pt x="12482" y="97222"/>
                  </a:lnTo>
                  <a:lnTo>
                    <a:pt x="10549" y="102159"/>
                  </a:lnTo>
                  <a:lnTo>
                    <a:pt x="8774" y="107154"/>
                  </a:lnTo>
                  <a:lnTo>
                    <a:pt x="7159" y="112203"/>
                  </a:lnTo>
                  <a:lnTo>
                    <a:pt x="5704" y="117301"/>
                  </a:lnTo>
                  <a:lnTo>
                    <a:pt x="4411" y="122442"/>
                  </a:lnTo>
                  <a:lnTo>
                    <a:pt x="3283" y="127622"/>
                  </a:lnTo>
                  <a:lnTo>
                    <a:pt x="2319" y="132835"/>
                  </a:lnTo>
                  <a:lnTo>
                    <a:pt x="1521" y="138076"/>
                  </a:lnTo>
                  <a:lnTo>
                    <a:pt x="889" y="143340"/>
                  </a:lnTo>
                  <a:lnTo>
                    <a:pt x="425" y="148621"/>
                  </a:lnTo>
                  <a:lnTo>
                    <a:pt x="128" y="153914"/>
                  </a:lnTo>
                  <a:lnTo>
                    <a:pt x="0" y="159214"/>
                  </a:lnTo>
                  <a:lnTo>
                    <a:pt x="39" y="164515"/>
                  </a:lnTo>
                  <a:lnTo>
                    <a:pt x="247" y="169812"/>
                  </a:lnTo>
                  <a:lnTo>
                    <a:pt x="622" y="175101"/>
                  </a:lnTo>
                  <a:lnTo>
                    <a:pt x="1165" y="180374"/>
                  </a:lnTo>
                  <a:lnTo>
                    <a:pt x="1875" y="185628"/>
                  </a:lnTo>
                  <a:lnTo>
                    <a:pt x="2751" y="190856"/>
                  </a:lnTo>
                  <a:lnTo>
                    <a:pt x="3792" y="196054"/>
                  </a:lnTo>
                  <a:lnTo>
                    <a:pt x="4998" y="201217"/>
                  </a:lnTo>
                  <a:lnTo>
                    <a:pt x="6367" y="206338"/>
                  </a:lnTo>
                  <a:lnTo>
                    <a:pt x="7897" y="211414"/>
                  </a:lnTo>
                  <a:lnTo>
                    <a:pt x="9588" y="216439"/>
                  </a:lnTo>
                  <a:lnTo>
                    <a:pt x="11437" y="221407"/>
                  </a:lnTo>
                  <a:lnTo>
                    <a:pt x="13443" y="226314"/>
                  </a:lnTo>
                  <a:lnTo>
                    <a:pt x="15603" y="231156"/>
                  </a:lnTo>
                  <a:lnTo>
                    <a:pt x="17916" y="235926"/>
                  </a:lnTo>
                  <a:lnTo>
                    <a:pt x="20379" y="240620"/>
                  </a:lnTo>
                  <a:lnTo>
                    <a:pt x="22990" y="245234"/>
                  </a:lnTo>
                  <a:lnTo>
                    <a:pt x="25745" y="249763"/>
                  </a:lnTo>
                  <a:lnTo>
                    <a:pt x="28643" y="254203"/>
                  </a:lnTo>
                  <a:lnTo>
                    <a:pt x="31680" y="258548"/>
                  </a:lnTo>
                  <a:lnTo>
                    <a:pt x="34853" y="262795"/>
                  </a:lnTo>
                  <a:lnTo>
                    <a:pt x="38160" y="266939"/>
                  </a:lnTo>
                  <a:lnTo>
                    <a:pt x="41596" y="270976"/>
                  </a:lnTo>
                  <a:lnTo>
                    <a:pt x="45158" y="274902"/>
                  </a:lnTo>
                  <a:lnTo>
                    <a:pt x="48843" y="278713"/>
                  </a:lnTo>
                  <a:lnTo>
                    <a:pt x="52647" y="282405"/>
                  </a:lnTo>
                  <a:lnTo>
                    <a:pt x="56567" y="285975"/>
                  </a:lnTo>
                  <a:lnTo>
                    <a:pt x="60597" y="289419"/>
                  </a:lnTo>
                  <a:lnTo>
                    <a:pt x="64735" y="292733"/>
                  </a:lnTo>
                  <a:lnTo>
                    <a:pt x="68976" y="295915"/>
                  </a:lnTo>
                  <a:lnTo>
                    <a:pt x="73315" y="298960"/>
                  </a:lnTo>
                  <a:lnTo>
                    <a:pt x="77749" y="301866"/>
                  </a:lnTo>
                  <a:lnTo>
                    <a:pt x="82273" y="304630"/>
                  </a:lnTo>
                  <a:lnTo>
                    <a:pt x="86882" y="307250"/>
                  </a:lnTo>
                  <a:lnTo>
                    <a:pt x="91572" y="309722"/>
                  </a:lnTo>
                  <a:lnTo>
                    <a:pt x="96337" y="312043"/>
                  </a:lnTo>
                  <a:lnTo>
                    <a:pt x="101175" y="314213"/>
                  </a:lnTo>
                  <a:lnTo>
                    <a:pt x="106078" y="316228"/>
                  </a:lnTo>
                  <a:lnTo>
                    <a:pt x="111043" y="318087"/>
                  </a:lnTo>
                  <a:lnTo>
                    <a:pt x="116064" y="319787"/>
                  </a:lnTo>
                  <a:lnTo>
                    <a:pt x="121137" y="321327"/>
                  </a:lnTo>
                  <a:lnTo>
                    <a:pt x="126256" y="322706"/>
                  </a:lnTo>
                  <a:lnTo>
                    <a:pt x="131416" y="323921"/>
                  </a:lnTo>
                  <a:lnTo>
                    <a:pt x="136612" y="324973"/>
                  </a:lnTo>
                  <a:lnTo>
                    <a:pt x="141839" y="325859"/>
                  </a:lnTo>
                  <a:lnTo>
                    <a:pt x="147091" y="326579"/>
                  </a:lnTo>
                  <a:lnTo>
                    <a:pt x="152364" y="327132"/>
                  </a:lnTo>
                  <a:lnTo>
                    <a:pt x="157651" y="327517"/>
                  </a:lnTo>
                  <a:lnTo>
                    <a:pt x="162948" y="327735"/>
                  </a:lnTo>
                  <a:lnTo>
                    <a:pt x="168249" y="327784"/>
                  </a:lnTo>
                  <a:lnTo>
                    <a:pt x="173549" y="327666"/>
                  </a:lnTo>
                  <a:lnTo>
                    <a:pt x="178843" y="327379"/>
                  </a:lnTo>
                  <a:lnTo>
                    <a:pt x="184125" y="326925"/>
                  </a:lnTo>
                  <a:lnTo>
                    <a:pt x="189390" y="326303"/>
                  </a:lnTo>
                  <a:lnTo>
                    <a:pt x="194632" y="325515"/>
                  </a:lnTo>
                  <a:lnTo>
                    <a:pt x="199847" y="324561"/>
                  </a:lnTo>
                  <a:lnTo>
                    <a:pt x="205029" y="323442"/>
                  </a:lnTo>
                  <a:lnTo>
                    <a:pt x="210173" y="322160"/>
                  </a:lnTo>
                  <a:lnTo>
                    <a:pt x="215274" y="320714"/>
                  </a:lnTo>
                  <a:lnTo>
                    <a:pt x="220326" y="319108"/>
                  </a:lnTo>
                  <a:lnTo>
                    <a:pt x="225325" y="317343"/>
                  </a:lnTo>
                  <a:lnTo>
                    <a:pt x="230265" y="315420"/>
                  </a:lnTo>
                  <a:lnTo>
                    <a:pt x="235142" y="313341"/>
                  </a:lnTo>
                  <a:lnTo>
                    <a:pt x="239950" y="311108"/>
                  </a:lnTo>
                  <a:lnTo>
                    <a:pt x="244685" y="308725"/>
                  </a:lnTo>
                  <a:lnTo>
                    <a:pt x="249343" y="306192"/>
                  </a:lnTo>
                  <a:lnTo>
                    <a:pt x="253917" y="303513"/>
                  </a:lnTo>
                  <a:lnTo>
                    <a:pt x="258405" y="300690"/>
                  </a:lnTo>
                  <a:lnTo>
                    <a:pt x="262800" y="297726"/>
                  </a:lnTo>
                  <a:lnTo>
                    <a:pt x="267100" y="294625"/>
                  </a:lnTo>
                  <a:lnTo>
                    <a:pt x="271299" y="291389"/>
                  </a:lnTo>
                  <a:lnTo>
                    <a:pt x="275393" y="288021"/>
                  </a:lnTo>
                  <a:lnTo>
                    <a:pt x="279378" y="284525"/>
                  </a:lnTo>
                  <a:lnTo>
                    <a:pt x="283251" y="280904"/>
                  </a:lnTo>
                  <a:lnTo>
                    <a:pt x="287006" y="277162"/>
                  </a:lnTo>
                  <a:lnTo>
                    <a:pt x="290641" y="273304"/>
                  </a:lnTo>
                  <a:lnTo>
                    <a:pt x="294152" y="269332"/>
                  </a:lnTo>
                  <a:lnTo>
                    <a:pt x="297536" y="265250"/>
                  </a:lnTo>
                  <a:lnTo>
                    <a:pt x="300788" y="261063"/>
                  </a:lnTo>
                  <a:lnTo>
                    <a:pt x="303906" y="256776"/>
                  </a:lnTo>
                  <a:lnTo>
                    <a:pt x="306886" y="252391"/>
                  </a:lnTo>
                  <a:lnTo>
                    <a:pt x="309726" y="247915"/>
                  </a:lnTo>
                  <a:lnTo>
                    <a:pt x="312422" y="243350"/>
                  </a:lnTo>
                  <a:lnTo>
                    <a:pt x="314972" y="238702"/>
                  </a:lnTo>
                  <a:lnTo>
                    <a:pt x="317374" y="233976"/>
                  </a:lnTo>
                  <a:lnTo>
                    <a:pt x="319624" y="229176"/>
                  </a:lnTo>
                  <a:lnTo>
                    <a:pt x="321721" y="224307"/>
                  </a:lnTo>
                  <a:lnTo>
                    <a:pt x="323663" y="219374"/>
                  </a:lnTo>
                  <a:lnTo>
                    <a:pt x="325447" y="214382"/>
                  </a:lnTo>
                  <a:lnTo>
                    <a:pt x="327073" y="209336"/>
                  </a:lnTo>
                  <a:lnTo>
                    <a:pt x="328537" y="204241"/>
                  </a:lnTo>
                  <a:lnTo>
                    <a:pt x="329839" y="199102"/>
                  </a:lnTo>
                  <a:lnTo>
                    <a:pt x="330977" y="193924"/>
                  </a:lnTo>
                  <a:lnTo>
                    <a:pt x="331951" y="188713"/>
                  </a:lnTo>
                  <a:lnTo>
                    <a:pt x="332759" y="183474"/>
                  </a:lnTo>
                  <a:lnTo>
                    <a:pt x="333400" y="178211"/>
                  </a:lnTo>
                  <a:lnTo>
                    <a:pt x="333875" y="172931"/>
                  </a:lnTo>
                  <a:lnTo>
                    <a:pt x="334181" y="167638"/>
                  </a:lnTo>
                  <a:lnTo>
                    <a:pt x="334320" y="162339"/>
                  </a:lnTo>
                  <a:lnTo>
                    <a:pt x="334290" y="157038"/>
                  </a:lnTo>
                  <a:lnTo>
                    <a:pt x="334092" y="151740"/>
                  </a:lnTo>
                  <a:lnTo>
                    <a:pt x="333727" y="146451"/>
                  </a:lnTo>
                  <a:lnTo>
                    <a:pt x="333194" y="141177"/>
                  </a:lnTo>
                  <a:lnTo>
                    <a:pt x="332494" y="135922"/>
                  </a:lnTo>
                  <a:lnTo>
                    <a:pt x="331627" y="130691"/>
                  </a:lnTo>
                  <a:lnTo>
                    <a:pt x="330596" y="125491"/>
                  </a:lnTo>
                  <a:lnTo>
                    <a:pt x="329400" y="120327"/>
                  </a:lnTo>
                  <a:lnTo>
                    <a:pt x="328040" y="115203"/>
                  </a:lnTo>
                  <a:lnTo>
                    <a:pt x="326519" y="110124"/>
                  </a:lnTo>
                  <a:lnTo>
                    <a:pt x="324838" y="105096"/>
                  </a:lnTo>
                  <a:lnTo>
                    <a:pt x="322998" y="100124"/>
                  </a:lnTo>
                  <a:lnTo>
                    <a:pt x="321002" y="95213"/>
                  </a:lnTo>
                  <a:lnTo>
                    <a:pt x="318850" y="90368"/>
                  </a:lnTo>
                  <a:lnTo>
                    <a:pt x="316546" y="85594"/>
                  </a:lnTo>
                  <a:lnTo>
                    <a:pt x="314092" y="80894"/>
                  </a:lnTo>
                  <a:lnTo>
                    <a:pt x="311490" y="76275"/>
                  </a:lnTo>
                  <a:lnTo>
                    <a:pt x="308743" y="71741"/>
                  </a:lnTo>
                  <a:lnTo>
                    <a:pt x="305854" y="67297"/>
                  </a:lnTo>
                  <a:lnTo>
                    <a:pt x="302825" y="62946"/>
                  </a:lnTo>
                  <a:lnTo>
                    <a:pt x="299659" y="58693"/>
                  </a:lnTo>
                  <a:lnTo>
                    <a:pt x="296361" y="54543"/>
                  </a:lnTo>
                  <a:lnTo>
                    <a:pt x="292932" y="50499"/>
                  </a:lnTo>
                  <a:lnTo>
                    <a:pt x="289377" y="46567"/>
                  </a:lnTo>
                  <a:lnTo>
                    <a:pt x="285699" y="42749"/>
                  </a:lnTo>
                  <a:lnTo>
                    <a:pt x="281902" y="39049"/>
                  </a:lnTo>
                  <a:lnTo>
                    <a:pt x="277989" y="35472"/>
                  </a:lnTo>
                  <a:lnTo>
                    <a:pt x="273965" y="32021"/>
                  </a:lnTo>
                  <a:lnTo>
                    <a:pt x="269834" y="28699"/>
                  </a:lnTo>
                  <a:lnTo>
                    <a:pt x="265599" y="25509"/>
                  </a:lnTo>
                  <a:lnTo>
                    <a:pt x="261265" y="22456"/>
                  </a:lnTo>
                  <a:lnTo>
                    <a:pt x="256837" y="19542"/>
                  </a:lnTo>
                  <a:lnTo>
                    <a:pt x="252318" y="16769"/>
                  </a:lnTo>
                  <a:lnTo>
                    <a:pt x="247714" y="14141"/>
                  </a:lnTo>
                  <a:lnTo>
                    <a:pt x="243029" y="11660"/>
                  </a:lnTo>
                  <a:lnTo>
                    <a:pt x="238267" y="9330"/>
                  </a:lnTo>
                  <a:lnTo>
                    <a:pt x="233434" y="7151"/>
                  </a:lnTo>
                  <a:lnTo>
                    <a:pt x="228535" y="5127"/>
                  </a:lnTo>
                  <a:lnTo>
                    <a:pt x="223573" y="3259"/>
                  </a:lnTo>
                  <a:lnTo>
                    <a:pt x="218555" y="1549"/>
                  </a:lnTo>
                  <a:lnTo>
                    <a:pt x="213485" y="0"/>
                  </a:lnTo>
                  <a:lnTo>
                    <a:pt x="167161" y="1606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023544" y="941493"/>
              <a:ext cx="46324" cy="167167"/>
            </a:xfrm>
            <a:custGeom>
              <a:avLst/>
              <a:pathLst>
                <a:path w="46324" h="167167">
                  <a:moveTo>
                    <a:pt x="46324" y="6546"/>
                  </a:moveTo>
                  <a:lnTo>
                    <a:pt x="39845" y="4818"/>
                  </a:lnTo>
                  <a:lnTo>
                    <a:pt x="33303" y="3350"/>
                  </a:lnTo>
                  <a:lnTo>
                    <a:pt x="26707" y="2147"/>
                  </a:lnTo>
                  <a:lnTo>
                    <a:pt x="20067" y="1208"/>
                  </a:lnTo>
                  <a:lnTo>
                    <a:pt x="13396" y="537"/>
                  </a:lnTo>
                  <a:lnTo>
                    <a:pt x="6703" y="13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2281" y="941493"/>
              <a:ext cx="53934" cy="167167"/>
            </a:xfrm>
            <a:custGeom>
              <a:avLst/>
              <a:pathLst>
                <a:path w="53934" h="167167">
                  <a:moveTo>
                    <a:pt x="53934" y="0"/>
                  </a:moveTo>
                  <a:lnTo>
                    <a:pt x="47833" y="111"/>
                  </a:lnTo>
                  <a:lnTo>
                    <a:pt x="41741" y="445"/>
                  </a:lnTo>
                  <a:lnTo>
                    <a:pt x="35665" y="1001"/>
                  </a:lnTo>
                  <a:lnTo>
                    <a:pt x="29613" y="1778"/>
                  </a:lnTo>
                  <a:lnTo>
                    <a:pt x="23594" y="2776"/>
                  </a:lnTo>
                  <a:lnTo>
                    <a:pt x="17615" y="3993"/>
                  </a:lnTo>
                  <a:lnTo>
                    <a:pt x="11684" y="5427"/>
                  </a:lnTo>
                  <a:lnTo>
                    <a:pt x="5810" y="7076"/>
                  </a:lnTo>
                  <a:lnTo>
                    <a:pt x="0" y="8939"/>
                  </a:lnTo>
                  <a:lnTo>
                    <a:pt x="5393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2281" y="950432"/>
              <a:ext cx="53934" cy="158227"/>
            </a:xfrm>
            <a:custGeom>
              <a:avLst/>
              <a:pathLst>
                <a:path w="53934" h="158227">
                  <a:moveTo>
                    <a:pt x="0" y="0"/>
                  </a:moveTo>
                  <a:lnTo>
                    <a:pt x="53934" y="1582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2281" y="950432"/>
              <a:ext cx="53934" cy="158227"/>
            </a:xfrm>
            <a:custGeom>
              <a:avLst/>
              <a:pathLst>
                <a:path w="53934" h="158227">
                  <a:moveTo>
                    <a:pt x="0" y="0"/>
                  </a:moveTo>
                  <a:lnTo>
                    <a:pt x="53934" y="1582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2281" y="950432"/>
              <a:ext cx="53934" cy="158227"/>
            </a:xfrm>
            <a:custGeom>
              <a:avLst/>
              <a:pathLst>
                <a:path w="53934" h="158227">
                  <a:moveTo>
                    <a:pt x="0" y="0"/>
                  </a:moveTo>
                  <a:lnTo>
                    <a:pt x="53934" y="1582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2281" y="950432"/>
              <a:ext cx="53934" cy="158227"/>
            </a:xfrm>
            <a:custGeom>
              <a:avLst/>
              <a:pathLst>
                <a:path w="53934" h="158227">
                  <a:moveTo>
                    <a:pt x="0" y="0"/>
                  </a:moveTo>
                  <a:lnTo>
                    <a:pt x="53934" y="1582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2281" y="950432"/>
              <a:ext cx="53934" cy="158227"/>
            </a:xfrm>
            <a:custGeom>
              <a:avLst/>
              <a:pathLst>
                <a:path w="53934" h="158227">
                  <a:moveTo>
                    <a:pt x="0" y="0"/>
                  </a:moveTo>
                  <a:lnTo>
                    <a:pt x="53934" y="1582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2281" y="950432"/>
              <a:ext cx="53934" cy="158227"/>
            </a:xfrm>
            <a:custGeom>
              <a:avLst/>
              <a:pathLst>
                <a:path w="53934" h="158227">
                  <a:moveTo>
                    <a:pt x="0" y="0"/>
                  </a:moveTo>
                  <a:lnTo>
                    <a:pt x="53934" y="1582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2281" y="950432"/>
              <a:ext cx="53934" cy="158227"/>
            </a:xfrm>
            <a:custGeom>
              <a:avLst/>
              <a:pathLst>
                <a:path w="53934" h="158227">
                  <a:moveTo>
                    <a:pt x="0" y="0"/>
                  </a:moveTo>
                  <a:lnTo>
                    <a:pt x="53934" y="1582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2281" y="950432"/>
              <a:ext cx="53934" cy="158227"/>
            </a:xfrm>
            <a:custGeom>
              <a:avLst/>
              <a:pathLst>
                <a:path w="53934" h="158227">
                  <a:moveTo>
                    <a:pt x="0" y="0"/>
                  </a:moveTo>
                  <a:lnTo>
                    <a:pt x="53934" y="1582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2281" y="950432"/>
              <a:ext cx="53934" cy="158227"/>
            </a:xfrm>
            <a:custGeom>
              <a:avLst/>
              <a:pathLst>
                <a:path w="53934" h="158227">
                  <a:moveTo>
                    <a:pt x="0" y="0"/>
                  </a:moveTo>
                  <a:lnTo>
                    <a:pt x="53934" y="1582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2281" y="950432"/>
              <a:ext cx="53934" cy="158227"/>
            </a:xfrm>
            <a:custGeom>
              <a:avLst/>
              <a:pathLst>
                <a:path w="53934" h="158227">
                  <a:moveTo>
                    <a:pt x="0" y="0"/>
                  </a:moveTo>
                  <a:lnTo>
                    <a:pt x="53934" y="1582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2281" y="950432"/>
              <a:ext cx="53934" cy="158227"/>
            </a:xfrm>
            <a:custGeom>
              <a:avLst/>
              <a:pathLst>
                <a:path w="53934" h="158227">
                  <a:moveTo>
                    <a:pt x="0" y="0"/>
                  </a:moveTo>
                  <a:lnTo>
                    <a:pt x="53934" y="1582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2281" y="950432"/>
              <a:ext cx="53934" cy="158227"/>
            </a:xfrm>
            <a:custGeom>
              <a:avLst/>
              <a:pathLst>
                <a:path w="53934" h="158227">
                  <a:moveTo>
                    <a:pt x="0" y="0"/>
                  </a:moveTo>
                  <a:lnTo>
                    <a:pt x="53934" y="1582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2281" y="950432"/>
              <a:ext cx="53934" cy="158227"/>
            </a:xfrm>
            <a:custGeom>
              <a:avLst/>
              <a:pathLst>
                <a:path w="53934" h="158227">
                  <a:moveTo>
                    <a:pt x="0" y="0"/>
                  </a:moveTo>
                  <a:lnTo>
                    <a:pt x="53934" y="1582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2281" y="950432"/>
              <a:ext cx="53934" cy="158227"/>
            </a:xfrm>
            <a:custGeom>
              <a:avLst/>
              <a:pathLst>
                <a:path w="53934" h="158227">
                  <a:moveTo>
                    <a:pt x="0" y="0"/>
                  </a:moveTo>
                  <a:lnTo>
                    <a:pt x="53934" y="1582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2281" y="950432"/>
              <a:ext cx="53934" cy="158227"/>
            </a:xfrm>
            <a:custGeom>
              <a:avLst/>
              <a:pathLst>
                <a:path w="53934" h="158227">
                  <a:moveTo>
                    <a:pt x="0" y="0"/>
                  </a:moveTo>
                  <a:lnTo>
                    <a:pt x="53934" y="1582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2281" y="950432"/>
              <a:ext cx="53934" cy="158227"/>
            </a:xfrm>
            <a:custGeom>
              <a:avLst/>
              <a:pathLst>
                <a:path w="53934" h="158227">
                  <a:moveTo>
                    <a:pt x="0" y="0"/>
                  </a:moveTo>
                  <a:lnTo>
                    <a:pt x="53934" y="1582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2281" y="950432"/>
              <a:ext cx="53934" cy="158227"/>
            </a:xfrm>
            <a:custGeom>
              <a:avLst/>
              <a:pathLst>
                <a:path w="53934" h="158227">
                  <a:moveTo>
                    <a:pt x="0" y="0"/>
                  </a:moveTo>
                  <a:lnTo>
                    <a:pt x="53934" y="1582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32281" y="950432"/>
              <a:ext cx="53934" cy="158227"/>
            </a:xfrm>
            <a:custGeom>
              <a:avLst/>
              <a:pathLst>
                <a:path w="53934" h="158227">
                  <a:moveTo>
                    <a:pt x="0" y="0"/>
                  </a:moveTo>
                  <a:lnTo>
                    <a:pt x="53934" y="1582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19048" y="950432"/>
              <a:ext cx="167167" cy="324931"/>
            </a:xfrm>
            <a:custGeom>
              <a:avLst/>
              <a:pathLst>
                <a:path w="167167" h="324931">
                  <a:moveTo>
                    <a:pt x="113233" y="0"/>
                  </a:moveTo>
                  <a:lnTo>
                    <a:pt x="108222" y="1797"/>
                  </a:lnTo>
                  <a:lnTo>
                    <a:pt x="103272" y="3753"/>
                  </a:lnTo>
                  <a:lnTo>
                    <a:pt x="98386" y="5866"/>
                  </a:lnTo>
                  <a:lnTo>
                    <a:pt x="93570" y="8133"/>
                  </a:lnTo>
                  <a:lnTo>
                    <a:pt x="88828" y="10552"/>
                  </a:lnTo>
                  <a:lnTo>
                    <a:pt x="84166" y="13121"/>
                  </a:lnTo>
                  <a:lnTo>
                    <a:pt x="79588" y="15837"/>
                  </a:lnTo>
                  <a:lnTo>
                    <a:pt x="75099" y="18698"/>
                  </a:lnTo>
                  <a:lnTo>
                    <a:pt x="70703" y="21700"/>
                  </a:lnTo>
                  <a:lnTo>
                    <a:pt x="66405" y="24840"/>
                  </a:lnTo>
                  <a:lnTo>
                    <a:pt x="62210" y="28116"/>
                  </a:lnTo>
                  <a:lnTo>
                    <a:pt x="58120" y="31524"/>
                  </a:lnTo>
                  <a:lnTo>
                    <a:pt x="54141" y="35060"/>
                  </a:lnTo>
                  <a:lnTo>
                    <a:pt x="50277" y="38721"/>
                  </a:lnTo>
                  <a:lnTo>
                    <a:pt x="46532" y="42503"/>
                  </a:lnTo>
                  <a:lnTo>
                    <a:pt x="42908" y="46403"/>
                  </a:lnTo>
                  <a:lnTo>
                    <a:pt x="39411" y="50416"/>
                  </a:lnTo>
                  <a:lnTo>
                    <a:pt x="36043" y="54538"/>
                  </a:lnTo>
                  <a:lnTo>
                    <a:pt x="32808" y="58765"/>
                  </a:lnTo>
                  <a:lnTo>
                    <a:pt x="29710" y="63093"/>
                  </a:lnTo>
                  <a:lnTo>
                    <a:pt x="26750" y="67518"/>
                  </a:lnTo>
                  <a:lnTo>
                    <a:pt x="23934" y="72035"/>
                  </a:lnTo>
                  <a:lnTo>
                    <a:pt x="21262" y="76639"/>
                  </a:lnTo>
                  <a:lnTo>
                    <a:pt x="18738" y="81326"/>
                  </a:lnTo>
                  <a:lnTo>
                    <a:pt x="16365" y="86090"/>
                  </a:lnTo>
                  <a:lnTo>
                    <a:pt x="14145" y="90928"/>
                  </a:lnTo>
                  <a:lnTo>
                    <a:pt x="12080" y="95834"/>
                  </a:lnTo>
                  <a:lnTo>
                    <a:pt x="10172" y="100804"/>
                  </a:lnTo>
                  <a:lnTo>
                    <a:pt x="8423" y="105831"/>
                  </a:lnTo>
                  <a:lnTo>
                    <a:pt x="6835" y="110912"/>
                  </a:lnTo>
                  <a:lnTo>
                    <a:pt x="5410" y="116041"/>
                  </a:lnTo>
                  <a:lnTo>
                    <a:pt x="4149" y="121212"/>
                  </a:lnTo>
                  <a:lnTo>
                    <a:pt x="3053" y="126421"/>
                  </a:lnTo>
                  <a:lnTo>
                    <a:pt x="2124" y="131663"/>
                  </a:lnTo>
                  <a:lnTo>
                    <a:pt x="1362" y="136931"/>
                  </a:lnTo>
                  <a:lnTo>
                    <a:pt x="768" y="142221"/>
                  </a:lnTo>
                  <a:lnTo>
                    <a:pt x="342" y="147527"/>
                  </a:lnTo>
                  <a:lnTo>
                    <a:pt x="86" y="152844"/>
                  </a:lnTo>
                  <a:lnTo>
                    <a:pt x="0" y="158166"/>
                  </a:lnTo>
                  <a:lnTo>
                    <a:pt x="82" y="163488"/>
                  </a:lnTo>
                  <a:lnTo>
                    <a:pt x="335" y="168805"/>
                  </a:lnTo>
                  <a:lnTo>
                    <a:pt x="756" y="174112"/>
                  </a:lnTo>
                  <a:lnTo>
                    <a:pt x="1346" y="179402"/>
                  </a:lnTo>
                  <a:lnTo>
                    <a:pt x="2104" y="184671"/>
                  </a:lnTo>
                  <a:lnTo>
                    <a:pt x="3030" y="189913"/>
                  </a:lnTo>
                  <a:lnTo>
                    <a:pt x="4122" y="195122"/>
                  </a:lnTo>
                  <a:lnTo>
                    <a:pt x="5379" y="200295"/>
                  </a:lnTo>
                  <a:lnTo>
                    <a:pt x="6801" y="205425"/>
                  </a:lnTo>
                  <a:lnTo>
                    <a:pt x="8385" y="210507"/>
                  </a:lnTo>
                  <a:lnTo>
                    <a:pt x="10130" y="215536"/>
                  </a:lnTo>
                  <a:lnTo>
                    <a:pt x="12034" y="220506"/>
                  </a:lnTo>
                  <a:lnTo>
                    <a:pt x="14095" y="225414"/>
                  </a:lnTo>
                  <a:lnTo>
                    <a:pt x="16312" y="230253"/>
                  </a:lnTo>
                  <a:lnTo>
                    <a:pt x="18682" y="235020"/>
                  </a:lnTo>
                  <a:lnTo>
                    <a:pt x="21202" y="239709"/>
                  </a:lnTo>
                  <a:lnTo>
                    <a:pt x="23870" y="244315"/>
                  </a:lnTo>
                  <a:lnTo>
                    <a:pt x="26684" y="248833"/>
                  </a:lnTo>
                  <a:lnTo>
                    <a:pt x="29640" y="253260"/>
                  </a:lnTo>
                  <a:lnTo>
                    <a:pt x="32735" y="257591"/>
                  </a:lnTo>
                  <a:lnTo>
                    <a:pt x="35967" y="261820"/>
                  </a:lnTo>
                  <a:lnTo>
                    <a:pt x="39332" y="265945"/>
                  </a:lnTo>
                  <a:lnTo>
                    <a:pt x="42826" y="269961"/>
                  </a:lnTo>
                  <a:lnTo>
                    <a:pt x="46447" y="273863"/>
                  </a:lnTo>
                  <a:lnTo>
                    <a:pt x="50189" y="277648"/>
                  </a:lnTo>
                  <a:lnTo>
                    <a:pt x="54051" y="281312"/>
                  </a:lnTo>
                  <a:lnTo>
                    <a:pt x="58027" y="284851"/>
                  </a:lnTo>
                  <a:lnTo>
                    <a:pt x="62114" y="288261"/>
                  </a:lnTo>
                  <a:lnTo>
                    <a:pt x="66307" y="291540"/>
                  </a:lnTo>
                  <a:lnTo>
                    <a:pt x="70603" y="294684"/>
                  </a:lnTo>
                  <a:lnTo>
                    <a:pt x="74996" y="297689"/>
                  </a:lnTo>
                  <a:lnTo>
                    <a:pt x="79483" y="300553"/>
                  </a:lnTo>
                  <a:lnTo>
                    <a:pt x="84059" y="303272"/>
                  </a:lnTo>
                  <a:lnTo>
                    <a:pt x="88720" y="305845"/>
                  </a:lnTo>
                  <a:lnTo>
                    <a:pt x="93459" y="308268"/>
                  </a:lnTo>
                  <a:lnTo>
                    <a:pt x="98274" y="310538"/>
                  </a:lnTo>
                  <a:lnTo>
                    <a:pt x="103158" y="312655"/>
                  </a:lnTo>
                  <a:lnTo>
                    <a:pt x="108107" y="314614"/>
                  </a:lnTo>
                  <a:lnTo>
                    <a:pt x="113116" y="316415"/>
                  </a:lnTo>
                  <a:lnTo>
                    <a:pt x="118180" y="318056"/>
                  </a:lnTo>
                  <a:lnTo>
                    <a:pt x="123294" y="319535"/>
                  </a:lnTo>
                  <a:lnTo>
                    <a:pt x="128452" y="320850"/>
                  </a:lnTo>
                  <a:lnTo>
                    <a:pt x="133649" y="322000"/>
                  </a:lnTo>
                  <a:lnTo>
                    <a:pt x="138880" y="322984"/>
                  </a:lnTo>
                  <a:lnTo>
                    <a:pt x="144140" y="323801"/>
                  </a:lnTo>
                  <a:lnTo>
                    <a:pt x="149424" y="324450"/>
                  </a:lnTo>
                  <a:lnTo>
                    <a:pt x="154725" y="324931"/>
                  </a:lnTo>
                  <a:lnTo>
                    <a:pt x="167167" y="1582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473773" y="941493"/>
              <a:ext cx="179600" cy="334325"/>
            </a:xfrm>
            <a:custGeom>
              <a:avLst/>
              <a:pathLst>
                <a:path w="179600" h="334325">
                  <a:moveTo>
                    <a:pt x="0" y="333871"/>
                  </a:moveTo>
                  <a:lnTo>
                    <a:pt x="5313" y="334182"/>
                  </a:lnTo>
                  <a:lnTo>
                    <a:pt x="10634" y="334325"/>
                  </a:lnTo>
                  <a:lnTo>
                    <a:pt x="15957" y="334297"/>
                  </a:lnTo>
                  <a:lnTo>
                    <a:pt x="21276" y="334101"/>
                  </a:lnTo>
                  <a:lnTo>
                    <a:pt x="26586" y="333735"/>
                  </a:lnTo>
                  <a:lnTo>
                    <a:pt x="31882" y="333200"/>
                  </a:lnTo>
                  <a:lnTo>
                    <a:pt x="37158" y="332497"/>
                  </a:lnTo>
                  <a:lnTo>
                    <a:pt x="42409" y="331626"/>
                  </a:lnTo>
                  <a:lnTo>
                    <a:pt x="47630" y="330589"/>
                  </a:lnTo>
                  <a:lnTo>
                    <a:pt x="52815" y="329386"/>
                  </a:lnTo>
                  <a:lnTo>
                    <a:pt x="57959" y="328018"/>
                  </a:lnTo>
                  <a:lnTo>
                    <a:pt x="63057" y="326487"/>
                  </a:lnTo>
                  <a:lnTo>
                    <a:pt x="68104" y="324795"/>
                  </a:lnTo>
                  <a:lnTo>
                    <a:pt x="73094" y="322943"/>
                  </a:lnTo>
                  <a:lnTo>
                    <a:pt x="78023" y="320933"/>
                  </a:lnTo>
                  <a:lnTo>
                    <a:pt x="82885" y="318767"/>
                  </a:lnTo>
                  <a:lnTo>
                    <a:pt x="87676" y="316448"/>
                  </a:lnTo>
                  <a:lnTo>
                    <a:pt x="92390" y="313977"/>
                  </a:lnTo>
                  <a:lnTo>
                    <a:pt x="97024" y="311357"/>
                  </a:lnTo>
                  <a:lnTo>
                    <a:pt x="101571" y="308591"/>
                  </a:lnTo>
                  <a:lnTo>
                    <a:pt x="106029" y="305682"/>
                  </a:lnTo>
                  <a:lnTo>
                    <a:pt x="110391" y="302632"/>
                  </a:lnTo>
                  <a:lnTo>
                    <a:pt x="114654" y="299445"/>
                  </a:lnTo>
                  <a:lnTo>
                    <a:pt x="118814" y="296124"/>
                  </a:lnTo>
                  <a:lnTo>
                    <a:pt x="122866" y="292672"/>
                  </a:lnTo>
                  <a:lnTo>
                    <a:pt x="126805" y="289093"/>
                  </a:lnTo>
                  <a:lnTo>
                    <a:pt x="130629" y="285390"/>
                  </a:lnTo>
                  <a:lnTo>
                    <a:pt x="134333" y="281567"/>
                  </a:lnTo>
                  <a:lnTo>
                    <a:pt x="137913" y="277628"/>
                  </a:lnTo>
                  <a:lnTo>
                    <a:pt x="141367" y="273578"/>
                  </a:lnTo>
                  <a:lnTo>
                    <a:pt x="144689" y="269419"/>
                  </a:lnTo>
                  <a:lnTo>
                    <a:pt x="147877" y="265157"/>
                  </a:lnTo>
                  <a:lnTo>
                    <a:pt x="150929" y="260795"/>
                  </a:lnTo>
                  <a:lnTo>
                    <a:pt x="153839" y="256339"/>
                  </a:lnTo>
                  <a:lnTo>
                    <a:pt x="156606" y="251792"/>
                  </a:lnTo>
                  <a:lnTo>
                    <a:pt x="159228" y="247159"/>
                  </a:lnTo>
                  <a:lnTo>
                    <a:pt x="161700" y="242446"/>
                  </a:lnTo>
                  <a:lnTo>
                    <a:pt x="164021" y="237655"/>
                  </a:lnTo>
                  <a:lnTo>
                    <a:pt x="166188" y="232794"/>
                  </a:lnTo>
                  <a:lnTo>
                    <a:pt x="168200" y="227866"/>
                  </a:lnTo>
                  <a:lnTo>
                    <a:pt x="170053" y="222876"/>
                  </a:lnTo>
                  <a:lnTo>
                    <a:pt x="171747" y="217830"/>
                  </a:lnTo>
                  <a:lnTo>
                    <a:pt x="173279" y="212732"/>
                  </a:lnTo>
                  <a:lnTo>
                    <a:pt x="174648" y="207589"/>
                  </a:lnTo>
                  <a:lnTo>
                    <a:pt x="175853" y="202404"/>
                  </a:lnTo>
                  <a:lnTo>
                    <a:pt x="176892" y="197184"/>
                  </a:lnTo>
                  <a:lnTo>
                    <a:pt x="177764" y="191933"/>
                  </a:lnTo>
                  <a:lnTo>
                    <a:pt x="178469" y="186657"/>
                  </a:lnTo>
                  <a:lnTo>
                    <a:pt x="179005" y="181361"/>
                  </a:lnTo>
                  <a:lnTo>
                    <a:pt x="179373" y="176051"/>
                  </a:lnTo>
                  <a:lnTo>
                    <a:pt x="179571" y="170732"/>
                  </a:lnTo>
                  <a:lnTo>
                    <a:pt x="179600" y="165409"/>
                  </a:lnTo>
                  <a:lnTo>
                    <a:pt x="179459" y="160088"/>
                  </a:lnTo>
                  <a:lnTo>
                    <a:pt x="179149" y="154774"/>
                  </a:lnTo>
                  <a:lnTo>
                    <a:pt x="178670" y="149473"/>
                  </a:lnTo>
                  <a:lnTo>
                    <a:pt x="178022" y="144190"/>
                  </a:lnTo>
                  <a:lnTo>
                    <a:pt x="177207" y="138930"/>
                  </a:lnTo>
                  <a:lnTo>
                    <a:pt x="176224" y="133699"/>
                  </a:lnTo>
                  <a:lnTo>
                    <a:pt x="175076" y="128501"/>
                  </a:lnTo>
                  <a:lnTo>
                    <a:pt x="173762" y="123343"/>
                  </a:lnTo>
                  <a:lnTo>
                    <a:pt x="172285" y="118229"/>
                  </a:lnTo>
                  <a:lnTo>
                    <a:pt x="170646" y="113165"/>
                  </a:lnTo>
                  <a:lnTo>
                    <a:pt x="168847" y="108156"/>
                  </a:lnTo>
                  <a:lnTo>
                    <a:pt x="166889" y="103206"/>
                  </a:lnTo>
                  <a:lnTo>
                    <a:pt x="164774" y="98321"/>
                  </a:lnTo>
                  <a:lnTo>
                    <a:pt x="162505" y="93507"/>
                  </a:lnTo>
                  <a:lnTo>
                    <a:pt x="160084" y="88766"/>
                  </a:lnTo>
                  <a:lnTo>
                    <a:pt x="157513" y="84106"/>
                  </a:lnTo>
                  <a:lnTo>
                    <a:pt x="154795" y="79529"/>
                  </a:lnTo>
                  <a:lnTo>
                    <a:pt x="151933" y="75041"/>
                  </a:lnTo>
                  <a:lnTo>
                    <a:pt x="148929" y="70647"/>
                  </a:lnTo>
                  <a:lnTo>
                    <a:pt x="145787" y="66351"/>
                  </a:lnTo>
                  <a:lnTo>
                    <a:pt x="142510" y="62156"/>
                  </a:lnTo>
                  <a:lnTo>
                    <a:pt x="139100" y="58069"/>
                  </a:lnTo>
                  <a:lnTo>
                    <a:pt x="135563" y="54091"/>
                  </a:lnTo>
                  <a:lnTo>
                    <a:pt x="131900" y="50229"/>
                  </a:lnTo>
                  <a:lnTo>
                    <a:pt x="128117" y="46485"/>
                  </a:lnTo>
                  <a:lnTo>
                    <a:pt x="124216" y="42863"/>
                  </a:lnTo>
                  <a:lnTo>
                    <a:pt x="120202" y="39368"/>
                  </a:lnTo>
                  <a:lnTo>
                    <a:pt x="116079" y="36002"/>
                  </a:lnTo>
                  <a:lnTo>
                    <a:pt x="111850" y="32769"/>
                  </a:lnTo>
                  <a:lnTo>
                    <a:pt x="107521" y="29672"/>
                  </a:lnTo>
                  <a:lnTo>
                    <a:pt x="103095" y="26715"/>
                  </a:lnTo>
                  <a:lnTo>
                    <a:pt x="98578" y="23900"/>
                  </a:lnTo>
                  <a:lnTo>
                    <a:pt x="93973" y="21230"/>
                  </a:lnTo>
                  <a:lnTo>
                    <a:pt x="89285" y="18708"/>
                  </a:lnTo>
                  <a:lnTo>
                    <a:pt x="84520" y="16337"/>
                  </a:lnTo>
                  <a:lnTo>
                    <a:pt x="79681" y="14119"/>
                  </a:lnTo>
                  <a:lnTo>
                    <a:pt x="74775" y="12056"/>
                  </a:lnTo>
                  <a:lnTo>
                    <a:pt x="69805" y="10150"/>
                  </a:lnTo>
                  <a:lnTo>
                    <a:pt x="64777" y="8403"/>
                  </a:lnTo>
                  <a:lnTo>
                    <a:pt x="59696" y="6817"/>
                  </a:lnTo>
                  <a:lnTo>
                    <a:pt x="54567" y="5394"/>
                  </a:lnTo>
                  <a:lnTo>
                    <a:pt x="49395" y="4135"/>
                  </a:lnTo>
                  <a:lnTo>
                    <a:pt x="44186" y="3041"/>
                  </a:lnTo>
                  <a:lnTo>
                    <a:pt x="38944" y="2114"/>
                  </a:lnTo>
                  <a:lnTo>
                    <a:pt x="33676" y="1354"/>
                  </a:lnTo>
                  <a:lnTo>
                    <a:pt x="28386" y="762"/>
                  </a:lnTo>
                  <a:lnTo>
                    <a:pt x="23080" y="338"/>
                  </a:lnTo>
                  <a:lnTo>
                    <a:pt x="17764" y="84"/>
                  </a:lnTo>
                  <a:lnTo>
                    <a:pt x="12441" y="0"/>
                  </a:lnTo>
                  <a:lnTo>
                    <a:pt x="1244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9089" y="1071028"/>
              <a:ext cx="165411" cy="167167"/>
            </a:xfrm>
            <a:custGeom>
              <a:avLst/>
              <a:pathLst>
                <a:path w="165411" h="167167">
                  <a:moveTo>
                    <a:pt x="165411" y="0"/>
                  </a:moveTo>
                  <a:lnTo>
                    <a:pt x="159995" y="87"/>
                  </a:lnTo>
                  <a:lnTo>
                    <a:pt x="154585" y="350"/>
                  </a:lnTo>
                  <a:lnTo>
                    <a:pt x="149187" y="789"/>
                  </a:lnTo>
                  <a:lnTo>
                    <a:pt x="143805" y="1402"/>
                  </a:lnTo>
                  <a:lnTo>
                    <a:pt x="138446" y="2189"/>
                  </a:lnTo>
                  <a:lnTo>
                    <a:pt x="133115" y="3149"/>
                  </a:lnTo>
                  <a:lnTo>
                    <a:pt x="127818" y="4281"/>
                  </a:lnTo>
                  <a:lnTo>
                    <a:pt x="122561" y="5585"/>
                  </a:lnTo>
                  <a:lnTo>
                    <a:pt x="117349" y="7058"/>
                  </a:lnTo>
                  <a:lnTo>
                    <a:pt x="112187" y="8699"/>
                  </a:lnTo>
                  <a:lnTo>
                    <a:pt x="107081" y="10507"/>
                  </a:lnTo>
                  <a:lnTo>
                    <a:pt x="102036" y="12479"/>
                  </a:lnTo>
                  <a:lnTo>
                    <a:pt x="97058" y="14613"/>
                  </a:lnTo>
                  <a:lnTo>
                    <a:pt x="92151" y="16907"/>
                  </a:lnTo>
                  <a:lnTo>
                    <a:pt x="87322" y="19360"/>
                  </a:lnTo>
                  <a:lnTo>
                    <a:pt x="82574" y="21967"/>
                  </a:lnTo>
                  <a:lnTo>
                    <a:pt x="77913" y="24727"/>
                  </a:lnTo>
                  <a:lnTo>
                    <a:pt x="73345" y="27637"/>
                  </a:lnTo>
                  <a:lnTo>
                    <a:pt x="68873" y="30693"/>
                  </a:lnTo>
                  <a:lnTo>
                    <a:pt x="64502" y="33892"/>
                  </a:lnTo>
                  <a:lnTo>
                    <a:pt x="60237" y="37231"/>
                  </a:lnTo>
                  <a:lnTo>
                    <a:pt x="56083" y="40707"/>
                  </a:lnTo>
                  <a:lnTo>
                    <a:pt x="52043" y="44315"/>
                  </a:lnTo>
                  <a:lnTo>
                    <a:pt x="48122" y="48052"/>
                  </a:lnTo>
                  <a:lnTo>
                    <a:pt x="44325" y="51915"/>
                  </a:lnTo>
                  <a:lnTo>
                    <a:pt x="40655" y="55898"/>
                  </a:lnTo>
                  <a:lnTo>
                    <a:pt x="37115" y="59998"/>
                  </a:lnTo>
                  <a:lnTo>
                    <a:pt x="33711" y="64211"/>
                  </a:lnTo>
                  <a:lnTo>
                    <a:pt x="30444" y="68532"/>
                  </a:lnTo>
                  <a:lnTo>
                    <a:pt x="27320" y="72956"/>
                  </a:lnTo>
                  <a:lnTo>
                    <a:pt x="24340" y="77480"/>
                  </a:lnTo>
                  <a:lnTo>
                    <a:pt x="21508" y="82097"/>
                  </a:lnTo>
                  <a:lnTo>
                    <a:pt x="18828" y="86804"/>
                  </a:lnTo>
                  <a:lnTo>
                    <a:pt x="16301" y="91595"/>
                  </a:lnTo>
                  <a:lnTo>
                    <a:pt x="13931" y="96465"/>
                  </a:lnTo>
                  <a:lnTo>
                    <a:pt x="11720" y="101410"/>
                  </a:lnTo>
                  <a:lnTo>
                    <a:pt x="9670" y="106424"/>
                  </a:lnTo>
                  <a:lnTo>
                    <a:pt x="7784" y="111501"/>
                  </a:lnTo>
                  <a:lnTo>
                    <a:pt x="6064" y="116637"/>
                  </a:lnTo>
                  <a:lnTo>
                    <a:pt x="4510" y="121826"/>
                  </a:lnTo>
                  <a:lnTo>
                    <a:pt x="3126" y="127063"/>
                  </a:lnTo>
                  <a:lnTo>
                    <a:pt x="1912" y="132342"/>
                  </a:lnTo>
                  <a:lnTo>
                    <a:pt x="869" y="137657"/>
                  </a:lnTo>
                  <a:lnTo>
                    <a:pt x="0" y="143003"/>
                  </a:lnTo>
                  <a:lnTo>
                    <a:pt x="16541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9089" y="1214032"/>
              <a:ext cx="165411" cy="24163"/>
            </a:xfrm>
            <a:custGeom>
              <a:avLst/>
              <a:pathLst>
                <a:path w="165411" h="24163">
                  <a:moveTo>
                    <a:pt x="0" y="0"/>
                  </a:moveTo>
                  <a:lnTo>
                    <a:pt x="165411" y="2416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9089" y="1214032"/>
              <a:ext cx="165411" cy="24163"/>
            </a:xfrm>
            <a:custGeom>
              <a:avLst/>
              <a:pathLst>
                <a:path w="165411" h="24163">
                  <a:moveTo>
                    <a:pt x="0" y="0"/>
                  </a:moveTo>
                  <a:lnTo>
                    <a:pt x="165411" y="2416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9089" y="1214032"/>
              <a:ext cx="165411" cy="24163"/>
            </a:xfrm>
            <a:custGeom>
              <a:avLst/>
              <a:pathLst>
                <a:path w="165411" h="24163">
                  <a:moveTo>
                    <a:pt x="0" y="0"/>
                  </a:moveTo>
                  <a:lnTo>
                    <a:pt x="165411" y="2416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9089" y="1214032"/>
              <a:ext cx="165411" cy="24163"/>
            </a:xfrm>
            <a:custGeom>
              <a:avLst/>
              <a:pathLst>
                <a:path w="165411" h="24163">
                  <a:moveTo>
                    <a:pt x="0" y="0"/>
                  </a:moveTo>
                  <a:lnTo>
                    <a:pt x="165411" y="241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9089" y="1214032"/>
              <a:ext cx="165411" cy="24163"/>
            </a:xfrm>
            <a:custGeom>
              <a:avLst/>
              <a:pathLst>
                <a:path w="165411" h="24163">
                  <a:moveTo>
                    <a:pt x="0" y="0"/>
                  </a:moveTo>
                  <a:lnTo>
                    <a:pt x="165411" y="241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9089" y="1214032"/>
              <a:ext cx="165411" cy="24163"/>
            </a:xfrm>
            <a:custGeom>
              <a:avLst/>
              <a:pathLst>
                <a:path w="165411" h="24163">
                  <a:moveTo>
                    <a:pt x="0" y="0"/>
                  </a:moveTo>
                  <a:lnTo>
                    <a:pt x="165411" y="241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9089" y="1214032"/>
              <a:ext cx="165411" cy="24163"/>
            </a:xfrm>
            <a:custGeom>
              <a:avLst/>
              <a:pathLst>
                <a:path w="165411" h="24163">
                  <a:moveTo>
                    <a:pt x="0" y="0"/>
                  </a:moveTo>
                  <a:lnTo>
                    <a:pt x="165411" y="241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9089" y="1214032"/>
              <a:ext cx="165411" cy="24163"/>
            </a:xfrm>
            <a:custGeom>
              <a:avLst/>
              <a:pathLst>
                <a:path w="165411" h="24163">
                  <a:moveTo>
                    <a:pt x="0" y="0"/>
                  </a:moveTo>
                  <a:lnTo>
                    <a:pt x="165411" y="241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9089" y="1214032"/>
              <a:ext cx="165411" cy="24163"/>
            </a:xfrm>
            <a:custGeom>
              <a:avLst/>
              <a:pathLst>
                <a:path w="165411" h="24163">
                  <a:moveTo>
                    <a:pt x="0" y="0"/>
                  </a:moveTo>
                  <a:lnTo>
                    <a:pt x="165411" y="24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9089" y="1214032"/>
              <a:ext cx="165411" cy="24163"/>
            </a:xfrm>
            <a:custGeom>
              <a:avLst/>
              <a:pathLst>
                <a:path w="165411" h="24163">
                  <a:moveTo>
                    <a:pt x="0" y="0"/>
                  </a:moveTo>
                  <a:lnTo>
                    <a:pt x="165411" y="24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9089" y="1214032"/>
              <a:ext cx="165411" cy="24163"/>
            </a:xfrm>
            <a:custGeom>
              <a:avLst/>
              <a:pathLst>
                <a:path w="165411" h="24163">
                  <a:moveTo>
                    <a:pt x="0" y="0"/>
                  </a:moveTo>
                  <a:lnTo>
                    <a:pt x="165411" y="241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9089" y="1214032"/>
              <a:ext cx="165411" cy="24163"/>
            </a:xfrm>
            <a:custGeom>
              <a:avLst/>
              <a:pathLst>
                <a:path w="165411" h="24163">
                  <a:moveTo>
                    <a:pt x="0" y="0"/>
                  </a:moveTo>
                  <a:lnTo>
                    <a:pt x="165411" y="24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9089" y="1214032"/>
              <a:ext cx="165411" cy="24163"/>
            </a:xfrm>
            <a:custGeom>
              <a:avLst/>
              <a:pathLst>
                <a:path w="165411" h="24163">
                  <a:moveTo>
                    <a:pt x="0" y="0"/>
                  </a:moveTo>
                  <a:lnTo>
                    <a:pt x="165411" y="24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9089" y="1214032"/>
              <a:ext cx="165411" cy="24163"/>
            </a:xfrm>
            <a:custGeom>
              <a:avLst/>
              <a:pathLst>
                <a:path w="165411" h="24163">
                  <a:moveTo>
                    <a:pt x="0" y="0"/>
                  </a:moveTo>
                  <a:lnTo>
                    <a:pt x="165411" y="24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9089" y="1214032"/>
              <a:ext cx="165411" cy="24163"/>
            </a:xfrm>
            <a:custGeom>
              <a:avLst/>
              <a:pathLst>
                <a:path w="165411" h="24163">
                  <a:moveTo>
                    <a:pt x="0" y="0"/>
                  </a:moveTo>
                  <a:lnTo>
                    <a:pt x="165411" y="24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9089" y="1214032"/>
              <a:ext cx="165411" cy="24163"/>
            </a:xfrm>
            <a:custGeom>
              <a:avLst/>
              <a:pathLst>
                <a:path w="165411" h="24163">
                  <a:moveTo>
                    <a:pt x="0" y="0"/>
                  </a:moveTo>
                  <a:lnTo>
                    <a:pt x="165411" y="241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9089" y="1214032"/>
              <a:ext cx="165411" cy="24163"/>
            </a:xfrm>
            <a:custGeom>
              <a:avLst/>
              <a:pathLst>
                <a:path w="165411" h="24163">
                  <a:moveTo>
                    <a:pt x="0" y="0"/>
                  </a:moveTo>
                  <a:lnTo>
                    <a:pt x="165411" y="241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797348" y="1074372"/>
              <a:ext cx="334314" cy="330988"/>
            </a:xfrm>
            <a:custGeom>
              <a:avLst/>
              <a:pathLst>
                <a:path w="334314" h="330988">
                  <a:moveTo>
                    <a:pt x="1740" y="139659"/>
                  </a:moveTo>
                  <a:lnTo>
                    <a:pt x="1058" y="144911"/>
                  </a:lnTo>
                  <a:lnTo>
                    <a:pt x="542" y="150181"/>
                  </a:lnTo>
                  <a:lnTo>
                    <a:pt x="194" y="155466"/>
                  </a:lnTo>
                  <a:lnTo>
                    <a:pt x="13" y="160758"/>
                  </a:lnTo>
                  <a:lnTo>
                    <a:pt x="0" y="166054"/>
                  </a:lnTo>
                  <a:lnTo>
                    <a:pt x="154" y="171348"/>
                  </a:lnTo>
                  <a:lnTo>
                    <a:pt x="476" y="176634"/>
                  </a:lnTo>
                  <a:lnTo>
                    <a:pt x="966" y="181907"/>
                  </a:lnTo>
                  <a:lnTo>
                    <a:pt x="1622" y="187162"/>
                  </a:lnTo>
                  <a:lnTo>
                    <a:pt x="2444" y="192393"/>
                  </a:lnTo>
                  <a:lnTo>
                    <a:pt x="3432" y="197596"/>
                  </a:lnTo>
                  <a:lnTo>
                    <a:pt x="4584" y="202765"/>
                  </a:lnTo>
                  <a:lnTo>
                    <a:pt x="5899" y="207895"/>
                  </a:lnTo>
                  <a:lnTo>
                    <a:pt x="7376" y="212981"/>
                  </a:lnTo>
                  <a:lnTo>
                    <a:pt x="9013" y="218017"/>
                  </a:lnTo>
                  <a:lnTo>
                    <a:pt x="10809" y="222999"/>
                  </a:lnTo>
                  <a:lnTo>
                    <a:pt x="12762" y="227922"/>
                  </a:lnTo>
                  <a:lnTo>
                    <a:pt x="14870" y="232780"/>
                  </a:lnTo>
                  <a:lnTo>
                    <a:pt x="17130" y="237569"/>
                  </a:lnTo>
                  <a:lnTo>
                    <a:pt x="19542" y="242284"/>
                  </a:lnTo>
                  <a:lnTo>
                    <a:pt x="22101" y="246920"/>
                  </a:lnTo>
                  <a:lnTo>
                    <a:pt x="24806" y="251473"/>
                  </a:lnTo>
                  <a:lnTo>
                    <a:pt x="27654" y="255938"/>
                  </a:lnTo>
                  <a:lnTo>
                    <a:pt x="30642" y="260310"/>
                  </a:lnTo>
                  <a:lnTo>
                    <a:pt x="33766" y="264586"/>
                  </a:lnTo>
                  <a:lnTo>
                    <a:pt x="37025" y="268761"/>
                  </a:lnTo>
                  <a:lnTo>
                    <a:pt x="40414" y="272830"/>
                  </a:lnTo>
                  <a:lnTo>
                    <a:pt x="43931" y="276790"/>
                  </a:lnTo>
                  <a:lnTo>
                    <a:pt x="47571" y="280636"/>
                  </a:lnTo>
                  <a:lnTo>
                    <a:pt x="51331" y="284365"/>
                  </a:lnTo>
                  <a:lnTo>
                    <a:pt x="55207" y="287973"/>
                  </a:lnTo>
                  <a:lnTo>
                    <a:pt x="59196" y="291457"/>
                  </a:lnTo>
                  <a:lnTo>
                    <a:pt x="63293" y="294813"/>
                  </a:lnTo>
                  <a:lnTo>
                    <a:pt x="67494" y="298037"/>
                  </a:lnTo>
                  <a:lnTo>
                    <a:pt x="71796" y="301126"/>
                  </a:lnTo>
                  <a:lnTo>
                    <a:pt x="76193" y="304078"/>
                  </a:lnTo>
                  <a:lnTo>
                    <a:pt x="80681" y="306888"/>
                  </a:lnTo>
                  <a:lnTo>
                    <a:pt x="85256" y="309556"/>
                  </a:lnTo>
                  <a:lnTo>
                    <a:pt x="89913" y="312077"/>
                  </a:lnTo>
                  <a:lnTo>
                    <a:pt x="94648" y="314449"/>
                  </a:lnTo>
                  <a:lnTo>
                    <a:pt x="99456" y="316670"/>
                  </a:lnTo>
                  <a:lnTo>
                    <a:pt x="104331" y="318737"/>
                  </a:lnTo>
                  <a:lnTo>
                    <a:pt x="109270" y="320650"/>
                  </a:lnTo>
                  <a:lnTo>
                    <a:pt x="114266" y="322404"/>
                  </a:lnTo>
                  <a:lnTo>
                    <a:pt x="119316" y="324000"/>
                  </a:lnTo>
                  <a:lnTo>
                    <a:pt x="124414" y="325435"/>
                  </a:lnTo>
                  <a:lnTo>
                    <a:pt x="129554" y="326707"/>
                  </a:lnTo>
                  <a:lnTo>
                    <a:pt x="134733" y="327817"/>
                  </a:lnTo>
                  <a:lnTo>
                    <a:pt x="139944" y="328761"/>
                  </a:lnTo>
                  <a:lnTo>
                    <a:pt x="145182" y="329540"/>
                  </a:lnTo>
                  <a:lnTo>
                    <a:pt x="150442" y="330153"/>
                  </a:lnTo>
                  <a:lnTo>
                    <a:pt x="155719" y="330599"/>
                  </a:lnTo>
                  <a:lnTo>
                    <a:pt x="161007" y="330877"/>
                  </a:lnTo>
                  <a:lnTo>
                    <a:pt x="166302" y="330988"/>
                  </a:lnTo>
                  <a:lnTo>
                    <a:pt x="171597" y="330931"/>
                  </a:lnTo>
                  <a:lnTo>
                    <a:pt x="176888" y="330707"/>
                  </a:lnTo>
                  <a:lnTo>
                    <a:pt x="182170" y="330314"/>
                  </a:lnTo>
                  <a:lnTo>
                    <a:pt x="187436" y="329755"/>
                  </a:lnTo>
                  <a:lnTo>
                    <a:pt x="192682" y="329029"/>
                  </a:lnTo>
                  <a:lnTo>
                    <a:pt x="197902" y="328138"/>
                  </a:lnTo>
                  <a:lnTo>
                    <a:pt x="203091" y="327081"/>
                  </a:lnTo>
                  <a:lnTo>
                    <a:pt x="208245" y="325861"/>
                  </a:lnTo>
                  <a:lnTo>
                    <a:pt x="213357" y="324478"/>
                  </a:lnTo>
                  <a:lnTo>
                    <a:pt x="218422" y="322934"/>
                  </a:lnTo>
                  <a:lnTo>
                    <a:pt x="223436" y="321230"/>
                  </a:lnTo>
                  <a:lnTo>
                    <a:pt x="228394" y="319368"/>
                  </a:lnTo>
                  <a:lnTo>
                    <a:pt x="233290" y="317350"/>
                  </a:lnTo>
                  <a:lnTo>
                    <a:pt x="238120" y="315178"/>
                  </a:lnTo>
                  <a:lnTo>
                    <a:pt x="242879" y="312854"/>
                  </a:lnTo>
                  <a:lnTo>
                    <a:pt x="247562" y="310381"/>
                  </a:lnTo>
                  <a:lnTo>
                    <a:pt x="252164" y="307760"/>
                  </a:lnTo>
                  <a:lnTo>
                    <a:pt x="256680" y="304995"/>
                  </a:lnTo>
                  <a:lnTo>
                    <a:pt x="261107" y="302089"/>
                  </a:lnTo>
                  <a:lnTo>
                    <a:pt x="265440" y="299043"/>
                  </a:lnTo>
                  <a:lnTo>
                    <a:pt x="269673" y="295862"/>
                  </a:lnTo>
                  <a:lnTo>
                    <a:pt x="273804" y="292548"/>
                  </a:lnTo>
                  <a:lnTo>
                    <a:pt x="277828" y="289105"/>
                  </a:lnTo>
                  <a:lnTo>
                    <a:pt x="281741" y="285537"/>
                  </a:lnTo>
                  <a:lnTo>
                    <a:pt x="285539" y="281846"/>
                  </a:lnTo>
                  <a:lnTo>
                    <a:pt x="289218" y="278037"/>
                  </a:lnTo>
                  <a:lnTo>
                    <a:pt x="292775" y="274113"/>
                  </a:lnTo>
                  <a:lnTo>
                    <a:pt x="296205" y="270079"/>
                  </a:lnTo>
                  <a:lnTo>
                    <a:pt x="299506" y="265937"/>
                  </a:lnTo>
                  <a:lnTo>
                    <a:pt x="302674" y="261694"/>
                  </a:lnTo>
                  <a:lnTo>
                    <a:pt x="305706" y="257352"/>
                  </a:lnTo>
                  <a:lnTo>
                    <a:pt x="308599" y="252916"/>
                  </a:lnTo>
                  <a:lnTo>
                    <a:pt x="311350" y="248391"/>
                  </a:lnTo>
                  <a:lnTo>
                    <a:pt x="313957" y="243781"/>
                  </a:lnTo>
                  <a:lnTo>
                    <a:pt x="316416" y="239091"/>
                  </a:lnTo>
                  <a:lnTo>
                    <a:pt x="318725" y="234325"/>
                  </a:lnTo>
                  <a:lnTo>
                    <a:pt x="320882" y="229488"/>
                  </a:lnTo>
                  <a:lnTo>
                    <a:pt x="322885" y="224586"/>
                  </a:lnTo>
                  <a:lnTo>
                    <a:pt x="324732" y="219623"/>
                  </a:lnTo>
                  <a:lnTo>
                    <a:pt x="326420" y="214603"/>
                  </a:lnTo>
                  <a:lnTo>
                    <a:pt x="327949" y="209533"/>
                  </a:lnTo>
                  <a:lnTo>
                    <a:pt x="329316" y="204416"/>
                  </a:lnTo>
                  <a:lnTo>
                    <a:pt x="330520" y="199259"/>
                  </a:lnTo>
                  <a:lnTo>
                    <a:pt x="331561" y="194067"/>
                  </a:lnTo>
                  <a:lnTo>
                    <a:pt x="332436" y="188844"/>
                  </a:lnTo>
                  <a:lnTo>
                    <a:pt x="333146" y="183596"/>
                  </a:lnTo>
                  <a:lnTo>
                    <a:pt x="333689" y="178328"/>
                  </a:lnTo>
                  <a:lnTo>
                    <a:pt x="334065" y="173046"/>
                  </a:lnTo>
                  <a:lnTo>
                    <a:pt x="334273" y="167754"/>
                  </a:lnTo>
                  <a:lnTo>
                    <a:pt x="334314" y="162458"/>
                  </a:lnTo>
                  <a:lnTo>
                    <a:pt x="334187" y="157164"/>
                  </a:lnTo>
                  <a:lnTo>
                    <a:pt x="333892" y="151876"/>
                  </a:lnTo>
                  <a:lnTo>
                    <a:pt x="333430" y="146601"/>
                  </a:lnTo>
                  <a:lnTo>
                    <a:pt x="332801" y="141343"/>
                  </a:lnTo>
                  <a:lnTo>
                    <a:pt x="332006" y="136107"/>
                  </a:lnTo>
                  <a:lnTo>
                    <a:pt x="331045" y="130899"/>
                  </a:lnTo>
                  <a:lnTo>
                    <a:pt x="329920" y="125724"/>
                  </a:lnTo>
                  <a:lnTo>
                    <a:pt x="328632" y="120587"/>
                  </a:lnTo>
                  <a:lnTo>
                    <a:pt x="327181" y="115494"/>
                  </a:lnTo>
                  <a:lnTo>
                    <a:pt x="325570" y="110449"/>
                  </a:lnTo>
                  <a:lnTo>
                    <a:pt x="323800" y="105458"/>
                  </a:lnTo>
                  <a:lnTo>
                    <a:pt x="321872" y="100525"/>
                  </a:lnTo>
                  <a:lnTo>
                    <a:pt x="319790" y="95656"/>
                  </a:lnTo>
                  <a:lnTo>
                    <a:pt x="317554" y="90856"/>
                  </a:lnTo>
                  <a:lnTo>
                    <a:pt x="315167" y="86128"/>
                  </a:lnTo>
                  <a:lnTo>
                    <a:pt x="312632" y="81479"/>
                  </a:lnTo>
                  <a:lnTo>
                    <a:pt x="309951" y="76912"/>
                  </a:lnTo>
                  <a:lnTo>
                    <a:pt x="307126" y="72432"/>
                  </a:lnTo>
                  <a:lnTo>
                    <a:pt x="304161" y="68044"/>
                  </a:lnTo>
                  <a:lnTo>
                    <a:pt x="301058" y="63753"/>
                  </a:lnTo>
                  <a:lnTo>
                    <a:pt x="297821" y="59561"/>
                  </a:lnTo>
                  <a:lnTo>
                    <a:pt x="294453" y="55475"/>
                  </a:lnTo>
                  <a:lnTo>
                    <a:pt x="290957" y="51497"/>
                  </a:lnTo>
                  <a:lnTo>
                    <a:pt x="287337" y="47631"/>
                  </a:lnTo>
                  <a:lnTo>
                    <a:pt x="283596" y="43883"/>
                  </a:lnTo>
                  <a:lnTo>
                    <a:pt x="279739" y="40254"/>
                  </a:lnTo>
                  <a:lnTo>
                    <a:pt x="275768" y="36750"/>
                  </a:lnTo>
                  <a:lnTo>
                    <a:pt x="271689" y="33374"/>
                  </a:lnTo>
                  <a:lnTo>
                    <a:pt x="267504" y="30128"/>
                  </a:lnTo>
                  <a:lnTo>
                    <a:pt x="263219" y="27016"/>
                  </a:lnTo>
                  <a:lnTo>
                    <a:pt x="258837" y="24042"/>
                  </a:lnTo>
                  <a:lnTo>
                    <a:pt x="254364" y="21208"/>
                  </a:lnTo>
                  <a:lnTo>
                    <a:pt x="249802" y="18517"/>
                  </a:lnTo>
                  <a:lnTo>
                    <a:pt x="245158" y="15972"/>
                  </a:lnTo>
                  <a:lnTo>
                    <a:pt x="240436" y="13575"/>
                  </a:lnTo>
                  <a:lnTo>
                    <a:pt x="235640" y="11329"/>
                  </a:lnTo>
                  <a:lnTo>
                    <a:pt x="230775" y="9236"/>
                  </a:lnTo>
                  <a:lnTo>
                    <a:pt x="225847" y="7298"/>
                  </a:lnTo>
                  <a:lnTo>
                    <a:pt x="220859" y="5518"/>
                  </a:lnTo>
                  <a:lnTo>
                    <a:pt x="215818" y="3896"/>
                  </a:lnTo>
                  <a:lnTo>
                    <a:pt x="210728" y="2435"/>
                  </a:lnTo>
                  <a:lnTo>
                    <a:pt x="205594" y="1136"/>
                  </a:lnTo>
                  <a:lnTo>
                    <a:pt x="200421" y="0"/>
                  </a:lnTo>
                  <a:lnTo>
                    <a:pt x="167152" y="1638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964501" y="1071028"/>
              <a:ext cx="33269" cy="167167"/>
            </a:xfrm>
            <a:custGeom>
              <a:avLst/>
              <a:pathLst>
                <a:path w="33269" h="167167">
                  <a:moveTo>
                    <a:pt x="33269" y="3344"/>
                  </a:moveTo>
                  <a:lnTo>
                    <a:pt x="26679" y="2142"/>
                  </a:lnTo>
                  <a:lnTo>
                    <a:pt x="20047" y="1206"/>
                  </a:lnTo>
                  <a:lnTo>
                    <a:pt x="13382" y="536"/>
                  </a:lnTo>
                  <a:lnTo>
                    <a:pt x="6696" y="13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22954" y="1322571"/>
              <a:ext cx="65766" cy="167167"/>
            </a:xfrm>
            <a:custGeom>
              <a:avLst/>
              <a:pathLst>
                <a:path w="65766" h="167167">
                  <a:moveTo>
                    <a:pt x="65766" y="0"/>
                  </a:moveTo>
                  <a:lnTo>
                    <a:pt x="59622" y="112"/>
                  </a:lnTo>
                  <a:lnTo>
                    <a:pt x="53487" y="451"/>
                  </a:lnTo>
                  <a:lnTo>
                    <a:pt x="47369" y="1015"/>
                  </a:lnTo>
                  <a:lnTo>
                    <a:pt x="41275" y="1803"/>
                  </a:lnTo>
                  <a:lnTo>
                    <a:pt x="35214" y="2815"/>
                  </a:lnTo>
                  <a:lnTo>
                    <a:pt x="29195" y="4049"/>
                  </a:lnTo>
                  <a:lnTo>
                    <a:pt x="23225" y="5503"/>
                  </a:lnTo>
                  <a:lnTo>
                    <a:pt x="17313" y="7176"/>
                  </a:lnTo>
                  <a:lnTo>
                    <a:pt x="11466" y="9064"/>
                  </a:lnTo>
                  <a:lnTo>
                    <a:pt x="5692" y="11167"/>
                  </a:lnTo>
                  <a:lnTo>
                    <a:pt x="0" y="13480"/>
                  </a:lnTo>
                  <a:lnTo>
                    <a:pt x="6576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22954" y="1336051"/>
              <a:ext cx="65766" cy="153687"/>
            </a:xfrm>
            <a:custGeom>
              <a:avLst/>
              <a:pathLst>
                <a:path w="65766" h="153687">
                  <a:moveTo>
                    <a:pt x="0" y="0"/>
                  </a:moveTo>
                  <a:lnTo>
                    <a:pt x="65766" y="1536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22954" y="1336051"/>
              <a:ext cx="65766" cy="153687"/>
            </a:xfrm>
            <a:custGeom>
              <a:avLst/>
              <a:pathLst>
                <a:path w="65766" h="153687">
                  <a:moveTo>
                    <a:pt x="0" y="0"/>
                  </a:moveTo>
                  <a:lnTo>
                    <a:pt x="65766" y="1536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22954" y="1336051"/>
              <a:ext cx="65766" cy="153687"/>
            </a:xfrm>
            <a:custGeom>
              <a:avLst/>
              <a:pathLst>
                <a:path w="65766" h="153687">
                  <a:moveTo>
                    <a:pt x="0" y="0"/>
                  </a:moveTo>
                  <a:lnTo>
                    <a:pt x="65766" y="1536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22954" y="1336051"/>
              <a:ext cx="65766" cy="153687"/>
            </a:xfrm>
            <a:custGeom>
              <a:avLst/>
              <a:pathLst>
                <a:path w="65766" h="153687">
                  <a:moveTo>
                    <a:pt x="0" y="0"/>
                  </a:moveTo>
                  <a:lnTo>
                    <a:pt x="65766" y="1536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22954" y="1336051"/>
              <a:ext cx="65766" cy="153687"/>
            </a:xfrm>
            <a:custGeom>
              <a:avLst/>
              <a:pathLst>
                <a:path w="65766" h="153687">
                  <a:moveTo>
                    <a:pt x="0" y="0"/>
                  </a:moveTo>
                  <a:lnTo>
                    <a:pt x="65766" y="1536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22954" y="1336051"/>
              <a:ext cx="65766" cy="153687"/>
            </a:xfrm>
            <a:custGeom>
              <a:avLst/>
              <a:pathLst>
                <a:path w="65766" h="153687">
                  <a:moveTo>
                    <a:pt x="0" y="0"/>
                  </a:moveTo>
                  <a:lnTo>
                    <a:pt x="65766" y="1536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22954" y="1336051"/>
              <a:ext cx="65766" cy="153687"/>
            </a:xfrm>
            <a:custGeom>
              <a:avLst/>
              <a:pathLst>
                <a:path w="65766" h="153687">
                  <a:moveTo>
                    <a:pt x="0" y="0"/>
                  </a:moveTo>
                  <a:lnTo>
                    <a:pt x="65766" y="1536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22954" y="1336051"/>
              <a:ext cx="65766" cy="153687"/>
            </a:xfrm>
            <a:custGeom>
              <a:avLst/>
              <a:pathLst>
                <a:path w="65766" h="153687">
                  <a:moveTo>
                    <a:pt x="0" y="0"/>
                  </a:moveTo>
                  <a:lnTo>
                    <a:pt x="65766" y="1536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22954" y="1336051"/>
              <a:ext cx="65766" cy="153687"/>
            </a:xfrm>
            <a:custGeom>
              <a:avLst/>
              <a:pathLst>
                <a:path w="65766" h="153687">
                  <a:moveTo>
                    <a:pt x="0" y="0"/>
                  </a:moveTo>
                  <a:lnTo>
                    <a:pt x="65766" y="1536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22954" y="1336051"/>
              <a:ext cx="65766" cy="153687"/>
            </a:xfrm>
            <a:custGeom>
              <a:avLst/>
              <a:pathLst>
                <a:path w="65766" h="153687">
                  <a:moveTo>
                    <a:pt x="0" y="0"/>
                  </a:moveTo>
                  <a:lnTo>
                    <a:pt x="65766" y="1536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22954" y="1336051"/>
              <a:ext cx="65766" cy="153687"/>
            </a:xfrm>
            <a:custGeom>
              <a:avLst/>
              <a:pathLst>
                <a:path w="65766" h="153687">
                  <a:moveTo>
                    <a:pt x="0" y="0"/>
                  </a:moveTo>
                  <a:lnTo>
                    <a:pt x="65766" y="1536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22954" y="1336051"/>
              <a:ext cx="65766" cy="153687"/>
            </a:xfrm>
            <a:custGeom>
              <a:avLst/>
              <a:pathLst>
                <a:path w="65766" h="153687">
                  <a:moveTo>
                    <a:pt x="0" y="0"/>
                  </a:moveTo>
                  <a:lnTo>
                    <a:pt x="65766" y="1536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22954" y="1336051"/>
              <a:ext cx="65766" cy="153687"/>
            </a:xfrm>
            <a:custGeom>
              <a:avLst/>
              <a:pathLst>
                <a:path w="65766" h="153687">
                  <a:moveTo>
                    <a:pt x="0" y="0"/>
                  </a:moveTo>
                  <a:lnTo>
                    <a:pt x="65766" y="1536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22954" y="1336051"/>
              <a:ext cx="65766" cy="153687"/>
            </a:xfrm>
            <a:custGeom>
              <a:avLst/>
              <a:pathLst>
                <a:path w="65766" h="153687">
                  <a:moveTo>
                    <a:pt x="0" y="0"/>
                  </a:moveTo>
                  <a:lnTo>
                    <a:pt x="65766" y="1536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22954" y="1336051"/>
              <a:ext cx="65766" cy="153687"/>
            </a:xfrm>
            <a:custGeom>
              <a:avLst/>
              <a:pathLst>
                <a:path w="65766" h="153687">
                  <a:moveTo>
                    <a:pt x="0" y="0"/>
                  </a:moveTo>
                  <a:lnTo>
                    <a:pt x="65766" y="1536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22954" y="1336051"/>
              <a:ext cx="65766" cy="153687"/>
            </a:xfrm>
            <a:custGeom>
              <a:avLst/>
              <a:pathLst>
                <a:path w="65766" h="153687">
                  <a:moveTo>
                    <a:pt x="0" y="0"/>
                  </a:moveTo>
                  <a:lnTo>
                    <a:pt x="65766" y="1536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321556" y="1335609"/>
              <a:ext cx="334331" cy="321284"/>
            </a:xfrm>
            <a:custGeom>
              <a:avLst/>
              <a:pathLst>
                <a:path w="334331" h="321284">
                  <a:moveTo>
                    <a:pt x="101398" y="442"/>
                  </a:moveTo>
                  <a:lnTo>
                    <a:pt x="96562" y="2603"/>
                  </a:lnTo>
                  <a:lnTo>
                    <a:pt x="91798" y="4915"/>
                  </a:lnTo>
                  <a:lnTo>
                    <a:pt x="87109" y="7378"/>
                  </a:lnTo>
                  <a:lnTo>
                    <a:pt x="82500" y="9987"/>
                  </a:lnTo>
                  <a:lnTo>
                    <a:pt x="77976" y="12742"/>
                  </a:lnTo>
                  <a:lnTo>
                    <a:pt x="73542" y="15638"/>
                  </a:lnTo>
                  <a:lnTo>
                    <a:pt x="69202" y="18673"/>
                  </a:lnTo>
                  <a:lnTo>
                    <a:pt x="64960" y="21844"/>
                  </a:lnTo>
                  <a:lnTo>
                    <a:pt x="60821" y="25149"/>
                  </a:lnTo>
                  <a:lnTo>
                    <a:pt x="56788" y="28582"/>
                  </a:lnTo>
                  <a:lnTo>
                    <a:pt x="52866" y="32142"/>
                  </a:lnTo>
                  <a:lnTo>
                    <a:pt x="49059" y="35824"/>
                  </a:lnTo>
                  <a:lnTo>
                    <a:pt x="45371" y="39624"/>
                  </a:lnTo>
                  <a:lnTo>
                    <a:pt x="41805" y="43540"/>
                  </a:lnTo>
                  <a:lnTo>
                    <a:pt x="38364" y="47567"/>
                  </a:lnTo>
                  <a:lnTo>
                    <a:pt x="35053" y="51700"/>
                  </a:lnTo>
                  <a:lnTo>
                    <a:pt x="31875" y="55937"/>
                  </a:lnTo>
                  <a:lnTo>
                    <a:pt x="28832" y="60272"/>
                  </a:lnTo>
                  <a:lnTo>
                    <a:pt x="25928" y="64701"/>
                  </a:lnTo>
                  <a:lnTo>
                    <a:pt x="23166" y="69220"/>
                  </a:lnTo>
                  <a:lnTo>
                    <a:pt x="20549" y="73824"/>
                  </a:lnTo>
                  <a:lnTo>
                    <a:pt x="18078" y="78509"/>
                  </a:lnTo>
                  <a:lnTo>
                    <a:pt x="15758" y="83270"/>
                  </a:lnTo>
                  <a:lnTo>
                    <a:pt x="13589" y="88102"/>
                  </a:lnTo>
                  <a:lnTo>
                    <a:pt x="11574" y="93000"/>
                  </a:lnTo>
                  <a:lnTo>
                    <a:pt x="9716" y="97959"/>
                  </a:lnTo>
                  <a:lnTo>
                    <a:pt x="8016" y="102975"/>
                  </a:lnTo>
                  <a:lnTo>
                    <a:pt x="6475" y="108043"/>
                  </a:lnTo>
                  <a:lnTo>
                    <a:pt x="5096" y="113156"/>
                  </a:lnTo>
                  <a:lnTo>
                    <a:pt x="3879" y="118311"/>
                  </a:lnTo>
                  <a:lnTo>
                    <a:pt x="2826" y="123501"/>
                  </a:lnTo>
                  <a:lnTo>
                    <a:pt x="1939" y="128723"/>
                  </a:lnTo>
                  <a:lnTo>
                    <a:pt x="1217" y="133970"/>
                  </a:lnTo>
                  <a:lnTo>
                    <a:pt x="661" y="139237"/>
                  </a:lnTo>
                  <a:lnTo>
                    <a:pt x="273" y="144519"/>
                  </a:lnTo>
                  <a:lnTo>
                    <a:pt x="52" y="149810"/>
                  </a:lnTo>
                  <a:lnTo>
                    <a:pt x="0" y="155106"/>
                  </a:lnTo>
                  <a:lnTo>
                    <a:pt x="114" y="160401"/>
                  </a:lnTo>
                  <a:lnTo>
                    <a:pt x="397" y="165690"/>
                  </a:lnTo>
                  <a:lnTo>
                    <a:pt x="847" y="170967"/>
                  </a:lnTo>
                  <a:lnTo>
                    <a:pt x="1464" y="176227"/>
                  </a:lnTo>
                  <a:lnTo>
                    <a:pt x="2247" y="181465"/>
                  </a:lnTo>
                  <a:lnTo>
                    <a:pt x="3196" y="186676"/>
                  </a:lnTo>
                  <a:lnTo>
                    <a:pt x="4309" y="191854"/>
                  </a:lnTo>
                  <a:lnTo>
                    <a:pt x="5586" y="196994"/>
                  </a:lnTo>
                  <a:lnTo>
                    <a:pt x="7025" y="202091"/>
                  </a:lnTo>
                  <a:lnTo>
                    <a:pt x="8624" y="207140"/>
                  </a:lnTo>
                  <a:lnTo>
                    <a:pt x="10383" y="212136"/>
                  </a:lnTo>
                  <a:lnTo>
                    <a:pt x="12299" y="217073"/>
                  </a:lnTo>
                  <a:lnTo>
                    <a:pt x="14371" y="221947"/>
                  </a:lnTo>
                  <a:lnTo>
                    <a:pt x="16596" y="226754"/>
                  </a:lnTo>
                  <a:lnTo>
                    <a:pt x="18972" y="231487"/>
                  </a:lnTo>
                  <a:lnTo>
                    <a:pt x="21497" y="236142"/>
                  </a:lnTo>
                  <a:lnTo>
                    <a:pt x="24169" y="240716"/>
                  </a:lnTo>
                  <a:lnTo>
                    <a:pt x="26983" y="245202"/>
                  </a:lnTo>
                  <a:lnTo>
                    <a:pt x="29939" y="249597"/>
                  </a:lnTo>
                  <a:lnTo>
                    <a:pt x="33032" y="253896"/>
                  </a:lnTo>
                  <a:lnTo>
                    <a:pt x="36260" y="258095"/>
                  </a:lnTo>
                  <a:lnTo>
                    <a:pt x="39619" y="262190"/>
                  </a:lnTo>
                  <a:lnTo>
                    <a:pt x="43106" y="266176"/>
                  </a:lnTo>
                  <a:lnTo>
                    <a:pt x="46718" y="270050"/>
                  </a:lnTo>
                  <a:lnTo>
                    <a:pt x="50450" y="273807"/>
                  </a:lnTo>
                  <a:lnTo>
                    <a:pt x="54300" y="277445"/>
                  </a:lnTo>
                  <a:lnTo>
                    <a:pt x="58263" y="280958"/>
                  </a:lnTo>
                  <a:lnTo>
                    <a:pt x="62336" y="284344"/>
                  </a:lnTo>
                  <a:lnTo>
                    <a:pt x="66513" y="287600"/>
                  </a:lnTo>
                  <a:lnTo>
                    <a:pt x="70792" y="290721"/>
                  </a:lnTo>
                  <a:lnTo>
                    <a:pt x="75167" y="293706"/>
                  </a:lnTo>
                  <a:lnTo>
                    <a:pt x="79635" y="296550"/>
                  </a:lnTo>
                  <a:lnTo>
                    <a:pt x="84190" y="299251"/>
                  </a:lnTo>
                  <a:lnTo>
                    <a:pt x="88829" y="301807"/>
                  </a:lnTo>
                  <a:lnTo>
                    <a:pt x="93547" y="304214"/>
                  </a:lnTo>
                  <a:lnTo>
                    <a:pt x="98338" y="306471"/>
                  </a:lnTo>
                  <a:lnTo>
                    <a:pt x="103199" y="308575"/>
                  </a:lnTo>
                  <a:lnTo>
                    <a:pt x="108123" y="310524"/>
                  </a:lnTo>
                  <a:lnTo>
                    <a:pt x="113107" y="312315"/>
                  </a:lnTo>
                  <a:lnTo>
                    <a:pt x="118146" y="313948"/>
                  </a:lnTo>
                  <a:lnTo>
                    <a:pt x="123233" y="315421"/>
                  </a:lnTo>
                  <a:lnTo>
                    <a:pt x="128365" y="316732"/>
                  </a:lnTo>
                  <a:lnTo>
                    <a:pt x="133535" y="317879"/>
                  </a:lnTo>
                  <a:lnTo>
                    <a:pt x="138739" y="318862"/>
                  </a:lnTo>
                  <a:lnTo>
                    <a:pt x="143972" y="319680"/>
                  </a:lnTo>
                  <a:lnTo>
                    <a:pt x="149228" y="320332"/>
                  </a:lnTo>
                  <a:lnTo>
                    <a:pt x="154502" y="320817"/>
                  </a:lnTo>
                  <a:lnTo>
                    <a:pt x="159789" y="321134"/>
                  </a:lnTo>
                  <a:lnTo>
                    <a:pt x="165083" y="321284"/>
                  </a:lnTo>
                  <a:lnTo>
                    <a:pt x="170379" y="321266"/>
                  </a:lnTo>
                  <a:lnTo>
                    <a:pt x="175672" y="321080"/>
                  </a:lnTo>
                  <a:lnTo>
                    <a:pt x="180957" y="320727"/>
                  </a:lnTo>
                  <a:lnTo>
                    <a:pt x="186227" y="320206"/>
                  </a:lnTo>
                  <a:lnTo>
                    <a:pt x="191479" y="319519"/>
                  </a:lnTo>
                  <a:lnTo>
                    <a:pt x="196706" y="318666"/>
                  </a:lnTo>
                  <a:lnTo>
                    <a:pt x="201903" y="317647"/>
                  </a:lnTo>
                  <a:lnTo>
                    <a:pt x="207066" y="316465"/>
                  </a:lnTo>
                  <a:lnTo>
                    <a:pt x="212188" y="315119"/>
                  </a:lnTo>
                  <a:lnTo>
                    <a:pt x="217266" y="313612"/>
                  </a:lnTo>
                  <a:lnTo>
                    <a:pt x="222293" y="311945"/>
                  </a:lnTo>
                  <a:lnTo>
                    <a:pt x="227264" y="310119"/>
                  </a:lnTo>
                  <a:lnTo>
                    <a:pt x="232176" y="308137"/>
                  </a:lnTo>
                  <a:lnTo>
                    <a:pt x="237022" y="306001"/>
                  </a:lnTo>
                  <a:lnTo>
                    <a:pt x="241798" y="303711"/>
                  </a:lnTo>
                  <a:lnTo>
                    <a:pt x="246499" y="301272"/>
                  </a:lnTo>
                  <a:lnTo>
                    <a:pt x="251120" y="298685"/>
                  </a:lnTo>
                  <a:lnTo>
                    <a:pt x="255657" y="295953"/>
                  </a:lnTo>
                  <a:lnTo>
                    <a:pt x="260106" y="293078"/>
                  </a:lnTo>
                  <a:lnTo>
                    <a:pt x="264461" y="290064"/>
                  </a:lnTo>
                  <a:lnTo>
                    <a:pt x="268718" y="286914"/>
                  </a:lnTo>
                  <a:lnTo>
                    <a:pt x="272874" y="283630"/>
                  </a:lnTo>
                  <a:lnTo>
                    <a:pt x="276923" y="280216"/>
                  </a:lnTo>
                  <a:lnTo>
                    <a:pt x="280862" y="276676"/>
                  </a:lnTo>
                  <a:lnTo>
                    <a:pt x="284687" y="273013"/>
                  </a:lnTo>
                  <a:lnTo>
                    <a:pt x="288394" y="269230"/>
                  </a:lnTo>
                  <a:lnTo>
                    <a:pt x="291979" y="265332"/>
                  </a:lnTo>
                  <a:lnTo>
                    <a:pt x="295440" y="261322"/>
                  </a:lnTo>
                  <a:lnTo>
                    <a:pt x="298771" y="257205"/>
                  </a:lnTo>
                  <a:lnTo>
                    <a:pt x="301970" y="252984"/>
                  </a:lnTo>
                  <a:lnTo>
                    <a:pt x="305034" y="248664"/>
                  </a:lnTo>
                  <a:lnTo>
                    <a:pt x="307960" y="244249"/>
                  </a:lnTo>
                  <a:lnTo>
                    <a:pt x="310744" y="239744"/>
                  </a:lnTo>
                  <a:lnTo>
                    <a:pt x="313384" y="235152"/>
                  </a:lnTo>
                  <a:lnTo>
                    <a:pt x="315877" y="230480"/>
                  </a:lnTo>
                  <a:lnTo>
                    <a:pt x="318221" y="225730"/>
                  </a:lnTo>
                  <a:lnTo>
                    <a:pt x="320414" y="220909"/>
                  </a:lnTo>
                  <a:lnTo>
                    <a:pt x="322452" y="216021"/>
                  </a:lnTo>
                  <a:lnTo>
                    <a:pt x="324335" y="211071"/>
                  </a:lnTo>
                  <a:lnTo>
                    <a:pt x="326060" y="206063"/>
                  </a:lnTo>
                  <a:lnTo>
                    <a:pt x="327625" y="201004"/>
                  </a:lnTo>
                  <a:lnTo>
                    <a:pt x="329030" y="195897"/>
                  </a:lnTo>
                  <a:lnTo>
                    <a:pt x="330271" y="190748"/>
                  </a:lnTo>
                  <a:lnTo>
                    <a:pt x="331350" y="185563"/>
                  </a:lnTo>
                  <a:lnTo>
                    <a:pt x="332263" y="180346"/>
                  </a:lnTo>
                  <a:lnTo>
                    <a:pt x="333011" y="175103"/>
                  </a:lnTo>
                  <a:lnTo>
                    <a:pt x="333592" y="169839"/>
                  </a:lnTo>
                  <a:lnTo>
                    <a:pt x="334006" y="164558"/>
                  </a:lnTo>
                  <a:lnTo>
                    <a:pt x="334253" y="159268"/>
                  </a:lnTo>
                  <a:lnTo>
                    <a:pt x="334331" y="153972"/>
                  </a:lnTo>
                  <a:lnTo>
                    <a:pt x="334243" y="148677"/>
                  </a:lnTo>
                  <a:lnTo>
                    <a:pt x="333986" y="143387"/>
                  </a:lnTo>
                  <a:lnTo>
                    <a:pt x="333562" y="138107"/>
                  </a:lnTo>
                  <a:lnTo>
                    <a:pt x="332971" y="132844"/>
                  </a:lnTo>
                  <a:lnTo>
                    <a:pt x="332213" y="127602"/>
                  </a:lnTo>
                  <a:lnTo>
                    <a:pt x="331290" y="122387"/>
                  </a:lnTo>
                  <a:lnTo>
                    <a:pt x="330202" y="117204"/>
                  </a:lnTo>
                  <a:lnTo>
                    <a:pt x="328951" y="112058"/>
                  </a:lnTo>
                  <a:lnTo>
                    <a:pt x="327537" y="106954"/>
                  </a:lnTo>
                  <a:lnTo>
                    <a:pt x="325962" y="101897"/>
                  </a:lnTo>
                  <a:lnTo>
                    <a:pt x="324228" y="96893"/>
                  </a:lnTo>
                  <a:lnTo>
                    <a:pt x="322336" y="91946"/>
                  </a:lnTo>
                  <a:lnTo>
                    <a:pt x="320288" y="87062"/>
                  </a:lnTo>
                  <a:lnTo>
                    <a:pt x="318086" y="82245"/>
                  </a:lnTo>
                  <a:lnTo>
                    <a:pt x="315733" y="77500"/>
                  </a:lnTo>
                  <a:lnTo>
                    <a:pt x="313231" y="72832"/>
                  </a:lnTo>
                  <a:lnTo>
                    <a:pt x="310583" y="68245"/>
                  </a:lnTo>
                  <a:lnTo>
                    <a:pt x="307790" y="63745"/>
                  </a:lnTo>
                  <a:lnTo>
                    <a:pt x="304856" y="59336"/>
                  </a:lnTo>
                  <a:lnTo>
                    <a:pt x="301784" y="55021"/>
                  </a:lnTo>
                  <a:lnTo>
                    <a:pt x="298577" y="50807"/>
                  </a:lnTo>
                  <a:lnTo>
                    <a:pt x="295238" y="46695"/>
                  </a:lnTo>
                  <a:lnTo>
                    <a:pt x="291770" y="42692"/>
                  </a:lnTo>
                  <a:lnTo>
                    <a:pt x="288178" y="38801"/>
                  </a:lnTo>
                  <a:lnTo>
                    <a:pt x="284464" y="35025"/>
                  </a:lnTo>
                  <a:lnTo>
                    <a:pt x="280632" y="31369"/>
                  </a:lnTo>
                  <a:lnTo>
                    <a:pt x="276686" y="27836"/>
                  </a:lnTo>
                  <a:lnTo>
                    <a:pt x="272630" y="24430"/>
                  </a:lnTo>
                  <a:lnTo>
                    <a:pt x="268468" y="21154"/>
                  </a:lnTo>
                  <a:lnTo>
                    <a:pt x="264205" y="18012"/>
                  </a:lnTo>
                  <a:lnTo>
                    <a:pt x="259844" y="15006"/>
                  </a:lnTo>
                  <a:lnTo>
                    <a:pt x="255391" y="12140"/>
                  </a:lnTo>
                  <a:lnTo>
                    <a:pt x="250848" y="9416"/>
                  </a:lnTo>
                  <a:lnTo>
                    <a:pt x="246222" y="6838"/>
                  </a:lnTo>
                  <a:lnTo>
                    <a:pt x="241517" y="4407"/>
                  </a:lnTo>
                  <a:lnTo>
                    <a:pt x="236736" y="2127"/>
                  </a:lnTo>
                  <a:lnTo>
                    <a:pt x="231886" y="0"/>
                  </a:lnTo>
                  <a:lnTo>
                    <a:pt x="167164" y="1541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88720" y="1322571"/>
              <a:ext cx="64722" cy="167167"/>
            </a:xfrm>
            <a:custGeom>
              <a:avLst/>
              <a:pathLst>
                <a:path w="64722" h="167167">
                  <a:moveTo>
                    <a:pt x="64722" y="13037"/>
                  </a:moveTo>
                  <a:lnTo>
                    <a:pt x="59110" y="10799"/>
                  </a:lnTo>
                  <a:lnTo>
                    <a:pt x="53421" y="8765"/>
                  </a:lnTo>
                  <a:lnTo>
                    <a:pt x="47663" y="6938"/>
                  </a:lnTo>
                  <a:lnTo>
                    <a:pt x="41842" y="5321"/>
                  </a:lnTo>
                  <a:lnTo>
                    <a:pt x="35966" y="3915"/>
                  </a:lnTo>
                  <a:lnTo>
                    <a:pt x="30044" y="2722"/>
                  </a:lnTo>
                  <a:lnTo>
                    <a:pt x="24082" y="1743"/>
                  </a:lnTo>
                  <a:lnTo>
                    <a:pt x="18089" y="981"/>
                  </a:lnTo>
                  <a:lnTo>
                    <a:pt x="12072" y="436"/>
                  </a:lnTo>
                  <a:lnTo>
                    <a:pt x="6040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75274" y="1681503"/>
              <a:ext cx="11250" cy="167167"/>
            </a:xfrm>
            <a:custGeom>
              <a:avLst/>
              <a:pathLst>
                <a:path w="11250" h="167167">
                  <a:moveTo>
                    <a:pt x="11250" y="0"/>
                  </a:moveTo>
                  <a:lnTo>
                    <a:pt x="0" y="378"/>
                  </a:lnTo>
                  <a:lnTo>
                    <a:pt x="1125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75274" y="1681882"/>
              <a:ext cx="11250" cy="166788"/>
            </a:xfrm>
            <a:custGeom>
              <a:avLst/>
              <a:pathLst>
                <a:path w="11250" h="166788">
                  <a:moveTo>
                    <a:pt x="0" y="0"/>
                  </a:moveTo>
                  <a:lnTo>
                    <a:pt x="11250" y="1667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75274" y="1681882"/>
              <a:ext cx="11250" cy="166788"/>
            </a:xfrm>
            <a:custGeom>
              <a:avLst/>
              <a:pathLst>
                <a:path w="11250" h="166788">
                  <a:moveTo>
                    <a:pt x="0" y="0"/>
                  </a:moveTo>
                  <a:lnTo>
                    <a:pt x="11250" y="1667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75274" y="1681882"/>
              <a:ext cx="11250" cy="166788"/>
            </a:xfrm>
            <a:custGeom>
              <a:avLst/>
              <a:pathLst>
                <a:path w="11250" h="166788">
                  <a:moveTo>
                    <a:pt x="0" y="0"/>
                  </a:moveTo>
                  <a:lnTo>
                    <a:pt x="11250" y="1667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75274" y="1681882"/>
              <a:ext cx="11250" cy="166788"/>
            </a:xfrm>
            <a:custGeom>
              <a:avLst/>
              <a:pathLst>
                <a:path w="11250" h="166788">
                  <a:moveTo>
                    <a:pt x="0" y="0"/>
                  </a:moveTo>
                  <a:lnTo>
                    <a:pt x="11250" y="1667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75274" y="1681882"/>
              <a:ext cx="11250" cy="166788"/>
            </a:xfrm>
            <a:custGeom>
              <a:avLst/>
              <a:pathLst>
                <a:path w="11250" h="166788">
                  <a:moveTo>
                    <a:pt x="0" y="0"/>
                  </a:moveTo>
                  <a:lnTo>
                    <a:pt x="11250" y="1667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75274" y="1681882"/>
              <a:ext cx="11250" cy="166788"/>
            </a:xfrm>
            <a:custGeom>
              <a:avLst/>
              <a:pathLst>
                <a:path w="11250" h="166788">
                  <a:moveTo>
                    <a:pt x="0" y="0"/>
                  </a:moveTo>
                  <a:lnTo>
                    <a:pt x="11250" y="16678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75274" y="1681882"/>
              <a:ext cx="11250" cy="166788"/>
            </a:xfrm>
            <a:custGeom>
              <a:avLst/>
              <a:pathLst>
                <a:path w="11250" h="166788">
                  <a:moveTo>
                    <a:pt x="0" y="0"/>
                  </a:moveTo>
                  <a:lnTo>
                    <a:pt x="11250" y="1667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75274" y="1681882"/>
              <a:ext cx="11250" cy="166788"/>
            </a:xfrm>
            <a:custGeom>
              <a:avLst/>
              <a:pathLst>
                <a:path w="11250" h="166788">
                  <a:moveTo>
                    <a:pt x="0" y="0"/>
                  </a:moveTo>
                  <a:lnTo>
                    <a:pt x="11250" y="1667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75274" y="1681882"/>
              <a:ext cx="11250" cy="166788"/>
            </a:xfrm>
            <a:custGeom>
              <a:avLst/>
              <a:pathLst>
                <a:path w="11250" h="166788">
                  <a:moveTo>
                    <a:pt x="0" y="0"/>
                  </a:moveTo>
                  <a:lnTo>
                    <a:pt x="11250" y="16678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75274" y="1681882"/>
              <a:ext cx="11250" cy="166788"/>
            </a:xfrm>
            <a:custGeom>
              <a:avLst/>
              <a:pathLst>
                <a:path w="11250" h="166788">
                  <a:moveTo>
                    <a:pt x="0" y="0"/>
                  </a:moveTo>
                  <a:lnTo>
                    <a:pt x="11250" y="1667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75274" y="1681882"/>
              <a:ext cx="11250" cy="166788"/>
            </a:xfrm>
            <a:custGeom>
              <a:avLst/>
              <a:pathLst>
                <a:path w="11250" h="166788">
                  <a:moveTo>
                    <a:pt x="0" y="0"/>
                  </a:moveTo>
                  <a:lnTo>
                    <a:pt x="11250" y="1667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75274" y="1681882"/>
              <a:ext cx="11250" cy="166788"/>
            </a:xfrm>
            <a:custGeom>
              <a:avLst/>
              <a:pathLst>
                <a:path w="11250" h="166788">
                  <a:moveTo>
                    <a:pt x="0" y="0"/>
                  </a:moveTo>
                  <a:lnTo>
                    <a:pt x="11250" y="1667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75274" y="1681882"/>
              <a:ext cx="11250" cy="166788"/>
            </a:xfrm>
            <a:custGeom>
              <a:avLst/>
              <a:pathLst>
                <a:path w="11250" h="166788">
                  <a:moveTo>
                    <a:pt x="0" y="0"/>
                  </a:moveTo>
                  <a:lnTo>
                    <a:pt x="11250" y="1667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75274" y="1681882"/>
              <a:ext cx="11250" cy="166788"/>
            </a:xfrm>
            <a:custGeom>
              <a:avLst/>
              <a:pathLst>
                <a:path w="11250" h="166788">
                  <a:moveTo>
                    <a:pt x="0" y="0"/>
                  </a:moveTo>
                  <a:lnTo>
                    <a:pt x="11250" y="1667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75274" y="1681882"/>
              <a:ext cx="11250" cy="166788"/>
            </a:xfrm>
            <a:custGeom>
              <a:avLst/>
              <a:pathLst>
                <a:path w="11250" h="166788">
                  <a:moveTo>
                    <a:pt x="0" y="0"/>
                  </a:moveTo>
                  <a:lnTo>
                    <a:pt x="11250" y="1667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944148" y="1681882"/>
              <a:ext cx="142376" cy="166788"/>
            </a:xfrm>
            <a:custGeom>
              <a:avLst/>
              <a:pathLst>
                <a:path w="142376" h="166788">
                  <a:moveTo>
                    <a:pt x="131125" y="0"/>
                  </a:moveTo>
                  <a:lnTo>
                    <a:pt x="125658" y="459"/>
                  </a:lnTo>
                  <a:lnTo>
                    <a:pt x="120208" y="1097"/>
                  </a:lnTo>
                  <a:lnTo>
                    <a:pt x="114783" y="1913"/>
                  </a:lnTo>
                  <a:lnTo>
                    <a:pt x="109387" y="2908"/>
                  </a:lnTo>
                  <a:lnTo>
                    <a:pt x="104027" y="4079"/>
                  </a:lnTo>
                  <a:lnTo>
                    <a:pt x="98708" y="5425"/>
                  </a:lnTo>
                  <a:lnTo>
                    <a:pt x="93436" y="6945"/>
                  </a:lnTo>
                  <a:lnTo>
                    <a:pt x="88217" y="8637"/>
                  </a:lnTo>
                  <a:lnTo>
                    <a:pt x="83056" y="10499"/>
                  </a:lnTo>
                  <a:lnTo>
                    <a:pt x="77959" y="12530"/>
                  </a:lnTo>
                  <a:lnTo>
                    <a:pt x="72931" y="14727"/>
                  </a:lnTo>
                  <a:lnTo>
                    <a:pt x="67978" y="17088"/>
                  </a:lnTo>
                  <a:lnTo>
                    <a:pt x="63106" y="19610"/>
                  </a:lnTo>
                  <a:lnTo>
                    <a:pt x="58318" y="22291"/>
                  </a:lnTo>
                  <a:lnTo>
                    <a:pt x="53622" y="25127"/>
                  </a:lnTo>
                  <a:lnTo>
                    <a:pt x="49021" y="28116"/>
                  </a:lnTo>
                  <a:lnTo>
                    <a:pt x="44520" y="31255"/>
                  </a:lnTo>
                  <a:lnTo>
                    <a:pt x="40125" y="34539"/>
                  </a:lnTo>
                  <a:lnTo>
                    <a:pt x="35840" y="37966"/>
                  </a:lnTo>
                  <a:lnTo>
                    <a:pt x="31670" y="41531"/>
                  </a:lnTo>
                  <a:lnTo>
                    <a:pt x="27619" y="45232"/>
                  </a:lnTo>
                  <a:lnTo>
                    <a:pt x="23692" y="49063"/>
                  </a:lnTo>
                  <a:lnTo>
                    <a:pt x="19892" y="53021"/>
                  </a:lnTo>
                  <a:lnTo>
                    <a:pt x="16225" y="57102"/>
                  </a:lnTo>
                  <a:lnTo>
                    <a:pt x="12693" y="61301"/>
                  </a:lnTo>
                  <a:lnTo>
                    <a:pt x="9301" y="65614"/>
                  </a:lnTo>
                  <a:lnTo>
                    <a:pt x="6053" y="70036"/>
                  </a:lnTo>
                  <a:lnTo>
                    <a:pt x="2951" y="74561"/>
                  </a:lnTo>
                  <a:lnTo>
                    <a:pt x="0" y="79187"/>
                  </a:lnTo>
                  <a:lnTo>
                    <a:pt x="142376" y="1667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19370" y="1681503"/>
              <a:ext cx="334303" cy="334334"/>
            </a:xfrm>
            <a:custGeom>
              <a:avLst/>
              <a:pathLst>
                <a:path w="334303" h="334334">
                  <a:moveTo>
                    <a:pt x="24778" y="79566"/>
                  </a:moveTo>
                  <a:lnTo>
                    <a:pt x="22072" y="84124"/>
                  </a:lnTo>
                  <a:lnTo>
                    <a:pt x="19512" y="88765"/>
                  </a:lnTo>
                  <a:lnTo>
                    <a:pt x="17100" y="93486"/>
                  </a:lnTo>
                  <a:lnTo>
                    <a:pt x="14840" y="98280"/>
                  </a:lnTo>
                  <a:lnTo>
                    <a:pt x="12732" y="103144"/>
                  </a:lnTo>
                  <a:lnTo>
                    <a:pt x="10780" y="108072"/>
                  </a:lnTo>
                  <a:lnTo>
                    <a:pt x="8985" y="113060"/>
                  </a:lnTo>
                  <a:lnTo>
                    <a:pt x="7349" y="118102"/>
                  </a:lnTo>
                  <a:lnTo>
                    <a:pt x="5874" y="123193"/>
                  </a:lnTo>
                  <a:lnTo>
                    <a:pt x="4561" y="128329"/>
                  </a:lnTo>
                  <a:lnTo>
                    <a:pt x="3411" y="133503"/>
                  </a:lnTo>
                  <a:lnTo>
                    <a:pt x="2426" y="138712"/>
                  </a:lnTo>
                  <a:lnTo>
                    <a:pt x="1607" y="143949"/>
                  </a:lnTo>
                  <a:lnTo>
                    <a:pt x="954" y="149209"/>
                  </a:lnTo>
                  <a:lnTo>
                    <a:pt x="468" y="154488"/>
                  </a:lnTo>
                  <a:lnTo>
                    <a:pt x="150" y="159779"/>
                  </a:lnTo>
                  <a:lnTo>
                    <a:pt x="0" y="165078"/>
                  </a:lnTo>
                  <a:lnTo>
                    <a:pt x="17" y="170378"/>
                  </a:lnTo>
                  <a:lnTo>
                    <a:pt x="203" y="175676"/>
                  </a:lnTo>
                  <a:lnTo>
                    <a:pt x="557" y="180965"/>
                  </a:lnTo>
                  <a:lnTo>
                    <a:pt x="1078" y="186240"/>
                  </a:lnTo>
                  <a:lnTo>
                    <a:pt x="1766" y="191496"/>
                  </a:lnTo>
                  <a:lnTo>
                    <a:pt x="2621" y="196727"/>
                  </a:lnTo>
                  <a:lnTo>
                    <a:pt x="3641" y="201929"/>
                  </a:lnTo>
                  <a:lnTo>
                    <a:pt x="4825" y="207096"/>
                  </a:lnTo>
                  <a:lnTo>
                    <a:pt x="6173" y="212222"/>
                  </a:lnTo>
                  <a:lnTo>
                    <a:pt x="7682" y="217304"/>
                  </a:lnTo>
                  <a:lnTo>
                    <a:pt x="9352" y="222334"/>
                  </a:lnTo>
                  <a:lnTo>
                    <a:pt x="11180" y="227310"/>
                  </a:lnTo>
                  <a:lnTo>
                    <a:pt x="13166" y="232225"/>
                  </a:lnTo>
                  <a:lnTo>
                    <a:pt x="15306" y="237074"/>
                  </a:lnTo>
                  <a:lnTo>
                    <a:pt x="17598" y="241854"/>
                  </a:lnTo>
                  <a:lnTo>
                    <a:pt x="20042" y="246558"/>
                  </a:lnTo>
                  <a:lnTo>
                    <a:pt x="22633" y="251182"/>
                  </a:lnTo>
                  <a:lnTo>
                    <a:pt x="25369" y="255722"/>
                  </a:lnTo>
                  <a:lnTo>
                    <a:pt x="28248" y="260173"/>
                  </a:lnTo>
                  <a:lnTo>
                    <a:pt x="31267" y="264530"/>
                  </a:lnTo>
                  <a:lnTo>
                    <a:pt x="34422" y="268790"/>
                  </a:lnTo>
                  <a:lnTo>
                    <a:pt x="37711" y="272947"/>
                  </a:lnTo>
                  <a:lnTo>
                    <a:pt x="41129" y="276998"/>
                  </a:lnTo>
                  <a:lnTo>
                    <a:pt x="44675" y="280938"/>
                  </a:lnTo>
                  <a:lnTo>
                    <a:pt x="48344" y="284764"/>
                  </a:lnTo>
                  <a:lnTo>
                    <a:pt x="52132" y="288472"/>
                  </a:lnTo>
                  <a:lnTo>
                    <a:pt x="56036" y="292058"/>
                  </a:lnTo>
                  <a:lnTo>
                    <a:pt x="60051" y="295518"/>
                  </a:lnTo>
                  <a:lnTo>
                    <a:pt x="64175" y="298849"/>
                  </a:lnTo>
                  <a:lnTo>
                    <a:pt x="68401" y="302048"/>
                  </a:lnTo>
                  <a:lnTo>
                    <a:pt x="72727" y="305111"/>
                  </a:lnTo>
                  <a:lnTo>
                    <a:pt x="77148" y="308036"/>
                  </a:lnTo>
                  <a:lnTo>
                    <a:pt x="81660" y="310818"/>
                  </a:lnTo>
                  <a:lnTo>
                    <a:pt x="86258" y="313457"/>
                  </a:lnTo>
                  <a:lnTo>
                    <a:pt x="90936" y="315948"/>
                  </a:lnTo>
                  <a:lnTo>
                    <a:pt x="95692" y="318290"/>
                  </a:lnTo>
                  <a:lnTo>
                    <a:pt x="100519" y="320480"/>
                  </a:lnTo>
                  <a:lnTo>
                    <a:pt x="105414" y="322515"/>
                  </a:lnTo>
                  <a:lnTo>
                    <a:pt x="110370" y="324395"/>
                  </a:lnTo>
                  <a:lnTo>
                    <a:pt x="115383" y="326116"/>
                  </a:lnTo>
                  <a:lnTo>
                    <a:pt x="120449" y="327677"/>
                  </a:lnTo>
                  <a:lnTo>
                    <a:pt x="125562" y="329077"/>
                  </a:lnTo>
                  <a:lnTo>
                    <a:pt x="130716" y="330315"/>
                  </a:lnTo>
                  <a:lnTo>
                    <a:pt x="135907" y="331388"/>
                  </a:lnTo>
                  <a:lnTo>
                    <a:pt x="141129" y="332296"/>
                  </a:lnTo>
                  <a:lnTo>
                    <a:pt x="146378" y="333038"/>
                  </a:lnTo>
                  <a:lnTo>
                    <a:pt x="151647" y="333614"/>
                  </a:lnTo>
                  <a:lnTo>
                    <a:pt x="156932" y="334022"/>
                  </a:lnTo>
                  <a:lnTo>
                    <a:pt x="162228" y="334262"/>
                  </a:lnTo>
                  <a:lnTo>
                    <a:pt x="167528" y="334334"/>
                  </a:lnTo>
                  <a:lnTo>
                    <a:pt x="172828" y="334238"/>
                  </a:lnTo>
                  <a:lnTo>
                    <a:pt x="178122" y="333974"/>
                  </a:lnTo>
                  <a:lnTo>
                    <a:pt x="183405" y="333543"/>
                  </a:lnTo>
                  <a:lnTo>
                    <a:pt x="188672" y="332944"/>
                  </a:lnTo>
                  <a:lnTo>
                    <a:pt x="193917" y="332178"/>
                  </a:lnTo>
                  <a:lnTo>
                    <a:pt x="199135" y="331247"/>
                  </a:lnTo>
                  <a:lnTo>
                    <a:pt x="204322" y="330150"/>
                  </a:lnTo>
                  <a:lnTo>
                    <a:pt x="209470" y="328890"/>
                  </a:lnTo>
                  <a:lnTo>
                    <a:pt x="214577" y="327467"/>
                  </a:lnTo>
                  <a:lnTo>
                    <a:pt x="219635" y="325883"/>
                  </a:lnTo>
                  <a:lnTo>
                    <a:pt x="224641" y="324139"/>
                  </a:lnTo>
                  <a:lnTo>
                    <a:pt x="229589" y="322237"/>
                  </a:lnTo>
                  <a:lnTo>
                    <a:pt x="234474" y="320180"/>
                  </a:lnTo>
                  <a:lnTo>
                    <a:pt x="239291" y="317969"/>
                  </a:lnTo>
                  <a:lnTo>
                    <a:pt x="244036" y="315606"/>
                  </a:lnTo>
                  <a:lnTo>
                    <a:pt x="248704" y="313093"/>
                  </a:lnTo>
                  <a:lnTo>
                    <a:pt x="253290" y="310434"/>
                  </a:lnTo>
                  <a:lnTo>
                    <a:pt x="257789" y="307631"/>
                  </a:lnTo>
                  <a:lnTo>
                    <a:pt x="262197" y="304687"/>
                  </a:lnTo>
                  <a:lnTo>
                    <a:pt x="266509" y="301605"/>
                  </a:lnTo>
                  <a:lnTo>
                    <a:pt x="270721" y="298387"/>
                  </a:lnTo>
                  <a:lnTo>
                    <a:pt x="274830" y="295037"/>
                  </a:lnTo>
                  <a:lnTo>
                    <a:pt x="278830" y="291559"/>
                  </a:lnTo>
                  <a:lnTo>
                    <a:pt x="282718" y="287956"/>
                  </a:lnTo>
                  <a:lnTo>
                    <a:pt x="286489" y="284231"/>
                  </a:lnTo>
                  <a:lnTo>
                    <a:pt x="290141" y="280389"/>
                  </a:lnTo>
                  <a:lnTo>
                    <a:pt x="293669" y="276433"/>
                  </a:lnTo>
                  <a:lnTo>
                    <a:pt x="297069" y="272366"/>
                  </a:lnTo>
                  <a:lnTo>
                    <a:pt x="300339" y="268195"/>
                  </a:lnTo>
                  <a:lnTo>
                    <a:pt x="303476" y="263921"/>
                  </a:lnTo>
                  <a:lnTo>
                    <a:pt x="306475" y="259550"/>
                  </a:lnTo>
                  <a:lnTo>
                    <a:pt x="309334" y="255087"/>
                  </a:lnTo>
                  <a:lnTo>
                    <a:pt x="312050" y="250535"/>
                  </a:lnTo>
                  <a:lnTo>
                    <a:pt x="314620" y="245899"/>
                  </a:lnTo>
                  <a:lnTo>
                    <a:pt x="317042" y="241184"/>
                  </a:lnTo>
                  <a:lnTo>
                    <a:pt x="319313" y="236394"/>
                  </a:lnTo>
                  <a:lnTo>
                    <a:pt x="321432" y="231535"/>
                  </a:lnTo>
                  <a:lnTo>
                    <a:pt x="323395" y="226611"/>
                  </a:lnTo>
                  <a:lnTo>
                    <a:pt x="325201" y="221628"/>
                  </a:lnTo>
                  <a:lnTo>
                    <a:pt x="326848" y="216589"/>
                  </a:lnTo>
                  <a:lnTo>
                    <a:pt x="328335" y="211501"/>
                  </a:lnTo>
                  <a:lnTo>
                    <a:pt x="329660" y="206369"/>
                  </a:lnTo>
                  <a:lnTo>
                    <a:pt x="330821" y="201197"/>
                  </a:lnTo>
                  <a:lnTo>
                    <a:pt x="331818" y="195991"/>
                  </a:lnTo>
                  <a:lnTo>
                    <a:pt x="332649" y="190755"/>
                  </a:lnTo>
                  <a:lnTo>
                    <a:pt x="333313" y="185496"/>
                  </a:lnTo>
                  <a:lnTo>
                    <a:pt x="333811" y="180219"/>
                  </a:lnTo>
                  <a:lnTo>
                    <a:pt x="334141" y="174929"/>
                  </a:lnTo>
                  <a:lnTo>
                    <a:pt x="334303" y="169630"/>
                  </a:lnTo>
                  <a:lnTo>
                    <a:pt x="334297" y="164330"/>
                  </a:lnTo>
                  <a:lnTo>
                    <a:pt x="334123" y="159032"/>
                  </a:lnTo>
                  <a:lnTo>
                    <a:pt x="333781" y="153742"/>
                  </a:lnTo>
                  <a:lnTo>
                    <a:pt x="333272" y="148466"/>
                  </a:lnTo>
                  <a:lnTo>
                    <a:pt x="332596" y="143208"/>
                  </a:lnTo>
                  <a:lnTo>
                    <a:pt x="331753" y="137975"/>
                  </a:lnTo>
                  <a:lnTo>
                    <a:pt x="330744" y="132771"/>
                  </a:lnTo>
                  <a:lnTo>
                    <a:pt x="329572" y="127602"/>
                  </a:lnTo>
                  <a:lnTo>
                    <a:pt x="328236" y="122472"/>
                  </a:lnTo>
                  <a:lnTo>
                    <a:pt x="326738" y="117387"/>
                  </a:lnTo>
                  <a:lnTo>
                    <a:pt x="325079" y="112353"/>
                  </a:lnTo>
                  <a:lnTo>
                    <a:pt x="323262" y="107373"/>
                  </a:lnTo>
                  <a:lnTo>
                    <a:pt x="321287" y="102454"/>
                  </a:lnTo>
                  <a:lnTo>
                    <a:pt x="319158" y="97599"/>
                  </a:lnTo>
                  <a:lnTo>
                    <a:pt x="316876" y="92815"/>
                  </a:lnTo>
                  <a:lnTo>
                    <a:pt x="314443" y="88105"/>
                  </a:lnTo>
                  <a:lnTo>
                    <a:pt x="311863" y="83475"/>
                  </a:lnTo>
                  <a:lnTo>
                    <a:pt x="309137" y="78929"/>
                  </a:lnTo>
                  <a:lnTo>
                    <a:pt x="306268" y="74472"/>
                  </a:lnTo>
                  <a:lnTo>
                    <a:pt x="303259" y="70108"/>
                  </a:lnTo>
                  <a:lnTo>
                    <a:pt x="300113" y="65842"/>
                  </a:lnTo>
                  <a:lnTo>
                    <a:pt x="296834" y="61677"/>
                  </a:lnTo>
                  <a:lnTo>
                    <a:pt x="293424" y="57618"/>
                  </a:lnTo>
                  <a:lnTo>
                    <a:pt x="289887" y="53670"/>
                  </a:lnTo>
                  <a:lnTo>
                    <a:pt x="286227" y="49836"/>
                  </a:lnTo>
                  <a:lnTo>
                    <a:pt x="282447" y="46120"/>
                  </a:lnTo>
                  <a:lnTo>
                    <a:pt x="278551" y="42525"/>
                  </a:lnTo>
                  <a:lnTo>
                    <a:pt x="274543" y="39056"/>
                  </a:lnTo>
                  <a:lnTo>
                    <a:pt x="270428" y="35715"/>
                  </a:lnTo>
                  <a:lnTo>
                    <a:pt x="266208" y="32507"/>
                  </a:lnTo>
                  <a:lnTo>
                    <a:pt x="261889" y="29434"/>
                  </a:lnTo>
                  <a:lnTo>
                    <a:pt x="257474" y="26500"/>
                  </a:lnTo>
                  <a:lnTo>
                    <a:pt x="252969" y="23707"/>
                  </a:lnTo>
                  <a:lnTo>
                    <a:pt x="248377" y="21058"/>
                  </a:lnTo>
                  <a:lnTo>
                    <a:pt x="243704" y="18557"/>
                  </a:lnTo>
                  <a:lnTo>
                    <a:pt x="238954" y="16204"/>
                  </a:lnTo>
                  <a:lnTo>
                    <a:pt x="234131" y="14004"/>
                  </a:lnTo>
                  <a:lnTo>
                    <a:pt x="229242" y="11957"/>
                  </a:lnTo>
                  <a:lnTo>
                    <a:pt x="224289" y="10067"/>
                  </a:lnTo>
                  <a:lnTo>
                    <a:pt x="219280" y="8334"/>
                  </a:lnTo>
                  <a:lnTo>
                    <a:pt x="214218" y="6761"/>
                  </a:lnTo>
                  <a:lnTo>
                    <a:pt x="209108" y="5350"/>
                  </a:lnTo>
                  <a:lnTo>
                    <a:pt x="203957" y="4101"/>
                  </a:lnTo>
                  <a:lnTo>
                    <a:pt x="198768" y="3016"/>
                  </a:lnTo>
                  <a:lnTo>
                    <a:pt x="193548" y="2096"/>
                  </a:lnTo>
                  <a:lnTo>
                    <a:pt x="188301" y="1342"/>
                  </a:lnTo>
                  <a:lnTo>
                    <a:pt x="183033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49567" y="2126963"/>
              <a:ext cx="31719" cy="167167"/>
            </a:xfrm>
            <a:custGeom>
              <a:avLst/>
              <a:pathLst>
                <a:path w="31719" h="167167">
                  <a:moveTo>
                    <a:pt x="31719" y="0"/>
                  </a:moveTo>
                  <a:lnTo>
                    <a:pt x="25338" y="121"/>
                  </a:lnTo>
                  <a:lnTo>
                    <a:pt x="18966" y="487"/>
                  </a:lnTo>
                  <a:lnTo>
                    <a:pt x="12613" y="1095"/>
                  </a:lnTo>
                  <a:lnTo>
                    <a:pt x="6288" y="1945"/>
                  </a:lnTo>
                  <a:lnTo>
                    <a:pt x="0" y="3036"/>
                  </a:lnTo>
                  <a:lnTo>
                    <a:pt x="3171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9567" y="2130000"/>
              <a:ext cx="31719" cy="164130"/>
            </a:xfrm>
            <a:custGeom>
              <a:avLst/>
              <a:pathLst>
                <a:path w="31719" h="164130">
                  <a:moveTo>
                    <a:pt x="0" y="0"/>
                  </a:moveTo>
                  <a:lnTo>
                    <a:pt x="31719" y="164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9567" y="2130000"/>
              <a:ext cx="31719" cy="164130"/>
            </a:xfrm>
            <a:custGeom>
              <a:avLst/>
              <a:pathLst>
                <a:path w="31719" h="164130">
                  <a:moveTo>
                    <a:pt x="0" y="0"/>
                  </a:moveTo>
                  <a:lnTo>
                    <a:pt x="31719" y="164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9567" y="2130000"/>
              <a:ext cx="31719" cy="164130"/>
            </a:xfrm>
            <a:custGeom>
              <a:avLst/>
              <a:pathLst>
                <a:path w="31719" h="164130">
                  <a:moveTo>
                    <a:pt x="0" y="0"/>
                  </a:moveTo>
                  <a:lnTo>
                    <a:pt x="31719" y="164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9567" y="2130000"/>
              <a:ext cx="31719" cy="164130"/>
            </a:xfrm>
            <a:custGeom>
              <a:avLst/>
              <a:pathLst>
                <a:path w="31719" h="164130">
                  <a:moveTo>
                    <a:pt x="0" y="0"/>
                  </a:moveTo>
                  <a:lnTo>
                    <a:pt x="31719" y="164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9567" y="2130000"/>
              <a:ext cx="31719" cy="164130"/>
            </a:xfrm>
            <a:custGeom>
              <a:avLst/>
              <a:pathLst>
                <a:path w="31719" h="164130">
                  <a:moveTo>
                    <a:pt x="0" y="0"/>
                  </a:moveTo>
                  <a:lnTo>
                    <a:pt x="31719" y="1641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9567" y="2130000"/>
              <a:ext cx="31719" cy="164130"/>
            </a:xfrm>
            <a:custGeom>
              <a:avLst/>
              <a:pathLst>
                <a:path w="31719" h="164130">
                  <a:moveTo>
                    <a:pt x="0" y="0"/>
                  </a:moveTo>
                  <a:lnTo>
                    <a:pt x="31719" y="164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9567" y="2130000"/>
              <a:ext cx="31719" cy="164130"/>
            </a:xfrm>
            <a:custGeom>
              <a:avLst/>
              <a:pathLst>
                <a:path w="31719" h="164130">
                  <a:moveTo>
                    <a:pt x="0" y="0"/>
                  </a:moveTo>
                  <a:lnTo>
                    <a:pt x="31719" y="164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9567" y="2130000"/>
              <a:ext cx="31719" cy="164130"/>
            </a:xfrm>
            <a:custGeom>
              <a:avLst/>
              <a:pathLst>
                <a:path w="31719" h="164130">
                  <a:moveTo>
                    <a:pt x="0" y="0"/>
                  </a:moveTo>
                  <a:lnTo>
                    <a:pt x="31719" y="1641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9567" y="2130000"/>
              <a:ext cx="31719" cy="164130"/>
            </a:xfrm>
            <a:custGeom>
              <a:avLst/>
              <a:pathLst>
                <a:path w="31719" h="164130">
                  <a:moveTo>
                    <a:pt x="0" y="0"/>
                  </a:moveTo>
                  <a:lnTo>
                    <a:pt x="31719" y="164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9567" y="2130000"/>
              <a:ext cx="31719" cy="164130"/>
            </a:xfrm>
            <a:custGeom>
              <a:avLst/>
              <a:pathLst>
                <a:path w="31719" h="164130">
                  <a:moveTo>
                    <a:pt x="0" y="0"/>
                  </a:moveTo>
                  <a:lnTo>
                    <a:pt x="31719" y="164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9567" y="2130000"/>
              <a:ext cx="31719" cy="164130"/>
            </a:xfrm>
            <a:custGeom>
              <a:avLst/>
              <a:pathLst>
                <a:path w="31719" h="164130">
                  <a:moveTo>
                    <a:pt x="0" y="0"/>
                  </a:moveTo>
                  <a:lnTo>
                    <a:pt x="31719" y="164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9567" y="2130000"/>
              <a:ext cx="31719" cy="164130"/>
            </a:xfrm>
            <a:custGeom>
              <a:avLst/>
              <a:pathLst>
                <a:path w="31719" h="164130">
                  <a:moveTo>
                    <a:pt x="0" y="0"/>
                  </a:moveTo>
                  <a:lnTo>
                    <a:pt x="31719" y="164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49567" y="2130000"/>
              <a:ext cx="31719" cy="164130"/>
            </a:xfrm>
            <a:custGeom>
              <a:avLst/>
              <a:pathLst>
                <a:path w="31719" h="164130">
                  <a:moveTo>
                    <a:pt x="0" y="0"/>
                  </a:moveTo>
                  <a:lnTo>
                    <a:pt x="31719" y="1641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49567" y="2130000"/>
              <a:ext cx="31719" cy="164130"/>
            </a:xfrm>
            <a:custGeom>
              <a:avLst/>
              <a:pathLst>
                <a:path w="31719" h="164130">
                  <a:moveTo>
                    <a:pt x="0" y="0"/>
                  </a:moveTo>
                  <a:lnTo>
                    <a:pt x="31719" y="1641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614128" y="2127667"/>
              <a:ext cx="334324" cy="333615"/>
            </a:xfrm>
            <a:custGeom>
              <a:avLst/>
              <a:pathLst>
                <a:path w="334324" h="333615">
                  <a:moveTo>
                    <a:pt x="135439" y="2332"/>
                  </a:moveTo>
                  <a:lnTo>
                    <a:pt x="130273" y="3416"/>
                  </a:lnTo>
                  <a:lnTo>
                    <a:pt x="125143" y="4662"/>
                  </a:lnTo>
                  <a:lnTo>
                    <a:pt x="120054" y="6069"/>
                  </a:lnTo>
                  <a:lnTo>
                    <a:pt x="115013" y="7637"/>
                  </a:lnTo>
                  <a:lnTo>
                    <a:pt x="110024" y="9362"/>
                  </a:lnTo>
                  <a:lnTo>
                    <a:pt x="105092" y="11245"/>
                  </a:lnTo>
                  <a:lnTo>
                    <a:pt x="100222" y="13282"/>
                  </a:lnTo>
                  <a:lnTo>
                    <a:pt x="95418" y="15472"/>
                  </a:lnTo>
                  <a:lnTo>
                    <a:pt x="90686" y="17813"/>
                  </a:lnTo>
                  <a:lnTo>
                    <a:pt x="86031" y="20301"/>
                  </a:lnTo>
                  <a:lnTo>
                    <a:pt x="81456" y="22936"/>
                  </a:lnTo>
                  <a:lnTo>
                    <a:pt x="76967" y="25714"/>
                  </a:lnTo>
                  <a:lnTo>
                    <a:pt x="72567" y="28632"/>
                  </a:lnTo>
                  <a:lnTo>
                    <a:pt x="68262" y="31687"/>
                  </a:lnTo>
                  <a:lnTo>
                    <a:pt x="64056" y="34877"/>
                  </a:lnTo>
                  <a:lnTo>
                    <a:pt x="59952" y="38199"/>
                  </a:lnTo>
                  <a:lnTo>
                    <a:pt x="55956" y="41648"/>
                  </a:lnTo>
                  <a:lnTo>
                    <a:pt x="52070" y="45221"/>
                  </a:lnTo>
                  <a:lnTo>
                    <a:pt x="48299" y="48916"/>
                  </a:lnTo>
                  <a:lnTo>
                    <a:pt x="44647" y="52728"/>
                  </a:lnTo>
                  <a:lnTo>
                    <a:pt x="41117" y="56653"/>
                  </a:lnTo>
                  <a:lnTo>
                    <a:pt x="37712" y="60687"/>
                  </a:lnTo>
                  <a:lnTo>
                    <a:pt x="34437" y="64828"/>
                  </a:lnTo>
                  <a:lnTo>
                    <a:pt x="31294" y="69069"/>
                  </a:lnTo>
                  <a:lnTo>
                    <a:pt x="28286" y="73408"/>
                  </a:lnTo>
                  <a:lnTo>
                    <a:pt x="25417" y="77839"/>
                  </a:lnTo>
                  <a:lnTo>
                    <a:pt x="22689" y="82359"/>
                  </a:lnTo>
                  <a:lnTo>
                    <a:pt x="20106" y="86963"/>
                  </a:lnTo>
                  <a:lnTo>
                    <a:pt x="17669" y="91646"/>
                  </a:lnTo>
                  <a:lnTo>
                    <a:pt x="15381" y="96404"/>
                  </a:lnTo>
                  <a:lnTo>
                    <a:pt x="13244" y="101231"/>
                  </a:lnTo>
                  <a:lnTo>
                    <a:pt x="11261" y="106124"/>
                  </a:lnTo>
                  <a:lnTo>
                    <a:pt x="9434" y="111076"/>
                  </a:lnTo>
                  <a:lnTo>
                    <a:pt x="7763" y="116084"/>
                  </a:lnTo>
                  <a:lnTo>
                    <a:pt x="6252" y="121143"/>
                  </a:lnTo>
                  <a:lnTo>
                    <a:pt x="4901" y="126246"/>
                  </a:lnTo>
                  <a:lnTo>
                    <a:pt x="3712" y="131390"/>
                  </a:lnTo>
                  <a:lnTo>
                    <a:pt x="2686" y="136568"/>
                  </a:lnTo>
                  <a:lnTo>
                    <a:pt x="1824" y="141776"/>
                  </a:lnTo>
                  <a:lnTo>
                    <a:pt x="1127" y="147009"/>
                  </a:lnTo>
                  <a:lnTo>
                    <a:pt x="596" y="152262"/>
                  </a:lnTo>
                  <a:lnTo>
                    <a:pt x="231" y="157528"/>
                  </a:lnTo>
                  <a:lnTo>
                    <a:pt x="32" y="162804"/>
                  </a:lnTo>
                  <a:lnTo>
                    <a:pt x="0" y="168083"/>
                  </a:lnTo>
                  <a:lnTo>
                    <a:pt x="134" y="173360"/>
                  </a:lnTo>
                  <a:lnTo>
                    <a:pt x="435" y="178631"/>
                  </a:lnTo>
                  <a:lnTo>
                    <a:pt x="902" y="183889"/>
                  </a:lnTo>
                  <a:lnTo>
                    <a:pt x="1536" y="189130"/>
                  </a:lnTo>
                  <a:lnTo>
                    <a:pt x="2334" y="194349"/>
                  </a:lnTo>
                  <a:lnTo>
                    <a:pt x="3297" y="199539"/>
                  </a:lnTo>
                  <a:lnTo>
                    <a:pt x="4423" y="204697"/>
                  </a:lnTo>
                  <a:lnTo>
                    <a:pt x="5711" y="209816"/>
                  </a:lnTo>
                  <a:lnTo>
                    <a:pt x="7161" y="214893"/>
                  </a:lnTo>
                  <a:lnTo>
                    <a:pt x="8770" y="219921"/>
                  </a:lnTo>
                  <a:lnTo>
                    <a:pt x="10537" y="224895"/>
                  </a:lnTo>
                  <a:lnTo>
                    <a:pt x="12460" y="229812"/>
                  </a:lnTo>
                  <a:lnTo>
                    <a:pt x="14537" y="234665"/>
                  </a:lnTo>
                  <a:lnTo>
                    <a:pt x="16767" y="239450"/>
                  </a:lnTo>
                  <a:lnTo>
                    <a:pt x="19147" y="244162"/>
                  </a:lnTo>
                  <a:lnTo>
                    <a:pt x="21674" y="248797"/>
                  </a:lnTo>
                  <a:lnTo>
                    <a:pt x="24346" y="253350"/>
                  </a:lnTo>
                  <a:lnTo>
                    <a:pt x="27161" y="257816"/>
                  </a:lnTo>
                  <a:lnTo>
                    <a:pt x="30115" y="262191"/>
                  </a:lnTo>
                  <a:lnTo>
                    <a:pt x="33206" y="266471"/>
                  </a:lnTo>
                  <a:lnTo>
                    <a:pt x="36431" y="270651"/>
                  </a:lnTo>
                  <a:lnTo>
                    <a:pt x="39786" y="274727"/>
                  </a:lnTo>
                  <a:lnTo>
                    <a:pt x="43268" y="278695"/>
                  </a:lnTo>
                  <a:lnTo>
                    <a:pt x="46874" y="282551"/>
                  </a:lnTo>
                  <a:lnTo>
                    <a:pt x="50599" y="286291"/>
                  </a:lnTo>
                  <a:lnTo>
                    <a:pt x="54441" y="289912"/>
                  </a:lnTo>
                  <a:lnTo>
                    <a:pt x="58396" y="293409"/>
                  </a:lnTo>
                  <a:lnTo>
                    <a:pt x="62458" y="296780"/>
                  </a:lnTo>
                  <a:lnTo>
                    <a:pt x="66625" y="300021"/>
                  </a:lnTo>
                  <a:lnTo>
                    <a:pt x="70893" y="303129"/>
                  </a:lnTo>
                  <a:lnTo>
                    <a:pt x="75256" y="306101"/>
                  </a:lnTo>
                  <a:lnTo>
                    <a:pt x="79711" y="308933"/>
                  </a:lnTo>
                  <a:lnTo>
                    <a:pt x="84253" y="311623"/>
                  </a:lnTo>
                  <a:lnTo>
                    <a:pt x="88878" y="314169"/>
                  </a:lnTo>
                  <a:lnTo>
                    <a:pt x="93581" y="316567"/>
                  </a:lnTo>
                  <a:lnTo>
                    <a:pt x="98358" y="318815"/>
                  </a:lnTo>
                  <a:lnTo>
                    <a:pt x="103203" y="320912"/>
                  </a:lnTo>
                  <a:lnTo>
                    <a:pt x="108112" y="322854"/>
                  </a:lnTo>
                  <a:lnTo>
                    <a:pt x="113079" y="324641"/>
                  </a:lnTo>
                  <a:lnTo>
                    <a:pt x="118101" y="326270"/>
                  </a:lnTo>
                  <a:lnTo>
                    <a:pt x="123172" y="327739"/>
                  </a:lnTo>
                  <a:lnTo>
                    <a:pt x="128286" y="329048"/>
                  </a:lnTo>
                  <a:lnTo>
                    <a:pt x="133439" y="330194"/>
                  </a:lnTo>
                  <a:lnTo>
                    <a:pt x="138626" y="331177"/>
                  </a:lnTo>
                  <a:lnTo>
                    <a:pt x="143841" y="331996"/>
                  </a:lnTo>
                  <a:lnTo>
                    <a:pt x="149080" y="332650"/>
                  </a:lnTo>
                  <a:lnTo>
                    <a:pt x="154336" y="333138"/>
                  </a:lnTo>
                  <a:lnTo>
                    <a:pt x="159606" y="333459"/>
                  </a:lnTo>
                  <a:lnTo>
                    <a:pt x="164882" y="333615"/>
                  </a:lnTo>
                  <a:lnTo>
                    <a:pt x="170162" y="333603"/>
                  </a:lnTo>
                  <a:lnTo>
                    <a:pt x="175438" y="333425"/>
                  </a:lnTo>
                  <a:lnTo>
                    <a:pt x="180706" y="333080"/>
                  </a:lnTo>
                  <a:lnTo>
                    <a:pt x="185960" y="332570"/>
                  </a:lnTo>
                  <a:lnTo>
                    <a:pt x="191196" y="331893"/>
                  </a:lnTo>
                  <a:lnTo>
                    <a:pt x="196407" y="331052"/>
                  </a:lnTo>
                  <a:lnTo>
                    <a:pt x="201590" y="330046"/>
                  </a:lnTo>
                  <a:lnTo>
                    <a:pt x="206738" y="328877"/>
                  </a:lnTo>
                  <a:lnTo>
                    <a:pt x="211847" y="327547"/>
                  </a:lnTo>
                  <a:lnTo>
                    <a:pt x="216911" y="326055"/>
                  </a:lnTo>
                  <a:lnTo>
                    <a:pt x="221925" y="324405"/>
                  </a:lnTo>
                  <a:lnTo>
                    <a:pt x="226885" y="322597"/>
                  </a:lnTo>
                  <a:lnTo>
                    <a:pt x="231785" y="320633"/>
                  </a:lnTo>
                  <a:lnTo>
                    <a:pt x="236621" y="318515"/>
                  </a:lnTo>
                  <a:lnTo>
                    <a:pt x="241388" y="316246"/>
                  </a:lnTo>
                  <a:lnTo>
                    <a:pt x="246081" y="313827"/>
                  </a:lnTo>
                  <a:lnTo>
                    <a:pt x="250694" y="311262"/>
                  </a:lnTo>
                  <a:lnTo>
                    <a:pt x="255225" y="308552"/>
                  </a:lnTo>
                  <a:lnTo>
                    <a:pt x="259668" y="305700"/>
                  </a:lnTo>
                  <a:lnTo>
                    <a:pt x="264018" y="302710"/>
                  </a:lnTo>
                  <a:lnTo>
                    <a:pt x="268272" y="299584"/>
                  </a:lnTo>
                  <a:lnTo>
                    <a:pt x="272425" y="296324"/>
                  </a:lnTo>
                  <a:lnTo>
                    <a:pt x="276473" y="292936"/>
                  </a:lnTo>
                  <a:lnTo>
                    <a:pt x="280412" y="289421"/>
                  </a:lnTo>
                  <a:lnTo>
                    <a:pt x="284238" y="285784"/>
                  </a:lnTo>
                  <a:lnTo>
                    <a:pt x="287947" y="282027"/>
                  </a:lnTo>
                  <a:lnTo>
                    <a:pt x="291536" y="278156"/>
                  </a:lnTo>
                  <a:lnTo>
                    <a:pt x="295001" y="274173"/>
                  </a:lnTo>
                  <a:lnTo>
                    <a:pt x="298338" y="270082"/>
                  </a:lnTo>
                  <a:lnTo>
                    <a:pt x="301545" y="265888"/>
                  </a:lnTo>
                  <a:lnTo>
                    <a:pt x="304617" y="261595"/>
                  </a:lnTo>
                  <a:lnTo>
                    <a:pt x="307553" y="257207"/>
                  </a:lnTo>
                  <a:lnTo>
                    <a:pt x="310348" y="252729"/>
                  </a:lnTo>
                  <a:lnTo>
                    <a:pt x="313001" y="248165"/>
                  </a:lnTo>
                  <a:lnTo>
                    <a:pt x="315508" y="243519"/>
                  </a:lnTo>
                  <a:lnTo>
                    <a:pt x="317867" y="238796"/>
                  </a:lnTo>
                  <a:lnTo>
                    <a:pt x="320076" y="234001"/>
                  </a:lnTo>
                  <a:lnTo>
                    <a:pt x="322132" y="229139"/>
                  </a:lnTo>
                  <a:lnTo>
                    <a:pt x="324034" y="224215"/>
                  </a:lnTo>
                  <a:lnTo>
                    <a:pt x="325779" y="219232"/>
                  </a:lnTo>
                  <a:lnTo>
                    <a:pt x="327366" y="214197"/>
                  </a:lnTo>
                  <a:lnTo>
                    <a:pt x="328794" y="209115"/>
                  </a:lnTo>
                  <a:lnTo>
                    <a:pt x="330060" y="203990"/>
                  </a:lnTo>
                  <a:lnTo>
                    <a:pt x="331164" y="198827"/>
                  </a:lnTo>
                  <a:lnTo>
                    <a:pt x="332104" y="193632"/>
                  </a:lnTo>
                  <a:lnTo>
                    <a:pt x="332879" y="188411"/>
                  </a:lnTo>
                  <a:lnTo>
                    <a:pt x="333490" y="183167"/>
                  </a:lnTo>
                  <a:lnTo>
                    <a:pt x="333934" y="177906"/>
                  </a:lnTo>
                  <a:lnTo>
                    <a:pt x="334213" y="172635"/>
                  </a:lnTo>
                  <a:lnTo>
                    <a:pt x="334324" y="167357"/>
                  </a:lnTo>
                  <a:lnTo>
                    <a:pt x="334269" y="162078"/>
                  </a:lnTo>
                  <a:lnTo>
                    <a:pt x="334047" y="156803"/>
                  </a:lnTo>
                  <a:lnTo>
                    <a:pt x="333659" y="151538"/>
                  </a:lnTo>
                  <a:lnTo>
                    <a:pt x="333105" y="146288"/>
                  </a:lnTo>
                  <a:lnTo>
                    <a:pt x="332385" y="141059"/>
                  </a:lnTo>
                  <a:lnTo>
                    <a:pt x="331500" y="135854"/>
                  </a:lnTo>
                  <a:lnTo>
                    <a:pt x="330452" y="130680"/>
                  </a:lnTo>
                  <a:lnTo>
                    <a:pt x="329241" y="125542"/>
                  </a:lnTo>
                  <a:lnTo>
                    <a:pt x="327868" y="120444"/>
                  </a:lnTo>
                  <a:lnTo>
                    <a:pt x="326334" y="115393"/>
                  </a:lnTo>
                  <a:lnTo>
                    <a:pt x="324642" y="110392"/>
                  </a:lnTo>
                  <a:lnTo>
                    <a:pt x="322793" y="105447"/>
                  </a:lnTo>
                  <a:lnTo>
                    <a:pt x="320789" y="100563"/>
                  </a:lnTo>
                  <a:lnTo>
                    <a:pt x="318632" y="95745"/>
                  </a:lnTo>
                  <a:lnTo>
                    <a:pt x="316323" y="90997"/>
                  </a:lnTo>
                  <a:lnTo>
                    <a:pt x="313866" y="86325"/>
                  </a:lnTo>
                  <a:lnTo>
                    <a:pt x="311262" y="81733"/>
                  </a:lnTo>
                  <a:lnTo>
                    <a:pt x="308515" y="77225"/>
                  </a:lnTo>
                  <a:lnTo>
                    <a:pt x="305627" y="72806"/>
                  </a:lnTo>
                  <a:lnTo>
                    <a:pt x="302600" y="68480"/>
                  </a:lnTo>
                  <a:lnTo>
                    <a:pt x="299439" y="64252"/>
                  </a:lnTo>
                  <a:lnTo>
                    <a:pt x="296146" y="60126"/>
                  </a:lnTo>
                  <a:lnTo>
                    <a:pt x="292724" y="56106"/>
                  </a:lnTo>
                  <a:lnTo>
                    <a:pt x="289176" y="52197"/>
                  </a:lnTo>
                  <a:lnTo>
                    <a:pt x="285507" y="48401"/>
                  </a:lnTo>
                  <a:lnTo>
                    <a:pt x="281720" y="44723"/>
                  </a:lnTo>
                  <a:lnTo>
                    <a:pt x="277819" y="41166"/>
                  </a:lnTo>
                  <a:lnTo>
                    <a:pt x="273808" y="37734"/>
                  </a:lnTo>
                  <a:lnTo>
                    <a:pt x="269690" y="34431"/>
                  </a:lnTo>
                  <a:lnTo>
                    <a:pt x="265470" y="31259"/>
                  </a:lnTo>
                  <a:lnTo>
                    <a:pt x="261151" y="28222"/>
                  </a:lnTo>
                  <a:lnTo>
                    <a:pt x="256739" y="25323"/>
                  </a:lnTo>
                  <a:lnTo>
                    <a:pt x="252238" y="22565"/>
                  </a:lnTo>
                  <a:lnTo>
                    <a:pt x="247652" y="19950"/>
                  </a:lnTo>
                  <a:lnTo>
                    <a:pt x="242985" y="17482"/>
                  </a:lnTo>
                  <a:lnTo>
                    <a:pt x="238243" y="15162"/>
                  </a:lnTo>
                  <a:lnTo>
                    <a:pt x="233430" y="12993"/>
                  </a:lnTo>
                  <a:lnTo>
                    <a:pt x="228551" y="10977"/>
                  </a:lnTo>
                  <a:lnTo>
                    <a:pt x="223611" y="9116"/>
                  </a:lnTo>
                  <a:lnTo>
                    <a:pt x="218615" y="7412"/>
                  </a:lnTo>
                  <a:lnTo>
                    <a:pt x="213567" y="5866"/>
                  </a:lnTo>
                  <a:lnTo>
                    <a:pt x="208473" y="4481"/>
                  </a:lnTo>
                  <a:lnTo>
                    <a:pt x="203337" y="3257"/>
                  </a:lnTo>
                  <a:lnTo>
                    <a:pt x="198166" y="2196"/>
                  </a:lnTo>
                  <a:lnTo>
                    <a:pt x="192963" y="1299"/>
                  </a:lnTo>
                  <a:lnTo>
                    <a:pt x="187735" y="566"/>
                  </a:lnTo>
                  <a:lnTo>
                    <a:pt x="182487" y="0"/>
                  </a:lnTo>
                  <a:lnTo>
                    <a:pt x="167159" y="1664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781287" y="2126963"/>
              <a:ext cx="15327" cy="167167"/>
            </a:xfrm>
            <a:custGeom>
              <a:avLst/>
              <a:pathLst>
                <a:path w="15327" h="167167">
                  <a:moveTo>
                    <a:pt x="15327" y="70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4877" y="2633064"/>
              <a:ext cx="5871" cy="167167"/>
            </a:xfrm>
            <a:custGeom>
              <a:avLst/>
              <a:pathLst>
                <a:path w="5871" h="167167">
                  <a:moveTo>
                    <a:pt x="5871" y="0"/>
                  </a:moveTo>
                  <a:lnTo>
                    <a:pt x="0" y="103"/>
                  </a:lnTo>
                  <a:lnTo>
                    <a:pt x="587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4877" y="2633167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4877" y="2633167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4877" y="2633167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4877" y="2633167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4877" y="2633167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4877" y="2633167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4877" y="2633167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4877" y="2633167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4877" y="2633167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4877" y="2633167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4877" y="2633167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4877" y="2633167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4877" y="2633167"/>
              <a:ext cx="5871" cy="167064"/>
            </a:xfrm>
            <a:custGeom>
              <a:avLst/>
              <a:pathLst>
                <a:path w="5871" h="167064">
                  <a:moveTo>
                    <a:pt x="0" y="0"/>
                  </a:moveTo>
                  <a:lnTo>
                    <a:pt x="5871" y="1670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423595" y="2633167"/>
              <a:ext cx="334320" cy="334225"/>
            </a:xfrm>
            <a:custGeom>
              <a:avLst/>
              <a:pathLst>
                <a:path w="334320" h="334225">
                  <a:moveTo>
                    <a:pt x="161281" y="0"/>
                  </a:moveTo>
                  <a:lnTo>
                    <a:pt x="156005" y="268"/>
                  </a:lnTo>
                  <a:lnTo>
                    <a:pt x="150739" y="704"/>
                  </a:lnTo>
                  <a:lnTo>
                    <a:pt x="145490" y="1306"/>
                  </a:lnTo>
                  <a:lnTo>
                    <a:pt x="140263" y="2073"/>
                  </a:lnTo>
                  <a:lnTo>
                    <a:pt x="135062" y="3005"/>
                  </a:lnTo>
                  <a:lnTo>
                    <a:pt x="129893" y="4102"/>
                  </a:lnTo>
                  <a:lnTo>
                    <a:pt x="124762" y="5360"/>
                  </a:lnTo>
                  <a:lnTo>
                    <a:pt x="119673" y="6781"/>
                  </a:lnTo>
                  <a:lnTo>
                    <a:pt x="114632" y="8361"/>
                  </a:lnTo>
                  <a:lnTo>
                    <a:pt x="109642" y="10100"/>
                  </a:lnTo>
                  <a:lnTo>
                    <a:pt x="104711" y="11996"/>
                  </a:lnTo>
                  <a:lnTo>
                    <a:pt x="99842" y="14047"/>
                  </a:lnTo>
                  <a:lnTo>
                    <a:pt x="95040" y="16250"/>
                  </a:lnTo>
                  <a:lnTo>
                    <a:pt x="90310" y="18605"/>
                  </a:lnTo>
                  <a:lnTo>
                    <a:pt x="85656" y="21107"/>
                  </a:lnTo>
                  <a:lnTo>
                    <a:pt x="81084" y="23756"/>
                  </a:lnTo>
                  <a:lnTo>
                    <a:pt x="76599" y="26547"/>
                  </a:lnTo>
                  <a:lnTo>
                    <a:pt x="72203" y="29479"/>
                  </a:lnTo>
                  <a:lnTo>
                    <a:pt x="67903" y="32548"/>
                  </a:lnTo>
                  <a:lnTo>
                    <a:pt x="63701" y="35752"/>
                  </a:lnTo>
                  <a:lnTo>
                    <a:pt x="59603" y="39087"/>
                  </a:lnTo>
                  <a:lnTo>
                    <a:pt x="55613" y="42550"/>
                  </a:lnTo>
                  <a:lnTo>
                    <a:pt x="51733" y="46137"/>
                  </a:lnTo>
                  <a:lnTo>
                    <a:pt x="47969" y="49845"/>
                  </a:lnTo>
                  <a:lnTo>
                    <a:pt x="44325" y="53670"/>
                  </a:lnTo>
                  <a:lnTo>
                    <a:pt x="40802" y="57608"/>
                  </a:lnTo>
                  <a:lnTo>
                    <a:pt x="37407" y="61655"/>
                  </a:lnTo>
                  <a:lnTo>
                    <a:pt x="34140" y="65808"/>
                  </a:lnTo>
                  <a:lnTo>
                    <a:pt x="31007" y="70062"/>
                  </a:lnTo>
                  <a:lnTo>
                    <a:pt x="28009" y="74413"/>
                  </a:lnTo>
                  <a:lnTo>
                    <a:pt x="25151" y="78857"/>
                  </a:lnTo>
                  <a:lnTo>
                    <a:pt x="22434" y="83388"/>
                  </a:lnTo>
                  <a:lnTo>
                    <a:pt x="19862" y="88004"/>
                  </a:lnTo>
                  <a:lnTo>
                    <a:pt x="17437" y="92698"/>
                  </a:lnTo>
                  <a:lnTo>
                    <a:pt x="15162" y="97466"/>
                  </a:lnTo>
                  <a:lnTo>
                    <a:pt x="13038" y="102304"/>
                  </a:lnTo>
                  <a:lnTo>
                    <a:pt x="11069" y="107207"/>
                  </a:lnTo>
                  <a:lnTo>
                    <a:pt x="9255" y="112169"/>
                  </a:lnTo>
                  <a:lnTo>
                    <a:pt x="7599" y="117187"/>
                  </a:lnTo>
                  <a:lnTo>
                    <a:pt x="6103" y="122254"/>
                  </a:lnTo>
                  <a:lnTo>
                    <a:pt x="4767" y="127366"/>
                  </a:lnTo>
                  <a:lnTo>
                    <a:pt x="3594" y="132517"/>
                  </a:lnTo>
                  <a:lnTo>
                    <a:pt x="2584" y="137703"/>
                  </a:lnTo>
                  <a:lnTo>
                    <a:pt x="1738" y="142919"/>
                  </a:lnTo>
                  <a:lnTo>
                    <a:pt x="1058" y="148158"/>
                  </a:lnTo>
                  <a:lnTo>
                    <a:pt x="543" y="153417"/>
                  </a:lnTo>
                  <a:lnTo>
                    <a:pt x="195" y="158689"/>
                  </a:lnTo>
                  <a:lnTo>
                    <a:pt x="14" y="163969"/>
                  </a:lnTo>
                  <a:lnTo>
                    <a:pt x="0" y="169253"/>
                  </a:lnTo>
                  <a:lnTo>
                    <a:pt x="152" y="174534"/>
                  </a:lnTo>
                  <a:lnTo>
                    <a:pt x="472" y="179808"/>
                  </a:lnTo>
                  <a:lnTo>
                    <a:pt x="958" y="185069"/>
                  </a:lnTo>
                  <a:lnTo>
                    <a:pt x="1610" y="190312"/>
                  </a:lnTo>
                  <a:lnTo>
                    <a:pt x="2427" y="195532"/>
                  </a:lnTo>
                  <a:lnTo>
                    <a:pt x="3409" y="200723"/>
                  </a:lnTo>
                  <a:lnTo>
                    <a:pt x="4554" y="205881"/>
                  </a:lnTo>
                  <a:lnTo>
                    <a:pt x="5862" y="211000"/>
                  </a:lnTo>
                  <a:lnTo>
                    <a:pt x="7331" y="216075"/>
                  </a:lnTo>
                  <a:lnTo>
                    <a:pt x="8960" y="221102"/>
                  </a:lnTo>
                  <a:lnTo>
                    <a:pt x="10747" y="226074"/>
                  </a:lnTo>
                  <a:lnTo>
                    <a:pt x="12690" y="230987"/>
                  </a:lnTo>
                  <a:lnTo>
                    <a:pt x="14787" y="235837"/>
                  </a:lnTo>
                  <a:lnTo>
                    <a:pt x="17036" y="240617"/>
                  </a:lnTo>
                  <a:lnTo>
                    <a:pt x="19436" y="245324"/>
                  </a:lnTo>
                  <a:lnTo>
                    <a:pt x="21983" y="249954"/>
                  </a:lnTo>
                  <a:lnTo>
                    <a:pt x="24675" y="254500"/>
                  </a:lnTo>
                  <a:lnTo>
                    <a:pt x="27509" y="258959"/>
                  </a:lnTo>
                  <a:lnTo>
                    <a:pt x="30483" y="263326"/>
                  </a:lnTo>
                  <a:lnTo>
                    <a:pt x="33593" y="267597"/>
                  </a:lnTo>
                  <a:lnTo>
                    <a:pt x="36837" y="271767"/>
                  </a:lnTo>
                  <a:lnTo>
                    <a:pt x="40211" y="275833"/>
                  </a:lnTo>
                  <a:lnTo>
                    <a:pt x="43712" y="279791"/>
                  </a:lnTo>
                  <a:lnTo>
                    <a:pt x="47336" y="283635"/>
                  </a:lnTo>
                  <a:lnTo>
                    <a:pt x="51080" y="287364"/>
                  </a:lnTo>
                  <a:lnTo>
                    <a:pt x="54939" y="290972"/>
                  </a:lnTo>
                  <a:lnTo>
                    <a:pt x="58911" y="294456"/>
                  </a:lnTo>
                  <a:lnTo>
                    <a:pt x="62991" y="297813"/>
                  </a:lnTo>
                  <a:lnTo>
                    <a:pt x="67175" y="301039"/>
                  </a:lnTo>
                  <a:lnTo>
                    <a:pt x="71459" y="304132"/>
                  </a:lnTo>
                  <a:lnTo>
                    <a:pt x="75838" y="307088"/>
                  </a:lnTo>
                  <a:lnTo>
                    <a:pt x="80309" y="309903"/>
                  </a:lnTo>
                  <a:lnTo>
                    <a:pt x="84866" y="312576"/>
                  </a:lnTo>
                  <a:lnTo>
                    <a:pt x="89506" y="315104"/>
                  </a:lnTo>
                  <a:lnTo>
                    <a:pt x="94223" y="317484"/>
                  </a:lnTo>
                  <a:lnTo>
                    <a:pt x="99013" y="319714"/>
                  </a:lnTo>
                  <a:lnTo>
                    <a:pt x="103871" y="321791"/>
                  </a:lnTo>
                  <a:lnTo>
                    <a:pt x="108793" y="323713"/>
                  </a:lnTo>
                  <a:lnTo>
                    <a:pt x="113772" y="325479"/>
                  </a:lnTo>
                  <a:lnTo>
                    <a:pt x="118805" y="327087"/>
                  </a:lnTo>
                  <a:lnTo>
                    <a:pt x="123886" y="328535"/>
                  </a:lnTo>
                  <a:lnTo>
                    <a:pt x="129011" y="329822"/>
                  </a:lnTo>
                  <a:lnTo>
                    <a:pt x="134173" y="330946"/>
                  </a:lnTo>
                  <a:lnTo>
                    <a:pt x="139369" y="331906"/>
                  </a:lnTo>
                  <a:lnTo>
                    <a:pt x="144592" y="332702"/>
                  </a:lnTo>
                  <a:lnTo>
                    <a:pt x="149838" y="333332"/>
                  </a:lnTo>
                  <a:lnTo>
                    <a:pt x="155101" y="333796"/>
                  </a:lnTo>
                  <a:lnTo>
                    <a:pt x="160376" y="334094"/>
                  </a:lnTo>
                  <a:lnTo>
                    <a:pt x="165658" y="334225"/>
                  </a:lnTo>
                  <a:lnTo>
                    <a:pt x="170941" y="334188"/>
                  </a:lnTo>
                  <a:lnTo>
                    <a:pt x="176221" y="333985"/>
                  </a:lnTo>
                  <a:lnTo>
                    <a:pt x="181491" y="333615"/>
                  </a:lnTo>
                  <a:lnTo>
                    <a:pt x="186748" y="333079"/>
                  </a:lnTo>
                  <a:lnTo>
                    <a:pt x="191984" y="332377"/>
                  </a:lnTo>
                  <a:lnTo>
                    <a:pt x="197196" y="331509"/>
                  </a:lnTo>
                  <a:lnTo>
                    <a:pt x="202378" y="330478"/>
                  </a:lnTo>
                  <a:lnTo>
                    <a:pt x="207525" y="329283"/>
                  </a:lnTo>
                  <a:lnTo>
                    <a:pt x="212631" y="327926"/>
                  </a:lnTo>
                  <a:lnTo>
                    <a:pt x="217692" y="326409"/>
                  </a:lnTo>
                  <a:lnTo>
                    <a:pt x="222702" y="324732"/>
                  </a:lnTo>
                  <a:lnTo>
                    <a:pt x="227657" y="322898"/>
                  </a:lnTo>
                  <a:lnTo>
                    <a:pt x="232552" y="320908"/>
                  </a:lnTo>
                  <a:lnTo>
                    <a:pt x="237381" y="318764"/>
                  </a:lnTo>
                  <a:lnTo>
                    <a:pt x="242140" y="316469"/>
                  </a:lnTo>
                  <a:lnTo>
                    <a:pt x="246824" y="314025"/>
                  </a:lnTo>
                  <a:lnTo>
                    <a:pt x="251428" y="311433"/>
                  </a:lnTo>
                  <a:lnTo>
                    <a:pt x="255948" y="308698"/>
                  </a:lnTo>
                  <a:lnTo>
                    <a:pt x="260380" y="305821"/>
                  </a:lnTo>
                  <a:lnTo>
                    <a:pt x="264719" y="302806"/>
                  </a:lnTo>
                  <a:lnTo>
                    <a:pt x="268960" y="299655"/>
                  </a:lnTo>
                  <a:lnTo>
                    <a:pt x="273099" y="296371"/>
                  </a:lnTo>
                  <a:lnTo>
                    <a:pt x="277132" y="292958"/>
                  </a:lnTo>
                  <a:lnTo>
                    <a:pt x="281056" y="289420"/>
                  </a:lnTo>
                  <a:lnTo>
                    <a:pt x="284866" y="285759"/>
                  </a:lnTo>
                  <a:lnTo>
                    <a:pt x="288558" y="281980"/>
                  </a:lnTo>
                  <a:lnTo>
                    <a:pt x="292129" y="278086"/>
                  </a:lnTo>
                  <a:lnTo>
                    <a:pt x="295575" y="274081"/>
                  </a:lnTo>
                  <a:lnTo>
                    <a:pt x="298893" y="269969"/>
                  </a:lnTo>
                  <a:lnTo>
                    <a:pt x="302079" y="265754"/>
                  </a:lnTo>
                  <a:lnTo>
                    <a:pt x="305130" y="261441"/>
                  </a:lnTo>
                  <a:lnTo>
                    <a:pt x="308044" y="257034"/>
                  </a:lnTo>
                  <a:lnTo>
                    <a:pt x="310817" y="252536"/>
                  </a:lnTo>
                  <a:lnTo>
                    <a:pt x="313446" y="247953"/>
                  </a:lnTo>
                  <a:lnTo>
                    <a:pt x="315929" y="243290"/>
                  </a:lnTo>
                  <a:lnTo>
                    <a:pt x="318264" y="238550"/>
                  </a:lnTo>
                  <a:lnTo>
                    <a:pt x="320448" y="233739"/>
                  </a:lnTo>
                  <a:lnTo>
                    <a:pt x="322478" y="228861"/>
                  </a:lnTo>
                  <a:lnTo>
                    <a:pt x="324354" y="223922"/>
                  </a:lnTo>
                  <a:lnTo>
                    <a:pt x="326072" y="218925"/>
                  </a:lnTo>
                  <a:lnTo>
                    <a:pt x="327631" y="213877"/>
                  </a:lnTo>
                  <a:lnTo>
                    <a:pt x="329031" y="208782"/>
                  </a:lnTo>
                  <a:lnTo>
                    <a:pt x="330268" y="203646"/>
                  </a:lnTo>
                  <a:lnTo>
                    <a:pt x="331343" y="198473"/>
                  </a:lnTo>
                  <a:lnTo>
                    <a:pt x="332253" y="193268"/>
                  </a:lnTo>
                  <a:lnTo>
                    <a:pt x="332999" y="188038"/>
                  </a:lnTo>
                  <a:lnTo>
                    <a:pt x="333579" y="182786"/>
                  </a:lnTo>
                  <a:lnTo>
                    <a:pt x="333993" y="177519"/>
                  </a:lnTo>
                  <a:lnTo>
                    <a:pt x="334240" y="172241"/>
                  </a:lnTo>
                  <a:lnTo>
                    <a:pt x="334320" y="166958"/>
                  </a:lnTo>
                  <a:lnTo>
                    <a:pt x="334233" y="161675"/>
                  </a:lnTo>
                  <a:lnTo>
                    <a:pt x="333979" y="156398"/>
                  </a:lnTo>
                  <a:lnTo>
                    <a:pt x="333559" y="151131"/>
                  </a:lnTo>
                  <a:lnTo>
                    <a:pt x="332972" y="145880"/>
                  </a:lnTo>
                  <a:lnTo>
                    <a:pt x="332220" y="140651"/>
                  </a:lnTo>
                  <a:lnTo>
                    <a:pt x="331303" y="135448"/>
                  </a:lnTo>
                  <a:lnTo>
                    <a:pt x="330222" y="130276"/>
                  </a:lnTo>
                  <a:lnTo>
                    <a:pt x="328978" y="125141"/>
                  </a:lnTo>
                  <a:lnTo>
                    <a:pt x="327572" y="120048"/>
                  </a:lnTo>
                  <a:lnTo>
                    <a:pt x="326006" y="115002"/>
                  </a:lnTo>
                  <a:lnTo>
                    <a:pt x="324282" y="110008"/>
                  </a:lnTo>
                  <a:lnTo>
                    <a:pt x="322400" y="105070"/>
                  </a:lnTo>
                  <a:lnTo>
                    <a:pt x="320363" y="100195"/>
                  </a:lnTo>
                  <a:lnTo>
                    <a:pt x="318174" y="95387"/>
                  </a:lnTo>
                  <a:lnTo>
                    <a:pt x="315833" y="90650"/>
                  </a:lnTo>
                  <a:lnTo>
                    <a:pt x="313344" y="85990"/>
                  </a:lnTo>
                  <a:lnTo>
                    <a:pt x="310709" y="81410"/>
                  </a:lnTo>
                  <a:lnTo>
                    <a:pt x="307930" y="76916"/>
                  </a:lnTo>
                  <a:lnTo>
                    <a:pt x="305011" y="72512"/>
                  </a:lnTo>
                  <a:lnTo>
                    <a:pt x="301954" y="68203"/>
                  </a:lnTo>
                  <a:lnTo>
                    <a:pt x="298763" y="63992"/>
                  </a:lnTo>
                  <a:lnTo>
                    <a:pt x="295440" y="59885"/>
                  </a:lnTo>
                  <a:lnTo>
                    <a:pt x="291989" y="55884"/>
                  </a:lnTo>
                  <a:lnTo>
                    <a:pt x="288413" y="51995"/>
                  </a:lnTo>
                  <a:lnTo>
                    <a:pt x="284716" y="48220"/>
                  </a:lnTo>
                  <a:lnTo>
                    <a:pt x="280901" y="44564"/>
                  </a:lnTo>
                  <a:lnTo>
                    <a:pt x="276973" y="41031"/>
                  </a:lnTo>
                  <a:lnTo>
                    <a:pt x="272935" y="37623"/>
                  </a:lnTo>
                  <a:lnTo>
                    <a:pt x="268792" y="34345"/>
                  </a:lnTo>
                  <a:lnTo>
                    <a:pt x="264547" y="31199"/>
                  </a:lnTo>
                  <a:lnTo>
                    <a:pt x="260205" y="28189"/>
                  </a:lnTo>
                  <a:lnTo>
                    <a:pt x="255770" y="25318"/>
                  </a:lnTo>
                  <a:lnTo>
                    <a:pt x="251246" y="22588"/>
                  </a:lnTo>
                  <a:lnTo>
                    <a:pt x="246638" y="20003"/>
                  </a:lnTo>
                  <a:lnTo>
                    <a:pt x="241951" y="17564"/>
                  </a:lnTo>
                  <a:lnTo>
                    <a:pt x="237189" y="15275"/>
                  </a:lnTo>
                  <a:lnTo>
                    <a:pt x="232357" y="13137"/>
                  </a:lnTo>
                  <a:lnTo>
                    <a:pt x="227460" y="11154"/>
                  </a:lnTo>
                  <a:lnTo>
                    <a:pt x="222503" y="9326"/>
                  </a:lnTo>
                  <a:lnTo>
                    <a:pt x="167153" y="1670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90748" y="2633064"/>
              <a:ext cx="55350" cy="167167"/>
            </a:xfrm>
            <a:custGeom>
              <a:avLst/>
              <a:pathLst>
                <a:path w="55350" h="167167">
                  <a:moveTo>
                    <a:pt x="55350" y="9429"/>
                  </a:moveTo>
                  <a:lnTo>
                    <a:pt x="49398" y="7465"/>
                  </a:lnTo>
                  <a:lnTo>
                    <a:pt x="43376" y="5725"/>
                  </a:lnTo>
                  <a:lnTo>
                    <a:pt x="37293" y="4213"/>
                  </a:lnTo>
                  <a:lnTo>
                    <a:pt x="31158" y="2929"/>
                  </a:lnTo>
                  <a:lnTo>
                    <a:pt x="24979" y="1876"/>
                  </a:lnTo>
                  <a:lnTo>
                    <a:pt x="18765" y="1056"/>
                  </a:lnTo>
                  <a:lnTo>
                    <a:pt x="12524" y="469"/>
                  </a:lnTo>
                  <a:lnTo>
                    <a:pt x="6266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2849" y="3170392"/>
              <a:ext cx="23131" cy="167167"/>
            </a:xfrm>
            <a:custGeom>
              <a:avLst/>
              <a:pathLst>
                <a:path w="23131" h="167167">
                  <a:moveTo>
                    <a:pt x="23131" y="0"/>
                  </a:moveTo>
                  <a:lnTo>
                    <a:pt x="15398" y="178"/>
                  </a:lnTo>
                  <a:lnTo>
                    <a:pt x="7682" y="715"/>
                  </a:lnTo>
                  <a:lnTo>
                    <a:pt x="0" y="1608"/>
                  </a:lnTo>
                  <a:lnTo>
                    <a:pt x="2313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2849" y="3172000"/>
              <a:ext cx="23131" cy="165559"/>
            </a:xfrm>
            <a:custGeom>
              <a:avLst/>
              <a:pathLst>
                <a:path w="23131" h="165559">
                  <a:moveTo>
                    <a:pt x="0" y="0"/>
                  </a:moveTo>
                  <a:lnTo>
                    <a:pt x="23131" y="1655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2849" y="3172000"/>
              <a:ext cx="23131" cy="165559"/>
            </a:xfrm>
            <a:custGeom>
              <a:avLst/>
              <a:pathLst>
                <a:path w="23131" h="165559">
                  <a:moveTo>
                    <a:pt x="0" y="0"/>
                  </a:moveTo>
                  <a:lnTo>
                    <a:pt x="23131" y="1655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2849" y="3172000"/>
              <a:ext cx="23131" cy="165559"/>
            </a:xfrm>
            <a:custGeom>
              <a:avLst/>
              <a:pathLst>
                <a:path w="23131" h="165559">
                  <a:moveTo>
                    <a:pt x="0" y="0"/>
                  </a:moveTo>
                  <a:lnTo>
                    <a:pt x="23131" y="1655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2849" y="3172000"/>
              <a:ext cx="23131" cy="165559"/>
            </a:xfrm>
            <a:custGeom>
              <a:avLst/>
              <a:pathLst>
                <a:path w="23131" h="165559">
                  <a:moveTo>
                    <a:pt x="0" y="0"/>
                  </a:moveTo>
                  <a:lnTo>
                    <a:pt x="23131" y="1655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2849" y="3172000"/>
              <a:ext cx="23131" cy="165559"/>
            </a:xfrm>
            <a:custGeom>
              <a:avLst/>
              <a:pathLst>
                <a:path w="23131" h="165559">
                  <a:moveTo>
                    <a:pt x="0" y="0"/>
                  </a:moveTo>
                  <a:lnTo>
                    <a:pt x="23131" y="1655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2849" y="3172000"/>
              <a:ext cx="23131" cy="165559"/>
            </a:xfrm>
            <a:custGeom>
              <a:avLst/>
              <a:pathLst>
                <a:path w="23131" h="165559">
                  <a:moveTo>
                    <a:pt x="0" y="0"/>
                  </a:moveTo>
                  <a:lnTo>
                    <a:pt x="23131" y="1655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02849" y="3172000"/>
              <a:ext cx="23131" cy="165559"/>
            </a:xfrm>
            <a:custGeom>
              <a:avLst/>
              <a:pathLst>
                <a:path w="23131" h="165559">
                  <a:moveTo>
                    <a:pt x="0" y="0"/>
                  </a:moveTo>
                  <a:lnTo>
                    <a:pt x="23131" y="1655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02849" y="3172000"/>
              <a:ext cx="23131" cy="165559"/>
            </a:xfrm>
            <a:custGeom>
              <a:avLst/>
              <a:pathLst>
                <a:path w="23131" h="165559">
                  <a:moveTo>
                    <a:pt x="0" y="0"/>
                  </a:moveTo>
                  <a:lnTo>
                    <a:pt x="23131" y="1655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02849" y="3172000"/>
              <a:ext cx="23131" cy="165559"/>
            </a:xfrm>
            <a:custGeom>
              <a:avLst/>
              <a:pathLst>
                <a:path w="23131" h="165559">
                  <a:moveTo>
                    <a:pt x="0" y="0"/>
                  </a:moveTo>
                  <a:lnTo>
                    <a:pt x="23131" y="1655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02849" y="3172000"/>
              <a:ext cx="23131" cy="165559"/>
            </a:xfrm>
            <a:custGeom>
              <a:avLst/>
              <a:pathLst>
                <a:path w="23131" h="165559">
                  <a:moveTo>
                    <a:pt x="0" y="0"/>
                  </a:moveTo>
                  <a:lnTo>
                    <a:pt x="23131" y="1655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02849" y="3172000"/>
              <a:ext cx="23131" cy="165559"/>
            </a:xfrm>
            <a:custGeom>
              <a:avLst/>
              <a:pathLst>
                <a:path w="23131" h="165559">
                  <a:moveTo>
                    <a:pt x="0" y="0"/>
                  </a:moveTo>
                  <a:lnTo>
                    <a:pt x="23131" y="1655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02849" y="3172000"/>
              <a:ext cx="23131" cy="165559"/>
            </a:xfrm>
            <a:custGeom>
              <a:avLst/>
              <a:pathLst>
                <a:path w="23131" h="165559">
                  <a:moveTo>
                    <a:pt x="0" y="0"/>
                  </a:moveTo>
                  <a:lnTo>
                    <a:pt x="23131" y="1655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358819" y="3172000"/>
              <a:ext cx="334314" cy="332726"/>
            </a:xfrm>
            <a:custGeom>
              <a:avLst/>
              <a:pathLst>
                <a:path w="334314" h="332726">
                  <a:moveTo>
                    <a:pt x="144029" y="0"/>
                  </a:moveTo>
                  <a:lnTo>
                    <a:pt x="138805" y="814"/>
                  </a:lnTo>
                  <a:lnTo>
                    <a:pt x="133609" y="1793"/>
                  </a:lnTo>
                  <a:lnTo>
                    <a:pt x="128447" y="2936"/>
                  </a:lnTo>
                  <a:lnTo>
                    <a:pt x="123323" y="4242"/>
                  </a:lnTo>
                  <a:lnTo>
                    <a:pt x="118243" y="5709"/>
                  </a:lnTo>
                  <a:lnTo>
                    <a:pt x="113213" y="7336"/>
                  </a:lnTo>
                  <a:lnTo>
                    <a:pt x="108236" y="9121"/>
                  </a:lnTo>
                  <a:lnTo>
                    <a:pt x="103318" y="11063"/>
                  </a:lnTo>
                  <a:lnTo>
                    <a:pt x="98464" y="13159"/>
                  </a:lnTo>
                  <a:lnTo>
                    <a:pt x="93679" y="15408"/>
                  </a:lnTo>
                  <a:lnTo>
                    <a:pt x="88967" y="17807"/>
                  </a:lnTo>
                  <a:lnTo>
                    <a:pt x="84333" y="20354"/>
                  </a:lnTo>
                  <a:lnTo>
                    <a:pt x="79783" y="23046"/>
                  </a:lnTo>
                  <a:lnTo>
                    <a:pt x="75319" y="25880"/>
                  </a:lnTo>
                  <a:lnTo>
                    <a:pt x="70948" y="28855"/>
                  </a:lnTo>
                  <a:lnTo>
                    <a:pt x="66673" y="31966"/>
                  </a:lnTo>
                  <a:lnTo>
                    <a:pt x="62498" y="35210"/>
                  </a:lnTo>
                  <a:lnTo>
                    <a:pt x="58428" y="38586"/>
                  </a:lnTo>
                  <a:lnTo>
                    <a:pt x="54467" y="42088"/>
                  </a:lnTo>
                  <a:lnTo>
                    <a:pt x="50619" y="45714"/>
                  </a:lnTo>
                  <a:lnTo>
                    <a:pt x="46887" y="49459"/>
                  </a:lnTo>
                  <a:lnTo>
                    <a:pt x="43275" y="53321"/>
                  </a:lnTo>
                  <a:lnTo>
                    <a:pt x="39788" y="57295"/>
                  </a:lnTo>
                  <a:lnTo>
                    <a:pt x="36428" y="61377"/>
                  </a:lnTo>
                  <a:lnTo>
                    <a:pt x="33198" y="65564"/>
                  </a:lnTo>
                  <a:lnTo>
                    <a:pt x="30103" y="69850"/>
                  </a:lnTo>
                  <a:lnTo>
                    <a:pt x="27145" y="74233"/>
                  </a:lnTo>
                  <a:lnTo>
                    <a:pt x="24327" y="78706"/>
                  </a:lnTo>
                  <a:lnTo>
                    <a:pt x="21651" y="83267"/>
                  </a:lnTo>
                  <a:lnTo>
                    <a:pt x="19122" y="87910"/>
                  </a:lnTo>
                  <a:lnTo>
                    <a:pt x="16740" y="92630"/>
                  </a:lnTo>
                  <a:lnTo>
                    <a:pt x="14509" y="97424"/>
                  </a:lnTo>
                  <a:lnTo>
                    <a:pt x="12430" y="102286"/>
                  </a:lnTo>
                  <a:lnTo>
                    <a:pt x="10507" y="107211"/>
                  </a:lnTo>
                  <a:lnTo>
                    <a:pt x="8740" y="112194"/>
                  </a:lnTo>
                  <a:lnTo>
                    <a:pt x="7131" y="117231"/>
                  </a:lnTo>
                  <a:lnTo>
                    <a:pt x="5683" y="122316"/>
                  </a:lnTo>
                  <a:lnTo>
                    <a:pt x="4396" y="127444"/>
                  </a:lnTo>
                  <a:lnTo>
                    <a:pt x="3272" y="132611"/>
                  </a:lnTo>
                  <a:lnTo>
                    <a:pt x="2312" y="137810"/>
                  </a:lnTo>
                  <a:lnTo>
                    <a:pt x="1517" y="143038"/>
                  </a:lnTo>
                  <a:lnTo>
                    <a:pt x="888" y="148287"/>
                  </a:lnTo>
                  <a:lnTo>
                    <a:pt x="425" y="153554"/>
                  </a:lnTo>
                  <a:lnTo>
                    <a:pt x="129" y="158833"/>
                  </a:lnTo>
                  <a:lnTo>
                    <a:pt x="0" y="164119"/>
                  </a:lnTo>
                  <a:lnTo>
                    <a:pt x="38" y="169406"/>
                  </a:lnTo>
                  <a:lnTo>
                    <a:pt x="243" y="174690"/>
                  </a:lnTo>
                  <a:lnTo>
                    <a:pt x="615" y="179964"/>
                  </a:lnTo>
                  <a:lnTo>
                    <a:pt x="1154" y="185224"/>
                  </a:lnTo>
                  <a:lnTo>
                    <a:pt x="1859" y="190464"/>
                  </a:lnTo>
                  <a:lnTo>
                    <a:pt x="2729" y="195679"/>
                  </a:lnTo>
                  <a:lnTo>
                    <a:pt x="3764" y="200864"/>
                  </a:lnTo>
                  <a:lnTo>
                    <a:pt x="4962" y="206014"/>
                  </a:lnTo>
                  <a:lnTo>
                    <a:pt x="6323" y="211123"/>
                  </a:lnTo>
                  <a:lnTo>
                    <a:pt x="7844" y="216187"/>
                  </a:lnTo>
                  <a:lnTo>
                    <a:pt x="9525" y="221200"/>
                  </a:lnTo>
                  <a:lnTo>
                    <a:pt x="11364" y="226157"/>
                  </a:lnTo>
                  <a:lnTo>
                    <a:pt x="13358" y="231054"/>
                  </a:lnTo>
                  <a:lnTo>
                    <a:pt x="15506" y="235885"/>
                  </a:lnTo>
                  <a:lnTo>
                    <a:pt x="17806" y="240646"/>
                  </a:lnTo>
                  <a:lnTo>
                    <a:pt x="20255" y="245332"/>
                  </a:lnTo>
                  <a:lnTo>
                    <a:pt x="22852" y="249938"/>
                  </a:lnTo>
                  <a:lnTo>
                    <a:pt x="25592" y="254460"/>
                  </a:lnTo>
                  <a:lnTo>
                    <a:pt x="28475" y="258892"/>
                  </a:lnTo>
                  <a:lnTo>
                    <a:pt x="31496" y="263232"/>
                  </a:lnTo>
                  <a:lnTo>
                    <a:pt x="34653" y="267473"/>
                  </a:lnTo>
                  <a:lnTo>
                    <a:pt x="37942" y="271613"/>
                  </a:lnTo>
                  <a:lnTo>
                    <a:pt x="41360" y="275646"/>
                  </a:lnTo>
                  <a:lnTo>
                    <a:pt x="44905" y="279570"/>
                  </a:lnTo>
                  <a:lnTo>
                    <a:pt x="48572" y="283379"/>
                  </a:lnTo>
                  <a:lnTo>
                    <a:pt x="52357" y="287070"/>
                  </a:lnTo>
                  <a:lnTo>
                    <a:pt x="56257" y="290640"/>
                  </a:lnTo>
                  <a:lnTo>
                    <a:pt x="60268" y="294085"/>
                  </a:lnTo>
                  <a:lnTo>
                    <a:pt x="64387" y="297401"/>
                  </a:lnTo>
                  <a:lnTo>
                    <a:pt x="68608" y="300586"/>
                  </a:lnTo>
                  <a:lnTo>
                    <a:pt x="72927" y="303635"/>
                  </a:lnTo>
                  <a:lnTo>
                    <a:pt x="77341" y="306546"/>
                  </a:lnTo>
                  <a:lnTo>
                    <a:pt x="81845" y="309316"/>
                  </a:lnTo>
                  <a:lnTo>
                    <a:pt x="86434" y="311942"/>
                  </a:lnTo>
                  <a:lnTo>
                    <a:pt x="91103" y="314422"/>
                  </a:lnTo>
                  <a:lnTo>
                    <a:pt x="95849" y="316753"/>
                  </a:lnTo>
                  <a:lnTo>
                    <a:pt x="100666" y="318932"/>
                  </a:lnTo>
                  <a:lnTo>
                    <a:pt x="105550" y="320959"/>
                  </a:lnTo>
                  <a:lnTo>
                    <a:pt x="110495" y="322829"/>
                  </a:lnTo>
                  <a:lnTo>
                    <a:pt x="115497" y="324543"/>
                  </a:lnTo>
                  <a:lnTo>
                    <a:pt x="120551" y="326097"/>
                  </a:lnTo>
                  <a:lnTo>
                    <a:pt x="125651" y="327491"/>
                  </a:lnTo>
                  <a:lnTo>
                    <a:pt x="130793" y="328722"/>
                  </a:lnTo>
                  <a:lnTo>
                    <a:pt x="135972" y="329791"/>
                  </a:lnTo>
                  <a:lnTo>
                    <a:pt x="141181" y="330695"/>
                  </a:lnTo>
                  <a:lnTo>
                    <a:pt x="146416" y="331434"/>
                  </a:lnTo>
                  <a:lnTo>
                    <a:pt x="151673" y="332007"/>
                  </a:lnTo>
                  <a:lnTo>
                    <a:pt x="156944" y="332414"/>
                  </a:lnTo>
                  <a:lnTo>
                    <a:pt x="162226" y="332653"/>
                  </a:lnTo>
                  <a:lnTo>
                    <a:pt x="167513" y="332726"/>
                  </a:lnTo>
                  <a:lnTo>
                    <a:pt x="172800" y="332631"/>
                  </a:lnTo>
                  <a:lnTo>
                    <a:pt x="178080" y="332369"/>
                  </a:lnTo>
                  <a:lnTo>
                    <a:pt x="183350" y="331940"/>
                  </a:lnTo>
                  <a:lnTo>
                    <a:pt x="188604" y="331345"/>
                  </a:lnTo>
                  <a:lnTo>
                    <a:pt x="193836" y="330584"/>
                  </a:lnTo>
                  <a:lnTo>
                    <a:pt x="199042" y="329658"/>
                  </a:lnTo>
                  <a:lnTo>
                    <a:pt x="204216" y="328568"/>
                  </a:lnTo>
                  <a:lnTo>
                    <a:pt x="209352" y="327314"/>
                  </a:lnTo>
                  <a:lnTo>
                    <a:pt x="214447" y="325899"/>
                  </a:lnTo>
                  <a:lnTo>
                    <a:pt x="219494" y="324323"/>
                  </a:lnTo>
                  <a:lnTo>
                    <a:pt x="224489" y="322589"/>
                  </a:lnTo>
                  <a:lnTo>
                    <a:pt x="229426" y="320697"/>
                  </a:lnTo>
                  <a:lnTo>
                    <a:pt x="234301" y="318651"/>
                  </a:lnTo>
                  <a:lnTo>
                    <a:pt x="239109" y="316451"/>
                  </a:lnTo>
                  <a:lnTo>
                    <a:pt x="243845" y="314100"/>
                  </a:lnTo>
                  <a:lnTo>
                    <a:pt x="248504" y="311601"/>
                  </a:lnTo>
                  <a:lnTo>
                    <a:pt x="253082" y="308955"/>
                  </a:lnTo>
                  <a:lnTo>
                    <a:pt x="257574" y="306166"/>
                  </a:lnTo>
                  <a:lnTo>
                    <a:pt x="261976" y="303236"/>
                  </a:lnTo>
                  <a:lnTo>
                    <a:pt x="266282" y="300169"/>
                  </a:lnTo>
                  <a:lnTo>
                    <a:pt x="270490" y="296967"/>
                  </a:lnTo>
                  <a:lnTo>
                    <a:pt x="274594" y="293633"/>
                  </a:lnTo>
                  <a:lnTo>
                    <a:pt x="278590" y="290172"/>
                  </a:lnTo>
                  <a:lnTo>
                    <a:pt x="282476" y="286585"/>
                  </a:lnTo>
                  <a:lnTo>
                    <a:pt x="286245" y="282878"/>
                  </a:lnTo>
                  <a:lnTo>
                    <a:pt x="289896" y="279053"/>
                  </a:lnTo>
                  <a:lnTo>
                    <a:pt x="293424" y="275115"/>
                  </a:lnTo>
                  <a:lnTo>
                    <a:pt x="296826" y="271067"/>
                  </a:lnTo>
                  <a:lnTo>
                    <a:pt x="300097" y="266914"/>
                  </a:lnTo>
                  <a:lnTo>
                    <a:pt x="303236" y="262659"/>
                  </a:lnTo>
                  <a:lnTo>
                    <a:pt x="306239" y="258307"/>
                  </a:lnTo>
                  <a:lnTo>
                    <a:pt x="309103" y="253862"/>
                  </a:lnTo>
                  <a:lnTo>
                    <a:pt x="311824" y="249329"/>
                  </a:lnTo>
                  <a:lnTo>
                    <a:pt x="314401" y="244712"/>
                  </a:lnTo>
                  <a:lnTo>
                    <a:pt x="316831" y="240016"/>
                  </a:lnTo>
                  <a:lnTo>
                    <a:pt x="319110" y="235246"/>
                  </a:lnTo>
                  <a:lnTo>
                    <a:pt x="321238" y="230405"/>
                  </a:lnTo>
                  <a:lnTo>
                    <a:pt x="323212" y="225500"/>
                  </a:lnTo>
                  <a:lnTo>
                    <a:pt x="325030" y="220535"/>
                  </a:lnTo>
                  <a:lnTo>
                    <a:pt x="326689" y="215515"/>
                  </a:lnTo>
                  <a:lnTo>
                    <a:pt x="328189" y="210445"/>
                  </a:lnTo>
                  <a:lnTo>
                    <a:pt x="329528" y="205330"/>
                  </a:lnTo>
                  <a:lnTo>
                    <a:pt x="330705" y="200175"/>
                  </a:lnTo>
                  <a:lnTo>
                    <a:pt x="331718" y="194986"/>
                  </a:lnTo>
                  <a:lnTo>
                    <a:pt x="332566" y="189767"/>
                  </a:lnTo>
                  <a:lnTo>
                    <a:pt x="333249" y="184524"/>
                  </a:lnTo>
                  <a:lnTo>
                    <a:pt x="333766" y="179262"/>
                  </a:lnTo>
                  <a:lnTo>
                    <a:pt x="334116" y="173986"/>
                  </a:lnTo>
                  <a:lnTo>
                    <a:pt x="334299" y="168702"/>
                  </a:lnTo>
                  <a:lnTo>
                    <a:pt x="334314" y="163414"/>
                  </a:lnTo>
                  <a:lnTo>
                    <a:pt x="334163" y="158129"/>
                  </a:lnTo>
                  <a:lnTo>
                    <a:pt x="333845" y="152852"/>
                  </a:lnTo>
                  <a:lnTo>
                    <a:pt x="333359" y="147587"/>
                  </a:lnTo>
                  <a:lnTo>
                    <a:pt x="332708" y="142339"/>
                  </a:lnTo>
                  <a:lnTo>
                    <a:pt x="331891" y="137116"/>
                  </a:lnTo>
                  <a:lnTo>
                    <a:pt x="330909" y="131920"/>
                  </a:lnTo>
                  <a:lnTo>
                    <a:pt x="329763" y="126759"/>
                  </a:lnTo>
                  <a:lnTo>
                    <a:pt x="328455" y="121636"/>
                  </a:lnTo>
                  <a:lnTo>
                    <a:pt x="326985" y="116557"/>
                  </a:lnTo>
                  <a:lnTo>
                    <a:pt x="325355" y="111527"/>
                  </a:lnTo>
                  <a:lnTo>
                    <a:pt x="323567" y="106551"/>
                  </a:lnTo>
                  <a:lnTo>
                    <a:pt x="321623" y="101634"/>
                  </a:lnTo>
                  <a:lnTo>
                    <a:pt x="319524" y="96781"/>
                  </a:lnTo>
                  <a:lnTo>
                    <a:pt x="317273" y="91997"/>
                  </a:lnTo>
                  <a:lnTo>
                    <a:pt x="314871" y="87287"/>
                  </a:lnTo>
                  <a:lnTo>
                    <a:pt x="312322" y="82654"/>
                  </a:lnTo>
                  <a:lnTo>
                    <a:pt x="309628" y="78105"/>
                  </a:lnTo>
                  <a:lnTo>
                    <a:pt x="306791" y="73643"/>
                  </a:lnTo>
                  <a:lnTo>
                    <a:pt x="303814" y="69273"/>
                  </a:lnTo>
                  <a:lnTo>
                    <a:pt x="300701" y="65000"/>
                  </a:lnTo>
                  <a:lnTo>
                    <a:pt x="297454" y="60827"/>
                  </a:lnTo>
                  <a:lnTo>
                    <a:pt x="294076" y="56759"/>
                  </a:lnTo>
                  <a:lnTo>
                    <a:pt x="290572" y="52800"/>
                  </a:lnTo>
                  <a:lnTo>
                    <a:pt x="286944" y="48953"/>
                  </a:lnTo>
                  <a:lnTo>
                    <a:pt x="283197" y="45223"/>
                  </a:lnTo>
                  <a:lnTo>
                    <a:pt x="279333" y="41614"/>
                  </a:lnTo>
                  <a:lnTo>
                    <a:pt x="275357" y="38128"/>
                  </a:lnTo>
                  <a:lnTo>
                    <a:pt x="271273" y="34770"/>
                  </a:lnTo>
                  <a:lnTo>
                    <a:pt x="267085" y="31543"/>
                  </a:lnTo>
                  <a:lnTo>
                    <a:pt x="262796" y="28450"/>
                  </a:lnTo>
                  <a:lnTo>
                    <a:pt x="167161" y="1655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5980" y="3170392"/>
              <a:ext cx="95635" cy="167167"/>
            </a:xfrm>
            <a:custGeom>
              <a:avLst/>
              <a:pathLst>
                <a:path w="95635" h="167167">
                  <a:moveTo>
                    <a:pt x="95635" y="30058"/>
                  </a:moveTo>
                  <a:lnTo>
                    <a:pt x="90942" y="26901"/>
                  </a:lnTo>
                  <a:lnTo>
                    <a:pt x="86145" y="23905"/>
                  </a:lnTo>
                  <a:lnTo>
                    <a:pt x="81249" y="21073"/>
                  </a:lnTo>
                  <a:lnTo>
                    <a:pt x="76260" y="18408"/>
                  </a:lnTo>
                  <a:lnTo>
                    <a:pt x="71184" y="15913"/>
                  </a:lnTo>
                  <a:lnTo>
                    <a:pt x="66026" y="13591"/>
                  </a:lnTo>
                  <a:lnTo>
                    <a:pt x="60793" y="11446"/>
                  </a:lnTo>
                  <a:lnTo>
                    <a:pt x="55490" y="9478"/>
                  </a:lnTo>
                  <a:lnTo>
                    <a:pt x="50124" y="7691"/>
                  </a:lnTo>
                  <a:lnTo>
                    <a:pt x="44700" y="6087"/>
                  </a:lnTo>
                  <a:lnTo>
                    <a:pt x="39225" y="4667"/>
                  </a:lnTo>
                  <a:lnTo>
                    <a:pt x="33705" y="3433"/>
                  </a:lnTo>
                  <a:lnTo>
                    <a:pt x="28147" y="2386"/>
                  </a:lnTo>
                  <a:lnTo>
                    <a:pt x="22556" y="1528"/>
                  </a:lnTo>
                  <a:lnTo>
                    <a:pt x="16939" y="860"/>
                  </a:lnTo>
                  <a:lnTo>
                    <a:pt x="11304" y="382"/>
                  </a:lnTo>
                  <a:lnTo>
                    <a:pt x="5655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4310" y="3707720"/>
              <a:ext cx="6437" cy="167167"/>
            </a:xfrm>
            <a:custGeom>
              <a:avLst/>
              <a:pathLst>
                <a:path w="6437" h="167167">
                  <a:moveTo>
                    <a:pt x="6437" y="0"/>
                  </a:moveTo>
                  <a:lnTo>
                    <a:pt x="0" y="124"/>
                  </a:lnTo>
                  <a:lnTo>
                    <a:pt x="643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4310" y="3707844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4310" y="3707844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4310" y="3707844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4310" y="3707844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4310" y="3707844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4310" y="3707844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4310" y="3707844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4310" y="3707844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4310" y="3707844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4310" y="3707844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4310" y="3707844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423595" y="3707844"/>
              <a:ext cx="334311" cy="334210"/>
            </a:xfrm>
            <a:custGeom>
              <a:avLst/>
              <a:pathLst>
                <a:path w="334311" h="334210">
                  <a:moveTo>
                    <a:pt x="160715" y="0"/>
                  </a:moveTo>
                  <a:lnTo>
                    <a:pt x="155432" y="287"/>
                  </a:lnTo>
                  <a:lnTo>
                    <a:pt x="150161" y="741"/>
                  </a:lnTo>
                  <a:lnTo>
                    <a:pt x="144906" y="1362"/>
                  </a:lnTo>
                  <a:lnTo>
                    <a:pt x="139674" y="2149"/>
                  </a:lnTo>
                  <a:lnTo>
                    <a:pt x="134470" y="3102"/>
                  </a:lnTo>
                  <a:lnTo>
                    <a:pt x="129298" y="4218"/>
                  </a:lnTo>
                  <a:lnTo>
                    <a:pt x="124165" y="5497"/>
                  </a:lnTo>
                  <a:lnTo>
                    <a:pt x="119074" y="6939"/>
                  </a:lnTo>
                  <a:lnTo>
                    <a:pt x="114031" y="8540"/>
                  </a:lnTo>
                  <a:lnTo>
                    <a:pt x="109042" y="10301"/>
                  </a:lnTo>
                  <a:lnTo>
                    <a:pt x="104111" y="12218"/>
                  </a:lnTo>
                  <a:lnTo>
                    <a:pt x="99243" y="14291"/>
                  </a:lnTo>
                  <a:lnTo>
                    <a:pt x="94443" y="16516"/>
                  </a:lnTo>
                  <a:lnTo>
                    <a:pt x="89716" y="18893"/>
                  </a:lnTo>
                  <a:lnTo>
                    <a:pt x="85066" y="21418"/>
                  </a:lnTo>
                  <a:lnTo>
                    <a:pt x="80499" y="24088"/>
                  </a:lnTo>
                  <a:lnTo>
                    <a:pt x="76018" y="26902"/>
                  </a:lnTo>
                  <a:lnTo>
                    <a:pt x="71629" y="29856"/>
                  </a:lnTo>
                  <a:lnTo>
                    <a:pt x="67335" y="32948"/>
                  </a:lnTo>
                  <a:lnTo>
                    <a:pt x="63142" y="36174"/>
                  </a:lnTo>
                  <a:lnTo>
                    <a:pt x="59053" y="39531"/>
                  </a:lnTo>
                  <a:lnTo>
                    <a:pt x="55071" y="43016"/>
                  </a:lnTo>
                  <a:lnTo>
                    <a:pt x="51203" y="46625"/>
                  </a:lnTo>
                  <a:lnTo>
                    <a:pt x="47450" y="50355"/>
                  </a:lnTo>
                  <a:lnTo>
                    <a:pt x="43817" y="54201"/>
                  </a:lnTo>
                  <a:lnTo>
                    <a:pt x="40308" y="58161"/>
                  </a:lnTo>
                  <a:lnTo>
                    <a:pt x="36926" y="62229"/>
                  </a:lnTo>
                  <a:lnTo>
                    <a:pt x="33674" y="66403"/>
                  </a:lnTo>
                  <a:lnTo>
                    <a:pt x="30556" y="70677"/>
                  </a:lnTo>
                  <a:lnTo>
                    <a:pt x="27575" y="75048"/>
                  </a:lnTo>
                  <a:lnTo>
                    <a:pt x="24734" y="79512"/>
                  </a:lnTo>
                  <a:lnTo>
                    <a:pt x="22035" y="84062"/>
                  </a:lnTo>
                  <a:lnTo>
                    <a:pt x="19482" y="88696"/>
                  </a:lnTo>
                  <a:lnTo>
                    <a:pt x="17076" y="93409"/>
                  </a:lnTo>
                  <a:lnTo>
                    <a:pt x="14821" y="98195"/>
                  </a:lnTo>
                  <a:lnTo>
                    <a:pt x="12719" y="103050"/>
                  </a:lnTo>
                  <a:lnTo>
                    <a:pt x="10771" y="107969"/>
                  </a:lnTo>
                  <a:lnTo>
                    <a:pt x="8980" y="112948"/>
                  </a:lnTo>
                  <a:lnTo>
                    <a:pt x="7347" y="117980"/>
                  </a:lnTo>
                  <a:lnTo>
                    <a:pt x="5875" y="123062"/>
                  </a:lnTo>
                  <a:lnTo>
                    <a:pt x="4564" y="128188"/>
                  </a:lnTo>
                  <a:lnTo>
                    <a:pt x="3415" y="133353"/>
                  </a:lnTo>
                  <a:lnTo>
                    <a:pt x="2431" y="138551"/>
                  </a:lnTo>
                  <a:lnTo>
                    <a:pt x="1612" y="143778"/>
                  </a:lnTo>
                  <a:lnTo>
                    <a:pt x="959" y="149029"/>
                  </a:lnTo>
                  <a:lnTo>
                    <a:pt x="472" y="154297"/>
                  </a:lnTo>
                  <a:lnTo>
                    <a:pt x="152" y="159578"/>
                  </a:lnTo>
                  <a:lnTo>
                    <a:pt x="0" y="164867"/>
                  </a:lnTo>
                  <a:lnTo>
                    <a:pt x="14" y="170158"/>
                  </a:lnTo>
                  <a:lnTo>
                    <a:pt x="197" y="175445"/>
                  </a:lnTo>
                  <a:lnTo>
                    <a:pt x="546" y="180725"/>
                  </a:lnTo>
                  <a:lnTo>
                    <a:pt x="1063" y="185990"/>
                  </a:lnTo>
                  <a:lnTo>
                    <a:pt x="1745" y="191237"/>
                  </a:lnTo>
                  <a:lnTo>
                    <a:pt x="2594" y="196459"/>
                  </a:lnTo>
                  <a:lnTo>
                    <a:pt x="3607" y="201652"/>
                  </a:lnTo>
                  <a:lnTo>
                    <a:pt x="4784" y="206810"/>
                  </a:lnTo>
                  <a:lnTo>
                    <a:pt x="6124" y="211929"/>
                  </a:lnTo>
                  <a:lnTo>
                    <a:pt x="7625" y="217002"/>
                  </a:lnTo>
                  <a:lnTo>
                    <a:pt x="9286" y="222025"/>
                  </a:lnTo>
                  <a:lnTo>
                    <a:pt x="11105" y="226994"/>
                  </a:lnTo>
                  <a:lnTo>
                    <a:pt x="13080" y="231902"/>
                  </a:lnTo>
                  <a:lnTo>
                    <a:pt x="15210" y="236745"/>
                  </a:lnTo>
                  <a:lnTo>
                    <a:pt x="17492" y="241519"/>
                  </a:lnTo>
                  <a:lnTo>
                    <a:pt x="19924" y="246217"/>
                  </a:lnTo>
                  <a:lnTo>
                    <a:pt x="22503" y="250837"/>
                  </a:lnTo>
                  <a:lnTo>
                    <a:pt x="25227" y="255373"/>
                  </a:lnTo>
                  <a:lnTo>
                    <a:pt x="28094" y="259820"/>
                  </a:lnTo>
                  <a:lnTo>
                    <a:pt x="31099" y="264174"/>
                  </a:lnTo>
                  <a:lnTo>
                    <a:pt x="34241" y="268431"/>
                  </a:lnTo>
                  <a:lnTo>
                    <a:pt x="37516" y="272586"/>
                  </a:lnTo>
                  <a:lnTo>
                    <a:pt x="40921" y="276636"/>
                  </a:lnTo>
                  <a:lnTo>
                    <a:pt x="44453" y="280576"/>
                  </a:lnTo>
                  <a:lnTo>
                    <a:pt x="48107" y="284402"/>
                  </a:lnTo>
                  <a:lnTo>
                    <a:pt x="51881" y="288110"/>
                  </a:lnTo>
                  <a:lnTo>
                    <a:pt x="55770" y="291697"/>
                  </a:lnTo>
                  <a:lnTo>
                    <a:pt x="59770" y="295160"/>
                  </a:lnTo>
                  <a:lnTo>
                    <a:pt x="63878" y="298494"/>
                  </a:lnTo>
                  <a:lnTo>
                    <a:pt x="68090" y="301696"/>
                  </a:lnTo>
                  <a:lnTo>
                    <a:pt x="72401" y="304764"/>
                  </a:lnTo>
                  <a:lnTo>
                    <a:pt x="76807" y="307693"/>
                  </a:lnTo>
                  <a:lnTo>
                    <a:pt x="81303" y="310482"/>
                  </a:lnTo>
                  <a:lnTo>
                    <a:pt x="85885" y="313127"/>
                  </a:lnTo>
                  <a:lnTo>
                    <a:pt x="90549" y="315625"/>
                  </a:lnTo>
                  <a:lnTo>
                    <a:pt x="95289" y="317975"/>
                  </a:lnTo>
                  <a:lnTo>
                    <a:pt x="100102" y="320174"/>
                  </a:lnTo>
                  <a:lnTo>
                    <a:pt x="104981" y="322219"/>
                  </a:lnTo>
                  <a:lnTo>
                    <a:pt x="109923" y="324109"/>
                  </a:lnTo>
                  <a:lnTo>
                    <a:pt x="114922" y="325841"/>
                  </a:lnTo>
                  <a:lnTo>
                    <a:pt x="119974" y="327415"/>
                  </a:lnTo>
                  <a:lnTo>
                    <a:pt x="125072" y="328827"/>
                  </a:lnTo>
                  <a:lnTo>
                    <a:pt x="130213" y="330078"/>
                  </a:lnTo>
                  <a:lnTo>
                    <a:pt x="135391" y="331165"/>
                  </a:lnTo>
                  <a:lnTo>
                    <a:pt x="140601" y="332088"/>
                  </a:lnTo>
                  <a:lnTo>
                    <a:pt x="145837" y="332846"/>
                  </a:lnTo>
                  <a:lnTo>
                    <a:pt x="151095" y="333437"/>
                  </a:lnTo>
                  <a:lnTo>
                    <a:pt x="156369" y="333862"/>
                  </a:lnTo>
                  <a:lnTo>
                    <a:pt x="161653" y="334120"/>
                  </a:lnTo>
                  <a:lnTo>
                    <a:pt x="166943" y="334210"/>
                  </a:lnTo>
                  <a:lnTo>
                    <a:pt x="172233" y="334133"/>
                  </a:lnTo>
                  <a:lnTo>
                    <a:pt x="177519" y="333889"/>
                  </a:lnTo>
                  <a:lnTo>
                    <a:pt x="182793" y="333477"/>
                  </a:lnTo>
                  <a:lnTo>
                    <a:pt x="188052" y="332899"/>
                  </a:lnTo>
                  <a:lnTo>
                    <a:pt x="193291" y="332154"/>
                  </a:lnTo>
                  <a:lnTo>
                    <a:pt x="198503" y="331244"/>
                  </a:lnTo>
                  <a:lnTo>
                    <a:pt x="203683" y="330170"/>
                  </a:lnTo>
                  <a:lnTo>
                    <a:pt x="208827" y="328932"/>
                  </a:lnTo>
                  <a:lnTo>
                    <a:pt x="213930" y="327532"/>
                  </a:lnTo>
                  <a:lnTo>
                    <a:pt x="218985" y="325972"/>
                  </a:lnTo>
                  <a:lnTo>
                    <a:pt x="223988" y="324252"/>
                  </a:lnTo>
                  <a:lnTo>
                    <a:pt x="228935" y="322375"/>
                  </a:lnTo>
                  <a:lnTo>
                    <a:pt x="233820" y="320342"/>
                  </a:lnTo>
                  <a:lnTo>
                    <a:pt x="238638" y="318155"/>
                  </a:lnTo>
                  <a:lnTo>
                    <a:pt x="243384" y="315817"/>
                  </a:lnTo>
                  <a:lnTo>
                    <a:pt x="248054" y="313330"/>
                  </a:lnTo>
                  <a:lnTo>
                    <a:pt x="252643" y="310697"/>
                  </a:lnTo>
                  <a:lnTo>
                    <a:pt x="257146" y="307919"/>
                  </a:lnTo>
                  <a:lnTo>
                    <a:pt x="261559" y="305001"/>
                  </a:lnTo>
                  <a:lnTo>
                    <a:pt x="265878" y="301944"/>
                  </a:lnTo>
                  <a:lnTo>
                    <a:pt x="270097" y="298753"/>
                  </a:lnTo>
                  <a:lnTo>
                    <a:pt x="274214" y="295429"/>
                  </a:lnTo>
                  <a:lnTo>
                    <a:pt x="278223" y="291976"/>
                  </a:lnTo>
                  <a:lnTo>
                    <a:pt x="282121" y="288399"/>
                  </a:lnTo>
                  <a:lnTo>
                    <a:pt x="285904" y="284700"/>
                  </a:lnTo>
                  <a:lnTo>
                    <a:pt x="289568" y="280883"/>
                  </a:lnTo>
                  <a:lnTo>
                    <a:pt x="293109" y="276952"/>
                  </a:lnTo>
                  <a:lnTo>
                    <a:pt x="296524" y="272911"/>
                  </a:lnTo>
                  <a:lnTo>
                    <a:pt x="299809" y="268764"/>
                  </a:lnTo>
                  <a:lnTo>
                    <a:pt x="302962" y="264515"/>
                  </a:lnTo>
                  <a:lnTo>
                    <a:pt x="305979" y="260168"/>
                  </a:lnTo>
                  <a:lnTo>
                    <a:pt x="308856" y="255728"/>
                  </a:lnTo>
                  <a:lnTo>
                    <a:pt x="311592" y="251200"/>
                  </a:lnTo>
                  <a:lnTo>
                    <a:pt x="314183" y="246587"/>
                  </a:lnTo>
                  <a:lnTo>
                    <a:pt x="316626" y="241894"/>
                  </a:lnTo>
                  <a:lnTo>
                    <a:pt x="318920" y="237126"/>
                  </a:lnTo>
                  <a:lnTo>
                    <a:pt x="321062" y="232288"/>
                  </a:lnTo>
                  <a:lnTo>
                    <a:pt x="323050" y="227385"/>
                  </a:lnTo>
                  <a:lnTo>
                    <a:pt x="324881" y="222421"/>
                  </a:lnTo>
                  <a:lnTo>
                    <a:pt x="326555" y="217402"/>
                  </a:lnTo>
                  <a:lnTo>
                    <a:pt x="328068" y="212332"/>
                  </a:lnTo>
                  <a:lnTo>
                    <a:pt x="329421" y="207217"/>
                  </a:lnTo>
                  <a:lnTo>
                    <a:pt x="330611" y="202062"/>
                  </a:lnTo>
                  <a:lnTo>
                    <a:pt x="331637" y="196872"/>
                  </a:lnTo>
                  <a:lnTo>
                    <a:pt x="332499" y="191652"/>
                  </a:lnTo>
                  <a:lnTo>
                    <a:pt x="333195" y="186407"/>
                  </a:lnTo>
                  <a:lnTo>
                    <a:pt x="333725" y="181142"/>
                  </a:lnTo>
                  <a:lnTo>
                    <a:pt x="334087" y="175864"/>
                  </a:lnTo>
                  <a:lnTo>
                    <a:pt x="334283" y="170577"/>
                  </a:lnTo>
                  <a:lnTo>
                    <a:pt x="334311" y="165286"/>
                  </a:lnTo>
                  <a:lnTo>
                    <a:pt x="334172" y="159997"/>
                  </a:lnTo>
                  <a:lnTo>
                    <a:pt x="333865" y="154715"/>
                  </a:lnTo>
                  <a:lnTo>
                    <a:pt x="333391" y="149446"/>
                  </a:lnTo>
                  <a:lnTo>
                    <a:pt x="332751" y="144194"/>
                  </a:lnTo>
                  <a:lnTo>
                    <a:pt x="331945" y="138965"/>
                  </a:lnTo>
                  <a:lnTo>
                    <a:pt x="330974" y="133764"/>
                  </a:lnTo>
                  <a:lnTo>
                    <a:pt x="329839" y="128596"/>
                  </a:lnTo>
                  <a:lnTo>
                    <a:pt x="328541" y="123467"/>
                  </a:lnTo>
                  <a:lnTo>
                    <a:pt x="327081" y="118381"/>
                  </a:lnTo>
                  <a:lnTo>
                    <a:pt x="325461" y="113345"/>
                  </a:lnTo>
                  <a:lnTo>
                    <a:pt x="323682" y="108362"/>
                  </a:lnTo>
                  <a:lnTo>
                    <a:pt x="321747" y="103438"/>
                  </a:lnTo>
                  <a:lnTo>
                    <a:pt x="319657" y="98577"/>
                  </a:lnTo>
                  <a:lnTo>
                    <a:pt x="317414" y="93785"/>
                  </a:lnTo>
                  <a:lnTo>
                    <a:pt x="315020" y="89067"/>
                  </a:lnTo>
                  <a:lnTo>
                    <a:pt x="312478" y="84427"/>
                  </a:lnTo>
                  <a:lnTo>
                    <a:pt x="309791" y="79869"/>
                  </a:lnTo>
                  <a:lnTo>
                    <a:pt x="306961" y="75399"/>
                  </a:lnTo>
                  <a:lnTo>
                    <a:pt x="303991" y="71020"/>
                  </a:lnTo>
                  <a:lnTo>
                    <a:pt x="300883" y="66738"/>
                  </a:lnTo>
                  <a:lnTo>
                    <a:pt x="297642" y="62556"/>
                  </a:lnTo>
                  <a:lnTo>
                    <a:pt x="294270" y="58479"/>
                  </a:lnTo>
                  <a:lnTo>
                    <a:pt x="290771" y="54511"/>
                  </a:lnTo>
                  <a:lnTo>
                    <a:pt x="287148" y="50655"/>
                  </a:lnTo>
                  <a:lnTo>
                    <a:pt x="283405" y="46916"/>
                  </a:lnTo>
                  <a:lnTo>
                    <a:pt x="279545" y="43297"/>
                  </a:lnTo>
                  <a:lnTo>
                    <a:pt x="275573" y="39803"/>
                  </a:lnTo>
                  <a:lnTo>
                    <a:pt x="271492" y="36435"/>
                  </a:lnTo>
                  <a:lnTo>
                    <a:pt x="267306" y="33199"/>
                  </a:lnTo>
                  <a:lnTo>
                    <a:pt x="263020" y="30096"/>
                  </a:lnTo>
                  <a:lnTo>
                    <a:pt x="258639" y="27131"/>
                  </a:lnTo>
                  <a:lnTo>
                    <a:pt x="254165" y="24306"/>
                  </a:lnTo>
                  <a:lnTo>
                    <a:pt x="249604" y="21624"/>
                  </a:lnTo>
                  <a:lnTo>
                    <a:pt x="244961" y="19088"/>
                  </a:lnTo>
                  <a:lnTo>
                    <a:pt x="240240" y="16699"/>
                  </a:lnTo>
                  <a:lnTo>
                    <a:pt x="235446" y="14462"/>
                  </a:lnTo>
                  <a:lnTo>
                    <a:pt x="230583" y="12377"/>
                  </a:lnTo>
                  <a:lnTo>
                    <a:pt x="225657" y="10447"/>
                  </a:lnTo>
                  <a:lnTo>
                    <a:pt x="220672" y="8674"/>
                  </a:lnTo>
                  <a:lnTo>
                    <a:pt x="215633" y="7060"/>
                  </a:lnTo>
                  <a:lnTo>
                    <a:pt x="210546" y="5606"/>
                  </a:lnTo>
                  <a:lnTo>
                    <a:pt x="205416" y="4313"/>
                  </a:lnTo>
                  <a:lnTo>
                    <a:pt x="200247" y="3184"/>
                  </a:lnTo>
                  <a:lnTo>
                    <a:pt x="195045" y="2219"/>
                  </a:lnTo>
                  <a:lnTo>
                    <a:pt x="189815" y="1419"/>
                  </a:lnTo>
                  <a:lnTo>
                    <a:pt x="184562" y="784"/>
                  </a:lnTo>
                  <a:lnTo>
                    <a:pt x="179292" y="317"/>
                  </a:lnTo>
                  <a:lnTo>
                    <a:pt x="167153" y="1670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90748" y="3707720"/>
              <a:ext cx="12139" cy="167167"/>
            </a:xfrm>
            <a:custGeom>
              <a:avLst/>
              <a:pathLst>
                <a:path w="12139" h="167167">
                  <a:moveTo>
                    <a:pt x="12139" y="44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4849" y="4213821"/>
              <a:ext cx="6437" cy="167167"/>
            </a:xfrm>
            <a:custGeom>
              <a:avLst/>
              <a:pathLst>
                <a:path w="6437" h="167167">
                  <a:moveTo>
                    <a:pt x="6437" y="0"/>
                  </a:moveTo>
                  <a:lnTo>
                    <a:pt x="0" y="124"/>
                  </a:lnTo>
                  <a:lnTo>
                    <a:pt x="643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4849" y="4213945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4849" y="4213945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4849" y="4213945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4849" y="4213945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4849" y="4213945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4849" y="4213945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4849" y="4213945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4849" y="4213945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4849" y="4213945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4849" y="4213945"/>
              <a:ext cx="6437" cy="167043"/>
            </a:xfrm>
            <a:custGeom>
              <a:avLst/>
              <a:pathLst>
                <a:path w="6437" h="167043">
                  <a:moveTo>
                    <a:pt x="0" y="0"/>
                  </a:moveTo>
                  <a:lnTo>
                    <a:pt x="6437" y="1670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14134" y="4213945"/>
              <a:ext cx="334311" cy="334210"/>
            </a:xfrm>
            <a:custGeom>
              <a:avLst/>
              <a:pathLst>
                <a:path w="334311" h="334210">
                  <a:moveTo>
                    <a:pt x="160715" y="0"/>
                  </a:moveTo>
                  <a:lnTo>
                    <a:pt x="155432" y="287"/>
                  </a:lnTo>
                  <a:lnTo>
                    <a:pt x="150161" y="741"/>
                  </a:lnTo>
                  <a:lnTo>
                    <a:pt x="144906" y="1362"/>
                  </a:lnTo>
                  <a:lnTo>
                    <a:pt x="139674" y="2149"/>
                  </a:lnTo>
                  <a:lnTo>
                    <a:pt x="134470" y="3102"/>
                  </a:lnTo>
                  <a:lnTo>
                    <a:pt x="129298" y="4218"/>
                  </a:lnTo>
                  <a:lnTo>
                    <a:pt x="124165" y="5497"/>
                  </a:lnTo>
                  <a:lnTo>
                    <a:pt x="119074" y="6939"/>
                  </a:lnTo>
                  <a:lnTo>
                    <a:pt x="114031" y="8540"/>
                  </a:lnTo>
                  <a:lnTo>
                    <a:pt x="109042" y="10301"/>
                  </a:lnTo>
                  <a:lnTo>
                    <a:pt x="104111" y="12218"/>
                  </a:lnTo>
                  <a:lnTo>
                    <a:pt x="99243" y="14291"/>
                  </a:lnTo>
                  <a:lnTo>
                    <a:pt x="94443" y="16516"/>
                  </a:lnTo>
                  <a:lnTo>
                    <a:pt x="89716" y="18893"/>
                  </a:lnTo>
                  <a:lnTo>
                    <a:pt x="85066" y="21418"/>
                  </a:lnTo>
                  <a:lnTo>
                    <a:pt x="80499" y="24088"/>
                  </a:lnTo>
                  <a:lnTo>
                    <a:pt x="76018" y="26902"/>
                  </a:lnTo>
                  <a:lnTo>
                    <a:pt x="71629" y="29856"/>
                  </a:lnTo>
                  <a:lnTo>
                    <a:pt x="67335" y="32948"/>
                  </a:lnTo>
                  <a:lnTo>
                    <a:pt x="63142" y="36174"/>
                  </a:lnTo>
                  <a:lnTo>
                    <a:pt x="59053" y="39531"/>
                  </a:lnTo>
                  <a:lnTo>
                    <a:pt x="55071" y="43016"/>
                  </a:lnTo>
                  <a:lnTo>
                    <a:pt x="51203" y="46625"/>
                  </a:lnTo>
                  <a:lnTo>
                    <a:pt x="47450" y="50355"/>
                  </a:lnTo>
                  <a:lnTo>
                    <a:pt x="43817" y="54201"/>
                  </a:lnTo>
                  <a:lnTo>
                    <a:pt x="40308" y="58161"/>
                  </a:lnTo>
                  <a:lnTo>
                    <a:pt x="36926" y="62229"/>
                  </a:lnTo>
                  <a:lnTo>
                    <a:pt x="33674" y="66403"/>
                  </a:lnTo>
                  <a:lnTo>
                    <a:pt x="30556" y="70677"/>
                  </a:lnTo>
                  <a:lnTo>
                    <a:pt x="27575" y="75048"/>
                  </a:lnTo>
                  <a:lnTo>
                    <a:pt x="24734" y="79512"/>
                  </a:lnTo>
                  <a:lnTo>
                    <a:pt x="22035" y="84062"/>
                  </a:lnTo>
                  <a:lnTo>
                    <a:pt x="19482" y="88696"/>
                  </a:lnTo>
                  <a:lnTo>
                    <a:pt x="17076" y="93409"/>
                  </a:lnTo>
                  <a:lnTo>
                    <a:pt x="14821" y="98195"/>
                  </a:lnTo>
                  <a:lnTo>
                    <a:pt x="12719" y="103050"/>
                  </a:lnTo>
                  <a:lnTo>
                    <a:pt x="10771" y="107969"/>
                  </a:lnTo>
                  <a:lnTo>
                    <a:pt x="8980" y="112948"/>
                  </a:lnTo>
                  <a:lnTo>
                    <a:pt x="7347" y="117980"/>
                  </a:lnTo>
                  <a:lnTo>
                    <a:pt x="5875" y="123062"/>
                  </a:lnTo>
                  <a:lnTo>
                    <a:pt x="4564" y="128188"/>
                  </a:lnTo>
                  <a:lnTo>
                    <a:pt x="3415" y="133353"/>
                  </a:lnTo>
                  <a:lnTo>
                    <a:pt x="2431" y="138551"/>
                  </a:lnTo>
                  <a:lnTo>
                    <a:pt x="1612" y="143778"/>
                  </a:lnTo>
                  <a:lnTo>
                    <a:pt x="959" y="149029"/>
                  </a:lnTo>
                  <a:lnTo>
                    <a:pt x="472" y="154297"/>
                  </a:lnTo>
                  <a:lnTo>
                    <a:pt x="152" y="159578"/>
                  </a:lnTo>
                  <a:lnTo>
                    <a:pt x="0" y="164867"/>
                  </a:lnTo>
                  <a:lnTo>
                    <a:pt x="14" y="170158"/>
                  </a:lnTo>
                  <a:lnTo>
                    <a:pt x="197" y="175445"/>
                  </a:lnTo>
                  <a:lnTo>
                    <a:pt x="546" y="180725"/>
                  </a:lnTo>
                  <a:lnTo>
                    <a:pt x="1063" y="185990"/>
                  </a:lnTo>
                  <a:lnTo>
                    <a:pt x="1745" y="191237"/>
                  </a:lnTo>
                  <a:lnTo>
                    <a:pt x="2594" y="196459"/>
                  </a:lnTo>
                  <a:lnTo>
                    <a:pt x="3607" y="201652"/>
                  </a:lnTo>
                  <a:lnTo>
                    <a:pt x="4784" y="206810"/>
                  </a:lnTo>
                  <a:lnTo>
                    <a:pt x="6124" y="211929"/>
                  </a:lnTo>
                  <a:lnTo>
                    <a:pt x="7625" y="217002"/>
                  </a:lnTo>
                  <a:lnTo>
                    <a:pt x="9286" y="222025"/>
                  </a:lnTo>
                  <a:lnTo>
                    <a:pt x="11105" y="226994"/>
                  </a:lnTo>
                  <a:lnTo>
                    <a:pt x="13080" y="231902"/>
                  </a:lnTo>
                  <a:lnTo>
                    <a:pt x="15210" y="236745"/>
                  </a:lnTo>
                  <a:lnTo>
                    <a:pt x="17492" y="241519"/>
                  </a:lnTo>
                  <a:lnTo>
                    <a:pt x="19924" y="246217"/>
                  </a:lnTo>
                  <a:lnTo>
                    <a:pt x="22503" y="250837"/>
                  </a:lnTo>
                  <a:lnTo>
                    <a:pt x="25227" y="255373"/>
                  </a:lnTo>
                  <a:lnTo>
                    <a:pt x="28094" y="259820"/>
                  </a:lnTo>
                  <a:lnTo>
                    <a:pt x="31099" y="264174"/>
                  </a:lnTo>
                  <a:lnTo>
                    <a:pt x="34241" y="268431"/>
                  </a:lnTo>
                  <a:lnTo>
                    <a:pt x="37516" y="272586"/>
                  </a:lnTo>
                  <a:lnTo>
                    <a:pt x="40921" y="276636"/>
                  </a:lnTo>
                  <a:lnTo>
                    <a:pt x="44453" y="280576"/>
                  </a:lnTo>
                  <a:lnTo>
                    <a:pt x="48107" y="284402"/>
                  </a:lnTo>
                  <a:lnTo>
                    <a:pt x="51881" y="288110"/>
                  </a:lnTo>
                  <a:lnTo>
                    <a:pt x="55770" y="291697"/>
                  </a:lnTo>
                  <a:lnTo>
                    <a:pt x="59770" y="295160"/>
                  </a:lnTo>
                  <a:lnTo>
                    <a:pt x="63878" y="298494"/>
                  </a:lnTo>
                  <a:lnTo>
                    <a:pt x="68090" y="301696"/>
                  </a:lnTo>
                  <a:lnTo>
                    <a:pt x="72401" y="304764"/>
                  </a:lnTo>
                  <a:lnTo>
                    <a:pt x="76807" y="307693"/>
                  </a:lnTo>
                  <a:lnTo>
                    <a:pt x="81303" y="310482"/>
                  </a:lnTo>
                  <a:lnTo>
                    <a:pt x="85885" y="313127"/>
                  </a:lnTo>
                  <a:lnTo>
                    <a:pt x="90549" y="315625"/>
                  </a:lnTo>
                  <a:lnTo>
                    <a:pt x="95289" y="317975"/>
                  </a:lnTo>
                  <a:lnTo>
                    <a:pt x="100102" y="320174"/>
                  </a:lnTo>
                  <a:lnTo>
                    <a:pt x="104981" y="322219"/>
                  </a:lnTo>
                  <a:lnTo>
                    <a:pt x="109923" y="324109"/>
                  </a:lnTo>
                  <a:lnTo>
                    <a:pt x="114922" y="325841"/>
                  </a:lnTo>
                  <a:lnTo>
                    <a:pt x="119974" y="327415"/>
                  </a:lnTo>
                  <a:lnTo>
                    <a:pt x="125072" y="328827"/>
                  </a:lnTo>
                  <a:lnTo>
                    <a:pt x="130213" y="330078"/>
                  </a:lnTo>
                  <a:lnTo>
                    <a:pt x="135391" y="331165"/>
                  </a:lnTo>
                  <a:lnTo>
                    <a:pt x="140601" y="332088"/>
                  </a:lnTo>
                  <a:lnTo>
                    <a:pt x="145837" y="332846"/>
                  </a:lnTo>
                  <a:lnTo>
                    <a:pt x="151095" y="333437"/>
                  </a:lnTo>
                  <a:lnTo>
                    <a:pt x="156369" y="333862"/>
                  </a:lnTo>
                  <a:lnTo>
                    <a:pt x="161653" y="334120"/>
                  </a:lnTo>
                  <a:lnTo>
                    <a:pt x="166943" y="334210"/>
                  </a:lnTo>
                  <a:lnTo>
                    <a:pt x="172233" y="334133"/>
                  </a:lnTo>
                  <a:lnTo>
                    <a:pt x="177519" y="333889"/>
                  </a:lnTo>
                  <a:lnTo>
                    <a:pt x="182793" y="333477"/>
                  </a:lnTo>
                  <a:lnTo>
                    <a:pt x="188052" y="332899"/>
                  </a:lnTo>
                  <a:lnTo>
                    <a:pt x="193291" y="332154"/>
                  </a:lnTo>
                  <a:lnTo>
                    <a:pt x="198503" y="331244"/>
                  </a:lnTo>
                  <a:lnTo>
                    <a:pt x="203683" y="330170"/>
                  </a:lnTo>
                  <a:lnTo>
                    <a:pt x="208827" y="328932"/>
                  </a:lnTo>
                  <a:lnTo>
                    <a:pt x="213930" y="327532"/>
                  </a:lnTo>
                  <a:lnTo>
                    <a:pt x="218985" y="325972"/>
                  </a:lnTo>
                  <a:lnTo>
                    <a:pt x="223988" y="324252"/>
                  </a:lnTo>
                  <a:lnTo>
                    <a:pt x="228935" y="322375"/>
                  </a:lnTo>
                  <a:lnTo>
                    <a:pt x="233820" y="320342"/>
                  </a:lnTo>
                  <a:lnTo>
                    <a:pt x="238638" y="318155"/>
                  </a:lnTo>
                  <a:lnTo>
                    <a:pt x="243384" y="315817"/>
                  </a:lnTo>
                  <a:lnTo>
                    <a:pt x="248054" y="313330"/>
                  </a:lnTo>
                  <a:lnTo>
                    <a:pt x="252643" y="310697"/>
                  </a:lnTo>
                  <a:lnTo>
                    <a:pt x="257146" y="307919"/>
                  </a:lnTo>
                  <a:lnTo>
                    <a:pt x="261559" y="305001"/>
                  </a:lnTo>
                  <a:lnTo>
                    <a:pt x="265878" y="301944"/>
                  </a:lnTo>
                  <a:lnTo>
                    <a:pt x="270097" y="298753"/>
                  </a:lnTo>
                  <a:lnTo>
                    <a:pt x="274214" y="295429"/>
                  </a:lnTo>
                  <a:lnTo>
                    <a:pt x="278223" y="291976"/>
                  </a:lnTo>
                  <a:lnTo>
                    <a:pt x="282121" y="288399"/>
                  </a:lnTo>
                  <a:lnTo>
                    <a:pt x="285904" y="284700"/>
                  </a:lnTo>
                  <a:lnTo>
                    <a:pt x="289568" y="280883"/>
                  </a:lnTo>
                  <a:lnTo>
                    <a:pt x="293109" y="276952"/>
                  </a:lnTo>
                  <a:lnTo>
                    <a:pt x="296524" y="272911"/>
                  </a:lnTo>
                  <a:lnTo>
                    <a:pt x="299809" y="268764"/>
                  </a:lnTo>
                  <a:lnTo>
                    <a:pt x="302962" y="264515"/>
                  </a:lnTo>
                  <a:lnTo>
                    <a:pt x="305979" y="260168"/>
                  </a:lnTo>
                  <a:lnTo>
                    <a:pt x="308856" y="255728"/>
                  </a:lnTo>
                  <a:lnTo>
                    <a:pt x="311592" y="251200"/>
                  </a:lnTo>
                  <a:lnTo>
                    <a:pt x="314183" y="246587"/>
                  </a:lnTo>
                  <a:lnTo>
                    <a:pt x="316626" y="241894"/>
                  </a:lnTo>
                  <a:lnTo>
                    <a:pt x="318920" y="237126"/>
                  </a:lnTo>
                  <a:lnTo>
                    <a:pt x="321062" y="232288"/>
                  </a:lnTo>
                  <a:lnTo>
                    <a:pt x="323050" y="227385"/>
                  </a:lnTo>
                  <a:lnTo>
                    <a:pt x="324881" y="222421"/>
                  </a:lnTo>
                  <a:lnTo>
                    <a:pt x="326555" y="217402"/>
                  </a:lnTo>
                  <a:lnTo>
                    <a:pt x="328068" y="212332"/>
                  </a:lnTo>
                  <a:lnTo>
                    <a:pt x="329421" y="207217"/>
                  </a:lnTo>
                  <a:lnTo>
                    <a:pt x="330611" y="202062"/>
                  </a:lnTo>
                  <a:lnTo>
                    <a:pt x="331637" y="196872"/>
                  </a:lnTo>
                  <a:lnTo>
                    <a:pt x="332499" y="191652"/>
                  </a:lnTo>
                  <a:lnTo>
                    <a:pt x="333195" y="186407"/>
                  </a:lnTo>
                  <a:lnTo>
                    <a:pt x="333725" y="181142"/>
                  </a:lnTo>
                  <a:lnTo>
                    <a:pt x="334087" y="175864"/>
                  </a:lnTo>
                  <a:lnTo>
                    <a:pt x="334283" y="170577"/>
                  </a:lnTo>
                  <a:lnTo>
                    <a:pt x="334311" y="165286"/>
                  </a:lnTo>
                  <a:lnTo>
                    <a:pt x="334172" y="159997"/>
                  </a:lnTo>
                  <a:lnTo>
                    <a:pt x="333865" y="154715"/>
                  </a:lnTo>
                  <a:lnTo>
                    <a:pt x="333391" y="149446"/>
                  </a:lnTo>
                  <a:lnTo>
                    <a:pt x="332751" y="144194"/>
                  </a:lnTo>
                  <a:lnTo>
                    <a:pt x="331945" y="138965"/>
                  </a:lnTo>
                  <a:lnTo>
                    <a:pt x="330974" y="133764"/>
                  </a:lnTo>
                  <a:lnTo>
                    <a:pt x="329839" y="128596"/>
                  </a:lnTo>
                  <a:lnTo>
                    <a:pt x="328541" y="123467"/>
                  </a:lnTo>
                  <a:lnTo>
                    <a:pt x="327081" y="118381"/>
                  </a:lnTo>
                  <a:lnTo>
                    <a:pt x="325461" y="113345"/>
                  </a:lnTo>
                  <a:lnTo>
                    <a:pt x="323682" y="108362"/>
                  </a:lnTo>
                  <a:lnTo>
                    <a:pt x="321747" y="103438"/>
                  </a:lnTo>
                  <a:lnTo>
                    <a:pt x="319657" y="98577"/>
                  </a:lnTo>
                  <a:lnTo>
                    <a:pt x="317414" y="93785"/>
                  </a:lnTo>
                  <a:lnTo>
                    <a:pt x="315020" y="89067"/>
                  </a:lnTo>
                  <a:lnTo>
                    <a:pt x="312478" y="84427"/>
                  </a:lnTo>
                  <a:lnTo>
                    <a:pt x="309791" y="79869"/>
                  </a:lnTo>
                  <a:lnTo>
                    <a:pt x="306961" y="75399"/>
                  </a:lnTo>
                  <a:lnTo>
                    <a:pt x="303991" y="71020"/>
                  </a:lnTo>
                  <a:lnTo>
                    <a:pt x="300883" y="66738"/>
                  </a:lnTo>
                  <a:lnTo>
                    <a:pt x="297642" y="62556"/>
                  </a:lnTo>
                  <a:lnTo>
                    <a:pt x="294270" y="58479"/>
                  </a:lnTo>
                  <a:lnTo>
                    <a:pt x="290771" y="54511"/>
                  </a:lnTo>
                  <a:lnTo>
                    <a:pt x="287148" y="50655"/>
                  </a:lnTo>
                  <a:lnTo>
                    <a:pt x="283405" y="46916"/>
                  </a:lnTo>
                  <a:lnTo>
                    <a:pt x="279545" y="43297"/>
                  </a:lnTo>
                  <a:lnTo>
                    <a:pt x="275573" y="39803"/>
                  </a:lnTo>
                  <a:lnTo>
                    <a:pt x="271492" y="36435"/>
                  </a:lnTo>
                  <a:lnTo>
                    <a:pt x="267306" y="33199"/>
                  </a:lnTo>
                  <a:lnTo>
                    <a:pt x="263020" y="30096"/>
                  </a:lnTo>
                  <a:lnTo>
                    <a:pt x="258639" y="27131"/>
                  </a:lnTo>
                  <a:lnTo>
                    <a:pt x="254165" y="24306"/>
                  </a:lnTo>
                  <a:lnTo>
                    <a:pt x="249604" y="21624"/>
                  </a:lnTo>
                  <a:lnTo>
                    <a:pt x="244961" y="19088"/>
                  </a:lnTo>
                  <a:lnTo>
                    <a:pt x="240240" y="16699"/>
                  </a:lnTo>
                  <a:lnTo>
                    <a:pt x="235446" y="14462"/>
                  </a:lnTo>
                  <a:lnTo>
                    <a:pt x="230583" y="12377"/>
                  </a:lnTo>
                  <a:lnTo>
                    <a:pt x="225657" y="10447"/>
                  </a:lnTo>
                  <a:lnTo>
                    <a:pt x="220672" y="8674"/>
                  </a:lnTo>
                  <a:lnTo>
                    <a:pt x="215633" y="7060"/>
                  </a:lnTo>
                  <a:lnTo>
                    <a:pt x="210546" y="5606"/>
                  </a:lnTo>
                  <a:lnTo>
                    <a:pt x="205416" y="4313"/>
                  </a:lnTo>
                  <a:lnTo>
                    <a:pt x="200247" y="3184"/>
                  </a:lnTo>
                  <a:lnTo>
                    <a:pt x="195045" y="2219"/>
                  </a:lnTo>
                  <a:lnTo>
                    <a:pt x="189815" y="1419"/>
                  </a:lnTo>
                  <a:lnTo>
                    <a:pt x="184562" y="784"/>
                  </a:lnTo>
                  <a:lnTo>
                    <a:pt x="179292" y="317"/>
                  </a:lnTo>
                  <a:lnTo>
                    <a:pt x="167153" y="1670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4213821"/>
              <a:ext cx="12139" cy="167167"/>
            </a:xfrm>
            <a:custGeom>
              <a:avLst/>
              <a:pathLst>
                <a:path w="12139" h="167167">
                  <a:moveTo>
                    <a:pt x="12139" y="44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4986" y="4659281"/>
              <a:ext cx="1538" cy="167167"/>
            </a:xfrm>
            <a:custGeom>
              <a:avLst/>
              <a:pathLst>
                <a:path w="1538" h="167167">
                  <a:moveTo>
                    <a:pt x="1538" y="0"/>
                  </a:moveTo>
                  <a:lnTo>
                    <a:pt x="0" y="7"/>
                  </a:lnTo>
                  <a:lnTo>
                    <a:pt x="1538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4986" y="4659288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4986" y="4659288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4986" y="4659288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4986" y="4659288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4986" y="4659288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4986" y="4659288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4986" y="4659288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4986" y="4659288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4986" y="4659288"/>
              <a:ext cx="1538" cy="167160"/>
            </a:xfrm>
            <a:custGeom>
              <a:avLst/>
              <a:pathLst>
                <a:path w="1538" h="167160">
                  <a:moveTo>
                    <a:pt x="0" y="0"/>
                  </a:moveTo>
                  <a:lnTo>
                    <a:pt x="1538" y="1671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921566" y="4659288"/>
              <a:ext cx="164958" cy="167160"/>
            </a:xfrm>
            <a:custGeom>
              <a:avLst/>
              <a:pathLst>
                <a:path w="164958" h="167160">
                  <a:moveTo>
                    <a:pt x="163419" y="0"/>
                  </a:moveTo>
                  <a:lnTo>
                    <a:pt x="157983" y="138"/>
                  </a:lnTo>
                  <a:lnTo>
                    <a:pt x="152554" y="453"/>
                  </a:lnTo>
                  <a:lnTo>
                    <a:pt x="147139" y="945"/>
                  </a:lnTo>
                  <a:lnTo>
                    <a:pt x="141742" y="1612"/>
                  </a:lnTo>
                  <a:lnTo>
                    <a:pt x="136369" y="2455"/>
                  </a:lnTo>
                  <a:lnTo>
                    <a:pt x="131027" y="3472"/>
                  </a:lnTo>
                  <a:lnTo>
                    <a:pt x="125721" y="4662"/>
                  </a:lnTo>
                  <a:lnTo>
                    <a:pt x="120457" y="6025"/>
                  </a:lnTo>
                  <a:lnTo>
                    <a:pt x="115239" y="7557"/>
                  </a:lnTo>
                  <a:lnTo>
                    <a:pt x="110074" y="9259"/>
                  </a:lnTo>
                  <a:lnTo>
                    <a:pt x="104968" y="11127"/>
                  </a:lnTo>
                  <a:lnTo>
                    <a:pt x="99924" y="13161"/>
                  </a:lnTo>
                  <a:lnTo>
                    <a:pt x="94950" y="15358"/>
                  </a:lnTo>
                  <a:lnTo>
                    <a:pt x="90049" y="17715"/>
                  </a:lnTo>
                  <a:lnTo>
                    <a:pt x="85228" y="20231"/>
                  </a:lnTo>
                  <a:lnTo>
                    <a:pt x="80492" y="22902"/>
                  </a:lnTo>
                  <a:lnTo>
                    <a:pt x="75844" y="25726"/>
                  </a:lnTo>
                  <a:lnTo>
                    <a:pt x="71291" y="28699"/>
                  </a:lnTo>
                  <a:lnTo>
                    <a:pt x="66837" y="31819"/>
                  </a:lnTo>
                  <a:lnTo>
                    <a:pt x="62487" y="35082"/>
                  </a:lnTo>
                  <a:lnTo>
                    <a:pt x="58245" y="38485"/>
                  </a:lnTo>
                  <a:lnTo>
                    <a:pt x="54117" y="42024"/>
                  </a:lnTo>
                  <a:lnTo>
                    <a:pt x="50105" y="45695"/>
                  </a:lnTo>
                  <a:lnTo>
                    <a:pt x="46215" y="49495"/>
                  </a:lnTo>
                  <a:lnTo>
                    <a:pt x="42451" y="53419"/>
                  </a:lnTo>
                  <a:lnTo>
                    <a:pt x="38816" y="57464"/>
                  </a:lnTo>
                  <a:lnTo>
                    <a:pt x="35315" y="61625"/>
                  </a:lnTo>
                  <a:lnTo>
                    <a:pt x="31951" y="65898"/>
                  </a:lnTo>
                  <a:lnTo>
                    <a:pt x="28728" y="70277"/>
                  </a:lnTo>
                  <a:lnTo>
                    <a:pt x="25649" y="74760"/>
                  </a:lnTo>
                  <a:lnTo>
                    <a:pt x="22717" y="79340"/>
                  </a:lnTo>
                  <a:lnTo>
                    <a:pt x="19936" y="84012"/>
                  </a:lnTo>
                  <a:lnTo>
                    <a:pt x="17308" y="88773"/>
                  </a:lnTo>
                  <a:lnTo>
                    <a:pt x="14837" y="93617"/>
                  </a:lnTo>
                  <a:lnTo>
                    <a:pt x="12524" y="98539"/>
                  </a:lnTo>
                  <a:lnTo>
                    <a:pt x="10373" y="103533"/>
                  </a:lnTo>
                  <a:lnTo>
                    <a:pt x="8385" y="108595"/>
                  </a:lnTo>
                  <a:lnTo>
                    <a:pt x="6563" y="113719"/>
                  </a:lnTo>
                  <a:lnTo>
                    <a:pt x="4909" y="118899"/>
                  </a:lnTo>
                  <a:lnTo>
                    <a:pt x="3424" y="124130"/>
                  </a:lnTo>
                  <a:lnTo>
                    <a:pt x="2110" y="129407"/>
                  </a:lnTo>
                  <a:lnTo>
                    <a:pt x="968" y="134723"/>
                  </a:lnTo>
                  <a:lnTo>
                    <a:pt x="0" y="140075"/>
                  </a:lnTo>
                  <a:lnTo>
                    <a:pt x="164958" y="1671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19359" y="4659281"/>
              <a:ext cx="334321" cy="334330"/>
            </a:xfrm>
            <a:custGeom>
              <a:avLst/>
              <a:pathLst>
                <a:path w="334321" h="334330">
                  <a:moveTo>
                    <a:pt x="2207" y="140082"/>
                  </a:moveTo>
                  <a:lnTo>
                    <a:pt x="1432" y="145316"/>
                  </a:lnTo>
                  <a:lnTo>
                    <a:pt x="823" y="150573"/>
                  </a:lnTo>
                  <a:lnTo>
                    <a:pt x="382" y="155846"/>
                  </a:lnTo>
                  <a:lnTo>
                    <a:pt x="107" y="161131"/>
                  </a:lnTo>
                  <a:lnTo>
                    <a:pt x="0" y="166422"/>
                  </a:lnTo>
                  <a:lnTo>
                    <a:pt x="60" y="171713"/>
                  </a:lnTo>
                  <a:lnTo>
                    <a:pt x="287" y="177000"/>
                  </a:lnTo>
                  <a:lnTo>
                    <a:pt x="682" y="182277"/>
                  </a:lnTo>
                  <a:lnTo>
                    <a:pt x="1244" y="187539"/>
                  </a:lnTo>
                  <a:lnTo>
                    <a:pt x="1972" y="192780"/>
                  </a:lnTo>
                  <a:lnTo>
                    <a:pt x="2865" y="197996"/>
                  </a:lnTo>
                  <a:lnTo>
                    <a:pt x="3923" y="203181"/>
                  </a:lnTo>
                  <a:lnTo>
                    <a:pt x="5145" y="208330"/>
                  </a:lnTo>
                  <a:lnTo>
                    <a:pt x="6529" y="213437"/>
                  </a:lnTo>
                  <a:lnTo>
                    <a:pt x="8074" y="218498"/>
                  </a:lnTo>
                  <a:lnTo>
                    <a:pt x="9778" y="223508"/>
                  </a:lnTo>
                  <a:lnTo>
                    <a:pt x="11641" y="228461"/>
                  </a:lnTo>
                  <a:lnTo>
                    <a:pt x="13658" y="233353"/>
                  </a:lnTo>
                  <a:lnTo>
                    <a:pt x="15830" y="238179"/>
                  </a:lnTo>
                  <a:lnTo>
                    <a:pt x="18154" y="242933"/>
                  </a:lnTo>
                  <a:lnTo>
                    <a:pt x="20626" y="247612"/>
                  </a:lnTo>
                  <a:lnTo>
                    <a:pt x="23246" y="252209"/>
                  </a:lnTo>
                  <a:lnTo>
                    <a:pt x="26010" y="256722"/>
                  </a:lnTo>
                  <a:lnTo>
                    <a:pt x="28915" y="261145"/>
                  </a:lnTo>
                  <a:lnTo>
                    <a:pt x="31959" y="265474"/>
                  </a:lnTo>
                  <a:lnTo>
                    <a:pt x="35138" y="269704"/>
                  </a:lnTo>
                  <a:lnTo>
                    <a:pt x="38450" y="273831"/>
                  </a:lnTo>
                  <a:lnTo>
                    <a:pt x="41890" y="277852"/>
                  </a:lnTo>
                  <a:lnTo>
                    <a:pt x="45457" y="281762"/>
                  </a:lnTo>
                  <a:lnTo>
                    <a:pt x="49145" y="285556"/>
                  </a:lnTo>
                  <a:lnTo>
                    <a:pt x="52951" y="289233"/>
                  </a:lnTo>
                  <a:lnTo>
                    <a:pt x="56872" y="292787"/>
                  </a:lnTo>
                  <a:lnTo>
                    <a:pt x="60903" y="296215"/>
                  </a:lnTo>
                  <a:lnTo>
                    <a:pt x="65041" y="299513"/>
                  </a:lnTo>
                  <a:lnTo>
                    <a:pt x="69281" y="302679"/>
                  </a:lnTo>
                  <a:lnTo>
                    <a:pt x="73619" y="305710"/>
                  </a:lnTo>
                  <a:lnTo>
                    <a:pt x="78051" y="308601"/>
                  </a:lnTo>
                  <a:lnTo>
                    <a:pt x="82572" y="311351"/>
                  </a:lnTo>
                  <a:lnTo>
                    <a:pt x="87178" y="313956"/>
                  </a:lnTo>
                  <a:lnTo>
                    <a:pt x="91864" y="316414"/>
                  </a:lnTo>
                  <a:lnTo>
                    <a:pt x="96626" y="318723"/>
                  </a:lnTo>
                  <a:lnTo>
                    <a:pt x="101458" y="320880"/>
                  </a:lnTo>
                  <a:lnTo>
                    <a:pt x="106357" y="322882"/>
                  </a:lnTo>
                  <a:lnTo>
                    <a:pt x="111316" y="324729"/>
                  </a:lnTo>
                  <a:lnTo>
                    <a:pt x="116331" y="326418"/>
                  </a:lnTo>
                  <a:lnTo>
                    <a:pt x="121397" y="327947"/>
                  </a:lnTo>
                  <a:lnTo>
                    <a:pt x="126508" y="329315"/>
                  </a:lnTo>
                  <a:lnTo>
                    <a:pt x="131661" y="330521"/>
                  </a:lnTo>
                  <a:lnTo>
                    <a:pt x="136849" y="331562"/>
                  </a:lnTo>
                  <a:lnTo>
                    <a:pt x="142068" y="332440"/>
                  </a:lnTo>
                  <a:lnTo>
                    <a:pt x="147311" y="333151"/>
                  </a:lnTo>
                  <a:lnTo>
                    <a:pt x="152575" y="333696"/>
                  </a:lnTo>
                  <a:lnTo>
                    <a:pt x="157853" y="334075"/>
                  </a:lnTo>
                  <a:lnTo>
                    <a:pt x="163141" y="334286"/>
                  </a:lnTo>
                  <a:lnTo>
                    <a:pt x="168432" y="334330"/>
                  </a:lnTo>
                  <a:lnTo>
                    <a:pt x="173723" y="334206"/>
                  </a:lnTo>
                  <a:lnTo>
                    <a:pt x="179006" y="333914"/>
                  </a:lnTo>
                  <a:lnTo>
                    <a:pt x="184278" y="333456"/>
                  </a:lnTo>
                  <a:lnTo>
                    <a:pt x="189533" y="332831"/>
                  </a:lnTo>
                  <a:lnTo>
                    <a:pt x="194765" y="332040"/>
                  </a:lnTo>
                  <a:lnTo>
                    <a:pt x="199970" y="331084"/>
                  </a:lnTo>
                  <a:lnTo>
                    <a:pt x="205142" y="329964"/>
                  </a:lnTo>
                  <a:lnTo>
                    <a:pt x="210275" y="328680"/>
                  </a:lnTo>
                  <a:lnTo>
                    <a:pt x="215366" y="327235"/>
                  </a:lnTo>
                  <a:lnTo>
                    <a:pt x="220408" y="325629"/>
                  </a:lnTo>
                  <a:lnTo>
                    <a:pt x="225397" y="323864"/>
                  </a:lnTo>
                  <a:lnTo>
                    <a:pt x="230327" y="321943"/>
                  </a:lnTo>
                  <a:lnTo>
                    <a:pt x="235195" y="319866"/>
                  </a:lnTo>
                  <a:lnTo>
                    <a:pt x="239994" y="317636"/>
                  </a:lnTo>
                  <a:lnTo>
                    <a:pt x="244720" y="315256"/>
                  </a:lnTo>
                  <a:lnTo>
                    <a:pt x="249368" y="312727"/>
                  </a:lnTo>
                  <a:lnTo>
                    <a:pt x="253934" y="310052"/>
                  </a:lnTo>
                  <a:lnTo>
                    <a:pt x="258413" y="307234"/>
                  </a:lnTo>
                  <a:lnTo>
                    <a:pt x="262801" y="304276"/>
                  </a:lnTo>
                  <a:lnTo>
                    <a:pt x="267093" y="301180"/>
                  </a:lnTo>
                  <a:lnTo>
                    <a:pt x="271284" y="297950"/>
                  </a:lnTo>
                  <a:lnTo>
                    <a:pt x="275371" y="294589"/>
                  </a:lnTo>
                  <a:lnTo>
                    <a:pt x="279350" y="291100"/>
                  </a:lnTo>
                  <a:lnTo>
                    <a:pt x="283217" y="287487"/>
                  </a:lnTo>
                  <a:lnTo>
                    <a:pt x="286967" y="283754"/>
                  </a:lnTo>
                  <a:lnTo>
                    <a:pt x="290597" y="279904"/>
                  </a:lnTo>
                  <a:lnTo>
                    <a:pt x="294104" y="275940"/>
                  </a:lnTo>
                  <a:lnTo>
                    <a:pt x="297483" y="271868"/>
                  </a:lnTo>
                  <a:lnTo>
                    <a:pt x="300731" y="267691"/>
                  </a:lnTo>
                  <a:lnTo>
                    <a:pt x="303846" y="263413"/>
                  </a:lnTo>
                  <a:lnTo>
                    <a:pt x="306824" y="259039"/>
                  </a:lnTo>
                  <a:lnTo>
                    <a:pt x="309662" y="254572"/>
                  </a:lnTo>
                  <a:lnTo>
                    <a:pt x="312357" y="250018"/>
                  </a:lnTo>
                  <a:lnTo>
                    <a:pt x="314907" y="245381"/>
                  </a:lnTo>
                  <a:lnTo>
                    <a:pt x="317308" y="240666"/>
                  </a:lnTo>
                  <a:lnTo>
                    <a:pt x="319559" y="235877"/>
                  </a:lnTo>
                  <a:lnTo>
                    <a:pt x="321658" y="231019"/>
                  </a:lnTo>
                  <a:lnTo>
                    <a:pt x="323601" y="226097"/>
                  </a:lnTo>
                  <a:lnTo>
                    <a:pt x="325388" y="221116"/>
                  </a:lnTo>
                  <a:lnTo>
                    <a:pt x="327016" y="216081"/>
                  </a:lnTo>
                  <a:lnTo>
                    <a:pt x="328485" y="210997"/>
                  </a:lnTo>
                  <a:lnTo>
                    <a:pt x="329791" y="205869"/>
                  </a:lnTo>
                  <a:lnTo>
                    <a:pt x="330934" y="200702"/>
                  </a:lnTo>
                  <a:lnTo>
                    <a:pt x="331914" y="195502"/>
                  </a:lnTo>
                  <a:lnTo>
                    <a:pt x="332728" y="190273"/>
                  </a:lnTo>
                  <a:lnTo>
                    <a:pt x="333377" y="185021"/>
                  </a:lnTo>
                  <a:lnTo>
                    <a:pt x="333858" y="179751"/>
                  </a:lnTo>
                  <a:lnTo>
                    <a:pt x="334173" y="174469"/>
                  </a:lnTo>
                  <a:lnTo>
                    <a:pt x="334321" y="169179"/>
                  </a:lnTo>
                  <a:lnTo>
                    <a:pt x="334301" y="163888"/>
                  </a:lnTo>
                  <a:lnTo>
                    <a:pt x="334113" y="158599"/>
                  </a:lnTo>
                  <a:lnTo>
                    <a:pt x="333758" y="153319"/>
                  </a:lnTo>
                  <a:lnTo>
                    <a:pt x="333236" y="148053"/>
                  </a:lnTo>
                  <a:lnTo>
                    <a:pt x="332548" y="142807"/>
                  </a:lnTo>
                  <a:lnTo>
                    <a:pt x="331694" y="137584"/>
                  </a:lnTo>
                  <a:lnTo>
                    <a:pt x="330676" y="132391"/>
                  </a:lnTo>
                  <a:lnTo>
                    <a:pt x="329493" y="127234"/>
                  </a:lnTo>
                  <a:lnTo>
                    <a:pt x="328148" y="122116"/>
                  </a:lnTo>
                  <a:lnTo>
                    <a:pt x="326641" y="117043"/>
                  </a:lnTo>
                  <a:lnTo>
                    <a:pt x="324975" y="112020"/>
                  </a:lnTo>
                  <a:lnTo>
                    <a:pt x="323150" y="107053"/>
                  </a:lnTo>
                  <a:lnTo>
                    <a:pt x="321169" y="102146"/>
                  </a:lnTo>
                  <a:lnTo>
                    <a:pt x="319034" y="97304"/>
                  </a:lnTo>
                  <a:lnTo>
                    <a:pt x="316747" y="92532"/>
                  </a:lnTo>
                  <a:lnTo>
                    <a:pt x="314310" y="87835"/>
                  </a:lnTo>
                  <a:lnTo>
                    <a:pt x="311725" y="83218"/>
                  </a:lnTo>
                  <a:lnTo>
                    <a:pt x="308995" y="78684"/>
                  </a:lnTo>
                  <a:lnTo>
                    <a:pt x="306124" y="74239"/>
                  </a:lnTo>
                  <a:lnTo>
                    <a:pt x="303113" y="69888"/>
                  </a:lnTo>
                  <a:lnTo>
                    <a:pt x="299966" y="65634"/>
                  </a:lnTo>
                  <a:lnTo>
                    <a:pt x="296685" y="61481"/>
                  </a:lnTo>
                  <a:lnTo>
                    <a:pt x="293275" y="57435"/>
                  </a:lnTo>
                  <a:lnTo>
                    <a:pt x="289739" y="53498"/>
                  </a:lnTo>
                  <a:lnTo>
                    <a:pt x="286080" y="49675"/>
                  </a:lnTo>
                  <a:lnTo>
                    <a:pt x="282302" y="45970"/>
                  </a:lnTo>
                  <a:lnTo>
                    <a:pt x="278408" y="42387"/>
                  </a:lnTo>
                  <a:lnTo>
                    <a:pt x="274403" y="38928"/>
                  </a:lnTo>
                  <a:lnTo>
                    <a:pt x="270290" y="35598"/>
                  </a:lnTo>
                  <a:lnTo>
                    <a:pt x="266074" y="32400"/>
                  </a:lnTo>
                  <a:lnTo>
                    <a:pt x="261759" y="29337"/>
                  </a:lnTo>
                  <a:lnTo>
                    <a:pt x="257349" y="26412"/>
                  </a:lnTo>
                  <a:lnTo>
                    <a:pt x="252849" y="23628"/>
                  </a:lnTo>
                  <a:lnTo>
                    <a:pt x="248263" y="20988"/>
                  </a:lnTo>
                  <a:lnTo>
                    <a:pt x="243595" y="18495"/>
                  </a:lnTo>
                  <a:lnTo>
                    <a:pt x="238851" y="16150"/>
                  </a:lnTo>
                  <a:lnTo>
                    <a:pt x="234035" y="13957"/>
                  </a:lnTo>
                  <a:lnTo>
                    <a:pt x="229153" y="11917"/>
                  </a:lnTo>
                  <a:lnTo>
                    <a:pt x="224208" y="10033"/>
                  </a:lnTo>
                  <a:lnTo>
                    <a:pt x="219206" y="8306"/>
                  </a:lnTo>
                  <a:lnTo>
                    <a:pt x="214151" y="6739"/>
                  </a:lnTo>
                  <a:lnTo>
                    <a:pt x="209050" y="5332"/>
                  </a:lnTo>
                  <a:lnTo>
                    <a:pt x="203907" y="4087"/>
                  </a:lnTo>
                  <a:lnTo>
                    <a:pt x="198727" y="3006"/>
                  </a:lnTo>
                  <a:lnTo>
                    <a:pt x="193515" y="2089"/>
                  </a:lnTo>
                  <a:lnTo>
                    <a:pt x="188277" y="1338"/>
                  </a:lnTo>
                  <a:lnTo>
                    <a:pt x="183017" y="753"/>
                  </a:lnTo>
                  <a:lnTo>
                    <a:pt x="177742" y="334"/>
                  </a:lnTo>
                  <a:lnTo>
                    <a:pt x="172456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242" y="0"/>
                  </a:moveTo>
                  <a:lnTo>
                    <a:pt x="0" y="0"/>
                  </a:lnTo>
                  <a:lnTo>
                    <a:pt x="24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321569" y="5018213"/>
              <a:ext cx="334315" cy="334332"/>
            </a:xfrm>
            <a:custGeom>
              <a:avLst/>
              <a:pathLst>
                <a:path w="334315" h="334332">
                  <a:moveTo>
                    <a:pt x="166908" y="0"/>
                  </a:moveTo>
                  <a:lnTo>
                    <a:pt x="161617" y="91"/>
                  </a:lnTo>
                  <a:lnTo>
                    <a:pt x="156330" y="350"/>
                  </a:lnTo>
                  <a:lnTo>
                    <a:pt x="151055" y="776"/>
                  </a:lnTo>
                  <a:lnTo>
                    <a:pt x="145796" y="1369"/>
                  </a:lnTo>
                  <a:lnTo>
                    <a:pt x="140558" y="2128"/>
                  </a:lnTo>
                  <a:lnTo>
                    <a:pt x="135347" y="3053"/>
                  </a:lnTo>
                  <a:lnTo>
                    <a:pt x="130168" y="4142"/>
                  </a:lnTo>
                  <a:lnTo>
                    <a:pt x="125026" y="5394"/>
                  </a:lnTo>
                  <a:lnTo>
                    <a:pt x="119926" y="6809"/>
                  </a:lnTo>
                  <a:lnTo>
                    <a:pt x="114873" y="8384"/>
                  </a:lnTo>
                  <a:lnTo>
                    <a:pt x="109873" y="10119"/>
                  </a:lnTo>
                  <a:lnTo>
                    <a:pt x="104930" y="12010"/>
                  </a:lnTo>
                  <a:lnTo>
                    <a:pt x="100050" y="14058"/>
                  </a:lnTo>
                  <a:lnTo>
                    <a:pt x="95236" y="16259"/>
                  </a:lnTo>
                  <a:lnTo>
                    <a:pt x="90495" y="18611"/>
                  </a:lnTo>
                  <a:lnTo>
                    <a:pt x="85831" y="21112"/>
                  </a:lnTo>
                  <a:lnTo>
                    <a:pt x="81248" y="23759"/>
                  </a:lnTo>
                  <a:lnTo>
                    <a:pt x="76752" y="26551"/>
                  </a:lnTo>
                  <a:lnTo>
                    <a:pt x="72346" y="29483"/>
                  </a:lnTo>
                  <a:lnTo>
                    <a:pt x="68035" y="32553"/>
                  </a:lnTo>
                  <a:lnTo>
                    <a:pt x="63823" y="35758"/>
                  </a:lnTo>
                  <a:lnTo>
                    <a:pt x="59715" y="39095"/>
                  </a:lnTo>
                  <a:lnTo>
                    <a:pt x="55715" y="42560"/>
                  </a:lnTo>
                  <a:lnTo>
                    <a:pt x="51826" y="46150"/>
                  </a:lnTo>
                  <a:lnTo>
                    <a:pt x="48053" y="49861"/>
                  </a:lnTo>
                  <a:lnTo>
                    <a:pt x="44399" y="53690"/>
                  </a:lnTo>
                  <a:lnTo>
                    <a:pt x="40869" y="57633"/>
                  </a:lnTo>
                  <a:lnTo>
                    <a:pt x="37464" y="61686"/>
                  </a:lnTo>
                  <a:lnTo>
                    <a:pt x="34190" y="65844"/>
                  </a:lnTo>
                  <a:lnTo>
                    <a:pt x="31050" y="70103"/>
                  </a:lnTo>
                  <a:lnTo>
                    <a:pt x="28045" y="74461"/>
                  </a:lnTo>
                  <a:lnTo>
                    <a:pt x="25180" y="78911"/>
                  </a:lnTo>
                  <a:lnTo>
                    <a:pt x="22457" y="83449"/>
                  </a:lnTo>
                  <a:lnTo>
                    <a:pt x="19880" y="88071"/>
                  </a:lnTo>
                  <a:lnTo>
                    <a:pt x="17450" y="92773"/>
                  </a:lnTo>
                  <a:lnTo>
                    <a:pt x="15170" y="97549"/>
                  </a:lnTo>
                  <a:lnTo>
                    <a:pt x="13042" y="102395"/>
                  </a:lnTo>
                  <a:lnTo>
                    <a:pt x="11069" y="107306"/>
                  </a:lnTo>
                  <a:lnTo>
                    <a:pt x="9252" y="112277"/>
                  </a:lnTo>
                  <a:lnTo>
                    <a:pt x="7594" y="117303"/>
                  </a:lnTo>
                  <a:lnTo>
                    <a:pt x="6095" y="122379"/>
                  </a:lnTo>
                  <a:lnTo>
                    <a:pt x="4758" y="127500"/>
                  </a:lnTo>
                  <a:lnTo>
                    <a:pt x="3584" y="132660"/>
                  </a:lnTo>
                  <a:lnTo>
                    <a:pt x="2574" y="137855"/>
                  </a:lnTo>
                  <a:lnTo>
                    <a:pt x="1728" y="143080"/>
                  </a:lnTo>
                  <a:lnTo>
                    <a:pt x="1049" y="148329"/>
                  </a:lnTo>
                  <a:lnTo>
                    <a:pt x="536" y="153596"/>
                  </a:lnTo>
                  <a:lnTo>
                    <a:pt x="189" y="158877"/>
                  </a:lnTo>
                  <a:lnTo>
                    <a:pt x="11" y="164167"/>
                  </a:lnTo>
                  <a:lnTo>
                    <a:pt x="0" y="169459"/>
                  </a:lnTo>
                  <a:lnTo>
                    <a:pt x="156" y="174749"/>
                  </a:lnTo>
                  <a:lnTo>
                    <a:pt x="480" y="180032"/>
                  </a:lnTo>
                  <a:lnTo>
                    <a:pt x="970" y="185302"/>
                  </a:lnTo>
                  <a:lnTo>
                    <a:pt x="1628" y="190553"/>
                  </a:lnTo>
                  <a:lnTo>
                    <a:pt x="2451" y="195781"/>
                  </a:lnTo>
                  <a:lnTo>
                    <a:pt x="3439" y="200981"/>
                  </a:lnTo>
                  <a:lnTo>
                    <a:pt x="4592" y="206146"/>
                  </a:lnTo>
                  <a:lnTo>
                    <a:pt x="5907" y="211273"/>
                  </a:lnTo>
                  <a:lnTo>
                    <a:pt x="7384" y="216355"/>
                  </a:lnTo>
                  <a:lnTo>
                    <a:pt x="9021" y="221388"/>
                  </a:lnTo>
                  <a:lnTo>
                    <a:pt x="10817" y="226366"/>
                  </a:lnTo>
                  <a:lnTo>
                    <a:pt x="12769" y="231286"/>
                  </a:lnTo>
                  <a:lnTo>
                    <a:pt x="14877" y="236140"/>
                  </a:lnTo>
                  <a:lnTo>
                    <a:pt x="17136" y="240926"/>
                  </a:lnTo>
                  <a:lnTo>
                    <a:pt x="19546" y="245638"/>
                  </a:lnTo>
                  <a:lnTo>
                    <a:pt x="22104" y="250271"/>
                  </a:lnTo>
                  <a:lnTo>
                    <a:pt x="24808" y="254821"/>
                  </a:lnTo>
                  <a:lnTo>
                    <a:pt x="27654" y="259283"/>
                  </a:lnTo>
                  <a:lnTo>
                    <a:pt x="30640" y="263653"/>
                  </a:lnTo>
                  <a:lnTo>
                    <a:pt x="33763" y="267926"/>
                  </a:lnTo>
                  <a:lnTo>
                    <a:pt x="37019" y="272098"/>
                  </a:lnTo>
                  <a:lnTo>
                    <a:pt x="40406" y="276165"/>
                  </a:lnTo>
                  <a:lnTo>
                    <a:pt x="43920" y="280123"/>
                  </a:lnTo>
                  <a:lnTo>
                    <a:pt x="47558" y="283967"/>
                  </a:lnTo>
                  <a:lnTo>
                    <a:pt x="51315" y="287694"/>
                  </a:lnTo>
                  <a:lnTo>
                    <a:pt x="55188" y="291301"/>
                  </a:lnTo>
                  <a:lnTo>
                    <a:pt x="59174" y="294783"/>
                  </a:lnTo>
                  <a:lnTo>
                    <a:pt x="63268" y="298137"/>
                  </a:lnTo>
                  <a:lnTo>
                    <a:pt x="67466" y="301360"/>
                  </a:lnTo>
                  <a:lnTo>
                    <a:pt x="71764" y="304448"/>
                  </a:lnTo>
                  <a:lnTo>
                    <a:pt x="76158" y="307399"/>
                  </a:lnTo>
                  <a:lnTo>
                    <a:pt x="80642" y="310209"/>
                  </a:lnTo>
                  <a:lnTo>
                    <a:pt x="85214" y="312876"/>
                  </a:lnTo>
                  <a:lnTo>
                    <a:pt x="89867" y="315397"/>
                  </a:lnTo>
                  <a:lnTo>
                    <a:pt x="94598" y="317769"/>
                  </a:lnTo>
                  <a:lnTo>
                    <a:pt x="99402" y="319990"/>
                  </a:lnTo>
                  <a:lnTo>
                    <a:pt x="104274" y="322058"/>
                  </a:lnTo>
                  <a:lnTo>
                    <a:pt x="109209" y="323971"/>
                  </a:lnTo>
                  <a:lnTo>
                    <a:pt x="114202" y="325727"/>
                  </a:lnTo>
                  <a:lnTo>
                    <a:pt x="119247" y="327324"/>
                  </a:lnTo>
                  <a:lnTo>
                    <a:pt x="124341" y="328760"/>
                  </a:lnTo>
                  <a:lnTo>
                    <a:pt x="129478" y="330034"/>
                  </a:lnTo>
                  <a:lnTo>
                    <a:pt x="134653" y="331145"/>
                  </a:lnTo>
                  <a:lnTo>
                    <a:pt x="139860" y="332091"/>
                  </a:lnTo>
                  <a:lnTo>
                    <a:pt x="145094" y="332873"/>
                  </a:lnTo>
                  <a:lnTo>
                    <a:pt x="150351" y="333488"/>
                  </a:lnTo>
                  <a:lnTo>
                    <a:pt x="155624" y="333936"/>
                  </a:lnTo>
                  <a:lnTo>
                    <a:pt x="160909" y="334218"/>
                  </a:lnTo>
                  <a:lnTo>
                    <a:pt x="166201" y="334332"/>
                  </a:lnTo>
                  <a:lnTo>
                    <a:pt x="171493" y="334278"/>
                  </a:lnTo>
                  <a:lnTo>
                    <a:pt x="176781" y="334057"/>
                  </a:lnTo>
                  <a:lnTo>
                    <a:pt x="182059" y="333668"/>
                  </a:lnTo>
                  <a:lnTo>
                    <a:pt x="187322" y="333113"/>
                  </a:lnTo>
                  <a:lnTo>
                    <a:pt x="192565" y="332391"/>
                  </a:lnTo>
                  <a:lnTo>
                    <a:pt x="197783" y="331504"/>
                  </a:lnTo>
                  <a:lnTo>
                    <a:pt x="202970" y="330452"/>
                  </a:lnTo>
                  <a:lnTo>
                    <a:pt x="208121" y="329236"/>
                  </a:lnTo>
                  <a:lnTo>
                    <a:pt x="213231" y="327858"/>
                  </a:lnTo>
                  <a:lnTo>
                    <a:pt x="218294" y="326319"/>
                  </a:lnTo>
                  <a:lnTo>
                    <a:pt x="223307" y="324620"/>
                  </a:lnTo>
                  <a:lnTo>
                    <a:pt x="228263" y="322763"/>
                  </a:lnTo>
                  <a:lnTo>
                    <a:pt x="233158" y="320751"/>
                  </a:lnTo>
                  <a:lnTo>
                    <a:pt x="237987" y="318584"/>
                  </a:lnTo>
                  <a:lnTo>
                    <a:pt x="242744" y="316266"/>
                  </a:lnTo>
                  <a:lnTo>
                    <a:pt x="247426" y="313798"/>
                  </a:lnTo>
                  <a:lnTo>
                    <a:pt x="252028" y="311184"/>
                  </a:lnTo>
                  <a:lnTo>
                    <a:pt x="256544" y="308425"/>
                  </a:lnTo>
                  <a:lnTo>
                    <a:pt x="260971" y="305524"/>
                  </a:lnTo>
                  <a:lnTo>
                    <a:pt x="265304" y="302485"/>
                  </a:lnTo>
                  <a:lnTo>
                    <a:pt x="269538" y="299310"/>
                  </a:lnTo>
                  <a:lnTo>
                    <a:pt x="273670" y="296002"/>
                  </a:lnTo>
                  <a:lnTo>
                    <a:pt x="277695" y="292566"/>
                  </a:lnTo>
                  <a:lnTo>
                    <a:pt x="281610" y="289004"/>
                  </a:lnTo>
                  <a:lnTo>
                    <a:pt x="285409" y="285319"/>
                  </a:lnTo>
                  <a:lnTo>
                    <a:pt x="289090" y="281517"/>
                  </a:lnTo>
                  <a:lnTo>
                    <a:pt x="292649" y="277599"/>
                  </a:lnTo>
                  <a:lnTo>
                    <a:pt x="296082" y="273571"/>
                  </a:lnTo>
                  <a:lnTo>
                    <a:pt x="299385" y="269436"/>
                  </a:lnTo>
                  <a:lnTo>
                    <a:pt x="302556" y="265199"/>
                  </a:lnTo>
                  <a:lnTo>
                    <a:pt x="305592" y="260864"/>
                  </a:lnTo>
                  <a:lnTo>
                    <a:pt x="308489" y="256434"/>
                  </a:lnTo>
                  <a:lnTo>
                    <a:pt x="311244" y="251915"/>
                  </a:lnTo>
                  <a:lnTo>
                    <a:pt x="313854" y="247312"/>
                  </a:lnTo>
                  <a:lnTo>
                    <a:pt x="316318" y="242627"/>
                  </a:lnTo>
                  <a:lnTo>
                    <a:pt x="318632" y="237868"/>
                  </a:lnTo>
                  <a:lnTo>
                    <a:pt x="320794" y="233037"/>
                  </a:lnTo>
                  <a:lnTo>
                    <a:pt x="322802" y="228140"/>
                  </a:lnTo>
                  <a:lnTo>
                    <a:pt x="324654" y="223182"/>
                  </a:lnTo>
                  <a:lnTo>
                    <a:pt x="326349" y="218168"/>
                  </a:lnTo>
                  <a:lnTo>
                    <a:pt x="327883" y="213103"/>
                  </a:lnTo>
                  <a:lnTo>
                    <a:pt x="329257" y="207992"/>
                  </a:lnTo>
                  <a:lnTo>
                    <a:pt x="330468" y="202840"/>
                  </a:lnTo>
                  <a:lnTo>
                    <a:pt x="331515" y="197652"/>
                  </a:lnTo>
                  <a:lnTo>
                    <a:pt x="332398" y="192434"/>
                  </a:lnTo>
                  <a:lnTo>
                    <a:pt x="333115" y="187190"/>
                  </a:lnTo>
                  <a:lnTo>
                    <a:pt x="333666" y="181927"/>
                  </a:lnTo>
                  <a:lnTo>
                    <a:pt x="334050" y="176648"/>
                  </a:lnTo>
                  <a:lnTo>
                    <a:pt x="334266" y="171360"/>
                  </a:lnTo>
                  <a:lnTo>
                    <a:pt x="334315" y="166068"/>
                  </a:lnTo>
                  <a:lnTo>
                    <a:pt x="334196" y="160776"/>
                  </a:lnTo>
                  <a:lnTo>
                    <a:pt x="333910" y="155492"/>
                  </a:lnTo>
                  <a:lnTo>
                    <a:pt x="333457" y="150219"/>
                  </a:lnTo>
                  <a:lnTo>
                    <a:pt x="332837" y="144963"/>
                  </a:lnTo>
                  <a:lnTo>
                    <a:pt x="332052" y="139729"/>
                  </a:lnTo>
                  <a:lnTo>
                    <a:pt x="331100" y="134522"/>
                  </a:lnTo>
                  <a:lnTo>
                    <a:pt x="329985" y="129349"/>
                  </a:lnTo>
                  <a:lnTo>
                    <a:pt x="328706" y="124213"/>
                  </a:lnTo>
                  <a:lnTo>
                    <a:pt x="327265" y="119121"/>
                  </a:lnTo>
                  <a:lnTo>
                    <a:pt x="325664" y="114076"/>
                  </a:lnTo>
                  <a:lnTo>
                    <a:pt x="323904" y="109085"/>
                  </a:lnTo>
                  <a:lnTo>
                    <a:pt x="321987" y="104152"/>
                  </a:lnTo>
                  <a:lnTo>
                    <a:pt x="319914" y="99282"/>
                  </a:lnTo>
                  <a:lnTo>
                    <a:pt x="317689" y="94480"/>
                  </a:lnTo>
                  <a:lnTo>
                    <a:pt x="315313" y="89751"/>
                  </a:lnTo>
                  <a:lnTo>
                    <a:pt x="312788" y="85100"/>
                  </a:lnTo>
                  <a:lnTo>
                    <a:pt x="310117" y="80531"/>
                  </a:lnTo>
                  <a:lnTo>
                    <a:pt x="307303" y="76048"/>
                  </a:lnTo>
                  <a:lnTo>
                    <a:pt x="304348" y="71657"/>
                  </a:lnTo>
                  <a:lnTo>
                    <a:pt x="301256" y="67362"/>
                  </a:lnTo>
                  <a:lnTo>
                    <a:pt x="298029" y="63167"/>
                  </a:lnTo>
                  <a:lnTo>
                    <a:pt x="294671" y="59076"/>
                  </a:lnTo>
                  <a:lnTo>
                    <a:pt x="291186" y="55094"/>
                  </a:lnTo>
                  <a:lnTo>
                    <a:pt x="287576" y="51223"/>
                  </a:lnTo>
                  <a:lnTo>
                    <a:pt x="283845" y="47469"/>
                  </a:lnTo>
                  <a:lnTo>
                    <a:pt x="279997" y="43835"/>
                  </a:lnTo>
                  <a:lnTo>
                    <a:pt x="276037" y="40325"/>
                  </a:lnTo>
                  <a:lnTo>
                    <a:pt x="271967" y="36941"/>
                  </a:lnTo>
                  <a:lnTo>
                    <a:pt x="267792" y="33689"/>
                  </a:lnTo>
                  <a:lnTo>
                    <a:pt x="263516" y="30570"/>
                  </a:lnTo>
                  <a:lnTo>
                    <a:pt x="259144" y="27588"/>
                  </a:lnTo>
                  <a:lnTo>
                    <a:pt x="254679" y="24746"/>
                  </a:lnTo>
                  <a:lnTo>
                    <a:pt x="250127" y="22046"/>
                  </a:lnTo>
                  <a:lnTo>
                    <a:pt x="245491" y="19492"/>
                  </a:lnTo>
                  <a:lnTo>
                    <a:pt x="240777" y="17086"/>
                  </a:lnTo>
                  <a:lnTo>
                    <a:pt x="235990" y="14831"/>
                  </a:lnTo>
                  <a:lnTo>
                    <a:pt x="231133" y="12728"/>
                  </a:lnTo>
                  <a:lnTo>
                    <a:pt x="226212" y="10780"/>
                  </a:lnTo>
                  <a:lnTo>
                    <a:pt x="221232" y="8989"/>
                  </a:lnTo>
                  <a:lnTo>
                    <a:pt x="216197" y="7356"/>
                  </a:lnTo>
                  <a:lnTo>
                    <a:pt x="211114" y="5884"/>
                  </a:lnTo>
                  <a:lnTo>
                    <a:pt x="205986" y="4573"/>
                  </a:lnTo>
                  <a:lnTo>
                    <a:pt x="200820" y="3425"/>
                  </a:lnTo>
                  <a:lnTo>
                    <a:pt x="195619" y="2441"/>
                  </a:lnTo>
                  <a:lnTo>
                    <a:pt x="190391" y="1623"/>
                  </a:lnTo>
                  <a:lnTo>
                    <a:pt x="185138" y="970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488720" y="5018213"/>
              <a:ext cx="17987" cy="167167"/>
            </a:xfrm>
            <a:custGeom>
              <a:avLst/>
              <a:pathLst>
                <a:path w="17987" h="167167">
                  <a:moveTo>
                    <a:pt x="17987" y="970"/>
                  </a:moveTo>
                  <a:lnTo>
                    <a:pt x="9006" y="24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798846" y="5269756"/>
              <a:ext cx="165654" cy="167167"/>
            </a:xfrm>
            <a:custGeom>
              <a:avLst/>
              <a:pathLst>
                <a:path w="165654" h="167167">
                  <a:moveTo>
                    <a:pt x="165654" y="0"/>
                  </a:moveTo>
                  <a:lnTo>
                    <a:pt x="160199" y="89"/>
                  </a:lnTo>
                  <a:lnTo>
                    <a:pt x="154749" y="356"/>
                  </a:lnTo>
                  <a:lnTo>
                    <a:pt x="149311" y="800"/>
                  </a:lnTo>
                  <a:lnTo>
                    <a:pt x="143891" y="1422"/>
                  </a:lnTo>
                  <a:lnTo>
                    <a:pt x="138493" y="2221"/>
                  </a:lnTo>
                  <a:lnTo>
                    <a:pt x="133125" y="3195"/>
                  </a:lnTo>
                  <a:lnTo>
                    <a:pt x="127791" y="4344"/>
                  </a:lnTo>
                  <a:lnTo>
                    <a:pt x="122498" y="5666"/>
                  </a:lnTo>
                  <a:lnTo>
                    <a:pt x="117250" y="7161"/>
                  </a:lnTo>
                  <a:lnTo>
                    <a:pt x="112054" y="8825"/>
                  </a:lnTo>
                  <a:lnTo>
                    <a:pt x="106916" y="10659"/>
                  </a:lnTo>
                  <a:lnTo>
                    <a:pt x="101839" y="12659"/>
                  </a:lnTo>
                  <a:lnTo>
                    <a:pt x="96831" y="14824"/>
                  </a:lnTo>
                  <a:lnTo>
                    <a:pt x="91896" y="17151"/>
                  </a:lnTo>
                  <a:lnTo>
                    <a:pt x="87040" y="19638"/>
                  </a:lnTo>
                  <a:lnTo>
                    <a:pt x="82267" y="22282"/>
                  </a:lnTo>
                  <a:lnTo>
                    <a:pt x="77584" y="25081"/>
                  </a:lnTo>
                  <a:lnTo>
                    <a:pt x="72994" y="28030"/>
                  </a:lnTo>
                  <a:lnTo>
                    <a:pt x="68502" y="31128"/>
                  </a:lnTo>
                  <a:lnTo>
                    <a:pt x="64115" y="34371"/>
                  </a:lnTo>
                  <a:lnTo>
                    <a:pt x="59835" y="37756"/>
                  </a:lnTo>
                  <a:lnTo>
                    <a:pt x="55668" y="41278"/>
                  </a:lnTo>
                  <a:lnTo>
                    <a:pt x="51618" y="44934"/>
                  </a:lnTo>
                  <a:lnTo>
                    <a:pt x="47690" y="48721"/>
                  </a:lnTo>
                  <a:lnTo>
                    <a:pt x="43888" y="52634"/>
                  </a:lnTo>
                  <a:lnTo>
                    <a:pt x="40215" y="56668"/>
                  </a:lnTo>
                  <a:lnTo>
                    <a:pt x="36676" y="60821"/>
                  </a:lnTo>
                  <a:lnTo>
                    <a:pt x="33274" y="65086"/>
                  </a:lnTo>
                  <a:lnTo>
                    <a:pt x="30013" y="69461"/>
                  </a:lnTo>
                  <a:lnTo>
                    <a:pt x="26897" y="73940"/>
                  </a:lnTo>
                  <a:lnTo>
                    <a:pt x="23928" y="78517"/>
                  </a:lnTo>
                  <a:lnTo>
                    <a:pt x="21111" y="83190"/>
                  </a:lnTo>
                  <a:lnTo>
                    <a:pt x="18447" y="87952"/>
                  </a:lnTo>
                  <a:lnTo>
                    <a:pt x="15940" y="92798"/>
                  </a:lnTo>
                  <a:lnTo>
                    <a:pt x="13593" y="97723"/>
                  </a:lnTo>
                  <a:lnTo>
                    <a:pt x="11408" y="102722"/>
                  </a:lnTo>
                  <a:lnTo>
                    <a:pt x="9387" y="107790"/>
                  </a:lnTo>
                  <a:lnTo>
                    <a:pt x="7533" y="112922"/>
                  </a:lnTo>
                  <a:lnTo>
                    <a:pt x="5847" y="118111"/>
                  </a:lnTo>
                  <a:lnTo>
                    <a:pt x="4331" y="123352"/>
                  </a:lnTo>
                  <a:lnTo>
                    <a:pt x="2987" y="128640"/>
                  </a:lnTo>
                  <a:lnTo>
                    <a:pt x="1816" y="133969"/>
                  </a:lnTo>
                  <a:lnTo>
                    <a:pt x="820" y="139333"/>
                  </a:lnTo>
                  <a:lnTo>
                    <a:pt x="0" y="144728"/>
                  </a:lnTo>
                  <a:lnTo>
                    <a:pt x="16565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797339" y="5269756"/>
              <a:ext cx="334315" cy="334332"/>
            </a:xfrm>
            <a:custGeom>
              <a:avLst/>
              <a:pathLst>
                <a:path w="334315" h="334332">
                  <a:moveTo>
                    <a:pt x="1507" y="144728"/>
                  </a:moveTo>
                  <a:lnTo>
                    <a:pt x="880" y="149986"/>
                  </a:lnTo>
                  <a:lnTo>
                    <a:pt x="419" y="155261"/>
                  </a:lnTo>
                  <a:lnTo>
                    <a:pt x="125" y="160549"/>
                  </a:lnTo>
                  <a:lnTo>
                    <a:pt x="0" y="165843"/>
                  </a:lnTo>
                  <a:lnTo>
                    <a:pt x="41" y="171138"/>
                  </a:lnTo>
                  <a:lnTo>
                    <a:pt x="251" y="176430"/>
                  </a:lnTo>
                  <a:lnTo>
                    <a:pt x="628" y="181712"/>
                  </a:lnTo>
                  <a:lnTo>
                    <a:pt x="1173" y="186980"/>
                  </a:lnTo>
                  <a:lnTo>
                    <a:pt x="1883" y="192227"/>
                  </a:lnTo>
                  <a:lnTo>
                    <a:pt x="2760" y="197450"/>
                  </a:lnTo>
                  <a:lnTo>
                    <a:pt x="3802" y="202642"/>
                  </a:lnTo>
                  <a:lnTo>
                    <a:pt x="5007" y="207799"/>
                  </a:lnTo>
                  <a:lnTo>
                    <a:pt x="6376" y="212914"/>
                  </a:lnTo>
                  <a:lnTo>
                    <a:pt x="7905" y="217984"/>
                  </a:lnTo>
                  <a:lnTo>
                    <a:pt x="9595" y="223003"/>
                  </a:lnTo>
                  <a:lnTo>
                    <a:pt x="11443" y="227966"/>
                  </a:lnTo>
                  <a:lnTo>
                    <a:pt x="13447" y="232868"/>
                  </a:lnTo>
                  <a:lnTo>
                    <a:pt x="15605" y="237704"/>
                  </a:lnTo>
                  <a:lnTo>
                    <a:pt x="17915" y="242469"/>
                  </a:lnTo>
                  <a:lnTo>
                    <a:pt x="20375" y="247158"/>
                  </a:lnTo>
                  <a:lnTo>
                    <a:pt x="22982" y="251768"/>
                  </a:lnTo>
                  <a:lnTo>
                    <a:pt x="25735" y="256292"/>
                  </a:lnTo>
                  <a:lnTo>
                    <a:pt x="28628" y="260727"/>
                  </a:lnTo>
                  <a:lnTo>
                    <a:pt x="31661" y="265068"/>
                  </a:lnTo>
                  <a:lnTo>
                    <a:pt x="34830" y="269311"/>
                  </a:lnTo>
                  <a:lnTo>
                    <a:pt x="38132" y="273451"/>
                  </a:lnTo>
                  <a:lnTo>
                    <a:pt x="41563" y="277485"/>
                  </a:lnTo>
                  <a:lnTo>
                    <a:pt x="45121" y="281408"/>
                  </a:lnTo>
                  <a:lnTo>
                    <a:pt x="48801" y="285216"/>
                  </a:lnTo>
                  <a:lnTo>
                    <a:pt x="52599" y="288906"/>
                  </a:lnTo>
                  <a:lnTo>
                    <a:pt x="56513" y="292473"/>
                  </a:lnTo>
                  <a:lnTo>
                    <a:pt x="60537" y="295915"/>
                  </a:lnTo>
                  <a:lnTo>
                    <a:pt x="64669" y="299228"/>
                  </a:lnTo>
                  <a:lnTo>
                    <a:pt x="68903" y="302408"/>
                  </a:lnTo>
                  <a:lnTo>
                    <a:pt x="73236" y="305453"/>
                  </a:lnTo>
                  <a:lnTo>
                    <a:pt x="77663" y="308358"/>
                  </a:lnTo>
                  <a:lnTo>
                    <a:pt x="82181" y="311122"/>
                  </a:lnTo>
                  <a:lnTo>
                    <a:pt x="86783" y="313742"/>
                  </a:lnTo>
                  <a:lnTo>
                    <a:pt x="91466" y="316214"/>
                  </a:lnTo>
                  <a:lnTo>
                    <a:pt x="96225" y="318537"/>
                  </a:lnTo>
                  <a:lnTo>
                    <a:pt x="101055" y="320708"/>
                  </a:lnTo>
                  <a:lnTo>
                    <a:pt x="105952" y="322725"/>
                  </a:lnTo>
                  <a:lnTo>
                    <a:pt x="110910" y="324586"/>
                  </a:lnTo>
                  <a:lnTo>
                    <a:pt x="115924" y="326288"/>
                  </a:lnTo>
                  <a:lnTo>
                    <a:pt x="120990" y="327832"/>
                  </a:lnTo>
                  <a:lnTo>
                    <a:pt x="126102" y="329213"/>
                  </a:lnTo>
                  <a:lnTo>
                    <a:pt x="131255" y="330433"/>
                  </a:lnTo>
                  <a:lnTo>
                    <a:pt x="136445" y="331488"/>
                  </a:lnTo>
                  <a:lnTo>
                    <a:pt x="141665" y="332379"/>
                  </a:lnTo>
                  <a:lnTo>
                    <a:pt x="146911" y="333103"/>
                  </a:lnTo>
                  <a:lnTo>
                    <a:pt x="152177" y="333661"/>
                  </a:lnTo>
                  <a:lnTo>
                    <a:pt x="157458" y="334053"/>
                  </a:lnTo>
                  <a:lnTo>
                    <a:pt x="162749" y="334276"/>
                  </a:lnTo>
                  <a:lnTo>
                    <a:pt x="168044" y="334332"/>
                  </a:lnTo>
                  <a:lnTo>
                    <a:pt x="173339" y="334220"/>
                  </a:lnTo>
                  <a:lnTo>
                    <a:pt x="178627" y="333941"/>
                  </a:lnTo>
                  <a:lnTo>
                    <a:pt x="183904" y="333494"/>
                  </a:lnTo>
                  <a:lnTo>
                    <a:pt x="189164" y="332880"/>
                  </a:lnTo>
                  <a:lnTo>
                    <a:pt x="194402" y="332100"/>
                  </a:lnTo>
                  <a:lnTo>
                    <a:pt x="199612" y="331155"/>
                  </a:lnTo>
                  <a:lnTo>
                    <a:pt x="204790" y="330044"/>
                  </a:lnTo>
                  <a:lnTo>
                    <a:pt x="209930" y="328771"/>
                  </a:lnTo>
                  <a:lnTo>
                    <a:pt x="215028" y="327335"/>
                  </a:lnTo>
                  <a:lnTo>
                    <a:pt x="220077" y="325739"/>
                  </a:lnTo>
                  <a:lnTo>
                    <a:pt x="225073" y="323983"/>
                  </a:lnTo>
                  <a:lnTo>
                    <a:pt x="230011" y="322070"/>
                  </a:lnTo>
                  <a:lnTo>
                    <a:pt x="234886" y="320001"/>
                  </a:lnTo>
                  <a:lnTo>
                    <a:pt x="239693" y="317780"/>
                  </a:lnTo>
                  <a:lnTo>
                    <a:pt x="244427" y="315407"/>
                  </a:lnTo>
                  <a:lnTo>
                    <a:pt x="249084" y="312885"/>
                  </a:lnTo>
                  <a:lnTo>
                    <a:pt x="253658" y="310217"/>
                  </a:lnTo>
                  <a:lnTo>
                    <a:pt x="258146" y="307405"/>
                  </a:lnTo>
                  <a:lnTo>
                    <a:pt x="262542" y="304453"/>
                  </a:lnTo>
                  <a:lnTo>
                    <a:pt x="266843" y="301363"/>
                  </a:lnTo>
                  <a:lnTo>
                    <a:pt x="271043" y="298138"/>
                  </a:lnTo>
                  <a:lnTo>
                    <a:pt x="275140" y="294782"/>
                  </a:lnTo>
                  <a:lnTo>
                    <a:pt x="279128" y="291298"/>
                  </a:lnTo>
                  <a:lnTo>
                    <a:pt x="283003" y="287689"/>
                  </a:lnTo>
                  <a:lnTo>
                    <a:pt x="286763" y="283960"/>
                  </a:lnTo>
                  <a:lnTo>
                    <a:pt x="290402" y="280113"/>
                  </a:lnTo>
                  <a:lnTo>
                    <a:pt x="293918" y="276152"/>
                  </a:lnTo>
                  <a:lnTo>
                    <a:pt x="297306" y="272083"/>
                  </a:lnTo>
                  <a:lnTo>
                    <a:pt x="300564" y="267908"/>
                  </a:lnTo>
                  <a:lnTo>
                    <a:pt x="303688" y="263632"/>
                  </a:lnTo>
                  <a:lnTo>
                    <a:pt x="306675" y="259259"/>
                  </a:lnTo>
                  <a:lnTo>
                    <a:pt x="309522" y="254794"/>
                  </a:lnTo>
                  <a:lnTo>
                    <a:pt x="312226" y="250241"/>
                  </a:lnTo>
                  <a:lnTo>
                    <a:pt x="314785" y="245604"/>
                  </a:lnTo>
                  <a:lnTo>
                    <a:pt x="317195" y="240889"/>
                  </a:lnTo>
                  <a:lnTo>
                    <a:pt x="319455" y="236099"/>
                  </a:lnTo>
                  <a:lnTo>
                    <a:pt x="321562" y="231241"/>
                  </a:lnTo>
                  <a:lnTo>
                    <a:pt x="323514" y="226318"/>
                  </a:lnTo>
                  <a:lnTo>
                    <a:pt x="325309" y="221336"/>
                  </a:lnTo>
                  <a:lnTo>
                    <a:pt x="326946" y="216300"/>
                  </a:lnTo>
                  <a:lnTo>
                    <a:pt x="328422" y="211214"/>
                  </a:lnTo>
                  <a:lnTo>
                    <a:pt x="329736" y="206084"/>
                  </a:lnTo>
                  <a:lnTo>
                    <a:pt x="330887" y="200915"/>
                  </a:lnTo>
                  <a:lnTo>
                    <a:pt x="331874" y="195712"/>
                  </a:lnTo>
                  <a:lnTo>
                    <a:pt x="332695" y="190481"/>
                  </a:lnTo>
                  <a:lnTo>
                    <a:pt x="333351" y="185226"/>
                  </a:lnTo>
                  <a:lnTo>
                    <a:pt x="333839" y="179953"/>
                  </a:lnTo>
                  <a:lnTo>
                    <a:pt x="334161" y="174667"/>
                  </a:lnTo>
                  <a:lnTo>
                    <a:pt x="334315" y="169373"/>
                  </a:lnTo>
                  <a:lnTo>
                    <a:pt x="334301" y="164078"/>
                  </a:lnTo>
                  <a:lnTo>
                    <a:pt x="334119" y="158785"/>
                  </a:lnTo>
                  <a:lnTo>
                    <a:pt x="333770" y="153501"/>
                  </a:lnTo>
                  <a:lnTo>
                    <a:pt x="333253" y="148231"/>
                  </a:lnTo>
                  <a:lnTo>
                    <a:pt x="332570" y="142979"/>
                  </a:lnTo>
                  <a:lnTo>
                    <a:pt x="331721" y="137752"/>
                  </a:lnTo>
                  <a:lnTo>
                    <a:pt x="330707" y="132555"/>
                  </a:lnTo>
                  <a:lnTo>
                    <a:pt x="329528" y="127392"/>
                  </a:lnTo>
                  <a:lnTo>
                    <a:pt x="328187" y="122269"/>
                  </a:lnTo>
                  <a:lnTo>
                    <a:pt x="326684" y="117191"/>
                  </a:lnTo>
                  <a:lnTo>
                    <a:pt x="325021" y="112163"/>
                  </a:lnTo>
                  <a:lnTo>
                    <a:pt x="323200" y="107191"/>
                  </a:lnTo>
                  <a:lnTo>
                    <a:pt x="321222" y="102278"/>
                  </a:lnTo>
                  <a:lnTo>
                    <a:pt x="319089" y="97431"/>
                  </a:lnTo>
                  <a:lnTo>
                    <a:pt x="316804" y="92654"/>
                  </a:lnTo>
                  <a:lnTo>
                    <a:pt x="314369" y="87952"/>
                  </a:lnTo>
                  <a:lnTo>
                    <a:pt x="311786" y="83329"/>
                  </a:lnTo>
                  <a:lnTo>
                    <a:pt x="309058" y="78790"/>
                  </a:lnTo>
                  <a:lnTo>
                    <a:pt x="306187" y="74340"/>
                  </a:lnTo>
                  <a:lnTo>
                    <a:pt x="303177" y="69983"/>
                  </a:lnTo>
                  <a:lnTo>
                    <a:pt x="300030" y="65723"/>
                  </a:lnTo>
                  <a:lnTo>
                    <a:pt x="296751" y="61565"/>
                  </a:lnTo>
                  <a:lnTo>
                    <a:pt x="293341" y="57514"/>
                  </a:lnTo>
                  <a:lnTo>
                    <a:pt x="289804" y="53572"/>
                  </a:lnTo>
                  <a:lnTo>
                    <a:pt x="286145" y="49744"/>
                  </a:lnTo>
                  <a:lnTo>
                    <a:pt x="282365" y="46035"/>
                  </a:lnTo>
                  <a:lnTo>
                    <a:pt x="278471" y="42446"/>
                  </a:lnTo>
                  <a:lnTo>
                    <a:pt x="274465" y="38983"/>
                  </a:lnTo>
                  <a:lnTo>
                    <a:pt x="270351" y="35649"/>
                  </a:lnTo>
                  <a:lnTo>
                    <a:pt x="266133" y="32446"/>
                  </a:lnTo>
                  <a:lnTo>
                    <a:pt x="261816" y="29379"/>
                  </a:lnTo>
                  <a:lnTo>
                    <a:pt x="257404" y="26450"/>
                  </a:lnTo>
                  <a:lnTo>
                    <a:pt x="252902" y="23662"/>
                  </a:lnTo>
                  <a:lnTo>
                    <a:pt x="248313" y="21018"/>
                  </a:lnTo>
                  <a:lnTo>
                    <a:pt x="243643" y="18521"/>
                  </a:lnTo>
                  <a:lnTo>
                    <a:pt x="238897" y="16173"/>
                  </a:lnTo>
                  <a:lnTo>
                    <a:pt x="234078" y="13977"/>
                  </a:lnTo>
                  <a:lnTo>
                    <a:pt x="229192" y="11934"/>
                  </a:lnTo>
                  <a:lnTo>
                    <a:pt x="224244" y="10047"/>
                  </a:lnTo>
                  <a:lnTo>
                    <a:pt x="219239" y="8318"/>
                  </a:lnTo>
                  <a:lnTo>
                    <a:pt x="214181" y="6748"/>
                  </a:lnTo>
                  <a:lnTo>
                    <a:pt x="209076" y="5340"/>
                  </a:lnTo>
                  <a:lnTo>
                    <a:pt x="203930" y="4093"/>
                  </a:lnTo>
                  <a:lnTo>
                    <a:pt x="198746" y="3010"/>
                  </a:lnTo>
                  <a:lnTo>
                    <a:pt x="193530" y="2092"/>
                  </a:lnTo>
                  <a:lnTo>
                    <a:pt x="188288" y="1340"/>
                  </a:lnTo>
                  <a:lnTo>
                    <a:pt x="183025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78645" y="5399291"/>
              <a:ext cx="7570" cy="167167"/>
            </a:xfrm>
            <a:custGeom>
              <a:avLst/>
              <a:pathLst>
                <a:path w="7570" h="167167">
                  <a:moveTo>
                    <a:pt x="7570" y="0"/>
                  </a:moveTo>
                  <a:lnTo>
                    <a:pt x="0" y="171"/>
                  </a:lnTo>
                  <a:lnTo>
                    <a:pt x="757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8645" y="5399463"/>
              <a:ext cx="7570" cy="166995"/>
            </a:xfrm>
            <a:custGeom>
              <a:avLst/>
              <a:pathLst>
                <a:path w="7570" h="166995">
                  <a:moveTo>
                    <a:pt x="0" y="0"/>
                  </a:moveTo>
                  <a:lnTo>
                    <a:pt x="7570" y="1669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8645" y="5399463"/>
              <a:ext cx="7570" cy="166995"/>
            </a:xfrm>
            <a:custGeom>
              <a:avLst/>
              <a:pathLst>
                <a:path w="7570" h="166995">
                  <a:moveTo>
                    <a:pt x="0" y="0"/>
                  </a:moveTo>
                  <a:lnTo>
                    <a:pt x="7570" y="1669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8645" y="5399463"/>
              <a:ext cx="7570" cy="166995"/>
            </a:xfrm>
            <a:custGeom>
              <a:avLst/>
              <a:pathLst>
                <a:path w="7570" h="166995">
                  <a:moveTo>
                    <a:pt x="0" y="0"/>
                  </a:moveTo>
                  <a:lnTo>
                    <a:pt x="7570" y="1669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8645" y="5399463"/>
              <a:ext cx="7570" cy="166995"/>
            </a:xfrm>
            <a:custGeom>
              <a:avLst/>
              <a:pathLst>
                <a:path w="7570" h="166995">
                  <a:moveTo>
                    <a:pt x="0" y="0"/>
                  </a:moveTo>
                  <a:lnTo>
                    <a:pt x="7570" y="1669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8645" y="5399463"/>
              <a:ext cx="7570" cy="166995"/>
            </a:xfrm>
            <a:custGeom>
              <a:avLst/>
              <a:pathLst>
                <a:path w="7570" h="166995">
                  <a:moveTo>
                    <a:pt x="0" y="0"/>
                  </a:moveTo>
                  <a:lnTo>
                    <a:pt x="7570" y="16699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8645" y="5399463"/>
              <a:ext cx="7570" cy="166995"/>
            </a:xfrm>
            <a:custGeom>
              <a:avLst/>
              <a:pathLst>
                <a:path w="7570" h="166995">
                  <a:moveTo>
                    <a:pt x="0" y="0"/>
                  </a:moveTo>
                  <a:lnTo>
                    <a:pt x="7570" y="16699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319056" y="5399463"/>
              <a:ext cx="334323" cy="334163"/>
            </a:xfrm>
            <a:custGeom>
              <a:avLst/>
              <a:pathLst>
                <a:path w="334323" h="334163">
                  <a:moveTo>
                    <a:pt x="159588" y="0"/>
                  </a:moveTo>
                  <a:lnTo>
                    <a:pt x="154319" y="322"/>
                  </a:lnTo>
                  <a:lnTo>
                    <a:pt x="149063" y="810"/>
                  </a:lnTo>
                  <a:lnTo>
                    <a:pt x="143825" y="1465"/>
                  </a:lnTo>
                  <a:lnTo>
                    <a:pt x="138610" y="2284"/>
                  </a:lnTo>
                  <a:lnTo>
                    <a:pt x="133423" y="3267"/>
                  </a:lnTo>
                  <a:lnTo>
                    <a:pt x="128271" y="4414"/>
                  </a:lnTo>
                  <a:lnTo>
                    <a:pt x="123156" y="5723"/>
                  </a:lnTo>
                  <a:lnTo>
                    <a:pt x="118086" y="7193"/>
                  </a:lnTo>
                  <a:lnTo>
                    <a:pt x="113065" y="8822"/>
                  </a:lnTo>
                  <a:lnTo>
                    <a:pt x="108098" y="10609"/>
                  </a:lnTo>
                  <a:lnTo>
                    <a:pt x="103189" y="12552"/>
                  </a:lnTo>
                  <a:lnTo>
                    <a:pt x="98345" y="14649"/>
                  </a:lnTo>
                  <a:lnTo>
                    <a:pt x="93569" y="16897"/>
                  </a:lnTo>
                  <a:lnTo>
                    <a:pt x="88866" y="19296"/>
                  </a:lnTo>
                  <a:lnTo>
                    <a:pt x="84241" y="21842"/>
                  </a:lnTo>
                  <a:lnTo>
                    <a:pt x="79700" y="24532"/>
                  </a:lnTo>
                  <a:lnTo>
                    <a:pt x="75245" y="27365"/>
                  </a:lnTo>
                  <a:lnTo>
                    <a:pt x="70882" y="30336"/>
                  </a:lnTo>
                  <a:lnTo>
                    <a:pt x="66615" y="33445"/>
                  </a:lnTo>
                  <a:lnTo>
                    <a:pt x="62448" y="36686"/>
                  </a:lnTo>
                  <a:lnTo>
                    <a:pt x="58386" y="40057"/>
                  </a:lnTo>
                  <a:lnTo>
                    <a:pt x="54432" y="43555"/>
                  </a:lnTo>
                  <a:lnTo>
                    <a:pt x="50591" y="47176"/>
                  </a:lnTo>
                  <a:lnTo>
                    <a:pt x="46866" y="50916"/>
                  </a:lnTo>
                  <a:lnTo>
                    <a:pt x="43260" y="54772"/>
                  </a:lnTo>
                  <a:lnTo>
                    <a:pt x="39779" y="58740"/>
                  </a:lnTo>
                  <a:lnTo>
                    <a:pt x="36424" y="62816"/>
                  </a:lnTo>
                  <a:lnTo>
                    <a:pt x="33200" y="66996"/>
                  </a:lnTo>
                  <a:lnTo>
                    <a:pt x="30109" y="71276"/>
                  </a:lnTo>
                  <a:lnTo>
                    <a:pt x="27155" y="75651"/>
                  </a:lnTo>
                  <a:lnTo>
                    <a:pt x="24341" y="80117"/>
                  </a:lnTo>
                  <a:lnTo>
                    <a:pt x="21669" y="84670"/>
                  </a:lnTo>
                  <a:lnTo>
                    <a:pt x="19142" y="89304"/>
                  </a:lnTo>
                  <a:lnTo>
                    <a:pt x="16763" y="94017"/>
                  </a:lnTo>
                  <a:lnTo>
                    <a:pt x="14533" y="98802"/>
                  </a:lnTo>
                  <a:lnTo>
                    <a:pt x="12456" y="103655"/>
                  </a:lnTo>
                  <a:lnTo>
                    <a:pt x="10534" y="108571"/>
                  </a:lnTo>
                  <a:lnTo>
                    <a:pt x="8767" y="113546"/>
                  </a:lnTo>
                  <a:lnTo>
                    <a:pt x="7158" y="118574"/>
                  </a:lnTo>
                  <a:lnTo>
                    <a:pt x="5709" y="123650"/>
                  </a:lnTo>
                  <a:lnTo>
                    <a:pt x="4421" y="128769"/>
                  </a:lnTo>
                  <a:lnTo>
                    <a:pt x="3295" y="133927"/>
                  </a:lnTo>
                  <a:lnTo>
                    <a:pt x="2333" y="139117"/>
                  </a:lnTo>
                  <a:lnTo>
                    <a:pt x="1535" y="144335"/>
                  </a:lnTo>
                  <a:lnTo>
                    <a:pt x="902" y="149576"/>
                  </a:lnTo>
                  <a:lnTo>
                    <a:pt x="435" y="154834"/>
                  </a:lnTo>
                  <a:lnTo>
                    <a:pt x="134" y="160105"/>
                  </a:lnTo>
                  <a:lnTo>
                    <a:pt x="0" y="165382"/>
                  </a:lnTo>
                  <a:lnTo>
                    <a:pt x="32" y="170661"/>
                  </a:lnTo>
                  <a:lnTo>
                    <a:pt x="231" y="175936"/>
                  </a:lnTo>
                  <a:lnTo>
                    <a:pt x="597" y="181202"/>
                  </a:lnTo>
                  <a:lnTo>
                    <a:pt x="1128" y="186454"/>
                  </a:lnTo>
                  <a:lnTo>
                    <a:pt x="1825" y="191687"/>
                  </a:lnTo>
                  <a:lnTo>
                    <a:pt x="2687" y="196895"/>
                  </a:lnTo>
                  <a:lnTo>
                    <a:pt x="3713" y="202073"/>
                  </a:lnTo>
                  <a:lnTo>
                    <a:pt x="4903" y="207217"/>
                  </a:lnTo>
                  <a:lnTo>
                    <a:pt x="6253" y="212320"/>
                  </a:lnTo>
                  <a:lnTo>
                    <a:pt x="7765" y="217378"/>
                  </a:lnTo>
                  <a:lnTo>
                    <a:pt x="9435" y="222386"/>
                  </a:lnTo>
                  <a:lnTo>
                    <a:pt x="11263" y="227338"/>
                  </a:lnTo>
                  <a:lnTo>
                    <a:pt x="13246" y="232230"/>
                  </a:lnTo>
                  <a:lnTo>
                    <a:pt x="15382" y="237058"/>
                  </a:lnTo>
                  <a:lnTo>
                    <a:pt x="17670" y="241815"/>
                  </a:lnTo>
                  <a:lnTo>
                    <a:pt x="20107" y="246498"/>
                  </a:lnTo>
                  <a:lnTo>
                    <a:pt x="22691" y="251101"/>
                  </a:lnTo>
                  <a:lnTo>
                    <a:pt x="25418" y="255621"/>
                  </a:lnTo>
                  <a:lnTo>
                    <a:pt x="28287" y="260052"/>
                  </a:lnTo>
                  <a:lnTo>
                    <a:pt x="31295" y="264391"/>
                  </a:lnTo>
                  <a:lnTo>
                    <a:pt x="34438" y="268632"/>
                  </a:lnTo>
                  <a:lnTo>
                    <a:pt x="37713" y="272772"/>
                  </a:lnTo>
                  <a:lnTo>
                    <a:pt x="41117" y="276806"/>
                  </a:lnTo>
                  <a:lnTo>
                    <a:pt x="44648" y="280731"/>
                  </a:lnTo>
                  <a:lnTo>
                    <a:pt x="48300" y="284543"/>
                  </a:lnTo>
                  <a:lnTo>
                    <a:pt x="52071" y="288237"/>
                  </a:lnTo>
                  <a:lnTo>
                    <a:pt x="55956" y="291811"/>
                  </a:lnTo>
                  <a:lnTo>
                    <a:pt x="59953" y="295260"/>
                  </a:lnTo>
                  <a:lnTo>
                    <a:pt x="64056" y="298581"/>
                  </a:lnTo>
                  <a:lnTo>
                    <a:pt x="68262" y="301771"/>
                  </a:lnTo>
                  <a:lnTo>
                    <a:pt x="72567" y="304826"/>
                  </a:lnTo>
                  <a:lnTo>
                    <a:pt x="76966" y="307744"/>
                  </a:lnTo>
                  <a:lnTo>
                    <a:pt x="81455" y="310522"/>
                  </a:lnTo>
                  <a:lnTo>
                    <a:pt x="86030" y="313156"/>
                  </a:lnTo>
                  <a:lnTo>
                    <a:pt x="90685" y="315645"/>
                  </a:lnTo>
                  <a:lnTo>
                    <a:pt x="95417" y="317985"/>
                  </a:lnTo>
                  <a:lnTo>
                    <a:pt x="100220" y="320175"/>
                  </a:lnTo>
                  <a:lnTo>
                    <a:pt x="105090" y="322213"/>
                  </a:lnTo>
                  <a:lnTo>
                    <a:pt x="110022" y="324095"/>
                  </a:lnTo>
                  <a:lnTo>
                    <a:pt x="115011" y="325821"/>
                  </a:lnTo>
                  <a:lnTo>
                    <a:pt x="120052" y="327388"/>
                  </a:lnTo>
                  <a:lnTo>
                    <a:pt x="125140" y="328796"/>
                  </a:lnTo>
                  <a:lnTo>
                    <a:pt x="130269" y="330042"/>
                  </a:lnTo>
                  <a:lnTo>
                    <a:pt x="135436" y="331125"/>
                  </a:lnTo>
                  <a:lnTo>
                    <a:pt x="140634" y="332045"/>
                  </a:lnTo>
                  <a:lnTo>
                    <a:pt x="145859" y="332800"/>
                  </a:lnTo>
                  <a:lnTo>
                    <a:pt x="151105" y="333390"/>
                  </a:lnTo>
                  <a:lnTo>
                    <a:pt x="156367" y="333814"/>
                  </a:lnTo>
                  <a:lnTo>
                    <a:pt x="161639" y="334072"/>
                  </a:lnTo>
                  <a:lnTo>
                    <a:pt x="166917" y="334163"/>
                  </a:lnTo>
                  <a:lnTo>
                    <a:pt x="172196" y="334087"/>
                  </a:lnTo>
                  <a:lnTo>
                    <a:pt x="177469" y="333845"/>
                  </a:lnTo>
                  <a:lnTo>
                    <a:pt x="182732" y="333436"/>
                  </a:lnTo>
                  <a:lnTo>
                    <a:pt x="187980" y="332861"/>
                  </a:lnTo>
                  <a:lnTo>
                    <a:pt x="193207" y="332121"/>
                  </a:lnTo>
                  <a:lnTo>
                    <a:pt x="198407" y="331216"/>
                  </a:lnTo>
                  <a:lnTo>
                    <a:pt x="203577" y="330148"/>
                  </a:lnTo>
                  <a:lnTo>
                    <a:pt x="208710" y="328917"/>
                  </a:lnTo>
                  <a:lnTo>
                    <a:pt x="213802" y="327524"/>
                  </a:lnTo>
                  <a:lnTo>
                    <a:pt x="218848" y="325971"/>
                  </a:lnTo>
                  <a:lnTo>
                    <a:pt x="223841" y="324260"/>
                  </a:lnTo>
                  <a:lnTo>
                    <a:pt x="228779" y="322392"/>
                  </a:lnTo>
                  <a:lnTo>
                    <a:pt x="233655" y="320368"/>
                  </a:lnTo>
                  <a:lnTo>
                    <a:pt x="238464" y="318192"/>
                  </a:lnTo>
                  <a:lnTo>
                    <a:pt x="243203" y="315866"/>
                  </a:lnTo>
                  <a:lnTo>
                    <a:pt x="247865" y="313390"/>
                  </a:lnTo>
                  <a:lnTo>
                    <a:pt x="252447" y="310769"/>
                  </a:lnTo>
                  <a:lnTo>
                    <a:pt x="256945" y="308004"/>
                  </a:lnTo>
                  <a:lnTo>
                    <a:pt x="261352" y="305099"/>
                  </a:lnTo>
                  <a:lnTo>
                    <a:pt x="265666" y="302056"/>
                  </a:lnTo>
                  <a:lnTo>
                    <a:pt x="269881" y="298879"/>
                  </a:lnTo>
                  <a:lnTo>
                    <a:pt x="273994" y="295569"/>
                  </a:lnTo>
                  <a:lnTo>
                    <a:pt x="278001" y="292132"/>
                  </a:lnTo>
                  <a:lnTo>
                    <a:pt x="281896" y="288570"/>
                  </a:lnTo>
                  <a:lnTo>
                    <a:pt x="285678" y="284886"/>
                  </a:lnTo>
                  <a:lnTo>
                    <a:pt x="289341" y="281085"/>
                  </a:lnTo>
                  <a:lnTo>
                    <a:pt x="292883" y="277171"/>
                  </a:lnTo>
                  <a:lnTo>
                    <a:pt x="296299" y="273146"/>
                  </a:lnTo>
                  <a:lnTo>
                    <a:pt x="299586" y="269015"/>
                  </a:lnTo>
                  <a:lnTo>
                    <a:pt x="302741" y="264783"/>
                  </a:lnTo>
                  <a:lnTo>
                    <a:pt x="305761" y="260454"/>
                  </a:lnTo>
                  <a:lnTo>
                    <a:pt x="308643" y="256031"/>
                  </a:lnTo>
                  <a:lnTo>
                    <a:pt x="311384" y="251519"/>
                  </a:lnTo>
                  <a:lnTo>
                    <a:pt x="313981" y="246923"/>
                  </a:lnTo>
                  <a:lnTo>
                    <a:pt x="316431" y="242247"/>
                  </a:lnTo>
                  <a:lnTo>
                    <a:pt x="318733" y="237496"/>
                  </a:lnTo>
                  <a:lnTo>
                    <a:pt x="320883" y="232675"/>
                  </a:lnTo>
                  <a:lnTo>
                    <a:pt x="322880" y="227789"/>
                  </a:lnTo>
                  <a:lnTo>
                    <a:pt x="324722" y="222842"/>
                  </a:lnTo>
                  <a:lnTo>
                    <a:pt x="326407" y="217839"/>
                  </a:lnTo>
                  <a:lnTo>
                    <a:pt x="327933" y="212785"/>
                  </a:lnTo>
                  <a:lnTo>
                    <a:pt x="329299" y="207686"/>
                  </a:lnTo>
                  <a:lnTo>
                    <a:pt x="330503" y="202546"/>
                  </a:lnTo>
                  <a:lnTo>
                    <a:pt x="331544" y="197371"/>
                  </a:lnTo>
                  <a:lnTo>
                    <a:pt x="332421" y="192165"/>
                  </a:lnTo>
                  <a:lnTo>
                    <a:pt x="333133" y="186935"/>
                  </a:lnTo>
                  <a:lnTo>
                    <a:pt x="333680" y="181684"/>
                  </a:lnTo>
                  <a:lnTo>
                    <a:pt x="334061" y="176419"/>
                  </a:lnTo>
                  <a:lnTo>
                    <a:pt x="334275" y="171144"/>
                  </a:lnTo>
                  <a:lnTo>
                    <a:pt x="334323" y="165866"/>
                  </a:lnTo>
                  <a:lnTo>
                    <a:pt x="334204" y="160588"/>
                  </a:lnTo>
                  <a:lnTo>
                    <a:pt x="333918" y="155317"/>
                  </a:lnTo>
                  <a:lnTo>
                    <a:pt x="333466" y="150057"/>
                  </a:lnTo>
                  <a:lnTo>
                    <a:pt x="332849" y="144815"/>
                  </a:lnTo>
                  <a:lnTo>
                    <a:pt x="332066" y="139594"/>
                  </a:lnTo>
                  <a:lnTo>
                    <a:pt x="331118" y="134401"/>
                  </a:lnTo>
                  <a:lnTo>
                    <a:pt x="330007" y="129240"/>
                  </a:lnTo>
                  <a:lnTo>
                    <a:pt x="328734" y="124117"/>
                  </a:lnTo>
                  <a:lnTo>
                    <a:pt x="327299" y="119037"/>
                  </a:lnTo>
                  <a:lnTo>
                    <a:pt x="325705" y="114004"/>
                  </a:lnTo>
                  <a:lnTo>
                    <a:pt x="323953" y="109025"/>
                  </a:lnTo>
                  <a:lnTo>
                    <a:pt x="322045" y="104103"/>
                  </a:lnTo>
                  <a:lnTo>
                    <a:pt x="319981" y="99244"/>
                  </a:lnTo>
                  <a:lnTo>
                    <a:pt x="317766" y="94452"/>
                  </a:lnTo>
                  <a:lnTo>
                    <a:pt x="315400" y="89733"/>
                  </a:lnTo>
                  <a:lnTo>
                    <a:pt x="312887" y="85091"/>
                  </a:lnTo>
                  <a:lnTo>
                    <a:pt x="310228" y="80530"/>
                  </a:lnTo>
                  <a:lnTo>
                    <a:pt x="307427" y="76056"/>
                  </a:lnTo>
                  <a:lnTo>
                    <a:pt x="304485" y="71673"/>
                  </a:lnTo>
                  <a:lnTo>
                    <a:pt x="301407" y="67384"/>
                  </a:lnTo>
                  <a:lnTo>
                    <a:pt x="298195" y="63195"/>
                  </a:lnTo>
                  <a:lnTo>
                    <a:pt x="294852" y="59109"/>
                  </a:lnTo>
                  <a:lnTo>
                    <a:pt x="291382" y="55131"/>
                  </a:lnTo>
                  <a:lnTo>
                    <a:pt x="287788" y="51265"/>
                  </a:lnTo>
                  <a:lnTo>
                    <a:pt x="284074" y="47513"/>
                  </a:lnTo>
                  <a:lnTo>
                    <a:pt x="280243" y="43881"/>
                  </a:lnTo>
                  <a:lnTo>
                    <a:pt x="276299" y="40372"/>
                  </a:lnTo>
                  <a:lnTo>
                    <a:pt x="272247" y="36989"/>
                  </a:lnTo>
                  <a:lnTo>
                    <a:pt x="268089" y="33736"/>
                  </a:lnTo>
                  <a:lnTo>
                    <a:pt x="263831" y="30616"/>
                  </a:lnTo>
                  <a:lnTo>
                    <a:pt x="259477" y="27631"/>
                  </a:lnTo>
                  <a:lnTo>
                    <a:pt x="255031" y="24786"/>
                  </a:lnTo>
                  <a:lnTo>
                    <a:pt x="250496" y="22082"/>
                  </a:lnTo>
                  <a:lnTo>
                    <a:pt x="245879" y="19523"/>
                  </a:lnTo>
                  <a:lnTo>
                    <a:pt x="241184" y="17111"/>
                  </a:lnTo>
                  <a:lnTo>
                    <a:pt x="236414" y="14848"/>
                  </a:lnTo>
                  <a:lnTo>
                    <a:pt x="231576" y="12738"/>
                  </a:lnTo>
                  <a:lnTo>
                    <a:pt x="226673" y="10781"/>
                  </a:lnTo>
                  <a:lnTo>
                    <a:pt x="221711" y="8979"/>
                  </a:lnTo>
                  <a:lnTo>
                    <a:pt x="216694" y="7336"/>
                  </a:lnTo>
                  <a:lnTo>
                    <a:pt x="211628" y="5851"/>
                  </a:lnTo>
                  <a:lnTo>
                    <a:pt x="206518" y="4527"/>
                  </a:lnTo>
                  <a:lnTo>
                    <a:pt x="201369" y="3366"/>
                  </a:lnTo>
                  <a:lnTo>
                    <a:pt x="196185" y="2367"/>
                  </a:lnTo>
                  <a:lnTo>
                    <a:pt x="190972" y="1533"/>
                  </a:lnTo>
                  <a:lnTo>
                    <a:pt x="167159" y="16699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486215" y="5399291"/>
              <a:ext cx="23813" cy="167167"/>
            </a:xfrm>
            <a:custGeom>
              <a:avLst/>
              <a:pathLst>
                <a:path w="23813" h="167167">
                  <a:moveTo>
                    <a:pt x="23813" y="1704"/>
                  </a:moveTo>
                  <a:lnTo>
                    <a:pt x="15905" y="758"/>
                  </a:lnTo>
                  <a:lnTo>
                    <a:pt x="7961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36279" y="5399291"/>
              <a:ext cx="87264" cy="167167"/>
            </a:xfrm>
            <a:custGeom>
              <a:avLst/>
              <a:pathLst>
                <a:path w="87264" h="167167">
                  <a:moveTo>
                    <a:pt x="87264" y="0"/>
                  </a:moveTo>
                  <a:lnTo>
                    <a:pt x="81527" y="98"/>
                  </a:lnTo>
                  <a:lnTo>
                    <a:pt x="75797" y="393"/>
                  </a:lnTo>
                  <a:lnTo>
                    <a:pt x="70080" y="885"/>
                  </a:lnTo>
                  <a:lnTo>
                    <a:pt x="64384" y="1573"/>
                  </a:lnTo>
                  <a:lnTo>
                    <a:pt x="58714" y="2456"/>
                  </a:lnTo>
                  <a:lnTo>
                    <a:pt x="53078" y="3532"/>
                  </a:lnTo>
                  <a:lnTo>
                    <a:pt x="47482" y="4802"/>
                  </a:lnTo>
                  <a:lnTo>
                    <a:pt x="41933" y="6263"/>
                  </a:lnTo>
                  <a:lnTo>
                    <a:pt x="36438" y="7914"/>
                  </a:lnTo>
                  <a:lnTo>
                    <a:pt x="31002" y="9752"/>
                  </a:lnTo>
                  <a:lnTo>
                    <a:pt x="25633" y="11775"/>
                  </a:lnTo>
                  <a:lnTo>
                    <a:pt x="20337" y="13982"/>
                  </a:lnTo>
                  <a:lnTo>
                    <a:pt x="15119" y="16369"/>
                  </a:lnTo>
                  <a:lnTo>
                    <a:pt x="9986" y="18934"/>
                  </a:lnTo>
                  <a:lnTo>
                    <a:pt x="4944" y="21673"/>
                  </a:lnTo>
                  <a:lnTo>
                    <a:pt x="0" y="24584"/>
                  </a:lnTo>
                  <a:lnTo>
                    <a:pt x="872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36279" y="5423876"/>
              <a:ext cx="87264" cy="142582"/>
            </a:xfrm>
            <a:custGeom>
              <a:avLst/>
              <a:pathLst>
                <a:path w="87264" h="142582">
                  <a:moveTo>
                    <a:pt x="0" y="0"/>
                  </a:moveTo>
                  <a:lnTo>
                    <a:pt x="87264" y="1425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36279" y="5423876"/>
              <a:ext cx="87264" cy="142582"/>
            </a:xfrm>
            <a:custGeom>
              <a:avLst/>
              <a:pathLst>
                <a:path w="87264" h="142582">
                  <a:moveTo>
                    <a:pt x="0" y="0"/>
                  </a:moveTo>
                  <a:lnTo>
                    <a:pt x="87264" y="1425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36279" y="5423876"/>
              <a:ext cx="87264" cy="142582"/>
            </a:xfrm>
            <a:custGeom>
              <a:avLst/>
              <a:pathLst>
                <a:path w="87264" h="142582">
                  <a:moveTo>
                    <a:pt x="0" y="0"/>
                  </a:moveTo>
                  <a:lnTo>
                    <a:pt x="87264" y="1425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36279" y="5423876"/>
              <a:ext cx="87264" cy="142582"/>
            </a:xfrm>
            <a:custGeom>
              <a:avLst/>
              <a:pathLst>
                <a:path w="87264" h="142582">
                  <a:moveTo>
                    <a:pt x="0" y="0"/>
                  </a:moveTo>
                  <a:lnTo>
                    <a:pt x="87264" y="1425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36279" y="5423876"/>
              <a:ext cx="87264" cy="142582"/>
            </a:xfrm>
            <a:custGeom>
              <a:avLst/>
              <a:pathLst>
                <a:path w="87264" h="142582">
                  <a:moveTo>
                    <a:pt x="0" y="0"/>
                  </a:moveTo>
                  <a:lnTo>
                    <a:pt x="87264" y="1425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856376" y="5423876"/>
              <a:ext cx="218622" cy="309746"/>
            </a:xfrm>
            <a:custGeom>
              <a:avLst/>
              <a:pathLst>
                <a:path w="218622" h="309746">
                  <a:moveTo>
                    <a:pt x="79902" y="0"/>
                  </a:moveTo>
                  <a:lnTo>
                    <a:pt x="75395" y="2858"/>
                  </a:lnTo>
                  <a:lnTo>
                    <a:pt x="70982" y="5858"/>
                  </a:lnTo>
                  <a:lnTo>
                    <a:pt x="66667" y="8998"/>
                  </a:lnTo>
                  <a:lnTo>
                    <a:pt x="62454" y="12274"/>
                  </a:lnTo>
                  <a:lnTo>
                    <a:pt x="58348" y="15683"/>
                  </a:lnTo>
                  <a:lnTo>
                    <a:pt x="54352" y="19221"/>
                  </a:lnTo>
                  <a:lnTo>
                    <a:pt x="50472" y="22885"/>
                  </a:lnTo>
                  <a:lnTo>
                    <a:pt x="46711" y="26671"/>
                  </a:lnTo>
                  <a:lnTo>
                    <a:pt x="43072" y="30575"/>
                  </a:lnTo>
                  <a:lnTo>
                    <a:pt x="39560" y="34594"/>
                  </a:lnTo>
                  <a:lnTo>
                    <a:pt x="36178" y="38722"/>
                  </a:lnTo>
                  <a:lnTo>
                    <a:pt x="32930" y="42956"/>
                  </a:lnTo>
                  <a:lnTo>
                    <a:pt x="29818" y="47292"/>
                  </a:lnTo>
                  <a:lnTo>
                    <a:pt x="26846" y="51725"/>
                  </a:lnTo>
                  <a:lnTo>
                    <a:pt x="24018" y="56250"/>
                  </a:lnTo>
                  <a:lnTo>
                    <a:pt x="21335" y="60864"/>
                  </a:lnTo>
                  <a:lnTo>
                    <a:pt x="18801" y="65560"/>
                  </a:lnTo>
                  <a:lnTo>
                    <a:pt x="16418" y="70335"/>
                  </a:lnTo>
                  <a:lnTo>
                    <a:pt x="14188" y="75184"/>
                  </a:lnTo>
                  <a:lnTo>
                    <a:pt x="12115" y="80102"/>
                  </a:lnTo>
                  <a:lnTo>
                    <a:pt x="10199" y="85083"/>
                  </a:lnTo>
                  <a:lnTo>
                    <a:pt x="8444" y="90123"/>
                  </a:lnTo>
                  <a:lnTo>
                    <a:pt x="6850" y="95216"/>
                  </a:lnTo>
                  <a:lnTo>
                    <a:pt x="5420" y="100357"/>
                  </a:lnTo>
                  <a:lnTo>
                    <a:pt x="4155" y="105542"/>
                  </a:lnTo>
                  <a:lnTo>
                    <a:pt x="3055" y="110764"/>
                  </a:lnTo>
                  <a:lnTo>
                    <a:pt x="2123" y="116019"/>
                  </a:lnTo>
                  <a:lnTo>
                    <a:pt x="1360" y="121301"/>
                  </a:lnTo>
                  <a:lnTo>
                    <a:pt x="765" y="126604"/>
                  </a:lnTo>
                  <a:lnTo>
                    <a:pt x="340" y="131924"/>
                  </a:lnTo>
                  <a:lnTo>
                    <a:pt x="84" y="137255"/>
                  </a:lnTo>
                  <a:lnTo>
                    <a:pt x="0" y="142591"/>
                  </a:lnTo>
                  <a:lnTo>
                    <a:pt x="85" y="147927"/>
                  </a:lnTo>
                  <a:lnTo>
                    <a:pt x="341" y="153258"/>
                  </a:lnTo>
                  <a:lnTo>
                    <a:pt x="767" y="158577"/>
                  </a:lnTo>
                  <a:lnTo>
                    <a:pt x="1362" y="163881"/>
                  </a:lnTo>
                  <a:lnTo>
                    <a:pt x="2126" y="169162"/>
                  </a:lnTo>
                  <a:lnTo>
                    <a:pt x="3059" y="174417"/>
                  </a:lnTo>
                  <a:lnTo>
                    <a:pt x="4159" y="179639"/>
                  </a:lnTo>
                  <a:lnTo>
                    <a:pt x="5425" y="184824"/>
                  </a:lnTo>
                  <a:lnTo>
                    <a:pt x="6855" y="189965"/>
                  </a:lnTo>
                  <a:lnTo>
                    <a:pt x="8450" y="195058"/>
                  </a:lnTo>
                  <a:lnTo>
                    <a:pt x="10205" y="200098"/>
                  </a:lnTo>
                  <a:lnTo>
                    <a:pt x="12121" y="205079"/>
                  </a:lnTo>
                  <a:lnTo>
                    <a:pt x="14195" y="209996"/>
                  </a:lnTo>
                  <a:lnTo>
                    <a:pt x="16425" y="214845"/>
                  </a:lnTo>
                  <a:lnTo>
                    <a:pt x="18809" y="219620"/>
                  </a:lnTo>
                  <a:lnTo>
                    <a:pt x="21343" y="224316"/>
                  </a:lnTo>
                  <a:lnTo>
                    <a:pt x="24027" y="228929"/>
                  </a:lnTo>
                  <a:lnTo>
                    <a:pt x="26856" y="233454"/>
                  </a:lnTo>
                  <a:lnTo>
                    <a:pt x="29828" y="237887"/>
                  </a:lnTo>
                  <a:lnTo>
                    <a:pt x="32940" y="242222"/>
                  </a:lnTo>
                  <a:lnTo>
                    <a:pt x="36189" y="246456"/>
                  </a:lnTo>
                  <a:lnTo>
                    <a:pt x="39572" y="250584"/>
                  </a:lnTo>
                  <a:lnTo>
                    <a:pt x="43084" y="254602"/>
                  </a:lnTo>
                  <a:lnTo>
                    <a:pt x="46723" y="258505"/>
                  </a:lnTo>
                  <a:lnTo>
                    <a:pt x="50485" y="262291"/>
                  </a:lnTo>
                  <a:lnTo>
                    <a:pt x="54365" y="265955"/>
                  </a:lnTo>
                  <a:lnTo>
                    <a:pt x="58361" y="269492"/>
                  </a:lnTo>
                  <a:lnTo>
                    <a:pt x="62467" y="272901"/>
                  </a:lnTo>
                  <a:lnTo>
                    <a:pt x="66681" y="276176"/>
                  </a:lnTo>
                  <a:lnTo>
                    <a:pt x="70996" y="279316"/>
                  </a:lnTo>
                  <a:lnTo>
                    <a:pt x="75410" y="282316"/>
                  </a:lnTo>
                  <a:lnTo>
                    <a:pt x="79917" y="285174"/>
                  </a:lnTo>
                  <a:lnTo>
                    <a:pt x="84513" y="287886"/>
                  </a:lnTo>
                  <a:lnTo>
                    <a:pt x="89193" y="290451"/>
                  </a:lnTo>
                  <a:lnTo>
                    <a:pt x="93953" y="292864"/>
                  </a:lnTo>
                  <a:lnTo>
                    <a:pt x="98788" y="295125"/>
                  </a:lnTo>
                  <a:lnTo>
                    <a:pt x="103692" y="297230"/>
                  </a:lnTo>
                  <a:lnTo>
                    <a:pt x="108660" y="299177"/>
                  </a:lnTo>
                  <a:lnTo>
                    <a:pt x="113689" y="300965"/>
                  </a:lnTo>
                  <a:lnTo>
                    <a:pt x="118772" y="302591"/>
                  </a:lnTo>
                  <a:lnTo>
                    <a:pt x="123904" y="304054"/>
                  </a:lnTo>
                  <a:lnTo>
                    <a:pt x="129080" y="305353"/>
                  </a:lnTo>
                  <a:lnTo>
                    <a:pt x="134295" y="306486"/>
                  </a:lnTo>
                  <a:lnTo>
                    <a:pt x="139544" y="307452"/>
                  </a:lnTo>
                  <a:lnTo>
                    <a:pt x="144821" y="308249"/>
                  </a:lnTo>
                  <a:lnTo>
                    <a:pt x="150120" y="308878"/>
                  </a:lnTo>
                  <a:lnTo>
                    <a:pt x="155437" y="309338"/>
                  </a:lnTo>
                  <a:lnTo>
                    <a:pt x="160766" y="309627"/>
                  </a:lnTo>
                  <a:lnTo>
                    <a:pt x="166102" y="309746"/>
                  </a:lnTo>
                  <a:lnTo>
                    <a:pt x="171438" y="309695"/>
                  </a:lnTo>
                  <a:lnTo>
                    <a:pt x="176770" y="309473"/>
                  </a:lnTo>
                  <a:lnTo>
                    <a:pt x="182093" y="309082"/>
                  </a:lnTo>
                  <a:lnTo>
                    <a:pt x="187400" y="308521"/>
                  </a:lnTo>
                  <a:lnTo>
                    <a:pt x="192686" y="307790"/>
                  </a:lnTo>
                  <a:lnTo>
                    <a:pt x="197947" y="306891"/>
                  </a:lnTo>
                  <a:lnTo>
                    <a:pt x="203176" y="305825"/>
                  </a:lnTo>
                  <a:lnTo>
                    <a:pt x="208369" y="304593"/>
                  </a:lnTo>
                  <a:lnTo>
                    <a:pt x="213519" y="303195"/>
                  </a:lnTo>
                  <a:lnTo>
                    <a:pt x="218622" y="301633"/>
                  </a:lnTo>
                  <a:lnTo>
                    <a:pt x="167167" y="1425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023544" y="5399291"/>
              <a:ext cx="167152" cy="326218"/>
            </a:xfrm>
            <a:custGeom>
              <a:avLst/>
              <a:pathLst>
                <a:path w="167152" h="326218">
                  <a:moveTo>
                    <a:pt x="51455" y="326218"/>
                  </a:moveTo>
                  <a:lnTo>
                    <a:pt x="56483" y="324503"/>
                  </a:lnTo>
                  <a:lnTo>
                    <a:pt x="61454" y="322628"/>
                  </a:lnTo>
                  <a:lnTo>
                    <a:pt x="66364" y="320597"/>
                  </a:lnTo>
                  <a:lnTo>
                    <a:pt x="71206" y="318411"/>
                  </a:lnTo>
                  <a:lnTo>
                    <a:pt x="75976" y="316071"/>
                  </a:lnTo>
                  <a:lnTo>
                    <a:pt x="80669" y="313582"/>
                  </a:lnTo>
                  <a:lnTo>
                    <a:pt x="85281" y="310944"/>
                  </a:lnTo>
                  <a:lnTo>
                    <a:pt x="89807" y="308162"/>
                  </a:lnTo>
                  <a:lnTo>
                    <a:pt x="94243" y="305237"/>
                  </a:lnTo>
                  <a:lnTo>
                    <a:pt x="98582" y="302172"/>
                  </a:lnTo>
                  <a:lnTo>
                    <a:pt x="102823" y="298971"/>
                  </a:lnTo>
                  <a:lnTo>
                    <a:pt x="106959" y="295637"/>
                  </a:lnTo>
                  <a:lnTo>
                    <a:pt x="110988" y="292173"/>
                  </a:lnTo>
                  <a:lnTo>
                    <a:pt x="114904" y="288583"/>
                  </a:lnTo>
                  <a:lnTo>
                    <a:pt x="118705" y="284870"/>
                  </a:lnTo>
                  <a:lnTo>
                    <a:pt x="122385" y="281039"/>
                  </a:lnTo>
                  <a:lnTo>
                    <a:pt x="125942" y="277092"/>
                  </a:lnTo>
                  <a:lnTo>
                    <a:pt x="129371" y="273034"/>
                  </a:lnTo>
                  <a:lnTo>
                    <a:pt x="132670" y="268870"/>
                  </a:lnTo>
                  <a:lnTo>
                    <a:pt x="135835" y="264602"/>
                  </a:lnTo>
                  <a:lnTo>
                    <a:pt x="138863" y="260237"/>
                  </a:lnTo>
                  <a:lnTo>
                    <a:pt x="141750" y="255777"/>
                  </a:lnTo>
                  <a:lnTo>
                    <a:pt x="144494" y="251227"/>
                  </a:lnTo>
                  <a:lnTo>
                    <a:pt x="147093" y="246593"/>
                  </a:lnTo>
                  <a:lnTo>
                    <a:pt x="149542" y="241879"/>
                  </a:lnTo>
                  <a:lnTo>
                    <a:pt x="151841" y="237089"/>
                  </a:lnTo>
                  <a:lnTo>
                    <a:pt x="153986" y="232228"/>
                  </a:lnTo>
                  <a:lnTo>
                    <a:pt x="155976" y="227302"/>
                  </a:lnTo>
                  <a:lnTo>
                    <a:pt x="157808" y="222315"/>
                  </a:lnTo>
                  <a:lnTo>
                    <a:pt x="159481" y="217273"/>
                  </a:lnTo>
                  <a:lnTo>
                    <a:pt x="160993" y="212179"/>
                  </a:lnTo>
                  <a:lnTo>
                    <a:pt x="162342" y="207041"/>
                  </a:lnTo>
                  <a:lnTo>
                    <a:pt x="163527" y="201861"/>
                  </a:lnTo>
                  <a:lnTo>
                    <a:pt x="164547" y="196647"/>
                  </a:lnTo>
                  <a:lnTo>
                    <a:pt x="165401" y="191404"/>
                  </a:lnTo>
                  <a:lnTo>
                    <a:pt x="166087" y="186135"/>
                  </a:lnTo>
                  <a:lnTo>
                    <a:pt x="166606" y="180848"/>
                  </a:lnTo>
                  <a:lnTo>
                    <a:pt x="166957" y="175546"/>
                  </a:lnTo>
                  <a:lnTo>
                    <a:pt x="167139" y="170237"/>
                  </a:lnTo>
                  <a:lnTo>
                    <a:pt x="167152" y="164924"/>
                  </a:lnTo>
                  <a:lnTo>
                    <a:pt x="166996" y="159613"/>
                  </a:lnTo>
                  <a:lnTo>
                    <a:pt x="166672" y="154310"/>
                  </a:lnTo>
                  <a:lnTo>
                    <a:pt x="166179" y="149020"/>
                  </a:lnTo>
                  <a:lnTo>
                    <a:pt x="165518" y="143748"/>
                  </a:lnTo>
                  <a:lnTo>
                    <a:pt x="164691" y="138500"/>
                  </a:lnTo>
                  <a:lnTo>
                    <a:pt x="163697" y="133281"/>
                  </a:lnTo>
                  <a:lnTo>
                    <a:pt x="162537" y="128097"/>
                  </a:lnTo>
                  <a:lnTo>
                    <a:pt x="161213" y="122951"/>
                  </a:lnTo>
                  <a:lnTo>
                    <a:pt x="159727" y="117851"/>
                  </a:lnTo>
                  <a:lnTo>
                    <a:pt x="158079" y="112800"/>
                  </a:lnTo>
                  <a:lnTo>
                    <a:pt x="156272" y="107804"/>
                  </a:lnTo>
                  <a:lnTo>
                    <a:pt x="154306" y="102868"/>
                  </a:lnTo>
                  <a:lnTo>
                    <a:pt x="152185" y="97997"/>
                  </a:lnTo>
                  <a:lnTo>
                    <a:pt x="149910" y="93195"/>
                  </a:lnTo>
                  <a:lnTo>
                    <a:pt x="147484" y="88469"/>
                  </a:lnTo>
                  <a:lnTo>
                    <a:pt x="144908" y="83822"/>
                  </a:lnTo>
                  <a:lnTo>
                    <a:pt x="142187" y="79259"/>
                  </a:lnTo>
                  <a:lnTo>
                    <a:pt x="139321" y="74785"/>
                  </a:lnTo>
                  <a:lnTo>
                    <a:pt x="136315" y="70404"/>
                  </a:lnTo>
                  <a:lnTo>
                    <a:pt x="133171" y="66122"/>
                  </a:lnTo>
                  <a:lnTo>
                    <a:pt x="129893" y="61941"/>
                  </a:lnTo>
                  <a:lnTo>
                    <a:pt x="126484" y="57866"/>
                  </a:lnTo>
                  <a:lnTo>
                    <a:pt x="122947" y="53902"/>
                  </a:lnTo>
                  <a:lnTo>
                    <a:pt x="119285" y="50052"/>
                  </a:lnTo>
                  <a:lnTo>
                    <a:pt x="115503" y="46321"/>
                  </a:lnTo>
                  <a:lnTo>
                    <a:pt x="111605" y="42711"/>
                  </a:lnTo>
                  <a:lnTo>
                    <a:pt x="107593" y="39227"/>
                  </a:lnTo>
                  <a:lnTo>
                    <a:pt x="103473" y="35873"/>
                  </a:lnTo>
                  <a:lnTo>
                    <a:pt x="99249" y="32651"/>
                  </a:lnTo>
                  <a:lnTo>
                    <a:pt x="94924" y="29565"/>
                  </a:lnTo>
                  <a:lnTo>
                    <a:pt x="90503" y="26618"/>
                  </a:lnTo>
                  <a:lnTo>
                    <a:pt x="85991" y="23813"/>
                  </a:lnTo>
                  <a:lnTo>
                    <a:pt x="81392" y="21153"/>
                  </a:lnTo>
                  <a:lnTo>
                    <a:pt x="76711" y="18640"/>
                  </a:lnTo>
                  <a:lnTo>
                    <a:pt x="71953" y="16277"/>
                  </a:lnTo>
                  <a:lnTo>
                    <a:pt x="67121" y="14067"/>
                  </a:lnTo>
                  <a:lnTo>
                    <a:pt x="62222" y="12011"/>
                  </a:lnTo>
                  <a:lnTo>
                    <a:pt x="57260" y="10112"/>
                  </a:lnTo>
                  <a:lnTo>
                    <a:pt x="52241" y="8372"/>
                  </a:lnTo>
                  <a:lnTo>
                    <a:pt x="47168" y="6792"/>
                  </a:lnTo>
                  <a:lnTo>
                    <a:pt x="42048" y="5374"/>
                  </a:lnTo>
                  <a:lnTo>
                    <a:pt x="36885" y="4120"/>
                  </a:lnTo>
                  <a:lnTo>
                    <a:pt x="31685" y="3030"/>
                  </a:lnTo>
                  <a:lnTo>
                    <a:pt x="26453" y="2106"/>
                  </a:lnTo>
                  <a:lnTo>
                    <a:pt x="21195" y="1349"/>
                  </a:lnTo>
                  <a:lnTo>
                    <a:pt x="15915" y="759"/>
                  </a:lnTo>
                  <a:lnTo>
                    <a:pt x="10619" y="337"/>
                  </a:lnTo>
                  <a:lnTo>
                    <a:pt x="5312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12783" y="5269756"/>
              <a:ext cx="32474" cy="167167"/>
            </a:xfrm>
            <a:custGeom>
              <a:avLst/>
              <a:pathLst>
                <a:path w="32474" h="167167">
                  <a:moveTo>
                    <a:pt x="32474" y="0"/>
                  </a:moveTo>
                  <a:lnTo>
                    <a:pt x="25940" y="127"/>
                  </a:lnTo>
                  <a:lnTo>
                    <a:pt x="19415" y="510"/>
                  </a:lnTo>
                  <a:lnTo>
                    <a:pt x="12910" y="1148"/>
                  </a:lnTo>
                  <a:lnTo>
                    <a:pt x="6435" y="2040"/>
                  </a:lnTo>
                  <a:lnTo>
                    <a:pt x="0" y="3184"/>
                  </a:lnTo>
                  <a:lnTo>
                    <a:pt x="3247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12783" y="5272940"/>
              <a:ext cx="32474" cy="163982"/>
            </a:xfrm>
            <a:custGeom>
              <a:avLst/>
              <a:pathLst>
                <a:path w="32474" h="163982">
                  <a:moveTo>
                    <a:pt x="0" y="0"/>
                  </a:moveTo>
                  <a:lnTo>
                    <a:pt x="32474" y="1639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12783" y="5272940"/>
              <a:ext cx="32474" cy="163982"/>
            </a:xfrm>
            <a:custGeom>
              <a:avLst/>
              <a:pathLst>
                <a:path w="32474" h="163982">
                  <a:moveTo>
                    <a:pt x="0" y="0"/>
                  </a:moveTo>
                  <a:lnTo>
                    <a:pt x="32474" y="1639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12783" y="5272940"/>
              <a:ext cx="32474" cy="163982"/>
            </a:xfrm>
            <a:custGeom>
              <a:avLst/>
              <a:pathLst>
                <a:path w="32474" h="163982">
                  <a:moveTo>
                    <a:pt x="0" y="0"/>
                  </a:moveTo>
                  <a:lnTo>
                    <a:pt x="32474" y="1639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12783" y="5272940"/>
              <a:ext cx="32474" cy="163982"/>
            </a:xfrm>
            <a:custGeom>
              <a:avLst/>
              <a:pathLst>
                <a:path w="32474" h="163982">
                  <a:moveTo>
                    <a:pt x="0" y="0"/>
                  </a:moveTo>
                  <a:lnTo>
                    <a:pt x="32474" y="1639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381226" y="5272940"/>
              <a:ext cx="164031" cy="163982"/>
            </a:xfrm>
            <a:custGeom>
              <a:avLst/>
              <a:pathLst>
                <a:path w="164031" h="163982">
                  <a:moveTo>
                    <a:pt x="131556" y="0"/>
                  </a:moveTo>
                  <a:lnTo>
                    <a:pt x="126194" y="1153"/>
                  </a:lnTo>
                  <a:lnTo>
                    <a:pt x="120872" y="2482"/>
                  </a:lnTo>
                  <a:lnTo>
                    <a:pt x="115597" y="3985"/>
                  </a:lnTo>
                  <a:lnTo>
                    <a:pt x="110374" y="5660"/>
                  </a:lnTo>
                  <a:lnTo>
                    <a:pt x="105209" y="7506"/>
                  </a:lnTo>
                  <a:lnTo>
                    <a:pt x="100107" y="9520"/>
                  </a:lnTo>
                  <a:lnTo>
                    <a:pt x="95073" y="11700"/>
                  </a:lnTo>
                  <a:lnTo>
                    <a:pt x="90114" y="14045"/>
                  </a:lnTo>
                  <a:lnTo>
                    <a:pt x="85235" y="16550"/>
                  </a:lnTo>
                  <a:lnTo>
                    <a:pt x="80441" y="19215"/>
                  </a:lnTo>
                  <a:lnTo>
                    <a:pt x="75736" y="22035"/>
                  </a:lnTo>
                  <a:lnTo>
                    <a:pt x="71127" y="25008"/>
                  </a:lnTo>
                  <a:lnTo>
                    <a:pt x="66617" y="28131"/>
                  </a:lnTo>
                  <a:lnTo>
                    <a:pt x="62213" y="31400"/>
                  </a:lnTo>
                  <a:lnTo>
                    <a:pt x="57918" y="34812"/>
                  </a:lnTo>
                  <a:lnTo>
                    <a:pt x="53737" y="38363"/>
                  </a:lnTo>
                  <a:lnTo>
                    <a:pt x="49675" y="42049"/>
                  </a:lnTo>
                  <a:lnTo>
                    <a:pt x="45737" y="45867"/>
                  </a:lnTo>
                  <a:lnTo>
                    <a:pt x="41925" y="49811"/>
                  </a:lnTo>
                  <a:lnTo>
                    <a:pt x="38245" y="53879"/>
                  </a:lnTo>
                  <a:lnTo>
                    <a:pt x="34701" y="58065"/>
                  </a:lnTo>
                  <a:lnTo>
                    <a:pt x="31295" y="62365"/>
                  </a:lnTo>
                  <a:lnTo>
                    <a:pt x="28033" y="66774"/>
                  </a:lnTo>
                  <a:lnTo>
                    <a:pt x="24917" y="71288"/>
                  </a:lnTo>
                  <a:lnTo>
                    <a:pt x="21951" y="75902"/>
                  </a:lnTo>
                  <a:lnTo>
                    <a:pt x="19137" y="80611"/>
                  </a:lnTo>
                  <a:lnTo>
                    <a:pt x="16480" y="85409"/>
                  </a:lnTo>
                  <a:lnTo>
                    <a:pt x="13982" y="90293"/>
                  </a:lnTo>
                  <a:lnTo>
                    <a:pt x="11645" y="95255"/>
                  </a:lnTo>
                  <a:lnTo>
                    <a:pt x="9472" y="100292"/>
                  </a:lnTo>
                  <a:lnTo>
                    <a:pt x="7466" y="105397"/>
                  </a:lnTo>
                  <a:lnTo>
                    <a:pt x="5628" y="110565"/>
                  </a:lnTo>
                  <a:lnTo>
                    <a:pt x="3961" y="115790"/>
                  </a:lnTo>
                  <a:lnTo>
                    <a:pt x="2466" y="121068"/>
                  </a:lnTo>
                  <a:lnTo>
                    <a:pt x="1145" y="126391"/>
                  </a:lnTo>
                  <a:lnTo>
                    <a:pt x="0" y="131756"/>
                  </a:lnTo>
                  <a:lnTo>
                    <a:pt x="164031" y="1639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378092" y="5269756"/>
              <a:ext cx="334321" cy="334329"/>
            </a:xfrm>
            <a:custGeom>
              <a:avLst/>
              <a:pathLst>
                <a:path w="334321" h="334329">
                  <a:moveTo>
                    <a:pt x="3134" y="134940"/>
                  </a:moveTo>
                  <a:lnTo>
                    <a:pt x="2196" y="140148"/>
                  </a:lnTo>
                  <a:lnTo>
                    <a:pt x="1424" y="145382"/>
                  </a:lnTo>
                  <a:lnTo>
                    <a:pt x="817" y="150639"/>
                  </a:lnTo>
                  <a:lnTo>
                    <a:pt x="377" y="155912"/>
                  </a:lnTo>
                  <a:lnTo>
                    <a:pt x="105" y="161196"/>
                  </a:lnTo>
                  <a:lnTo>
                    <a:pt x="0" y="166486"/>
                  </a:lnTo>
                  <a:lnTo>
                    <a:pt x="62" y="171777"/>
                  </a:lnTo>
                  <a:lnTo>
                    <a:pt x="291" y="177064"/>
                  </a:lnTo>
                  <a:lnTo>
                    <a:pt x="688" y="182340"/>
                  </a:lnTo>
                  <a:lnTo>
                    <a:pt x="1252" y="187601"/>
                  </a:lnTo>
                  <a:lnTo>
                    <a:pt x="1982" y="192842"/>
                  </a:lnTo>
                  <a:lnTo>
                    <a:pt x="2877" y="198057"/>
                  </a:lnTo>
                  <a:lnTo>
                    <a:pt x="3937" y="203241"/>
                  </a:lnTo>
                  <a:lnTo>
                    <a:pt x="5160" y="208389"/>
                  </a:lnTo>
                  <a:lnTo>
                    <a:pt x="6546" y="213496"/>
                  </a:lnTo>
                  <a:lnTo>
                    <a:pt x="8093" y="218556"/>
                  </a:lnTo>
                  <a:lnTo>
                    <a:pt x="9799" y="223565"/>
                  </a:lnTo>
                  <a:lnTo>
                    <a:pt x="11663" y="228517"/>
                  </a:lnTo>
                  <a:lnTo>
                    <a:pt x="13682" y="233408"/>
                  </a:lnTo>
                  <a:lnTo>
                    <a:pt x="15856" y="238232"/>
                  </a:lnTo>
                  <a:lnTo>
                    <a:pt x="18180" y="242985"/>
                  </a:lnTo>
                  <a:lnTo>
                    <a:pt x="20655" y="247662"/>
                  </a:lnTo>
                  <a:lnTo>
                    <a:pt x="23276" y="252259"/>
                  </a:lnTo>
                  <a:lnTo>
                    <a:pt x="26041" y="256770"/>
                  </a:lnTo>
                  <a:lnTo>
                    <a:pt x="28947" y="261192"/>
                  </a:lnTo>
                  <a:lnTo>
                    <a:pt x="31992" y="265519"/>
                  </a:lnTo>
                  <a:lnTo>
                    <a:pt x="35173" y="269748"/>
                  </a:lnTo>
                  <a:lnTo>
                    <a:pt x="38485" y="273874"/>
                  </a:lnTo>
                  <a:lnTo>
                    <a:pt x="41927" y="277893"/>
                  </a:lnTo>
                  <a:lnTo>
                    <a:pt x="45494" y="281801"/>
                  </a:lnTo>
                  <a:lnTo>
                    <a:pt x="49183" y="285595"/>
                  </a:lnTo>
                  <a:lnTo>
                    <a:pt x="52990" y="289269"/>
                  </a:lnTo>
                  <a:lnTo>
                    <a:pt x="56912" y="292822"/>
                  </a:lnTo>
                  <a:lnTo>
                    <a:pt x="60944" y="296248"/>
                  </a:lnTo>
                  <a:lnTo>
                    <a:pt x="65083" y="299545"/>
                  </a:lnTo>
                  <a:lnTo>
                    <a:pt x="69323" y="302710"/>
                  </a:lnTo>
                  <a:lnTo>
                    <a:pt x="73662" y="305738"/>
                  </a:lnTo>
                  <a:lnTo>
                    <a:pt x="78094" y="308628"/>
                  </a:lnTo>
                  <a:lnTo>
                    <a:pt x="82616" y="311376"/>
                  </a:lnTo>
                  <a:lnTo>
                    <a:pt x="87223" y="313980"/>
                  </a:lnTo>
                  <a:lnTo>
                    <a:pt x="91909" y="316437"/>
                  </a:lnTo>
                  <a:lnTo>
                    <a:pt x="96671" y="318744"/>
                  </a:lnTo>
                  <a:lnTo>
                    <a:pt x="101504" y="320899"/>
                  </a:lnTo>
                  <a:lnTo>
                    <a:pt x="106402" y="322900"/>
                  </a:lnTo>
                  <a:lnTo>
                    <a:pt x="111361" y="324745"/>
                  </a:lnTo>
                  <a:lnTo>
                    <a:pt x="116376" y="326432"/>
                  </a:lnTo>
                  <a:lnTo>
                    <a:pt x="121442" y="327960"/>
                  </a:lnTo>
                  <a:lnTo>
                    <a:pt x="126554" y="329326"/>
                  </a:lnTo>
                  <a:lnTo>
                    <a:pt x="131706" y="330530"/>
                  </a:lnTo>
                  <a:lnTo>
                    <a:pt x="136894" y="331571"/>
                  </a:lnTo>
                  <a:lnTo>
                    <a:pt x="142113" y="332446"/>
                  </a:lnTo>
                  <a:lnTo>
                    <a:pt x="147356" y="333157"/>
                  </a:lnTo>
                  <a:lnTo>
                    <a:pt x="152620" y="333700"/>
                  </a:lnTo>
                  <a:lnTo>
                    <a:pt x="157897" y="334077"/>
                  </a:lnTo>
                  <a:lnTo>
                    <a:pt x="163185" y="334287"/>
                  </a:lnTo>
                  <a:lnTo>
                    <a:pt x="168476" y="334329"/>
                  </a:lnTo>
                  <a:lnTo>
                    <a:pt x="173766" y="334204"/>
                  </a:lnTo>
                  <a:lnTo>
                    <a:pt x="179049" y="333911"/>
                  </a:lnTo>
                  <a:lnTo>
                    <a:pt x="184320" y="333452"/>
                  </a:lnTo>
                  <a:lnTo>
                    <a:pt x="189574" y="332826"/>
                  </a:lnTo>
                  <a:lnTo>
                    <a:pt x="194806" y="332033"/>
                  </a:lnTo>
                  <a:lnTo>
                    <a:pt x="200010" y="331076"/>
                  </a:lnTo>
                  <a:lnTo>
                    <a:pt x="205181" y="329954"/>
                  </a:lnTo>
                  <a:lnTo>
                    <a:pt x="210314" y="328670"/>
                  </a:lnTo>
                  <a:lnTo>
                    <a:pt x="215404" y="327223"/>
                  </a:lnTo>
                  <a:lnTo>
                    <a:pt x="220445" y="325616"/>
                  </a:lnTo>
                  <a:lnTo>
                    <a:pt x="225433" y="323851"/>
                  </a:lnTo>
                  <a:lnTo>
                    <a:pt x="230363" y="321928"/>
                  </a:lnTo>
                  <a:lnTo>
                    <a:pt x="235229" y="319851"/>
                  </a:lnTo>
                  <a:lnTo>
                    <a:pt x="240027" y="317620"/>
                  </a:lnTo>
                  <a:lnTo>
                    <a:pt x="244753" y="315239"/>
                  </a:lnTo>
                  <a:lnTo>
                    <a:pt x="249400" y="312709"/>
                  </a:lnTo>
                  <a:lnTo>
                    <a:pt x="253965" y="310033"/>
                  </a:lnTo>
                  <a:lnTo>
                    <a:pt x="258443" y="307215"/>
                  </a:lnTo>
                  <a:lnTo>
                    <a:pt x="262830" y="304256"/>
                  </a:lnTo>
                  <a:lnTo>
                    <a:pt x="267120" y="301159"/>
                  </a:lnTo>
                  <a:lnTo>
                    <a:pt x="271311" y="297929"/>
                  </a:lnTo>
                  <a:lnTo>
                    <a:pt x="275397" y="294567"/>
                  </a:lnTo>
                  <a:lnTo>
                    <a:pt x="279375" y="291078"/>
                  </a:lnTo>
                  <a:lnTo>
                    <a:pt x="283241" y="287465"/>
                  </a:lnTo>
                  <a:lnTo>
                    <a:pt x="286990" y="283731"/>
                  </a:lnTo>
                  <a:lnTo>
                    <a:pt x="290619" y="279880"/>
                  </a:lnTo>
                  <a:lnTo>
                    <a:pt x="294124" y="275916"/>
                  </a:lnTo>
                  <a:lnTo>
                    <a:pt x="297502" y="271844"/>
                  </a:lnTo>
                  <a:lnTo>
                    <a:pt x="300750" y="267666"/>
                  </a:lnTo>
                  <a:lnTo>
                    <a:pt x="303864" y="263388"/>
                  </a:lnTo>
                  <a:lnTo>
                    <a:pt x="306841" y="259014"/>
                  </a:lnTo>
                  <a:lnTo>
                    <a:pt x="309677" y="254547"/>
                  </a:lnTo>
                  <a:lnTo>
                    <a:pt x="312372" y="249993"/>
                  </a:lnTo>
                  <a:lnTo>
                    <a:pt x="314920" y="245356"/>
                  </a:lnTo>
                  <a:lnTo>
                    <a:pt x="317321" y="240641"/>
                  </a:lnTo>
                  <a:lnTo>
                    <a:pt x="319571" y="235852"/>
                  </a:lnTo>
                  <a:lnTo>
                    <a:pt x="321668" y="230994"/>
                  </a:lnTo>
                  <a:lnTo>
                    <a:pt x="323611" y="226072"/>
                  </a:lnTo>
                  <a:lnTo>
                    <a:pt x="325397" y="221091"/>
                  </a:lnTo>
                  <a:lnTo>
                    <a:pt x="327024" y="216056"/>
                  </a:lnTo>
                  <a:lnTo>
                    <a:pt x="328491" y="210972"/>
                  </a:lnTo>
                  <a:lnTo>
                    <a:pt x="329797" y="205845"/>
                  </a:lnTo>
                  <a:lnTo>
                    <a:pt x="330940" y="200678"/>
                  </a:lnTo>
                  <a:lnTo>
                    <a:pt x="331918" y="195478"/>
                  </a:lnTo>
                  <a:lnTo>
                    <a:pt x="332732" y="190250"/>
                  </a:lnTo>
                  <a:lnTo>
                    <a:pt x="333379" y="184998"/>
                  </a:lnTo>
                  <a:lnTo>
                    <a:pt x="333860" y="179729"/>
                  </a:lnTo>
                  <a:lnTo>
                    <a:pt x="334174" y="174447"/>
                  </a:lnTo>
                  <a:lnTo>
                    <a:pt x="334321" y="169158"/>
                  </a:lnTo>
                  <a:lnTo>
                    <a:pt x="334300" y="163866"/>
                  </a:lnTo>
                  <a:lnTo>
                    <a:pt x="334112" y="158578"/>
                  </a:lnTo>
                  <a:lnTo>
                    <a:pt x="333757" y="153299"/>
                  </a:lnTo>
                  <a:lnTo>
                    <a:pt x="333234" y="148033"/>
                  </a:lnTo>
                  <a:lnTo>
                    <a:pt x="332546" y="142787"/>
                  </a:lnTo>
                  <a:lnTo>
                    <a:pt x="331691" y="137565"/>
                  </a:lnTo>
                  <a:lnTo>
                    <a:pt x="330672" y="132373"/>
                  </a:lnTo>
                  <a:lnTo>
                    <a:pt x="329489" y="127216"/>
                  </a:lnTo>
                  <a:lnTo>
                    <a:pt x="328143" y="122098"/>
                  </a:lnTo>
                  <a:lnTo>
                    <a:pt x="326636" y="117026"/>
                  </a:lnTo>
                  <a:lnTo>
                    <a:pt x="324969" y="112004"/>
                  </a:lnTo>
                  <a:lnTo>
                    <a:pt x="323144" y="107038"/>
                  </a:lnTo>
                  <a:lnTo>
                    <a:pt x="321163" y="102131"/>
                  </a:lnTo>
                  <a:lnTo>
                    <a:pt x="319028" y="97290"/>
                  </a:lnTo>
                  <a:lnTo>
                    <a:pt x="316740" y="92519"/>
                  </a:lnTo>
                  <a:lnTo>
                    <a:pt x="314303" y="87822"/>
                  </a:lnTo>
                  <a:lnTo>
                    <a:pt x="311718" y="83205"/>
                  </a:lnTo>
                  <a:lnTo>
                    <a:pt x="308988" y="78672"/>
                  </a:lnTo>
                  <a:lnTo>
                    <a:pt x="306116" y="74228"/>
                  </a:lnTo>
                  <a:lnTo>
                    <a:pt x="303105" y="69877"/>
                  </a:lnTo>
                  <a:lnTo>
                    <a:pt x="299958" y="65624"/>
                  </a:lnTo>
                  <a:lnTo>
                    <a:pt x="296678" y="61472"/>
                  </a:lnTo>
                  <a:lnTo>
                    <a:pt x="293268" y="57426"/>
                  </a:lnTo>
                  <a:lnTo>
                    <a:pt x="289732" y="53490"/>
                  </a:lnTo>
                  <a:lnTo>
                    <a:pt x="286072" y="49668"/>
                  </a:lnTo>
                  <a:lnTo>
                    <a:pt x="282294" y="45963"/>
                  </a:lnTo>
                  <a:lnTo>
                    <a:pt x="278401" y="42380"/>
                  </a:lnTo>
                  <a:lnTo>
                    <a:pt x="274396" y="38922"/>
                  </a:lnTo>
                  <a:lnTo>
                    <a:pt x="270283" y="35593"/>
                  </a:lnTo>
                  <a:lnTo>
                    <a:pt x="266067" y="32395"/>
                  </a:lnTo>
                  <a:lnTo>
                    <a:pt x="261752" y="29333"/>
                  </a:lnTo>
                  <a:lnTo>
                    <a:pt x="257343" y="26408"/>
                  </a:lnTo>
                  <a:lnTo>
                    <a:pt x="252843" y="23625"/>
                  </a:lnTo>
                  <a:lnTo>
                    <a:pt x="248257" y="20985"/>
                  </a:lnTo>
                  <a:lnTo>
                    <a:pt x="243590" y="18492"/>
                  </a:lnTo>
                  <a:lnTo>
                    <a:pt x="238846" y="16147"/>
                  </a:lnTo>
                  <a:lnTo>
                    <a:pt x="234030" y="13955"/>
                  </a:lnTo>
                  <a:lnTo>
                    <a:pt x="229148" y="11915"/>
                  </a:lnTo>
                  <a:lnTo>
                    <a:pt x="224203" y="10031"/>
                  </a:lnTo>
                  <a:lnTo>
                    <a:pt x="219202" y="8305"/>
                  </a:lnTo>
                  <a:lnTo>
                    <a:pt x="214148" y="6737"/>
                  </a:lnTo>
                  <a:lnTo>
                    <a:pt x="209047" y="5331"/>
                  </a:lnTo>
                  <a:lnTo>
                    <a:pt x="203904" y="4086"/>
                  </a:lnTo>
                  <a:lnTo>
                    <a:pt x="198724" y="3005"/>
                  </a:lnTo>
                  <a:lnTo>
                    <a:pt x="193513" y="2089"/>
                  </a:lnTo>
                  <a:lnTo>
                    <a:pt x="188275" y="1338"/>
                  </a:lnTo>
                  <a:lnTo>
                    <a:pt x="183016" y="753"/>
                  </a:lnTo>
                  <a:lnTo>
                    <a:pt x="177742" y="334"/>
                  </a:lnTo>
                  <a:lnTo>
                    <a:pt x="172456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974987" y="5018213"/>
              <a:ext cx="46051" cy="167167"/>
            </a:xfrm>
            <a:custGeom>
              <a:avLst/>
              <a:pathLst>
                <a:path w="46051" h="167167">
                  <a:moveTo>
                    <a:pt x="46051" y="0"/>
                  </a:moveTo>
                  <a:lnTo>
                    <a:pt x="39388" y="132"/>
                  </a:lnTo>
                  <a:lnTo>
                    <a:pt x="32735" y="531"/>
                  </a:lnTo>
                  <a:lnTo>
                    <a:pt x="26104" y="1194"/>
                  </a:lnTo>
                  <a:lnTo>
                    <a:pt x="19504" y="2121"/>
                  </a:lnTo>
                  <a:lnTo>
                    <a:pt x="12946" y="3310"/>
                  </a:lnTo>
                  <a:lnTo>
                    <a:pt x="6442" y="4760"/>
                  </a:lnTo>
                  <a:lnTo>
                    <a:pt x="0" y="6468"/>
                  </a:lnTo>
                  <a:lnTo>
                    <a:pt x="4605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4987" y="5024681"/>
              <a:ext cx="46051" cy="160699"/>
            </a:xfrm>
            <a:custGeom>
              <a:avLst/>
              <a:pathLst>
                <a:path w="46051" h="160699">
                  <a:moveTo>
                    <a:pt x="0" y="0"/>
                  </a:moveTo>
                  <a:lnTo>
                    <a:pt x="46051" y="1606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4987" y="5024681"/>
              <a:ext cx="46051" cy="160699"/>
            </a:xfrm>
            <a:custGeom>
              <a:avLst/>
              <a:pathLst>
                <a:path w="46051" h="160699">
                  <a:moveTo>
                    <a:pt x="0" y="0"/>
                  </a:moveTo>
                  <a:lnTo>
                    <a:pt x="46051" y="1606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74987" y="5024681"/>
              <a:ext cx="46051" cy="160699"/>
            </a:xfrm>
            <a:custGeom>
              <a:avLst/>
              <a:pathLst>
                <a:path w="46051" h="160699">
                  <a:moveTo>
                    <a:pt x="0" y="0"/>
                  </a:moveTo>
                  <a:lnTo>
                    <a:pt x="46051" y="1606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853886" y="5024681"/>
              <a:ext cx="167152" cy="216364"/>
            </a:xfrm>
            <a:custGeom>
              <a:avLst/>
              <a:pathLst>
                <a:path w="167152" h="216364">
                  <a:moveTo>
                    <a:pt x="121101" y="0"/>
                  </a:moveTo>
                  <a:lnTo>
                    <a:pt x="115883" y="1587"/>
                  </a:lnTo>
                  <a:lnTo>
                    <a:pt x="110721" y="3344"/>
                  </a:lnTo>
                  <a:lnTo>
                    <a:pt x="105618" y="5268"/>
                  </a:lnTo>
                  <a:lnTo>
                    <a:pt x="100581" y="7358"/>
                  </a:lnTo>
                  <a:lnTo>
                    <a:pt x="95615" y="9611"/>
                  </a:lnTo>
                  <a:lnTo>
                    <a:pt x="90725" y="12025"/>
                  </a:lnTo>
                  <a:lnTo>
                    <a:pt x="85916" y="14597"/>
                  </a:lnTo>
                  <a:lnTo>
                    <a:pt x="81194" y="17325"/>
                  </a:lnTo>
                  <a:lnTo>
                    <a:pt x="76563" y="20205"/>
                  </a:lnTo>
                  <a:lnTo>
                    <a:pt x="72029" y="23234"/>
                  </a:lnTo>
                  <a:lnTo>
                    <a:pt x="67596" y="26410"/>
                  </a:lnTo>
                  <a:lnTo>
                    <a:pt x="63268" y="29729"/>
                  </a:lnTo>
                  <a:lnTo>
                    <a:pt x="59052" y="33187"/>
                  </a:lnTo>
                  <a:lnTo>
                    <a:pt x="54950" y="36781"/>
                  </a:lnTo>
                  <a:lnTo>
                    <a:pt x="50968" y="40507"/>
                  </a:lnTo>
                  <a:lnTo>
                    <a:pt x="47109" y="44360"/>
                  </a:lnTo>
                  <a:lnTo>
                    <a:pt x="43378" y="48338"/>
                  </a:lnTo>
                  <a:lnTo>
                    <a:pt x="39779" y="52435"/>
                  </a:lnTo>
                  <a:lnTo>
                    <a:pt x="36316" y="56647"/>
                  </a:lnTo>
                  <a:lnTo>
                    <a:pt x="32991" y="60970"/>
                  </a:lnTo>
                  <a:lnTo>
                    <a:pt x="29810" y="65399"/>
                  </a:lnTo>
                  <a:lnTo>
                    <a:pt x="26774" y="69930"/>
                  </a:lnTo>
                  <a:lnTo>
                    <a:pt x="23888" y="74557"/>
                  </a:lnTo>
                  <a:lnTo>
                    <a:pt x="21155" y="79275"/>
                  </a:lnTo>
                  <a:lnTo>
                    <a:pt x="18577" y="84081"/>
                  </a:lnTo>
                  <a:lnTo>
                    <a:pt x="16157" y="88968"/>
                  </a:lnTo>
                  <a:lnTo>
                    <a:pt x="13897" y="93931"/>
                  </a:lnTo>
                  <a:lnTo>
                    <a:pt x="11801" y="98966"/>
                  </a:lnTo>
                  <a:lnTo>
                    <a:pt x="9870" y="104066"/>
                  </a:lnTo>
                  <a:lnTo>
                    <a:pt x="8107" y="109226"/>
                  </a:lnTo>
                  <a:lnTo>
                    <a:pt x="6512" y="114441"/>
                  </a:lnTo>
                  <a:lnTo>
                    <a:pt x="5089" y="119705"/>
                  </a:lnTo>
                  <a:lnTo>
                    <a:pt x="3838" y="125013"/>
                  </a:lnTo>
                  <a:lnTo>
                    <a:pt x="2761" y="130359"/>
                  </a:lnTo>
                  <a:lnTo>
                    <a:pt x="1859" y="135738"/>
                  </a:lnTo>
                  <a:lnTo>
                    <a:pt x="1133" y="141142"/>
                  </a:lnTo>
                  <a:lnTo>
                    <a:pt x="583" y="146568"/>
                  </a:lnTo>
                  <a:lnTo>
                    <a:pt x="211" y="152009"/>
                  </a:lnTo>
                  <a:lnTo>
                    <a:pt x="16" y="157458"/>
                  </a:lnTo>
                  <a:lnTo>
                    <a:pt x="0" y="162912"/>
                  </a:lnTo>
                  <a:lnTo>
                    <a:pt x="161" y="168363"/>
                  </a:lnTo>
                  <a:lnTo>
                    <a:pt x="499" y="173806"/>
                  </a:lnTo>
                  <a:lnTo>
                    <a:pt x="1016" y="179235"/>
                  </a:lnTo>
                  <a:lnTo>
                    <a:pt x="1709" y="184644"/>
                  </a:lnTo>
                  <a:lnTo>
                    <a:pt x="2578" y="190027"/>
                  </a:lnTo>
                  <a:lnTo>
                    <a:pt x="3622" y="195380"/>
                  </a:lnTo>
                  <a:lnTo>
                    <a:pt x="4840" y="200695"/>
                  </a:lnTo>
                  <a:lnTo>
                    <a:pt x="6231" y="205968"/>
                  </a:lnTo>
                  <a:lnTo>
                    <a:pt x="7793" y="211193"/>
                  </a:lnTo>
                  <a:lnTo>
                    <a:pt x="9525" y="216364"/>
                  </a:lnTo>
                  <a:lnTo>
                    <a:pt x="167152" y="1606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63412" y="5018213"/>
              <a:ext cx="324779" cy="334333"/>
            </a:xfrm>
            <a:custGeom>
              <a:avLst/>
              <a:pathLst>
                <a:path w="324779" h="334333">
                  <a:moveTo>
                    <a:pt x="0" y="222833"/>
                  </a:moveTo>
                  <a:lnTo>
                    <a:pt x="1842" y="227799"/>
                  </a:lnTo>
                  <a:lnTo>
                    <a:pt x="3841" y="232704"/>
                  </a:lnTo>
                  <a:lnTo>
                    <a:pt x="5995" y="237543"/>
                  </a:lnTo>
                  <a:lnTo>
                    <a:pt x="8301" y="242312"/>
                  </a:lnTo>
                  <a:lnTo>
                    <a:pt x="10757" y="247005"/>
                  </a:lnTo>
                  <a:lnTo>
                    <a:pt x="13360" y="251618"/>
                  </a:lnTo>
                  <a:lnTo>
                    <a:pt x="16108" y="256147"/>
                  </a:lnTo>
                  <a:lnTo>
                    <a:pt x="18998" y="260586"/>
                  </a:lnTo>
                  <a:lnTo>
                    <a:pt x="22027" y="264931"/>
                  </a:lnTo>
                  <a:lnTo>
                    <a:pt x="25193" y="269178"/>
                  </a:lnTo>
                  <a:lnTo>
                    <a:pt x="28491" y="273323"/>
                  </a:lnTo>
                  <a:lnTo>
                    <a:pt x="31919" y="277361"/>
                  </a:lnTo>
                  <a:lnTo>
                    <a:pt x="35474" y="281288"/>
                  </a:lnTo>
                  <a:lnTo>
                    <a:pt x="39151" y="285101"/>
                  </a:lnTo>
                  <a:lnTo>
                    <a:pt x="42946" y="288795"/>
                  </a:lnTo>
                  <a:lnTo>
                    <a:pt x="46858" y="292367"/>
                  </a:lnTo>
                  <a:lnTo>
                    <a:pt x="50880" y="295814"/>
                  </a:lnTo>
                  <a:lnTo>
                    <a:pt x="55009" y="299131"/>
                  </a:lnTo>
                  <a:lnTo>
                    <a:pt x="59242" y="302316"/>
                  </a:lnTo>
                  <a:lnTo>
                    <a:pt x="63573" y="305366"/>
                  </a:lnTo>
                  <a:lnTo>
                    <a:pt x="67999" y="308276"/>
                  </a:lnTo>
                  <a:lnTo>
                    <a:pt x="72514" y="311045"/>
                  </a:lnTo>
                  <a:lnTo>
                    <a:pt x="77116" y="313669"/>
                  </a:lnTo>
                  <a:lnTo>
                    <a:pt x="81797" y="316146"/>
                  </a:lnTo>
                  <a:lnTo>
                    <a:pt x="86556" y="318474"/>
                  </a:lnTo>
                  <a:lnTo>
                    <a:pt x="91385" y="320650"/>
                  </a:lnTo>
                  <a:lnTo>
                    <a:pt x="96281" y="322672"/>
                  </a:lnTo>
                  <a:lnTo>
                    <a:pt x="101239" y="324537"/>
                  </a:lnTo>
                  <a:lnTo>
                    <a:pt x="106253" y="326245"/>
                  </a:lnTo>
                  <a:lnTo>
                    <a:pt x="111319" y="327792"/>
                  </a:lnTo>
                  <a:lnTo>
                    <a:pt x="116431" y="329179"/>
                  </a:lnTo>
                  <a:lnTo>
                    <a:pt x="121584" y="330403"/>
                  </a:lnTo>
                  <a:lnTo>
                    <a:pt x="126774" y="331463"/>
                  </a:lnTo>
                  <a:lnTo>
                    <a:pt x="131995" y="332358"/>
                  </a:lnTo>
                  <a:lnTo>
                    <a:pt x="137242" y="333087"/>
                  </a:lnTo>
                  <a:lnTo>
                    <a:pt x="142509" y="333649"/>
                  </a:lnTo>
                  <a:lnTo>
                    <a:pt x="147791" y="334045"/>
                  </a:lnTo>
                  <a:lnTo>
                    <a:pt x="153083" y="334273"/>
                  </a:lnTo>
                  <a:lnTo>
                    <a:pt x="158379" y="334333"/>
                  </a:lnTo>
                  <a:lnTo>
                    <a:pt x="163675" y="334225"/>
                  </a:lnTo>
                  <a:lnTo>
                    <a:pt x="168965" y="333949"/>
                  </a:lnTo>
                  <a:lnTo>
                    <a:pt x="174243" y="333506"/>
                  </a:lnTo>
                  <a:lnTo>
                    <a:pt x="179505" y="332896"/>
                  </a:lnTo>
                  <a:lnTo>
                    <a:pt x="184745" y="332120"/>
                  </a:lnTo>
                  <a:lnTo>
                    <a:pt x="189957" y="331178"/>
                  </a:lnTo>
                  <a:lnTo>
                    <a:pt x="195137" y="330072"/>
                  </a:lnTo>
                  <a:lnTo>
                    <a:pt x="200280" y="328801"/>
                  </a:lnTo>
                  <a:lnTo>
                    <a:pt x="205379" y="327369"/>
                  </a:lnTo>
                  <a:lnTo>
                    <a:pt x="210431" y="325775"/>
                  </a:lnTo>
                  <a:lnTo>
                    <a:pt x="215430" y="324023"/>
                  </a:lnTo>
                  <a:lnTo>
                    <a:pt x="220370" y="322113"/>
                  </a:lnTo>
                  <a:lnTo>
                    <a:pt x="225248" y="320047"/>
                  </a:lnTo>
                  <a:lnTo>
                    <a:pt x="230057" y="317828"/>
                  </a:lnTo>
                  <a:lnTo>
                    <a:pt x="234794" y="315458"/>
                  </a:lnTo>
                  <a:lnTo>
                    <a:pt x="239454" y="312938"/>
                  </a:lnTo>
                  <a:lnTo>
                    <a:pt x="244031" y="310273"/>
                  </a:lnTo>
                  <a:lnTo>
                    <a:pt x="248522" y="307463"/>
                  </a:lnTo>
                  <a:lnTo>
                    <a:pt x="252921" y="304513"/>
                  </a:lnTo>
                  <a:lnTo>
                    <a:pt x="257225" y="301425"/>
                  </a:lnTo>
                  <a:lnTo>
                    <a:pt x="261428" y="298202"/>
                  </a:lnTo>
                  <a:lnTo>
                    <a:pt x="265528" y="294848"/>
                  </a:lnTo>
                  <a:lnTo>
                    <a:pt x="269519" y="291365"/>
                  </a:lnTo>
                  <a:lnTo>
                    <a:pt x="273397" y="287757"/>
                  </a:lnTo>
                  <a:lnTo>
                    <a:pt x="277160" y="284029"/>
                  </a:lnTo>
                  <a:lnTo>
                    <a:pt x="280802" y="280183"/>
                  </a:lnTo>
                  <a:lnTo>
                    <a:pt x="284321" y="276224"/>
                  </a:lnTo>
                  <a:lnTo>
                    <a:pt x="287713" y="272155"/>
                  </a:lnTo>
                  <a:lnTo>
                    <a:pt x="290974" y="267981"/>
                  </a:lnTo>
                  <a:lnTo>
                    <a:pt x="294101" y="263706"/>
                  </a:lnTo>
                  <a:lnTo>
                    <a:pt x="297091" y="259333"/>
                  </a:lnTo>
                  <a:lnTo>
                    <a:pt x="299941" y="254869"/>
                  </a:lnTo>
                  <a:lnTo>
                    <a:pt x="302648" y="250316"/>
                  </a:lnTo>
                  <a:lnTo>
                    <a:pt x="305210" y="245679"/>
                  </a:lnTo>
                  <a:lnTo>
                    <a:pt x="307623" y="240964"/>
                  </a:lnTo>
                  <a:lnTo>
                    <a:pt x="309886" y="236175"/>
                  </a:lnTo>
                  <a:lnTo>
                    <a:pt x="311996" y="231316"/>
                  </a:lnTo>
                  <a:lnTo>
                    <a:pt x="313951" y="226393"/>
                  </a:lnTo>
                  <a:lnTo>
                    <a:pt x="315749" y="221411"/>
                  </a:lnTo>
                  <a:lnTo>
                    <a:pt x="317388" y="216374"/>
                  </a:lnTo>
                  <a:lnTo>
                    <a:pt x="318867" y="211287"/>
                  </a:lnTo>
                  <a:lnTo>
                    <a:pt x="320183" y="206157"/>
                  </a:lnTo>
                  <a:lnTo>
                    <a:pt x="321337" y="200987"/>
                  </a:lnTo>
                  <a:lnTo>
                    <a:pt x="322326" y="195783"/>
                  </a:lnTo>
                  <a:lnTo>
                    <a:pt x="323150" y="190551"/>
                  </a:lnTo>
                  <a:lnTo>
                    <a:pt x="323808" y="185295"/>
                  </a:lnTo>
                  <a:lnTo>
                    <a:pt x="324299" y="180021"/>
                  </a:lnTo>
                  <a:lnTo>
                    <a:pt x="324623" y="174734"/>
                  </a:lnTo>
                  <a:lnTo>
                    <a:pt x="324779" y="169439"/>
                  </a:lnTo>
                  <a:lnTo>
                    <a:pt x="324767" y="164142"/>
                  </a:lnTo>
                  <a:lnTo>
                    <a:pt x="324587" y="158848"/>
                  </a:lnTo>
                  <a:lnTo>
                    <a:pt x="324240" y="153563"/>
                  </a:lnTo>
                  <a:lnTo>
                    <a:pt x="323725" y="148291"/>
                  </a:lnTo>
                  <a:lnTo>
                    <a:pt x="323043" y="143038"/>
                  </a:lnTo>
                  <a:lnTo>
                    <a:pt x="322196" y="137809"/>
                  </a:lnTo>
                  <a:lnTo>
                    <a:pt x="321183" y="132610"/>
                  </a:lnTo>
                  <a:lnTo>
                    <a:pt x="320006" y="127445"/>
                  </a:lnTo>
                  <a:lnTo>
                    <a:pt x="318666" y="122321"/>
                  </a:lnTo>
                  <a:lnTo>
                    <a:pt x="317165" y="117241"/>
                  </a:lnTo>
                  <a:lnTo>
                    <a:pt x="315503" y="112212"/>
                  </a:lnTo>
                  <a:lnTo>
                    <a:pt x="313682" y="107237"/>
                  </a:lnTo>
                  <a:lnTo>
                    <a:pt x="311705" y="102323"/>
                  </a:lnTo>
                  <a:lnTo>
                    <a:pt x="309574" y="97474"/>
                  </a:lnTo>
                  <a:lnTo>
                    <a:pt x="307289" y="92695"/>
                  </a:lnTo>
                  <a:lnTo>
                    <a:pt x="304855" y="87991"/>
                  </a:lnTo>
                  <a:lnTo>
                    <a:pt x="302272" y="83366"/>
                  </a:lnTo>
                  <a:lnTo>
                    <a:pt x="299545" y="78825"/>
                  </a:lnTo>
                  <a:lnTo>
                    <a:pt x="296674" y="74373"/>
                  </a:lnTo>
                  <a:lnTo>
                    <a:pt x="293665" y="70015"/>
                  </a:lnTo>
                  <a:lnTo>
                    <a:pt x="290518" y="65753"/>
                  </a:lnTo>
                  <a:lnTo>
                    <a:pt x="287239" y="61594"/>
                  </a:lnTo>
                  <a:lnTo>
                    <a:pt x="283829" y="57540"/>
                  </a:lnTo>
                  <a:lnTo>
                    <a:pt x="280292" y="53597"/>
                  </a:lnTo>
                  <a:lnTo>
                    <a:pt x="276632" y="49768"/>
                  </a:lnTo>
                  <a:lnTo>
                    <a:pt x="272853" y="46056"/>
                  </a:lnTo>
                  <a:lnTo>
                    <a:pt x="268958" y="42466"/>
                  </a:lnTo>
                  <a:lnTo>
                    <a:pt x="264952" y="39002"/>
                  </a:lnTo>
                  <a:lnTo>
                    <a:pt x="260837" y="35666"/>
                  </a:lnTo>
                  <a:lnTo>
                    <a:pt x="256619" y="32462"/>
                  </a:lnTo>
                  <a:lnTo>
                    <a:pt x="252301" y="29393"/>
                  </a:lnTo>
                  <a:lnTo>
                    <a:pt x="247889" y="26463"/>
                  </a:lnTo>
                  <a:lnTo>
                    <a:pt x="243386" y="23674"/>
                  </a:lnTo>
                  <a:lnTo>
                    <a:pt x="238797" y="21029"/>
                  </a:lnTo>
                  <a:lnTo>
                    <a:pt x="234126" y="18530"/>
                  </a:lnTo>
                  <a:lnTo>
                    <a:pt x="229378" y="16181"/>
                  </a:lnTo>
                  <a:lnTo>
                    <a:pt x="224559" y="13984"/>
                  </a:lnTo>
                  <a:lnTo>
                    <a:pt x="219672" y="11940"/>
                  </a:lnTo>
                  <a:lnTo>
                    <a:pt x="214723" y="10052"/>
                  </a:lnTo>
                  <a:lnTo>
                    <a:pt x="209716" y="8322"/>
                  </a:lnTo>
                  <a:lnTo>
                    <a:pt x="204657" y="6752"/>
                  </a:lnTo>
                  <a:lnTo>
                    <a:pt x="199551" y="5342"/>
                  </a:lnTo>
                  <a:lnTo>
                    <a:pt x="194403" y="4095"/>
                  </a:lnTo>
                  <a:lnTo>
                    <a:pt x="189218" y="3012"/>
                  </a:lnTo>
                  <a:lnTo>
                    <a:pt x="184002" y="2093"/>
                  </a:lnTo>
                  <a:lnTo>
                    <a:pt x="178759" y="1341"/>
                  </a:lnTo>
                  <a:lnTo>
                    <a:pt x="173494" y="754"/>
                  </a:lnTo>
                  <a:lnTo>
                    <a:pt x="168214" y="335"/>
                  </a:lnTo>
                  <a:lnTo>
                    <a:pt x="162923" y="83"/>
                  </a:lnTo>
                  <a:lnTo>
                    <a:pt x="157627" y="0"/>
                  </a:lnTo>
                  <a:lnTo>
                    <a:pt x="15762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316767" y="4659281"/>
              <a:ext cx="106467" cy="167167"/>
            </a:xfrm>
            <a:custGeom>
              <a:avLst/>
              <a:pathLst>
                <a:path w="106467" h="167167">
                  <a:moveTo>
                    <a:pt x="106467" y="0"/>
                  </a:moveTo>
                  <a:lnTo>
                    <a:pt x="100697" y="99"/>
                  </a:lnTo>
                  <a:lnTo>
                    <a:pt x="94934" y="398"/>
                  </a:lnTo>
                  <a:lnTo>
                    <a:pt x="89185" y="895"/>
                  </a:lnTo>
                  <a:lnTo>
                    <a:pt x="83456" y="1591"/>
                  </a:lnTo>
                  <a:lnTo>
                    <a:pt x="77755" y="2484"/>
                  </a:lnTo>
                  <a:lnTo>
                    <a:pt x="72087" y="3573"/>
                  </a:lnTo>
                  <a:lnTo>
                    <a:pt x="66461" y="4857"/>
                  </a:lnTo>
                  <a:lnTo>
                    <a:pt x="60883" y="6335"/>
                  </a:lnTo>
                  <a:lnTo>
                    <a:pt x="55359" y="8004"/>
                  </a:lnTo>
                  <a:lnTo>
                    <a:pt x="49895" y="9863"/>
                  </a:lnTo>
                  <a:lnTo>
                    <a:pt x="44500" y="11909"/>
                  </a:lnTo>
                  <a:lnTo>
                    <a:pt x="39178" y="14141"/>
                  </a:lnTo>
                  <a:lnTo>
                    <a:pt x="33936" y="16554"/>
                  </a:lnTo>
                  <a:lnTo>
                    <a:pt x="28780" y="19148"/>
                  </a:lnTo>
                  <a:lnTo>
                    <a:pt x="23718" y="21917"/>
                  </a:lnTo>
                  <a:lnTo>
                    <a:pt x="18754" y="24860"/>
                  </a:lnTo>
                  <a:lnTo>
                    <a:pt x="13894" y="27972"/>
                  </a:lnTo>
                  <a:lnTo>
                    <a:pt x="9145" y="31250"/>
                  </a:lnTo>
                  <a:lnTo>
                    <a:pt x="4511" y="34691"/>
                  </a:lnTo>
                  <a:lnTo>
                    <a:pt x="0" y="38289"/>
                  </a:lnTo>
                  <a:lnTo>
                    <a:pt x="1064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316767" y="4697570"/>
              <a:ext cx="106467" cy="128878"/>
            </a:xfrm>
            <a:custGeom>
              <a:avLst/>
              <a:pathLst>
                <a:path w="106467" h="128878">
                  <a:moveTo>
                    <a:pt x="0" y="0"/>
                  </a:moveTo>
                  <a:lnTo>
                    <a:pt x="106467" y="1288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316767" y="4697570"/>
              <a:ext cx="106467" cy="128878"/>
            </a:xfrm>
            <a:custGeom>
              <a:avLst/>
              <a:pathLst>
                <a:path w="106467" h="128878">
                  <a:moveTo>
                    <a:pt x="0" y="0"/>
                  </a:moveTo>
                  <a:lnTo>
                    <a:pt x="106467" y="1288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56078" y="4697570"/>
              <a:ext cx="279006" cy="296045"/>
            </a:xfrm>
            <a:custGeom>
              <a:avLst/>
              <a:pathLst>
                <a:path w="279006" h="296045">
                  <a:moveTo>
                    <a:pt x="60689" y="0"/>
                  </a:moveTo>
                  <a:lnTo>
                    <a:pt x="56640" y="3454"/>
                  </a:lnTo>
                  <a:lnTo>
                    <a:pt x="52703" y="7036"/>
                  </a:lnTo>
                  <a:lnTo>
                    <a:pt x="48882" y="10742"/>
                  </a:lnTo>
                  <a:lnTo>
                    <a:pt x="45181" y="14567"/>
                  </a:lnTo>
                  <a:lnTo>
                    <a:pt x="41604" y="18508"/>
                  </a:lnTo>
                  <a:lnTo>
                    <a:pt x="38154" y="22561"/>
                  </a:lnTo>
                  <a:lnTo>
                    <a:pt x="34834" y="26722"/>
                  </a:lnTo>
                  <a:lnTo>
                    <a:pt x="31649" y="30986"/>
                  </a:lnTo>
                  <a:lnTo>
                    <a:pt x="28601" y="35350"/>
                  </a:lnTo>
                  <a:lnTo>
                    <a:pt x="25694" y="39808"/>
                  </a:lnTo>
                  <a:lnTo>
                    <a:pt x="22930" y="44357"/>
                  </a:lnTo>
                  <a:lnTo>
                    <a:pt x="20313" y="48991"/>
                  </a:lnTo>
                  <a:lnTo>
                    <a:pt x="17844" y="53707"/>
                  </a:lnTo>
                  <a:lnTo>
                    <a:pt x="15526" y="58498"/>
                  </a:lnTo>
                  <a:lnTo>
                    <a:pt x="13363" y="63361"/>
                  </a:lnTo>
                  <a:lnTo>
                    <a:pt x="11355" y="68291"/>
                  </a:lnTo>
                  <a:lnTo>
                    <a:pt x="9505" y="73281"/>
                  </a:lnTo>
                  <a:lnTo>
                    <a:pt x="7815" y="78328"/>
                  </a:lnTo>
                  <a:lnTo>
                    <a:pt x="6286" y="83427"/>
                  </a:lnTo>
                  <a:lnTo>
                    <a:pt x="4921" y="88571"/>
                  </a:lnTo>
                  <a:lnTo>
                    <a:pt x="3720" y="93757"/>
                  </a:lnTo>
                  <a:lnTo>
                    <a:pt x="2685" y="98977"/>
                  </a:lnTo>
                  <a:lnTo>
                    <a:pt x="1816" y="104229"/>
                  </a:lnTo>
                  <a:lnTo>
                    <a:pt x="1115" y="109505"/>
                  </a:lnTo>
                  <a:lnTo>
                    <a:pt x="583" y="114801"/>
                  </a:lnTo>
                  <a:lnTo>
                    <a:pt x="219" y="120111"/>
                  </a:lnTo>
                  <a:lnTo>
                    <a:pt x="25" y="125430"/>
                  </a:lnTo>
                  <a:lnTo>
                    <a:pt x="0" y="130752"/>
                  </a:lnTo>
                  <a:lnTo>
                    <a:pt x="144" y="136073"/>
                  </a:lnTo>
                  <a:lnTo>
                    <a:pt x="458" y="141386"/>
                  </a:lnTo>
                  <a:lnTo>
                    <a:pt x="940" y="146687"/>
                  </a:lnTo>
                  <a:lnTo>
                    <a:pt x="1592" y="151970"/>
                  </a:lnTo>
                  <a:lnTo>
                    <a:pt x="2411" y="157229"/>
                  </a:lnTo>
                  <a:lnTo>
                    <a:pt x="3397" y="162459"/>
                  </a:lnTo>
                  <a:lnTo>
                    <a:pt x="4549" y="167656"/>
                  </a:lnTo>
                  <a:lnTo>
                    <a:pt x="5866" y="172813"/>
                  </a:lnTo>
                  <a:lnTo>
                    <a:pt x="7346" y="177925"/>
                  </a:lnTo>
                  <a:lnTo>
                    <a:pt x="8989" y="182988"/>
                  </a:lnTo>
                  <a:lnTo>
                    <a:pt x="10791" y="187996"/>
                  </a:lnTo>
                  <a:lnTo>
                    <a:pt x="12753" y="192944"/>
                  </a:lnTo>
                  <a:lnTo>
                    <a:pt x="14871" y="197827"/>
                  </a:lnTo>
                  <a:lnTo>
                    <a:pt x="17143" y="202640"/>
                  </a:lnTo>
                  <a:lnTo>
                    <a:pt x="19567" y="207379"/>
                  </a:lnTo>
                  <a:lnTo>
                    <a:pt x="22141" y="212037"/>
                  </a:lnTo>
                  <a:lnTo>
                    <a:pt x="24862" y="216612"/>
                  </a:lnTo>
                  <a:lnTo>
                    <a:pt x="27727" y="221098"/>
                  </a:lnTo>
                  <a:lnTo>
                    <a:pt x="30734" y="225490"/>
                  </a:lnTo>
                  <a:lnTo>
                    <a:pt x="33879" y="229784"/>
                  </a:lnTo>
                  <a:lnTo>
                    <a:pt x="37159" y="233976"/>
                  </a:lnTo>
                  <a:lnTo>
                    <a:pt x="40570" y="238061"/>
                  </a:lnTo>
                  <a:lnTo>
                    <a:pt x="44111" y="242036"/>
                  </a:lnTo>
                  <a:lnTo>
                    <a:pt x="47775" y="245895"/>
                  </a:lnTo>
                  <a:lnTo>
                    <a:pt x="51561" y="249637"/>
                  </a:lnTo>
                  <a:lnTo>
                    <a:pt x="55464" y="253256"/>
                  </a:lnTo>
                  <a:lnTo>
                    <a:pt x="59481" y="256748"/>
                  </a:lnTo>
                  <a:lnTo>
                    <a:pt x="63606" y="260111"/>
                  </a:lnTo>
                  <a:lnTo>
                    <a:pt x="67836" y="263341"/>
                  </a:lnTo>
                  <a:lnTo>
                    <a:pt x="72168" y="266435"/>
                  </a:lnTo>
                  <a:lnTo>
                    <a:pt x="76595" y="269390"/>
                  </a:lnTo>
                  <a:lnTo>
                    <a:pt x="81114" y="272201"/>
                  </a:lnTo>
                  <a:lnTo>
                    <a:pt x="85721" y="274868"/>
                  </a:lnTo>
                  <a:lnTo>
                    <a:pt x="90410" y="277387"/>
                  </a:lnTo>
                  <a:lnTo>
                    <a:pt x="95176" y="279755"/>
                  </a:lnTo>
                  <a:lnTo>
                    <a:pt x="100016" y="281970"/>
                  </a:lnTo>
                  <a:lnTo>
                    <a:pt x="104924" y="284030"/>
                  </a:lnTo>
                  <a:lnTo>
                    <a:pt x="109895" y="285932"/>
                  </a:lnTo>
                  <a:lnTo>
                    <a:pt x="114924" y="287675"/>
                  </a:lnTo>
                  <a:lnTo>
                    <a:pt x="120006" y="289258"/>
                  </a:lnTo>
                  <a:lnTo>
                    <a:pt x="125135" y="290678"/>
                  </a:lnTo>
                  <a:lnTo>
                    <a:pt x="130308" y="291933"/>
                  </a:lnTo>
                  <a:lnTo>
                    <a:pt x="135517" y="293024"/>
                  </a:lnTo>
                  <a:lnTo>
                    <a:pt x="140759" y="293948"/>
                  </a:lnTo>
                  <a:lnTo>
                    <a:pt x="146028" y="294705"/>
                  </a:lnTo>
                  <a:lnTo>
                    <a:pt x="151318" y="295293"/>
                  </a:lnTo>
                  <a:lnTo>
                    <a:pt x="156624" y="295713"/>
                  </a:lnTo>
                  <a:lnTo>
                    <a:pt x="161940" y="295964"/>
                  </a:lnTo>
                  <a:lnTo>
                    <a:pt x="167262" y="296045"/>
                  </a:lnTo>
                  <a:lnTo>
                    <a:pt x="172584" y="295957"/>
                  </a:lnTo>
                  <a:lnTo>
                    <a:pt x="177900" y="295700"/>
                  </a:lnTo>
                  <a:lnTo>
                    <a:pt x="183206" y="295273"/>
                  </a:lnTo>
                  <a:lnTo>
                    <a:pt x="188495" y="294678"/>
                  </a:lnTo>
                  <a:lnTo>
                    <a:pt x="193762" y="293914"/>
                  </a:lnTo>
                  <a:lnTo>
                    <a:pt x="199003" y="292984"/>
                  </a:lnTo>
                  <a:lnTo>
                    <a:pt x="204211" y="291887"/>
                  </a:lnTo>
                  <a:lnTo>
                    <a:pt x="209382" y="290624"/>
                  </a:lnTo>
                  <a:lnTo>
                    <a:pt x="214510" y="289198"/>
                  </a:lnTo>
                  <a:lnTo>
                    <a:pt x="219590" y="287609"/>
                  </a:lnTo>
                  <a:lnTo>
                    <a:pt x="224617" y="285860"/>
                  </a:lnTo>
                  <a:lnTo>
                    <a:pt x="229585" y="283951"/>
                  </a:lnTo>
                  <a:lnTo>
                    <a:pt x="234490" y="281885"/>
                  </a:lnTo>
                  <a:lnTo>
                    <a:pt x="239327" y="279663"/>
                  </a:lnTo>
                  <a:lnTo>
                    <a:pt x="244091" y="277289"/>
                  </a:lnTo>
                  <a:lnTo>
                    <a:pt x="248777" y="274765"/>
                  </a:lnTo>
                  <a:lnTo>
                    <a:pt x="253380" y="272092"/>
                  </a:lnTo>
                  <a:lnTo>
                    <a:pt x="257896" y="269275"/>
                  </a:lnTo>
                  <a:lnTo>
                    <a:pt x="262319" y="266315"/>
                  </a:lnTo>
                  <a:lnTo>
                    <a:pt x="266646" y="263216"/>
                  </a:lnTo>
                  <a:lnTo>
                    <a:pt x="270873" y="259980"/>
                  </a:lnTo>
                  <a:lnTo>
                    <a:pt x="274994" y="256612"/>
                  </a:lnTo>
                  <a:lnTo>
                    <a:pt x="279006" y="253114"/>
                  </a:lnTo>
                  <a:lnTo>
                    <a:pt x="167156" y="1288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423235" y="4659281"/>
              <a:ext cx="167166" cy="291403"/>
            </a:xfrm>
            <a:custGeom>
              <a:avLst/>
              <a:pathLst>
                <a:path w="167166" h="291403">
                  <a:moveTo>
                    <a:pt x="111849" y="291403"/>
                  </a:moveTo>
                  <a:lnTo>
                    <a:pt x="115780" y="287748"/>
                  </a:lnTo>
                  <a:lnTo>
                    <a:pt x="119592" y="283968"/>
                  </a:lnTo>
                  <a:lnTo>
                    <a:pt x="123281" y="280068"/>
                  </a:lnTo>
                  <a:lnTo>
                    <a:pt x="126843" y="276051"/>
                  </a:lnTo>
                  <a:lnTo>
                    <a:pt x="130274" y="271922"/>
                  </a:lnTo>
                  <a:lnTo>
                    <a:pt x="133570" y="267685"/>
                  </a:lnTo>
                  <a:lnTo>
                    <a:pt x="136729" y="263344"/>
                  </a:lnTo>
                  <a:lnTo>
                    <a:pt x="139746" y="258904"/>
                  </a:lnTo>
                  <a:lnTo>
                    <a:pt x="142620" y="254370"/>
                  </a:lnTo>
                  <a:lnTo>
                    <a:pt x="145346" y="249746"/>
                  </a:lnTo>
                  <a:lnTo>
                    <a:pt x="147923" y="245036"/>
                  </a:lnTo>
                  <a:lnTo>
                    <a:pt x="150347" y="240246"/>
                  </a:lnTo>
                  <a:lnTo>
                    <a:pt x="152616" y="235381"/>
                  </a:lnTo>
                  <a:lnTo>
                    <a:pt x="154728" y="230445"/>
                  </a:lnTo>
                  <a:lnTo>
                    <a:pt x="156680" y="225444"/>
                  </a:lnTo>
                  <a:lnTo>
                    <a:pt x="158470" y="220383"/>
                  </a:lnTo>
                  <a:lnTo>
                    <a:pt x="160097" y="215268"/>
                  </a:lnTo>
                  <a:lnTo>
                    <a:pt x="161559" y="210102"/>
                  </a:lnTo>
                  <a:lnTo>
                    <a:pt x="162854" y="204893"/>
                  </a:lnTo>
                  <a:lnTo>
                    <a:pt x="163982" y="199644"/>
                  </a:lnTo>
                  <a:lnTo>
                    <a:pt x="164940" y="194362"/>
                  </a:lnTo>
                  <a:lnTo>
                    <a:pt x="165728" y="189052"/>
                  </a:lnTo>
                  <a:lnTo>
                    <a:pt x="166345" y="183719"/>
                  </a:lnTo>
                  <a:lnTo>
                    <a:pt x="166791" y="178369"/>
                  </a:lnTo>
                  <a:lnTo>
                    <a:pt x="167065" y="173008"/>
                  </a:lnTo>
                  <a:lnTo>
                    <a:pt x="167166" y="167640"/>
                  </a:lnTo>
                  <a:lnTo>
                    <a:pt x="167095" y="162273"/>
                  </a:lnTo>
                  <a:lnTo>
                    <a:pt x="166852" y="156910"/>
                  </a:lnTo>
                  <a:lnTo>
                    <a:pt x="166437" y="151557"/>
                  </a:lnTo>
                  <a:lnTo>
                    <a:pt x="165850" y="146221"/>
                  </a:lnTo>
                  <a:lnTo>
                    <a:pt x="165091" y="140907"/>
                  </a:lnTo>
                  <a:lnTo>
                    <a:pt x="164163" y="135619"/>
                  </a:lnTo>
                  <a:lnTo>
                    <a:pt x="163066" y="130364"/>
                  </a:lnTo>
                  <a:lnTo>
                    <a:pt x="161800" y="125147"/>
                  </a:lnTo>
                  <a:lnTo>
                    <a:pt x="160367" y="119974"/>
                  </a:lnTo>
                  <a:lnTo>
                    <a:pt x="158769" y="114849"/>
                  </a:lnTo>
                  <a:lnTo>
                    <a:pt x="157007" y="109778"/>
                  </a:lnTo>
                  <a:lnTo>
                    <a:pt x="155084" y="104766"/>
                  </a:lnTo>
                  <a:lnTo>
                    <a:pt x="153000" y="99819"/>
                  </a:lnTo>
                  <a:lnTo>
                    <a:pt x="150759" y="94941"/>
                  </a:lnTo>
                  <a:lnTo>
                    <a:pt x="148362" y="90137"/>
                  </a:lnTo>
                  <a:lnTo>
                    <a:pt x="145812" y="85413"/>
                  </a:lnTo>
                  <a:lnTo>
                    <a:pt x="143112" y="80773"/>
                  </a:lnTo>
                  <a:lnTo>
                    <a:pt x="140264" y="76222"/>
                  </a:lnTo>
                  <a:lnTo>
                    <a:pt x="137271" y="71766"/>
                  </a:lnTo>
                  <a:lnTo>
                    <a:pt x="134137" y="67407"/>
                  </a:lnTo>
                  <a:lnTo>
                    <a:pt x="130865" y="63151"/>
                  </a:lnTo>
                  <a:lnTo>
                    <a:pt x="127457" y="59003"/>
                  </a:lnTo>
                  <a:lnTo>
                    <a:pt x="123919" y="54966"/>
                  </a:lnTo>
                  <a:lnTo>
                    <a:pt x="120252" y="51045"/>
                  </a:lnTo>
                  <a:lnTo>
                    <a:pt x="116461" y="47244"/>
                  </a:lnTo>
                  <a:lnTo>
                    <a:pt x="112551" y="43566"/>
                  </a:lnTo>
                  <a:lnTo>
                    <a:pt x="108524" y="40016"/>
                  </a:lnTo>
                  <a:lnTo>
                    <a:pt x="104385" y="36597"/>
                  </a:lnTo>
                  <a:lnTo>
                    <a:pt x="100139" y="33312"/>
                  </a:lnTo>
                  <a:lnTo>
                    <a:pt x="95789" y="30166"/>
                  </a:lnTo>
                  <a:lnTo>
                    <a:pt x="91341" y="27161"/>
                  </a:lnTo>
                  <a:lnTo>
                    <a:pt x="86798" y="24300"/>
                  </a:lnTo>
                  <a:lnTo>
                    <a:pt x="82166" y="21587"/>
                  </a:lnTo>
                  <a:lnTo>
                    <a:pt x="77449" y="19023"/>
                  </a:lnTo>
                  <a:lnTo>
                    <a:pt x="72653" y="16613"/>
                  </a:lnTo>
                  <a:lnTo>
                    <a:pt x="67781" y="14358"/>
                  </a:lnTo>
                  <a:lnTo>
                    <a:pt x="62839" y="12260"/>
                  </a:lnTo>
                  <a:lnTo>
                    <a:pt x="57833" y="10322"/>
                  </a:lnTo>
                  <a:lnTo>
                    <a:pt x="52767" y="8546"/>
                  </a:lnTo>
                  <a:lnTo>
                    <a:pt x="47647" y="6934"/>
                  </a:lnTo>
                  <a:lnTo>
                    <a:pt x="42477" y="5486"/>
                  </a:lnTo>
                  <a:lnTo>
                    <a:pt x="37264" y="4206"/>
                  </a:lnTo>
                  <a:lnTo>
                    <a:pt x="32012" y="3093"/>
                  </a:lnTo>
                  <a:lnTo>
                    <a:pt x="26727" y="2150"/>
                  </a:lnTo>
                  <a:lnTo>
                    <a:pt x="21415" y="1377"/>
                  </a:lnTo>
                  <a:lnTo>
                    <a:pt x="16080" y="775"/>
                  </a:lnTo>
                  <a:lnTo>
                    <a:pt x="10729" y="344"/>
                  </a:lnTo>
                  <a:lnTo>
                    <a:pt x="5367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598358" y="4213821"/>
              <a:ext cx="130113" cy="167167"/>
            </a:xfrm>
            <a:custGeom>
              <a:avLst/>
              <a:pathLst>
                <a:path w="130113" h="167167">
                  <a:moveTo>
                    <a:pt x="130113" y="0"/>
                  </a:moveTo>
                  <a:lnTo>
                    <a:pt x="124592" y="91"/>
                  </a:lnTo>
                  <a:lnTo>
                    <a:pt x="119076" y="364"/>
                  </a:lnTo>
                  <a:lnTo>
                    <a:pt x="113572" y="820"/>
                  </a:lnTo>
                  <a:lnTo>
                    <a:pt x="108086" y="1457"/>
                  </a:lnTo>
                  <a:lnTo>
                    <a:pt x="102625" y="2275"/>
                  </a:lnTo>
                  <a:lnTo>
                    <a:pt x="97193" y="3273"/>
                  </a:lnTo>
                  <a:lnTo>
                    <a:pt x="91797" y="4450"/>
                  </a:lnTo>
                  <a:lnTo>
                    <a:pt x="86443" y="5804"/>
                  </a:lnTo>
                  <a:lnTo>
                    <a:pt x="81137" y="7335"/>
                  </a:lnTo>
                  <a:lnTo>
                    <a:pt x="75884" y="9040"/>
                  </a:lnTo>
                  <a:lnTo>
                    <a:pt x="70690" y="10918"/>
                  </a:lnTo>
                  <a:lnTo>
                    <a:pt x="65562" y="12966"/>
                  </a:lnTo>
                  <a:lnTo>
                    <a:pt x="60503" y="15182"/>
                  </a:lnTo>
                  <a:lnTo>
                    <a:pt x="55521" y="17565"/>
                  </a:lnTo>
                  <a:lnTo>
                    <a:pt x="50620" y="20110"/>
                  </a:lnTo>
                  <a:lnTo>
                    <a:pt x="45806" y="22816"/>
                  </a:lnTo>
                  <a:lnTo>
                    <a:pt x="41083" y="25680"/>
                  </a:lnTo>
                  <a:lnTo>
                    <a:pt x="36458" y="28698"/>
                  </a:lnTo>
                  <a:lnTo>
                    <a:pt x="31936" y="31867"/>
                  </a:lnTo>
                  <a:lnTo>
                    <a:pt x="27520" y="35184"/>
                  </a:lnTo>
                  <a:lnTo>
                    <a:pt x="23216" y="38645"/>
                  </a:lnTo>
                  <a:lnTo>
                    <a:pt x="19029" y="42246"/>
                  </a:lnTo>
                  <a:lnTo>
                    <a:pt x="14964" y="45983"/>
                  </a:lnTo>
                  <a:lnTo>
                    <a:pt x="11023" y="49853"/>
                  </a:lnTo>
                  <a:lnTo>
                    <a:pt x="7213" y="53851"/>
                  </a:lnTo>
                  <a:lnTo>
                    <a:pt x="3537" y="57972"/>
                  </a:lnTo>
                  <a:lnTo>
                    <a:pt x="0" y="62213"/>
                  </a:lnTo>
                  <a:lnTo>
                    <a:pt x="130113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598358" y="4276035"/>
              <a:ext cx="130113" cy="104953"/>
            </a:xfrm>
            <a:custGeom>
              <a:avLst/>
              <a:pathLst>
                <a:path w="130113" h="104953">
                  <a:moveTo>
                    <a:pt x="0" y="0"/>
                  </a:moveTo>
                  <a:lnTo>
                    <a:pt x="130113" y="1049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561310" y="4276035"/>
              <a:ext cx="334292" cy="272103"/>
            </a:xfrm>
            <a:custGeom>
              <a:avLst/>
              <a:pathLst>
                <a:path w="334292" h="272103">
                  <a:moveTo>
                    <a:pt x="37047" y="0"/>
                  </a:moveTo>
                  <a:lnTo>
                    <a:pt x="33763" y="4207"/>
                  </a:lnTo>
                  <a:lnTo>
                    <a:pt x="30615" y="8516"/>
                  </a:lnTo>
                  <a:lnTo>
                    <a:pt x="27606" y="12924"/>
                  </a:lnTo>
                  <a:lnTo>
                    <a:pt x="24739" y="17426"/>
                  </a:lnTo>
                  <a:lnTo>
                    <a:pt x="22018" y="22018"/>
                  </a:lnTo>
                  <a:lnTo>
                    <a:pt x="19444" y="26693"/>
                  </a:lnTo>
                  <a:lnTo>
                    <a:pt x="17021" y="31449"/>
                  </a:lnTo>
                  <a:lnTo>
                    <a:pt x="14751" y="36279"/>
                  </a:lnTo>
                  <a:lnTo>
                    <a:pt x="12637" y="41179"/>
                  </a:lnTo>
                  <a:lnTo>
                    <a:pt x="10680" y="46145"/>
                  </a:lnTo>
                  <a:lnTo>
                    <a:pt x="8882" y="51170"/>
                  </a:lnTo>
                  <a:lnTo>
                    <a:pt x="7246" y="56250"/>
                  </a:lnTo>
                  <a:lnTo>
                    <a:pt x="5773" y="61380"/>
                  </a:lnTo>
                  <a:lnTo>
                    <a:pt x="4464" y="66554"/>
                  </a:lnTo>
                  <a:lnTo>
                    <a:pt x="3321" y="71768"/>
                  </a:lnTo>
                  <a:lnTo>
                    <a:pt x="2345" y="77015"/>
                  </a:lnTo>
                  <a:lnTo>
                    <a:pt x="1537" y="82290"/>
                  </a:lnTo>
                  <a:lnTo>
                    <a:pt x="898" y="87589"/>
                  </a:lnTo>
                  <a:lnTo>
                    <a:pt x="428" y="92906"/>
                  </a:lnTo>
                  <a:lnTo>
                    <a:pt x="129" y="98234"/>
                  </a:lnTo>
                  <a:lnTo>
                    <a:pt x="0" y="103570"/>
                  </a:lnTo>
                  <a:lnTo>
                    <a:pt x="41" y="108907"/>
                  </a:lnTo>
                  <a:lnTo>
                    <a:pt x="252" y="114240"/>
                  </a:lnTo>
                  <a:lnTo>
                    <a:pt x="633" y="119563"/>
                  </a:lnTo>
                  <a:lnTo>
                    <a:pt x="1185" y="124872"/>
                  </a:lnTo>
                  <a:lnTo>
                    <a:pt x="1905" y="130160"/>
                  </a:lnTo>
                  <a:lnTo>
                    <a:pt x="2794" y="135423"/>
                  </a:lnTo>
                  <a:lnTo>
                    <a:pt x="3850" y="140654"/>
                  </a:lnTo>
                  <a:lnTo>
                    <a:pt x="5073" y="145849"/>
                  </a:lnTo>
                  <a:lnTo>
                    <a:pt x="6462" y="151003"/>
                  </a:lnTo>
                  <a:lnTo>
                    <a:pt x="8013" y="156109"/>
                  </a:lnTo>
                  <a:lnTo>
                    <a:pt x="9728" y="161164"/>
                  </a:lnTo>
                  <a:lnTo>
                    <a:pt x="11602" y="166161"/>
                  </a:lnTo>
                  <a:lnTo>
                    <a:pt x="13635" y="171096"/>
                  </a:lnTo>
                  <a:lnTo>
                    <a:pt x="15825" y="175963"/>
                  </a:lnTo>
                  <a:lnTo>
                    <a:pt x="18169" y="180758"/>
                  </a:lnTo>
                  <a:lnTo>
                    <a:pt x="20665" y="185475"/>
                  </a:lnTo>
                  <a:lnTo>
                    <a:pt x="23310" y="190111"/>
                  </a:lnTo>
                  <a:lnTo>
                    <a:pt x="26102" y="194660"/>
                  </a:lnTo>
                  <a:lnTo>
                    <a:pt x="29037" y="199117"/>
                  </a:lnTo>
                  <a:lnTo>
                    <a:pt x="32114" y="203478"/>
                  </a:lnTo>
                  <a:lnTo>
                    <a:pt x="35328" y="207739"/>
                  </a:lnTo>
                  <a:lnTo>
                    <a:pt x="38676" y="211895"/>
                  </a:lnTo>
                  <a:lnTo>
                    <a:pt x="42156" y="215942"/>
                  </a:lnTo>
                  <a:lnTo>
                    <a:pt x="45762" y="219876"/>
                  </a:lnTo>
                  <a:lnTo>
                    <a:pt x="49493" y="223693"/>
                  </a:lnTo>
                  <a:lnTo>
                    <a:pt x="53344" y="227389"/>
                  </a:lnTo>
                  <a:lnTo>
                    <a:pt x="57310" y="230960"/>
                  </a:lnTo>
                  <a:lnTo>
                    <a:pt x="61389" y="234403"/>
                  </a:lnTo>
                  <a:lnTo>
                    <a:pt x="65575" y="237713"/>
                  </a:lnTo>
                  <a:lnTo>
                    <a:pt x="69865" y="240888"/>
                  </a:lnTo>
                  <a:lnTo>
                    <a:pt x="74254" y="243925"/>
                  </a:lnTo>
                  <a:lnTo>
                    <a:pt x="78737" y="246820"/>
                  </a:lnTo>
                  <a:lnTo>
                    <a:pt x="83311" y="249571"/>
                  </a:lnTo>
                  <a:lnTo>
                    <a:pt x="87971" y="252174"/>
                  </a:lnTo>
                  <a:lnTo>
                    <a:pt x="92711" y="254627"/>
                  </a:lnTo>
                  <a:lnTo>
                    <a:pt x="97527" y="256927"/>
                  </a:lnTo>
                  <a:lnTo>
                    <a:pt x="102414" y="259072"/>
                  </a:lnTo>
                  <a:lnTo>
                    <a:pt x="107366" y="261061"/>
                  </a:lnTo>
                  <a:lnTo>
                    <a:pt x="112380" y="262890"/>
                  </a:lnTo>
                  <a:lnTo>
                    <a:pt x="117450" y="264558"/>
                  </a:lnTo>
                  <a:lnTo>
                    <a:pt x="122570" y="266064"/>
                  </a:lnTo>
                  <a:lnTo>
                    <a:pt x="127736" y="267405"/>
                  </a:lnTo>
                  <a:lnTo>
                    <a:pt x="132942" y="268581"/>
                  </a:lnTo>
                  <a:lnTo>
                    <a:pt x="138183" y="269590"/>
                  </a:lnTo>
                  <a:lnTo>
                    <a:pt x="143454" y="270431"/>
                  </a:lnTo>
                  <a:lnTo>
                    <a:pt x="148748" y="271104"/>
                  </a:lnTo>
                  <a:lnTo>
                    <a:pt x="154062" y="271607"/>
                  </a:lnTo>
                  <a:lnTo>
                    <a:pt x="159388" y="271940"/>
                  </a:lnTo>
                  <a:lnTo>
                    <a:pt x="164723" y="272103"/>
                  </a:lnTo>
                  <a:lnTo>
                    <a:pt x="170060" y="272096"/>
                  </a:lnTo>
                  <a:lnTo>
                    <a:pt x="175394" y="271918"/>
                  </a:lnTo>
                  <a:lnTo>
                    <a:pt x="180720" y="271570"/>
                  </a:lnTo>
                  <a:lnTo>
                    <a:pt x="186032" y="271052"/>
                  </a:lnTo>
                  <a:lnTo>
                    <a:pt x="191325" y="270365"/>
                  </a:lnTo>
                  <a:lnTo>
                    <a:pt x="196593" y="269509"/>
                  </a:lnTo>
                  <a:lnTo>
                    <a:pt x="201831" y="268486"/>
                  </a:lnTo>
                  <a:lnTo>
                    <a:pt x="207034" y="267296"/>
                  </a:lnTo>
                  <a:lnTo>
                    <a:pt x="212196" y="265940"/>
                  </a:lnTo>
                  <a:lnTo>
                    <a:pt x="217312" y="264421"/>
                  </a:lnTo>
                  <a:lnTo>
                    <a:pt x="222377" y="262738"/>
                  </a:lnTo>
                  <a:lnTo>
                    <a:pt x="227386" y="260895"/>
                  </a:lnTo>
                  <a:lnTo>
                    <a:pt x="232333" y="258893"/>
                  </a:lnTo>
                  <a:lnTo>
                    <a:pt x="237214" y="256734"/>
                  </a:lnTo>
                  <a:lnTo>
                    <a:pt x="242024" y="254421"/>
                  </a:lnTo>
                  <a:lnTo>
                    <a:pt x="246757" y="251955"/>
                  </a:lnTo>
                  <a:lnTo>
                    <a:pt x="251409" y="249339"/>
                  </a:lnTo>
                  <a:lnTo>
                    <a:pt x="255976" y="246576"/>
                  </a:lnTo>
                  <a:lnTo>
                    <a:pt x="260451" y="243668"/>
                  </a:lnTo>
                  <a:lnTo>
                    <a:pt x="264832" y="240620"/>
                  </a:lnTo>
                  <a:lnTo>
                    <a:pt x="269113" y="237433"/>
                  </a:lnTo>
                  <a:lnTo>
                    <a:pt x="273290" y="234110"/>
                  </a:lnTo>
                  <a:lnTo>
                    <a:pt x="277359" y="230657"/>
                  </a:lnTo>
                  <a:lnTo>
                    <a:pt x="281316" y="227075"/>
                  </a:lnTo>
                  <a:lnTo>
                    <a:pt x="285156" y="223368"/>
                  </a:lnTo>
                  <a:lnTo>
                    <a:pt x="288876" y="219541"/>
                  </a:lnTo>
                  <a:lnTo>
                    <a:pt x="292472" y="215597"/>
                  </a:lnTo>
                  <a:lnTo>
                    <a:pt x="295940" y="211541"/>
                  </a:lnTo>
                  <a:lnTo>
                    <a:pt x="299277" y="207375"/>
                  </a:lnTo>
                  <a:lnTo>
                    <a:pt x="302480" y="203106"/>
                  </a:lnTo>
                  <a:lnTo>
                    <a:pt x="305544" y="198736"/>
                  </a:lnTo>
                  <a:lnTo>
                    <a:pt x="308467" y="194270"/>
                  </a:lnTo>
                  <a:lnTo>
                    <a:pt x="311247" y="189714"/>
                  </a:lnTo>
                  <a:lnTo>
                    <a:pt x="313879" y="185071"/>
                  </a:lnTo>
                  <a:lnTo>
                    <a:pt x="316362" y="180347"/>
                  </a:lnTo>
                  <a:lnTo>
                    <a:pt x="318692" y="175545"/>
                  </a:lnTo>
                  <a:lnTo>
                    <a:pt x="320869" y="170672"/>
                  </a:lnTo>
                  <a:lnTo>
                    <a:pt x="322888" y="165732"/>
                  </a:lnTo>
                  <a:lnTo>
                    <a:pt x="324749" y="160730"/>
                  </a:lnTo>
                  <a:lnTo>
                    <a:pt x="326449" y="155671"/>
                  </a:lnTo>
                  <a:lnTo>
                    <a:pt x="327987" y="150560"/>
                  </a:lnTo>
                  <a:lnTo>
                    <a:pt x="329361" y="145403"/>
                  </a:lnTo>
                  <a:lnTo>
                    <a:pt x="330570" y="140204"/>
                  </a:lnTo>
                  <a:lnTo>
                    <a:pt x="331612" y="134970"/>
                  </a:lnTo>
                  <a:lnTo>
                    <a:pt x="332486" y="129705"/>
                  </a:lnTo>
                  <a:lnTo>
                    <a:pt x="333192" y="124414"/>
                  </a:lnTo>
                  <a:lnTo>
                    <a:pt x="333729" y="119104"/>
                  </a:lnTo>
                  <a:lnTo>
                    <a:pt x="334095" y="113780"/>
                  </a:lnTo>
                  <a:lnTo>
                    <a:pt x="334292" y="108446"/>
                  </a:lnTo>
                  <a:lnTo>
                    <a:pt x="167161" y="1049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728472" y="4213821"/>
              <a:ext cx="167156" cy="170660"/>
            </a:xfrm>
            <a:custGeom>
              <a:avLst/>
              <a:pathLst>
                <a:path w="167156" h="170660">
                  <a:moveTo>
                    <a:pt x="167130" y="170660"/>
                  </a:moveTo>
                  <a:lnTo>
                    <a:pt x="167156" y="165230"/>
                  </a:lnTo>
                  <a:lnTo>
                    <a:pt x="167005" y="159802"/>
                  </a:lnTo>
                  <a:lnTo>
                    <a:pt x="166677" y="154382"/>
                  </a:lnTo>
                  <a:lnTo>
                    <a:pt x="166174" y="148975"/>
                  </a:lnTo>
                  <a:lnTo>
                    <a:pt x="165496" y="143588"/>
                  </a:lnTo>
                  <a:lnTo>
                    <a:pt x="164643" y="138225"/>
                  </a:lnTo>
                  <a:lnTo>
                    <a:pt x="163616" y="132893"/>
                  </a:lnTo>
                  <a:lnTo>
                    <a:pt x="162416" y="127598"/>
                  </a:lnTo>
                  <a:lnTo>
                    <a:pt x="161046" y="122344"/>
                  </a:lnTo>
                  <a:lnTo>
                    <a:pt x="159505" y="117137"/>
                  </a:lnTo>
                  <a:lnTo>
                    <a:pt x="157796" y="111983"/>
                  </a:lnTo>
                  <a:lnTo>
                    <a:pt x="155920" y="106887"/>
                  </a:lnTo>
                  <a:lnTo>
                    <a:pt x="153880" y="101855"/>
                  </a:lnTo>
                  <a:lnTo>
                    <a:pt x="151678" y="96892"/>
                  </a:lnTo>
                  <a:lnTo>
                    <a:pt x="149315" y="92003"/>
                  </a:lnTo>
                  <a:lnTo>
                    <a:pt x="146796" y="87193"/>
                  </a:lnTo>
                  <a:lnTo>
                    <a:pt x="144121" y="82467"/>
                  </a:lnTo>
                  <a:lnTo>
                    <a:pt x="141294" y="77831"/>
                  </a:lnTo>
                  <a:lnTo>
                    <a:pt x="138318" y="73289"/>
                  </a:lnTo>
                  <a:lnTo>
                    <a:pt x="135196" y="68847"/>
                  </a:lnTo>
                  <a:lnTo>
                    <a:pt x="131931" y="64508"/>
                  </a:lnTo>
                  <a:lnTo>
                    <a:pt x="128528" y="60277"/>
                  </a:lnTo>
                  <a:lnTo>
                    <a:pt x="124988" y="56159"/>
                  </a:lnTo>
                  <a:lnTo>
                    <a:pt x="121317" y="52158"/>
                  </a:lnTo>
                  <a:lnTo>
                    <a:pt x="117518" y="48279"/>
                  </a:lnTo>
                  <a:lnTo>
                    <a:pt x="113595" y="44525"/>
                  </a:lnTo>
                  <a:lnTo>
                    <a:pt x="109552" y="40900"/>
                  </a:lnTo>
                  <a:lnTo>
                    <a:pt x="105393" y="37409"/>
                  </a:lnTo>
                  <a:lnTo>
                    <a:pt x="101123" y="34054"/>
                  </a:lnTo>
                  <a:lnTo>
                    <a:pt x="96747" y="30840"/>
                  </a:lnTo>
                  <a:lnTo>
                    <a:pt x="92268" y="27770"/>
                  </a:lnTo>
                  <a:lnTo>
                    <a:pt x="87692" y="24847"/>
                  </a:lnTo>
                  <a:lnTo>
                    <a:pt x="83023" y="22074"/>
                  </a:lnTo>
                  <a:lnTo>
                    <a:pt x="78267" y="19454"/>
                  </a:lnTo>
                  <a:lnTo>
                    <a:pt x="73429" y="16990"/>
                  </a:lnTo>
                  <a:lnTo>
                    <a:pt x="68512" y="14684"/>
                  </a:lnTo>
                  <a:lnTo>
                    <a:pt x="63524" y="12540"/>
                  </a:lnTo>
                  <a:lnTo>
                    <a:pt x="58469" y="10558"/>
                  </a:lnTo>
                  <a:lnTo>
                    <a:pt x="53351" y="8742"/>
                  </a:lnTo>
                  <a:lnTo>
                    <a:pt x="48178" y="7093"/>
                  </a:lnTo>
                  <a:lnTo>
                    <a:pt x="42954" y="5612"/>
                  </a:lnTo>
                  <a:lnTo>
                    <a:pt x="37684" y="4303"/>
                  </a:lnTo>
                  <a:lnTo>
                    <a:pt x="32375" y="3165"/>
                  </a:lnTo>
                  <a:lnTo>
                    <a:pt x="27031" y="2200"/>
                  </a:lnTo>
                  <a:lnTo>
                    <a:pt x="21659" y="1409"/>
                  </a:lnTo>
                  <a:lnTo>
                    <a:pt x="16264" y="793"/>
                  </a:lnTo>
                  <a:lnTo>
                    <a:pt x="10852" y="352"/>
                  </a:lnTo>
                  <a:lnTo>
                    <a:pt x="5429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51873" y="3707720"/>
              <a:ext cx="167137" cy="167167"/>
            </a:xfrm>
            <a:custGeom>
              <a:avLst/>
              <a:pathLst>
                <a:path w="167137" h="167167">
                  <a:moveTo>
                    <a:pt x="167137" y="0"/>
                  </a:moveTo>
                  <a:lnTo>
                    <a:pt x="161733" y="87"/>
                  </a:lnTo>
                  <a:lnTo>
                    <a:pt x="156335" y="349"/>
                  </a:lnTo>
                  <a:lnTo>
                    <a:pt x="150948" y="785"/>
                  </a:lnTo>
                  <a:lnTo>
                    <a:pt x="145578" y="1396"/>
                  </a:lnTo>
                  <a:lnTo>
                    <a:pt x="140230" y="2179"/>
                  </a:lnTo>
                  <a:lnTo>
                    <a:pt x="134911" y="3135"/>
                  </a:lnTo>
                  <a:lnTo>
                    <a:pt x="129625" y="4263"/>
                  </a:lnTo>
                  <a:lnTo>
                    <a:pt x="124378" y="5561"/>
                  </a:lnTo>
                  <a:lnTo>
                    <a:pt x="119176" y="7027"/>
                  </a:lnTo>
                  <a:lnTo>
                    <a:pt x="114025" y="8661"/>
                  </a:lnTo>
                  <a:lnTo>
                    <a:pt x="108928" y="10461"/>
                  </a:lnTo>
                  <a:lnTo>
                    <a:pt x="103893" y="12425"/>
                  </a:lnTo>
                  <a:lnTo>
                    <a:pt x="98924" y="14550"/>
                  </a:lnTo>
                  <a:lnTo>
                    <a:pt x="94026" y="16835"/>
                  </a:lnTo>
                  <a:lnTo>
                    <a:pt x="89204" y="19277"/>
                  </a:lnTo>
                  <a:lnTo>
                    <a:pt x="84464" y="21874"/>
                  </a:lnTo>
                  <a:lnTo>
                    <a:pt x="79811" y="24622"/>
                  </a:lnTo>
                  <a:lnTo>
                    <a:pt x="75248" y="27520"/>
                  </a:lnTo>
                  <a:lnTo>
                    <a:pt x="70782" y="30563"/>
                  </a:lnTo>
                  <a:lnTo>
                    <a:pt x="66416" y="33749"/>
                  </a:lnTo>
                  <a:lnTo>
                    <a:pt x="62156" y="37075"/>
                  </a:lnTo>
                  <a:lnTo>
                    <a:pt x="58005" y="40537"/>
                  </a:lnTo>
                  <a:lnTo>
                    <a:pt x="53969" y="44131"/>
                  </a:lnTo>
                  <a:lnTo>
                    <a:pt x="50051" y="47854"/>
                  </a:lnTo>
                  <a:lnTo>
                    <a:pt x="46255" y="51701"/>
                  </a:lnTo>
                  <a:lnTo>
                    <a:pt x="42585" y="55669"/>
                  </a:lnTo>
                  <a:lnTo>
                    <a:pt x="39046" y="59754"/>
                  </a:lnTo>
                  <a:lnTo>
                    <a:pt x="35641" y="63951"/>
                  </a:lnTo>
                  <a:lnTo>
                    <a:pt x="32373" y="68256"/>
                  </a:lnTo>
                  <a:lnTo>
                    <a:pt x="29246" y="72664"/>
                  </a:lnTo>
                  <a:lnTo>
                    <a:pt x="26263" y="77171"/>
                  </a:lnTo>
                  <a:lnTo>
                    <a:pt x="23427" y="81772"/>
                  </a:lnTo>
                  <a:lnTo>
                    <a:pt x="20742" y="86462"/>
                  </a:lnTo>
                  <a:lnTo>
                    <a:pt x="18209" y="91237"/>
                  </a:lnTo>
                  <a:lnTo>
                    <a:pt x="15832" y="96091"/>
                  </a:lnTo>
                  <a:lnTo>
                    <a:pt x="13614" y="101019"/>
                  </a:lnTo>
                  <a:lnTo>
                    <a:pt x="11556" y="106017"/>
                  </a:lnTo>
                  <a:lnTo>
                    <a:pt x="9660" y="111078"/>
                  </a:lnTo>
                  <a:lnTo>
                    <a:pt x="7929" y="116198"/>
                  </a:lnTo>
                  <a:lnTo>
                    <a:pt x="6365" y="121372"/>
                  </a:lnTo>
                  <a:lnTo>
                    <a:pt x="4969" y="126593"/>
                  </a:lnTo>
                  <a:lnTo>
                    <a:pt x="3742" y="131856"/>
                  </a:lnTo>
                  <a:lnTo>
                    <a:pt x="2686" y="137157"/>
                  </a:lnTo>
                  <a:lnTo>
                    <a:pt x="1801" y="142489"/>
                  </a:lnTo>
                  <a:lnTo>
                    <a:pt x="1090" y="147847"/>
                  </a:lnTo>
                  <a:lnTo>
                    <a:pt x="552" y="153224"/>
                  </a:lnTo>
                  <a:lnTo>
                    <a:pt x="189" y="158617"/>
                  </a:lnTo>
                  <a:lnTo>
                    <a:pt x="0" y="164018"/>
                  </a:lnTo>
                  <a:lnTo>
                    <a:pt x="16713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51857" y="3713547"/>
              <a:ext cx="334316" cy="328505"/>
            </a:xfrm>
            <a:custGeom>
              <a:avLst/>
              <a:pathLst>
                <a:path w="334316" h="328505">
                  <a:moveTo>
                    <a:pt x="15" y="158192"/>
                  </a:moveTo>
                  <a:lnTo>
                    <a:pt x="0" y="163487"/>
                  </a:lnTo>
                  <a:lnTo>
                    <a:pt x="151" y="168780"/>
                  </a:lnTo>
                  <a:lnTo>
                    <a:pt x="471" y="174065"/>
                  </a:lnTo>
                  <a:lnTo>
                    <a:pt x="957" y="179338"/>
                  </a:lnTo>
                  <a:lnTo>
                    <a:pt x="1611" y="184593"/>
                  </a:lnTo>
                  <a:lnTo>
                    <a:pt x="2430" y="189824"/>
                  </a:lnTo>
                  <a:lnTo>
                    <a:pt x="3415" y="195027"/>
                  </a:lnTo>
                  <a:lnTo>
                    <a:pt x="4564" y="200196"/>
                  </a:lnTo>
                  <a:lnTo>
                    <a:pt x="5876" y="205326"/>
                  </a:lnTo>
                  <a:lnTo>
                    <a:pt x="7350" y="210411"/>
                  </a:lnTo>
                  <a:lnTo>
                    <a:pt x="8984" y="215448"/>
                  </a:lnTo>
                  <a:lnTo>
                    <a:pt x="10778" y="220430"/>
                  </a:lnTo>
                  <a:lnTo>
                    <a:pt x="12727" y="225353"/>
                  </a:lnTo>
                  <a:lnTo>
                    <a:pt x="14832" y="230212"/>
                  </a:lnTo>
                  <a:lnTo>
                    <a:pt x="17090" y="235002"/>
                  </a:lnTo>
                  <a:lnTo>
                    <a:pt x="19498" y="239717"/>
                  </a:lnTo>
                  <a:lnTo>
                    <a:pt x="22055" y="244355"/>
                  </a:lnTo>
                  <a:lnTo>
                    <a:pt x="24757" y="248908"/>
                  </a:lnTo>
                  <a:lnTo>
                    <a:pt x="27601" y="253374"/>
                  </a:lnTo>
                  <a:lnTo>
                    <a:pt x="30586" y="257748"/>
                  </a:lnTo>
                  <a:lnTo>
                    <a:pt x="33708" y="262025"/>
                  </a:lnTo>
                  <a:lnTo>
                    <a:pt x="36964" y="266201"/>
                  </a:lnTo>
                  <a:lnTo>
                    <a:pt x="40350" y="270272"/>
                  </a:lnTo>
                  <a:lnTo>
                    <a:pt x="43864" y="274233"/>
                  </a:lnTo>
                  <a:lnTo>
                    <a:pt x="47501" y="278081"/>
                  </a:lnTo>
                  <a:lnTo>
                    <a:pt x="51259" y="281812"/>
                  </a:lnTo>
                  <a:lnTo>
                    <a:pt x="55132" y="285422"/>
                  </a:lnTo>
                  <a:lnTo>
                    <a:pt x="59118" y="288908"/>
                  </a:lnTo>
                  <a:lnTo>
                    <a:pt x="63213" y="292265"/>
                  </a:lnTo>
                  <a:lnTo>
                    <a:pt x="67412" y="295492"/>
                  </a:lnTo>
                  <a:lnTo>
                    <a:pt x="71710" y="298583"/>
                  </a:lnTo>
                  <a:lnTo>
                    <a:pt x="76105" y="301537"/>
                  </a:lnTo>
                  <a:lnTo>
                    <a:pt x="80591" y="304351"/>
                  </a:lnTo>
                  <a:lnTo>
                    <a:pt x="85164" y="307020"/>
                  </a:lnTo>
                  <a:lnTo>
                    <a:pt x="89819" y="309544"/>
                  </a:lnTo>
                  <a:lnTo>
                    <a:pt x="94551" y="311919"/>
                  </a:lnTo>
                  <a:lnTo>
                    <a:pt x="99357" y="314143"/>
                  </a:lnTo>
                  <a:lnTo>
                    <a:pt x="104230" y="316213"/>
                  </a:lnTo>
                  <a:lnTo>
                    <a:pt x="109167" y="318129"/>
                  </a:lnTo>
                  <a:lnTo>
                    <a:pt x="114162" y="319886"/>
                  </a:lnTo>
                  <a:lnTo>
                    <a:pt x="119210" y="321485"/>
                  </a:lnTo>
                  <a:lnTo>
                    <a:pt x="124306" y="322923"/>
                  </a:lnTo>
                  <a:lnTo>
                    <a:pt x="129445" y="324199"/>
                  </a:lnTo>
                  <a:lnTo>
                    <a:pt x="134622" y="325312"/>
                  </a:lnTo>
                  <a:lnTo>
                    <a:pt x="139831" y="326260"/>
                  </a:lnTo>
                  <a:lnTo>
                    <a:pt x="145068" y="327043"/>
                  </a:lnTo>
                  <a:lnTo>
                    <a:pt x="150327" y="327659"/>
                  </a:lnTo>
                  <a:lnTo>
                    <a:pt x="155603" y="328108"/>
                  </a:lnTo>
                  <a:lnTo>
                    <a:pt x="160891" y="328391"/>
                  </a:lnTo>
                  <a:lnTo>
                    <a:pt x="166185" y="328505"/>
                  </a:lnTo>
                  <a:lnTo>
                    <a:pt x="171480" y="328452"/>
                  </a:lnTo>
                  <a:lnTo>
                    <a:pt x="176770" y="328231"/>
                  </a:lnTo>
                  <a:lnTo>
                    <a:pt x="182051" y="327843"/>
                  </a:lnTo>
                  <a:lnTo>
                    <a:pt x="187317" y="327287"/>
                  </a:lnTo>
                  <a:lnTo>
                    <a:pt x="192563" y="326565"/>
                  </a:lnTo>
                  <a:lnTo>
                    <a:pt x="197783" y="325678"/>
                  </a:lnTo>
                  <a:lnTo>
                    <a:pt x="202972" y="324625"/>
                  </a:lnTo>
                  <a:lnTo>
                    <a:pt x="208126" y="323409"/>
                  </a:lnTo>
                  <a:lnTo>
                    <a:pt x="213238" y="322030"/>
                  </a:lnTo>
                  <a:lnTo>
                    <a:pt x="218304" y="320490"/>
                  </a:lnTo>
                  <a:lnTo>
                    <a:pt x="223319" y="318790"/>
                  </a:lnTo>
                  <a:lnTo>
                    <a:pt x="228278" y="316932"/>
                  </a:lnTo>
                  <a:lnTo>
                    <a:pt x="233175" y="314918"/>
                  </a:lnTo>
                  <a:lnTo>
                    <a:pt x="238006" y="312750"/>
                  </a:lnTo>
                  <a:lnTo>
                    <a:pt x="242765" y="310430"/>
                  </a:lnTo>
                  <a:lnTo>
                    <a:pt x="247449" y="307961"/>
                  </a:lnTo>
                  <a:lnTo>
                    <a:pt x="252053" y="305344"/>
                  </a:lnTo>
                  <a:lnTo>
                    <a:pt x="256571" y="302583"/>
                  </a:lnTo>
                  <a:lnTo>
                    <a:pt x="261000" y="299680"/>
                  </a:lnTo>
                  <a:lnTo>
                    <a:pt x="265334" y="296638"/>
                  </a:lnTo>
                  <a:lnTo>
                    <a:pt x="269570" y="293461"/>
                  </a:lnTo>
                  <a:lnTo>
                    <a:pt x="273703" y="290151"/>
                  </a:lnTo>
                  <a:lnTo>
                    <a:pt x="277729" y="286712"/>
                  </a:lnTo>
                  <a:lnTo>
                    <a:pt x="281644" y="283147"/>
                  </a:lnTo>
                  <a:lnTo>
                    <a:pt x="285445" y="279459"/>
                  </a:lnTo>
                  <a:lnTo>
                    <a:pt x="289126" y="275654"/>
                  </a:lnTo>
                  <a:lnTo>
                    <a:pt x="292685" y="271733"/>
                  </a:lnTo>
                  <a:lnTo>
                    <a:pt x="296119" y="267702"/>
                  </a:lnTo>
                  <a:lnTo>
                    <a:pt x="299423" y="263564"/>
                  </a:lnTo>
                  <a:lnTo>
                    <a:pt x="302594" y="259324"/>
                  </a:lnTo>
                  <a:lnTo>
                    <a:pt x="305629" y="254985"/>
                  </a:lnTo>
                  <a:lnTo>
                    <a:pt x="308526" y="250552"/>
                  </a:lnTo>
                  <a:lnTo>
                    <a:pt x="311280" y="246030"/>
                  </a:lnTo>
                  <a:lnTo>
                    <a:pt x="313890" y="241423"/>
                  </a:lnTo>
                  <a:lnTo>
                    <a:pt x="316353" y="236735"/>
                  </a:lnTo>
                  <a:lnTo>
                    <a:pt x="318666" y="231972"/>
                  </a:lnTo>
                  <a:lnTo>
                    <a:pt x="320827" y="227138"/>
                  </a:lnTo>
                  <a:lnTo>
                    <a:pt x="322834" y="222238"/>
                  </a:lnTo>
                  <a:lnTo>
                    <a:pt x="324684" y="217277"/>
                  </a:lnTo>
                  <a:lnTo>
                    <a:pt x="326377" y="212259"/>
                  </a:lnTo>
                  <a:lnTo>
                    <a:pt x="327910" y="207191"/>
                  </a:lnTo>
                  <a:lnTo>
                    <a:pt x="329281" y="202077"/>
                  </a:lnTo>
                  <a:lnTo>
                    <a:pt x="330490" y="196921"/>
                  </a:lnTo>
                  <a:lnTo>
                    <a:pt x="331535" y="191730"/>
                  </a:lnTo>
                  <a:lnTo>
                    <a:pt x="332415" y="186509"/>
                  </a:lnTo>
                  <a:lnTo>
                    <a:pt x="333129" y="181262"/>
                  </a:lnTo>
                  <a:lnTo>
                    <a:pt x="333677" y="175996"/>
                  </a:lnTo>
                  <a:lnTo>
                    <a:pt x="334058" y="170714"/>
                  </a:lnTo>
                  <a:lnTo>
                    <a:pt x="334271" y="165423"/>
                  </a:lnTo>
                  <a:lnTo>
                    <a:pt x="334316" y="160128"/>
                  </a:lnTo>
                  <a:lnTo>
                    <a:pt x="334194" y="154835"/>
                  </a:lnTo>
                  <a:lnTo>
                    <a:pt x="333904" y="149548"/>
                  </a:lnTo>
                  <a:lnTo>
                    <a:pt x="333447" y="144272"/>
                  </a:lnTo>
                  <a:lnTo>
                    <a:pt x="332823" y="139014"/>
                  </a:lnTo>
                  <a:lnTo>
                    <a:pt x="332033" y="133778"/>
                  </a:lnTo>
                  <a:lnTo>
                    <a:pt x="331077" y="128570"/>
                  </a:lnTo>
                  <a:lnTo>
                    <a:pt x="329957" y="123395"/>
                  </a:lnTo>
                  <a:lnTo>
                    <a:pt x="328673" y="118258"/>
                  </a:lnTo>
                  <a:lnTo>
                    <a:pt x="327228" y="113164"/>
                  </a:lnTo>
                  <a:lnTo>
                    <a:pt x="325622" y="108118"/>
                  </a:lnTo>
                  <a:lnTo>
                    <a:pt x="323857" y="103126"/>
                  </a:lnTo>
                  <a:lnTo>
                    <a:pt x="321934" y="98192"/>
                  </a:lnTo>
                  <a:lnTo>
                    <a:pt x="319857" y="93321"/>
                  </a:lnTo>
                  <a:lnTo>
                    <a:pt x="317626" y="88519"/>
                  </a:lnTo>
                  <a:lnTo>
                    <a:pt x="315244" y="83790"/>
                  </a:lnTo>
                  <a:lnTo>
                    <a:pt x="312714" y="79139"/>
                  </a:lnTo>
                  <a:lnTo>
                    <a:pt x="310037" y="74570"/>
                  </a:lnTo>
                  <a:lnTo>
                    <a:pt x="307217" y="70088"/>
                  </a:lnTo>
                  <a:lnTo>
                    <a:pt x="304257" y="65698"/>
                  </a:lnTo>
                  <a:lnTo>
                    <a:pt x="301159" y="61403"/>
                  </a:lnTo>
                  <a:lnTo>
                    <a:pt x="297927" y="57209"/>
                  </a:lnTo>
                  <a:lnTo>
                    <a:pt x="294563" y="53120"/>
                  </a:lnTo>
                  <a:lnTo>
                    <a:pt x="291072" y="49139"/>
                  </a:lnTo>
                  <a:lnTo>
                    <a:pt x="287456" y="45270"/>
                  </a:lnTo>
                  <a:lnTo>
                    <a:pt x="283719" y="41519"/>
                  </a:lnTo>
                  <a:lnTo>
                    <a:pt x="279866" y="37887"/>
                  </a:lnTo>
                  <a:lnTo>
                    <a:pt x="275899" y="34379"/>
                  </a:lnTo>
                  <a:lnTo>
                    <a:pt x="271824" y="30998"/>
                  </a:lnTo>
                  <a:lnTo>
                    <a:pt x="267643" y="27749"/>
                  </a:lnTo>
                  <a:lnTo>
                    <a:pt x="263362" y="24633"/>
                  </a:lnTo>
                  <a:lnTo>
                    <a:pt x="258984" y="21655"/>
                  </a:lnTo>
                  <a:lnTo>
                    <a:pt x="254514" y="18816"/>
                  </a:lnTo>
                  <a:lnTo>
                    <a:pt x="249956" y="16121"/>
                  </a:lnTo>
                  <a:lnTo>
                    <a:pt x="245315" y="13571"/>
                  </a:lnTo>
                  <a:lnTo>
                    <a:pt x="240596" y="11170"/>
                  </a:lnTo>
                  <a:lnTo>
                    <a:pt x="235803" y="8919"/>
                  </a:lnTo>
                  <a:lnTo>
                    <a:pt x="230941" y="6822"/>
                  </a:lnTo>
                  <a:lnTo>
                    <a:pt x="226015" y="4879"/>
                  </a:lnTo>
                  <a:lnTo>
                    <a:pt x="221030" y="3093"/>
                  </a:lnTo>
                  <a:lnTo>
                    <a:pt x="215991" y="1466"/>
                  </a:lnTo>
                  <a:lnTo>
                    <a:pt x="210903" y="0"/>
                  </a:lnTo>
                  <a:lnTo>
                    <a:pt x="167153" y="1613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919011" y="3707720"/>
              <a:ext cx="43750" cy="167167"/>
            </a:xfrm>
            <a:custGeom>
              <a:avLst/>
              <a:pathLst>
                <a:path w="43750" h="167167">
                  <a:moveTo>
                    <a:pt x="43750" y="5826"/>
                  </a:moveTo>
                  <a:lnTo>
                    <a:pt x="37616" y="4287"/>
                  </a:lnTo>
                  <a:lnTo>
                    <a:pt x="31430" y="2981"/>
                  </a:lnTo>
                  <a:lnTo>
                    <a:pt x="25198" y="1910"/>
                  </a:lnTo>
                  <a:lnTo>
                    <a:pt x="18930" y="1075"/>
                  </a:lnTo>
                  <a:lnTo>
                    <a:pt x="12635" y="478"/>
                  </a:lnTo>
                  <a:lnTo>
                    <a:pt x="6322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tx76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2025-06-05T15:15:52Z</dcterms:modified>
  <cp:category/>
</cp:coreProperties>
</file>