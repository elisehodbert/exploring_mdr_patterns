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81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347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36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236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0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18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2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74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36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8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19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86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86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60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77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8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9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60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23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2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8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2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28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60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47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9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18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19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91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77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194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12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13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8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47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36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94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12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5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8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9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60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13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42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35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8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47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36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42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35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88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36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60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18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88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2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74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42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35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36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8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47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9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36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60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18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23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2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74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8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47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36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43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1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7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36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77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8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47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36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81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6419" y="3170392"/>
              <a:ext cx="57359" cy="167167"/>
            </a:xfrm>
            <a:custGeom>
              <a:avLst/>
              <a:pathLst>
                <a:path w="57359" h="167167">
                  <a:moveTo>
                    <a:pt x="57359" y="0"/>
                  </a:moveTo>
                  <a:lnTo>
                    <a:pt x="51506" y="102"/>
                  </a:lnTo>
                  <a:lnTo>
                    <a:pt x="45659" y="409"/>
                  </a:lnTo>
                  <a:lnTo>
                    <a:pt x="39827" y="921"/>
                  </a:lnTo>
                  <a:lnTo>
                    <a:pt x="34016" y="1637"/>
                  </a:lnTo>
                  <a:lnTo>
                    <a:pt x="28234" y="2556"/>
                  </a:lnTo>
                  <a:lnTo>
                    <a:pt x="22488" y="3677"/>
                  </a:lnTo>
                  <a:lnTo>
                    <a:pt x="16784" y="4999"/>
                  </a:lnTo>
                  <a:lnTo>
                    <a:pt x="11130" y="6519"/>
                  </a:lnTo>
                  <a:lnTo>
                    <a:pt x="5533" y="8236"/>
                  </a:lnTo>
                  <a:lnTo>
                    <a:pt x="0" y="10148"/>
                  </a:lnTo>
                  <a:lnTo>
                    <a:pt x="573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816627" y="3171636"/>
              <a:ext cx="334306" cy="333090"/>
            </a:xfrm>
            <a:custGeom>
              <a:avLst/>
              <a:pathLst>
                <a:path w="334306" h="333090">
                  <a:moveTo>
                    <a:pt x="109791" y="8905"/>
                  </a:moveTo>
                  <a:lnTo>
                    <a:pt x="104835" y="10805"/>
                  </a:lnTo>
                  <a:lnTo>
                    <a:pt x="99941" y="12862"/>
                  </a:lnTo>
                  <a:lnTo>
                    <a:pt x="95116" y="15073"/>
                  </a:lnTo>
                  <a:lnTo>
                    <a:pt x="90363" y="17436"/>
                  </a:lnTo>
                  <a:lnTo>
                    <a:pt x="85688" y="19948"/>
                  </a:lnTo>
                  <a:lnTo>
                    <a:pt x="81094" y="22608"/>
                  </a:lnTo>
                  <a:lnTo>
                    <a:pt x="76588" y="25413"/>
                  </a:lnTo>
                  <a:lnTo>
                    <a:pt x="72172" y="28359"/>
                  </a:lnTo>
                  <a:lnTo>
                    <a:pt x="67853" y="31443"/>
                  </a:lnTo>
                  <a:lnTo>
                    <a:pt x="63633" y="34664"/>
                  </a:lnTo>
                  <a:lnTo>
                    <a:pt x="59518" y="38016"/>
                  </a:lnTo>
                  <a:lnTo>
                    <a:pt x="55512" y="41498"/>
                  </a:lnTo>
                  <a:lnTo>
                    <a:pt x="51618" y="45105"/>
                  </a:lnTo>
                  <a:lnTo>
                    <a:pt x="47840" y="48834"/>
                  </a:lnTo>
                  <a:lnTo>
                    <a:pt x="44183" y="52681"/>
                  </a:lnTo>
                  <a:lnTo>
                    <a:pt x="40650" y="56642"/>
                  </a:lnTo>
                  <a:lnTo>
                    <a:pt x="37244" y="60713"/>
                  </a:lnTo>
                  <a:lnTo>
                    <a:pt x="33969" y="64890"/>
                  </a:lnTo>
                  <a:lnTo>
                    <a:pt x="30829" y="69170"/>
                  </a:lnTo>
                  <a:lnTo>
                    <a:pt x="27826" y="73546"/>
                  </a:lnTo>
                  <a:lnTo>
                    <a:pt x="24963" y="78016"/>
                  </a:lnTo>
                  <a:lnTo>
                    <a:pt x="22244" y="82575"/>
                  </a:lnTo>
                  <a:lnTo>
                    <a:pt x="19671" y="87217"/>
                  </a:lnTo>
                  <a:lnTo>
                    <a:pt x="17246" y="91939"/>
                  </a:lnTo>
                  <a:lnTo>
                    <a:pt x="14973" y="96736"/>
                  </a:lnTo>
                  <a:lnTo>
                    <a:pt x="12853" y="101602"/>
                  </a:lnTo>
                  <a:lnTo>
                    <a:pt x="10889" y="106533"/>
                  </a:lnTo>
                  <a:lnTo>
                    <a:pt x="9082" y="111524"/>
                  </a:lnTo>
                  <a:lnTo>
                    <a:pt x="7435" y="116570"/>
                  </a:lnTo>
                  <a:lnTo>
                    <a:pt x="5948" y="121665"/>
                  </a:lnTo>
                  <a:lnTo>
                    <a:pt x="4625" y="126806"/>
                  </a:lnTo>
                  <a:lnTo>
                    <a:pt x="3465" y="131985"/>
                  </a:lnTo>
                  <a:lnTo>
                    <a:pt x="2470" y="137199"/>
                  </a:lnTo>
                  <a:lnTo>
                    <a:pt x="1641" y="142442"/>
                  </a:lnTo>
                  <a:lnTo>
                    <a:pt x="979" y="147708"/>
                  </a:lnTo>
                  <a:lnTo>
                    <a:pt x="484" y="152993"/>
                  </a:lnTo>
                  <a:lnTo>
                    <a:pt x="158" y="158291"/>
                  </a:lnTo>
                  <a:lnTo>
                    <a:pt x="0" y="163597"/>
                  </a:lnTo>
                  <a:lnTo>
                    <a:pt x="10" y="168904"/>
                  </a:lnTo>
                  <a:lnTo>
                    <a:pt x="189" y="174209"/>
                  </a:lnTo>
                  <a:lnTo>
                    <a:pt x="536" y="179506"/>
                  </a:lnTo>
                  <a:lnTo>
                    <a:pt x="1051" y="184789"/>
                  </a:lnTo>
                  <a:lnTo>
                    <a:pt x="1734" y="190053"/>
                  </a:lnTo>
                  <a:lnTo>
                    <a:pt x="2583" y="195292"/>
                  </a:lnTo>
                  <a:lnTo>
                    <a:pt x="3599" y="200502"/>
                  </a:lnTo>
                  <a:lnTo>
                    <a:pt x="4779" y="205677"/>
                  </a:lnTo>
                  <a:lnTo>
                    <a:pt x="6123" y="210812"/>
                  </a:lnTo>
                  <a:lnTo>
                    <a:pt x="7629" y="215902"/>
                  </a:lnTo>
                  <a:lnTo>
                    <a:pt x="9296" y="220941"/>
                  </a:lnTo>
                  <a:lnTo>
                    <a:pt x="11123" y="225925"/>
                  </a:lnTo>
                  <a:lnTo>
                    <a:pt x="13106" y="230848"/>
                  </a:lnTo>
                  <a:lnTo>
                    <a:pt x="15245" y="235706"/>
                  </a:lnTo>
                  <a:lnTo>
                    <a:pt x="17537" y="240494"/>
                  </a:lnTo>
                  <a:lnTo>
                    <a:pt x="19980" y="245206"/>
                  </a:lnTo>
                  <a:lnTo>
                    <a:pt x="22571" y="249838"/>
                  </a:lnTo>
                  <a:lnTo>
                    <a:pt x="25308" y="254386"/>
                  </a:lnTo>
                  <a:lnTo>
                    <a:pt x="28188" y="258845"/>
                  </a:lnTo>
                  <a:lnTo>
                    <a:pt x="31209" y="263210"/>
                  </a:lnTo>
                  <a:lnTo>
                    <a:pt x="34366" y="267477"/>
                  </a:lnTo>
                  <a:lnTo>
                    <a:pt x="37657" y="271641"/>
                  </a:lnTo>
                  <a:lnTo>
                    <a:pt x="41078" y="275699"/>
                  </a:lnTo>
                  <a:lnTo>
                    <a:pt x="44627" y="279646"/>
                  </a:lnTo>
                  <a:lnTo>
                    <a:pt x="48299" y="283479"/>
                  </a:lnTo>
                  <a:lnTo>
                    <a:pt x="52092" y="287193"/>
                  </a:lnTo>
                  <a:lnTo>
                    <a:pt x="56000" y="290785"/>
                  </a:lnTo>
                  <a:lnTo>
                    <a:pt x="60020" y="294251"/>
                  </a:lnTo>
                  <a:lnTo>
                    <a:pt x="64148" y="297587"/>
                  </a:lnTo>
                  <a:lnTo>
                    <a:pt x="68380" y="300791"/>
                  </a:lnTo>
                  <a:lnTo>
                    <a:pt x="72712" y="303859"/>
                  </a:lnTo>
                  <a:lnTo>
                    <a:pt x="77138" y="306787"/>
                  </a:lnTo>
                  <a:lnTo>
                    <a:pt x="81656" y="309574"/>
                  </a:lnTo>
                  <a:lnTo>
                    <a:pt x="86260" y="312216"/>
                  </a:lnTo>
                  <a:lnTo>
                    <a:pt x="90945" y="314710"/>
                  </a:lnTo>
                  <a:lnTo>
                    <a:pt x="95707" y="317055"/>
                  </a:lnTo>
                  <a:lnTo>
                    <a:pt x="100541" y="319247"/>
                  </a:lnTo>
                  <a:lnTo>
                    <a:pt x="105443" y="321284"/>
                  </a:lnTo>
                  <a:lnTo>
                    <a:pt x="110406" y="323165"/>
                  </a:lnTo>
                  <a:lnTo>
                    <a:pt x="115427" y="324887"/>
                  </a:lnTo>
                  <a:lnTo>
                    <a:pt x="120500" y="326449"/>
                  </a:lnTo>
                  <a:lnTo>
                    <a:pt x="125620" y="327850"/>
                  </a:lnTo>
                  <a:lnTo>
                    <a:pt x="130781" y="329086"/>
                  </a:lnTo>
                  <a:lnTo>
                    <a:pt x="135980" y="330159"/>
                  </a:lnTo>
                  <a:lnTo>
                    <a:pt x="141210" y="331066"/>
                  </a:lnTo>
                  <a:lnTo>
                    <a:pt x="146466" y="331806"/>
                  </a:lnTo>
                  <a:lnTo>
                    <a:pt x="151743" y="332379"/>
                  </a:lnTo>
                  <a:lnTo>
                    <a:pt x="157035" y="332784"/>
                  </a:lnTo>
                  <a:lnTo>
                    <a:pt x="162338" y="333021"/>
                  </a:lnTo>
                  <a:lnTo>
                    <a:pt x="167645" y="333090"/>
                  </a:lnTo>
                  <a:lnTo>
                    <a:pt x="172952" y="332990"/>
                  </a:lnTo>
                  <a:lnTo>
                    <a:pt x="178253" y="332722"/>
                  </a:lnTo>
                  <a:lnTo>
                    <a:pt x="183543" y="332285"/>
                  </a:lnTo>
                  <a:lnTo>
                    <a:pt x="188817" y="331681"/>
                  </a:lnTo>
                  <a:lnTo>
                    <a:pt x="194068" y="330909"/>
                  </a:lnTo>
                  <a:lnTo>
                    <a:pt x="199293" y="329972"/>
                  </a:lnTo>
                  <a:lnTo>
                    <a:pt x="204485" y="328868"/>
                  </a:lnTo>
                  <a:lnTo>
                    <a:pt x="209639" y="327601"/>
                  </a:lnTo>
                  <a:lnTo>
                    <a:pt x="214751" y="326171"/>
                  </a:lnTo>
                  <a:lnTo>
                    <a:pt x="219814" y="324579"/>
                  </a:lnTo>
                  <a:lnTo>
                    <a:pt x="224825" y="322827"/>
                  </a:lnTo>
                  <a:lnTo>
                    <a:pt x="229777" y="320917"/>
                  </a:lnTo>
                  <a:lnTo>
                    <a:pt x="234666" y="318850"/>
                  </a:lnTo>
                  <a:lnTo>
                    <a:pt x="239487" y="316630"/>
                  </a:lnTo>
                  <a:lnTo>
                    <a:pt x="244235" y="314257"/>
                  </a:lnTo>
                  <a:lnTo>
                    <a:pt x="248906" y="311735"/>
                  </a:lnTo>
                  <a:lnTo>
                    <a:pt x="253494" y="309066"/>
                  </a:lnTo>
                  <a:lnTo>
                    <a:pt x="257995" y="306253"/>
                  </a:lnTo>
                  <a:lnTo>
                    <a:pt x="262404" y="303298"/>
                  </a:lnTo>
                  <a:lnTo>
                    <a:pt x="266718" y="300204"/>
                  </a:lnTo>
                  <a:lnTo>
                    <a:pt x="270931" y="296976"/>
                  </a:lnTo>
                  <a:lnTo>
                    <a:pt x="275039" y="293615"/>
                  </a:lnTo>
                  <a:lnTo>
                    <a:pt x="279039" y="290125"/>
                  </a:lnTo>
                  <a:lnTo>
                    <a:pt x="282925" y="286510"/>
                  </a:lnTo>
                  <a:lnTo>
                    <a:pt x="286695" y="282774"/>
                  </a:lnTo>
                  <a:lnTo>
                    <a:pt x="290345" y="278920"/>
                  </a:lnTo>
                  <a:lnTo>
                    <a:pt x="293870" y="274951"/>
                  </a:lnTo>
                  <a:lnTo>
                    <a:pt x="297268" y="270873"/>
                  </a:lnTo>
                  <a:lnTo>
                    <a:pt x="300534" y="266689"/>
                  </a:lnTo>
                  <a:lnTo>
                    <a:pt x="303666" y="262404"/>
                  </a:lnTo>
                  <a:lnTo>
                    <a:pt x="306660" y="258021"/>
                  </a:lnTo>
                  <a:lnTo>
                    <a:pt x="309514" y="253546"/>
                  </a:lnTo>
                  <a:lnTo>
                    <a:pt x="312224" y="248982"/>
                  </a:lnTo>
                  <a:lnTo>
                    <a:pt x="314788" y="244334"/>
                  </a:lnTo>
                  <a:lnTo>
                    <a:pt x="317203" y="239607"/>
                  </a:lnTo>
                  <a:lnTo>
                    <a:pt x="319467" y="234806"/>
                  </a:lnTo>
                  <a:lnTo>
                    <a:pt x="321577" y="229936"/>
                  </a:lnTo>
                  <a:lnTo>
                    <a:pt x="323531" y="225001"/>
                  </a:lnTo>
                  <a:lnTo>
                    <a:pt x="325328" y="220006"/>
                  </a:lnTo>
                  <a:lnTo>
                    <a:pt x="326965" y="214957"/>
                  </a:lnTo>
                  <a:lnTo>
                    <a:pt x="328441" y="209859"/>
                  </a:lnTo>
                  <a:lnTo>
                    <a:pt x="329755" y="204716"/>
                  </a:lnTo>
                  <a:lnTo>
                    <a:pt x="330904" y="199534"/>
                  </a:lnTo>
                  <a:lnTo>
                    <a:pt x="331889" y="194318"/>
                  </a:lnTo>
                  <a:lnTo>
                    <a:pt x="332707" y="189074"/>
                  </a:lnTo>
                  <a:lnTo>
                    <a:pt x="333359" y="183806"/>
                  </a:lnTo>
                  <a:lnTo>
                    <a:pt x="333843" y="178520"/>
                  </a:lnTo>
                  <a:lnTo>
                    <a:pt x="334159" y="173222"/>
                  </a:lnTo>
                  <a:lnTo>
                    <a:pt x="334306" y="167916"/>
                  </a:lnTo>
                  <a:lnTo>
                    <a:pt x="334285" y="162608"/>
                  </a:lnTo>
                  <a:lnTo>
                    <a:pt x="334096" y="157303"/>
                  </a:lnTo>
                  <a:lnTo>
                    <a:pt x="333738" y="152007"/>
                  </a:lnTo>
                  <a:lnTo>
                    <a:pt x="333212" y="146726"/>
                  </a:lnTo>
                  <a:lnTo>
                    <a:pt x="332519" y="141463"/>
                  </a:lnTo>
                  <a:lnTo>
                    <a:pt x="331659" y="136225"/>
                  </a:lnTo>
                  <a:lnTo>
                    <a:pt x="330633" y="131017"/>
                  </a:lnTo>
                  <a:lnTo>
                    <a:pt x="329443" y="125845"/>
                  </a:lnTo>
                  <a:lnTo>
                    <a:pt x="328088" y="120712"/>
                  </a:lnTo>
                  <a:lnTo>
                    <a:pt x="326572" y="115626"/>
                  </a:lnTo>
                  <a:lnTo>
                    <a:pt x="324895" y="110590"/>
                  </a:lnTo>
                  <a:lnTo>
                    <a:pt x="323058" y="105610"/>
                  </a:lnTo>
                  <a:lnTo>
                    <a:pt x="321065" y="100690"/>
                  </a:lnTo>
                  <a:lnTo>
                    <a:pt x="318916" y="95837"/>
                  </a:lnTo>
                  <a:lnTo>
                    <a:pt x="316615" y="91054"/>
                  </a:lnTo>
                  <a:lnTo>
                    <a:pt x="314162" y="86346"/>
                  </a:lnTo>
                  <a:lnTo>
                    <a:pt x="311562" y="81719"/>
                  </a:lnTo>
                  <a:lnTo>
                    <a:pt x="308816" y="77177"/>
                  </a:lnTo>
                  <a:lnTo>
                    <a:pt x="305927" y="72724"/>
                  </a:lnTo>
                  <a:lnTo>
                    <a:pt x="302898" y="68365"/>
                  </a:lnTo>
                  <a:lnTo>
                    <a:pt x="299732" y="64104"/>
                  </a:lnTo>
                  <a:lnTo>
                    <a:pt x="296433" y="59946"/>
                  </a:lnTo>
                  <a:lnTo>
                    <a:pt x="293003" y="55895"/>
                  </a:lnTo>
                  <a:lnTo>
                    <a:pt x="289447" y="51955"/>
                  </a:lnTo>
                  <a:lnTo>
                    <a:pt x="285767" y="48130"/>
                  </a:lnTo>
                  <a:lnTo>
                    <a:pt x="281967" y="44424"/>
                  </a:lnTo>
                  <a:lnTo>
                    <a:pt x="278052" y="40840"/>
                  </a:lnTo>
                  <a:lnTo>
                    <a:pt x="274025" y="37382"/>
                  </a:lnTo>
                  <a:lnTo>
                    <a:pt x="269890" y="34054"/>
                  </a:lnTo>
                  <a:lnTo>
                    <a:pt x="265652" y="30858"/>
                  </a:lnTo>
                  <a:lnTo>
                    <a:pt x="261314" y="27799"/>
                  </a:lnTo>
                  <a:lnTo>
                    <a:pt x="256881" y="24879"/>
                  </a:lnTo>
                  <a:lnTo>
                    <a:pt x="252358" y="22102"/>
                  </a:lnTo>
                  <a:lnTo>
                    <a:pt x="247749" y="19469"/>
                  </a:lnTo>
                  <a:lnTo>
                    <a:pt x="243059" y="16984"/>
                  </a:lnTo>
                  <a:lnTo>
                    <a:pt x="238292" y="14649"/>
                  </a:lnTo>
                  <a:lnTo>
                    <a:pt x="233453" y="12467"/>
                  </a:lnTo>
                  <a:lnTo>
                    <a:pt x="228548" y="10439"/>
                  </a:lnTo>
                  <a:lnTo>
                    <a:pt x="223581" y="8568"/>
                  </a:lnTo>
                  <a:lnTo>
                    <a:pt x="218557" y="6856"/>
                  </a:lnTo>
                  <a:lnTo>
                    <a:pt x="213481" y="5304"/>
                  </a:lnTo>
                  <a:lnTo>
                    <a:pt x="208358" y="3914"/>
                  </a:lnTo>
                  <a:lnTo>
                    <a:pt x="203194" y="2688"/>
                  </a:lnTo>
                  <a:lnTo>
                    <a:pt x="197993" y="1626"/>
                  </a:lnTo>
                  <a:lnTo>
                    <a:pt x="192761" y="729"/>
                  </a:lnTo>
                  <a:lnTo>
                    <a:pt x="187504" y="0"/>
                  </a:lnTo>
                  <a:lnTo>
                    <a:pt x="167151" y="1659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83779" y="3170392"/>
              <a:ext cx="20353" cy="167167"/>
            </a:xfrm>
            <a:custGeom>
              <a:avLst/>
              <a:pathLst>
                <a:path w="20353" h="167167">
                  <a:moveTo>
                    <a:pt x="20353" y="1243"/>
                  </a:moveTo>
                  <a:lnTo>
                    <a:pt x="10195" y="3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45" y="2633064"/>
              <a:ext cx="167165" cy="183994"/>
            </a:xfrm>
            <a:custGeom>
              <a:avLst/>
              <a:pathLst>
                <a:path w="167165" h="183994">
                  <a:moveTo>
                    <a:pt x="167165" y="0"/>
                  </a:moveTo>
                  <a:lnTo>
                    <a:pt x="161792" y="86"/>
                  </a:lnTo>
                  <a:lnTo>
                    <a:pt x="156425" y="345"/>
                  </a:lnTo>
                  <a:lnTo>
                    <a:pt x="151069" y="776"/>
                  </a:lnTo>
                  <a:lnTo>
                    <a:pt x="145729" y="1380"/>
                  </a:lnTo>
                  <a:lnTo>
                    <a:pt x="140412" y="2154"/>
                  </a:lnTo>
                  <a:lnTo>
                    <a:pt x="135122" y="3099"/>
                  </a:lnTo>
                  <a:lnTo>
                    <a:pt x="129865" y="4214"/>
                  </a:lnTo>
                  <a:lnTo>
                    <a:pt x="124647" y="5497"/>
                  </a:lnTo>
                  <a:lnTo>
                    <a:pt x="119472" y="6947"/>
                  </a:lnTo>
                  <a:lnTo>
                    <a:pt x="114347" y="8563"/>
                  </a:lnTo>
                  <a:lnTo>
                    <a:pt x="109277" y="10343"/>
                  </a:lnTo>
                  <a:lnTo>
                    <a:pt x="104266" y="12284"/>
                  </a:lnTo>
                  <a:lnTo>
                    <a:pt x="99321" y="14386"/>
                  </a:lnTo>
                  <a:lnTo>
                    <a:pt x="94445" y="16645"/>
                  </a:lnTo>
                  <a:lnTo>
                    <a:pt x="89645" y="19060"/>
                  </a:lnTo>
                  <a:lnTo>
                    <a:pt x="84925" y="21629"/>
                  </a:lnTo>
                  <a:lnTo>
                    <a:pt x="80289" y="24347"/>
                  </a:lnTo>
                  <a:lnTo>
                    <a:pt x="75744" y="27213"/>
                  </a:lnTo>
                  <a:lnTo>
                    <a:pt x="71293" y="30224"/>
                  </a:lnTo>
                  <a:lnTo>
                    <a:pt x="66941" y="33376"/>
                  </a:lnTo>
                  <a:lnTo>
                    <a:pt x="62693" y="36666"/>
                  </a:lnTo>
                  <a:lnTo>
                    <a:pt x="58552" y="40092"/>
                  </a:lnTo>
                  <a:lnTo>
                    <a:pt x="54524" y="43648"/>
                  </a:lnTo>
                  <a:lnTo>
                    <a:pt x="50612" y="47333"/>
                  </a:lnTo>
                  <a:lnTo>
                    <a:pt x="46821" y="51141"/>
                  </a:lnTo>
                  <a:lnTo>
                    <a:pt x="43154" y="55069"/>
                  </a:lnTo>
                  <a:lnTo>
                    <a:pt x="39615" y="59112"/>
                  </a:lnTo>
                  <a:lnTo>
                    <a:pt x="36208" y="63268"/>
                  </a:lnTo>
                  <a:lnTo>
                    <a:pt x="32936" y="67531"/>
                  </a:lnTo>
                  <a:lnTo>
                    <a:pt x="29803" y="71896"/>
                  </a:lnTo>
                  <a:lnTo>
                    <a:pt x="26812" y="76361"/>
                  </a:lnTo>
                  <a:lnTo>
                    <a:pt x="23966" y="80919"/>
                  </a:lnTo>
                  <a:lnTo>
                    <a:pt x="21267" y="85566"/>
                  </a:lnTo>
                  <a:lnTo>
                    <a:pt x="18720" y="90297"/>
                  </a:lnTo>
                  <a:lnTo>
                    <a:pt x="16326" y="95108"/>
                  </a:lnTo>
                  <a:lnTo>
                    <a:pt x="14088" y="99994"/>
                  </a:lnTo>
                  <a:lnTo>
                    <a:pt x="12008" y="104948"/>
                  </a:lnTo>
                  <a:lnTo>
                    <a:pt x="10088" y="109967"/>
                  </a:lnTo>
                  <a:lnTo>
                    <a:pt x="8331" y="115046"/>
                  </a:lnTo>
                  <a:lnTo>
                    <a:pt x="6738" y="120178"/>
                  </a:lnTo>
                  <a:lnTo>
                    <a:pt x="5311" y="125358"/>
                  </a:lnTo>
                  <a:lnTo>
                    <a:pt x="4050" y="130582"/>
                  </a:lnTo>
                  <a:lnTo>
                    <a:pt x="2959" y="135844"/>
                  </a:lnTo>
                  <a:lnTo>
                    <a:pt x="2037" y="141138"/>
                  </a:lnTo>
                  <a:lnTo>
                    <a:pt x="1286" y="146458"/>
                  </a:lnTo>
                  <a:lnTo>
                    <a:pt x="706" y="151801"/>
                  </a:lnTo>
                  <a:lnTo>
                    <a:pt x="298" y="157159"/>
                  </a:lnTo>
                  <a:lnTo>
                    <a:pt x="62" y="162527"/>
                  </a:lnTo>
                  <a:lnTo>
                    <a:pt x="0" y="167901"/>
                  </a:lnTo>
                  <a:lnTo>
                    <a:pt x="109" y="173273"/>
                  </a:lnTo>
                  <a:lnTo>
                    <a:pt x="392" y="178639"/>
                  </a:lnTo>
                  <a:lnTo>
                    <a:pt x="847" y="18399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2693" y="2800231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2693" y="2723392"/>
              <a:ext cx="333485" cy="244006"/>
            </a:xfrm>
            <a:custGeom>
              <a:avLst/>
              <a:pathLst>
                <a:path w="333485" h="244006">
                  <a:moveTo>
                    <a:pt x="0" y="93666"/>
                  </a:moveTo>
                  <a:lnTo>
                    <a:pt x="623" y="98976"/>
                  </a:lnTo>
                  <a:lnTo>
                    <a:pt x="1415" y="104263"/>
                  </a:lnTo>
                  <a:lnTo>
                    <a:pt x="2377" y="109523"/>
                  </a:lnTo>
                  <a:lnTo>
                    <a:pt x="3506" y="114749"/>
                  </a:lnTo>
                  <a:lnTo>
                    <a:pt x="4801" y="119936"/>
                  </a:lnTo>
                  <a:lnTo>
                    <a:pt x="6262" y="125079"/>
                  </a:lnTo>
                  <a:lnTo>
                    <a:pt x="7887" y="130173"/>
                  </a:lnTo>
                  <a:lnTo>
                    <a:pt x="9674" y="135213"/>
                  </a:lnTo>
                  <a:lnTo>
                    <a:pt x="11620" y="140192"/>
                  </a:lnTo>
                  <a:lnTo>
                    <a:pt x="13726" y="145107"/>
                  </a:lnTo>
                  <a:lnTo>
                    <a:pt x="15987" y="149952"/>
                  </a:lnTo>
                  <a:lnTo>
                    <a:pt x="18402" y="154722"/>
                  </a:lnTo>
                  <a:lnTo>
                    <a:pt x="20968" y="159413"/>
                  </a:lnTo>
                  <a:lnTo>
                    <a:pt x="23683" y="164019"/>
                  </a:lnTo>
                  <a:lnTo>
                    <a:pt x="26544" y="168535"/>
                  </a:lnTo>
                  <a:lnTo>
                    <a:pt x="29548" y="172958"/>
                  </a:lnTo>
                  <a:lnTo>
                    <a:pt x="32692" y="177283"/>
                  </a:lnTo>
                  <a:lnTo>
                    <a:pt x="35972" y="181505"/>
                  </a:lnTo>
                  <a:lnTo>
                    <a:pt x="39386" y="185620"/>
                  </a:lnTo>
                  <a:lnTo>
                    <a:pt x="42930" y="189624"/>
                  </a:lnTo>
                  <a:lnTo>
                    <a:pt x="46600" y="193512"/>
                  </a:lnTo>
                  <a:lnTo>
                    <a:pt x="50392" y="197281"/>
                  </a:lnTo>
                  <a:lnTo>
                    <a:pt x="54303" y="200926"/>
                  </a:lnTo>
                  <a:lnTo>
                    <a:pt x="58329" y="204445"/>
                  </a:lnTo>
                  <a:lnTo>
                    <a:pt x="62465" y="207833"/>
                  </a:lnTo>
                  <a:lnTo>
                    <a:pt x="66707" y="211087"/>
                  </a:lnTo>
                  <a:lnTo>
                    <a:pt x="71051" y="214204"/>
                  </a:lnTo>
                  <a:lnTo>
                    <a:pt x="75493" y="217181"/>
                  </a:lnTo>
                  <a:lnTo>
                    <a:pt x="80028" y="220013"/>
                  </a:lnTo>
                  <a:lnTo>
                    <a:pt x="84650" y="222700"/>
                  </a:lnTo>
                  <a:lnTo>
                    <a:pt x="89357" y="225237"/>
                  </a:lnTo>
                  <a:lnTo>
                    <a:pt x="94142" y="227622"/>
                  </a:lnTo>
                  <a:lnTo>
                    <a:pt x="99001" y="229853"/>
                  </a:lnTo>
                  <a:lnTo>
                    <a:pt x="103929" y="231928"/>
                  </a:lnTo>
                  <a:lnTo>
                    <a:pt x="108920" y="233844"/>
                  </a:lnTo>
                  <a:lnTo>
                    <a:pt x="113971" y="235599"/>
                  </a:lnTo>
                  <a:lnTo>
                    <a:pt x="119074" y="237192"/>
                  </a:lnTo>
                  <a:lnTo>
                    <a:pt x="124227" y="238620"/>
                  </a:lnTo>
                  <a:lnTo>
                    <a:pt x="129422" y="239884"/>
                  </a:lnTo>
                  <a:lnTo>
                    <a:pt x="134655" y="240980"/>
                  </a:lnTo>
                  <a:lnTo>
                    <a:pt x="139920" y="241909"/>
                  </a:lnTo>
                  <a:lnTo>
                    <a:pt x="145213" y="242669"/>
                  </a:lnTo>
                  <a:lnTo>
                    <a:pt x="150527" y="243259"/>
                  </a:lnTo>
                  <a:lnTo>
                    <a:pt x="155857" y="243679"/>
                  </a:lnTo>
                  <a:lnTo>
                    <a:pt x="161198" y="243928"/>
                  </a:lnTo>
                  <a:lnTo>
                    <a:pt x="166544" y="244006"/>
                  </a:lnTo>
                  <a:lnTo>
                    <a:pt x="171890" y="243913"/>
                  </a:lnTo>
                  <a:lnTo>
                    <a:pt x="177230" y="243650"/>
                  </a:lnTo>
                  <a:lnTo>
                    <a:pt x="182559" y="243216"/>
                  </a:lnTo>
                  <a:lnTo>
                    <a:pt x="187871" y="242611"/>
                  </a:lnTo>
                  <a:lnTo>
                    <a:pt x="193161" y="241837"/>
                  </a:lnTo>
                  <a:lnTo>
                    <a:pt x="198424" y="240894"/>
                  </a:lnTo>
                  <a:lnTo>
                    <a:pt x="203654" y="239784"/>
                  </a:lnTo>
                  <a:lnTo>
                    <a:pt x="208846" y="238506"/>
                  </a:lnTo>
                  <a:lnTo>
                    <a:pt x="213994" y="237063"/>
                  </a:lnTo>
                  <a:lnTo>
                    <a:pt x="219094" y="235457"/>
                  </a:lnTo>
                  <a:lnTo>
                    <a:pt x="224140" y="233688"/>
                  </a:lnTo>
                  <a:lnTo>
                    <a:pt x="229126" y="231759"/>
                  </a:lnTo>
                  <a:lnTo>
                    <a:pt x="234048" y="229671"/>
                  </a:lnTo>
                  <a:lnTo>
                    <a:pt x="238901" y="227427"/>
                  </a:lnTo>
                  <a:lnTo>
                    <a:pt x="243680" y="225028"/>
                  </a:lnTo>
                  <a:lnTo>
                    <a:pt x="248379" y="222479"/>
                  </a:lnTo>
                  <a:lnTo>
                    <a:pt x="252995" y="219780"/>
                  </a:lnTo>
                  <a:lnTo>
                    <a:pt x="257522" y="216935"/>
                  </a:lnTo>
                  <a:lnTo>
                    <a:pt x="261955" y="213946"/>
                  </a:lnTo>
                  <a:lnTo>
                    <a:pt x="266291" y="210818"/>
                  </a:lnTo>
                  <a:lnTo>
                    <a:pt x="270524" y="207552"/>
                  </a:lnTo>
                  <a:lnTo>
                    <a:pt x="274651" y="204153"/>
                  </a:lnTo>
                  <a:lnTo>
                    <a:pt x="278667" y="200623"/>
                  </a:lnTo>
                  <a:lnTo>
                    <a:pt x="282568" y="196967"/>
                  </a:lnTo>
                  <a:lnTo>
                    <a:pt x="286351" y="193188"/>
                  </a:lnTo>
                  <a:lnTo>
                    <a:pt x="290010" y="189290"/>
                  </a:lnTo>
                  <a:lnTo>
                    <a:pt x="293543" y="185277"/>
                  </a:lnTo>
                  <a:lnTo>
                    <a:pt x="296946" y="181153"/>
                  </a:lnTo>
                  <a:lnTo>
                    <a:pt x="300215" y="176922"/>
                  </a:lnTo>
                  <a:lnTo>
                    <a:pt x="303347" y="172589"/>
                  </a:lnTo>
                  <a:lnTo>
                    <a:pt x="306339" y="168157"/>
                  </a:lnTo>
                  <a:lnTo>
                    <a:pt x="309188" y="163633"/>
                  </a:lnTo>
                  <a:lnTo>
                    <a:pt x="311890" y="159020"/>
                  </a:lnTo>
                  <a:lnTo>
                    <a:pt x="314444" y="154322"/>
                  </a:lnTo>
                  <a:lnTo>
                    <a:pt x="316846" y="149546"/>
                  </a:lnTo>
                  <a:lnTo>
                    <a:pt x="319094" y="144694"/>
                  </a:lnTo>
                  <a:lnTo>
                    <a:pt x="321186" y="139774"/>
                  </a:lnTo>
                  <a:lnTo>
                    <a:pt x="323119" y="134789"/>
                  </a:lnTo>
                  <a:lnTo>
                    <a:pt x="324892" y="129745"/>
                  </a:lnTo>
                  <a:lnTo>
                    <a:pt x="326503" y="124647"/>
                  </a:lnTo>
                  <a:lnTo>
                    <a:pt x="327950" y="119500"/>
                  </a:lnTo>
                  <a:lnTo>
                    <a:pt x="329232" y="114309"/>
                  </a:lnTo>
                  <a:lnTo>
                    <a:pt x="330347" y="109080"/>
                  </a:lnTo>
                  <a:lnTo>
                    <a:pt x="331294" y="103818"/>
                  </a:lnTo>
                  <a:lnTo>
                    <a:pt x="332072" y="98528"/>
                  </a:lnTo>
                  <a:lnTo>
                    <a:pt x="332681" y="93216"/>
                  </a:lnTo>
                  <a:lnTo>
                    <a:pt x="333120" y="87888"/>
                  </a:lnTo>
                  <a:lnTo>
                    <a:pt x="333388" y="82548"/>
                  </a:lnTo>
                  <a:lnTo>
                    <a:pt x="333485" y="77202"/>
                  </a:lnTo>
                  <a:lnTo>
                    <a:pt x="333411" y="71856"/>
                  </a:lnTo>
                  <a:lnTo>
                    <a:pt x="333166" y="66515"/>
                  </a:lnTo>
                  <a:lnTo>
                    <a:pt x="332751" y="61184"/>
                  </a:lnTo>
                  <a:lnTo>
                    <a:pt x="332165" y="55870"/>
                  </a:lnTo>
                  <a:lnTo>
                    <a:pt x="331410" y="50577"/>
                  </a:lnTo>
                  <a:lnTo>
                    <a:pt x="330485" y="45310"/>
                  </a:lnTo>
                  <a:lnTo>
                    <a:pt x="329393" y="40077"/>
                  </a:lnTo>
                  <a:lnTo>
                    <a:pt x="328134" y="34880"/>
                  </a:lnTo>
                  <a:lnTo>
                    <a:pt x="326709" y="29727"/>
                  </a:lnTo>
                  <a:lnTo>
                    <a:pt x="325121" y="24622"/>
                  </a:lnTo>
                  <a:lnTo>
                    <a:pt x="323370" y="19570"/>
                  </a:lnTo>
                  <a:lnTo>
                    <a:pt x="321458" y="14577"/>
                  </a:lnTo>
                  <a:lnTo>
                    <a:pt x="319387" y="9647"/>
                  </a:lnTo>
                  <a:lnTo>
                    <a:pt x="317160" y="4787"/>
                  </a:lnTo>
                  <a:lnTo>
                    <a:pt x="314779" y="0"/>
                  </a:lnTo>
                  <a:lnTo>
                    <a:pt x="166318" y="768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19011" y="2633064"/>
              <a:ext cx="148460" cy="167167"/>
            </a:xfrm>
            <a:custGeom>
              <a:avLst/>
              <a:pathLst>
                <a:path w="148460" h="167167">
                  <a:moveTo>
                    <a:pt x="148460" y="90328"/>
                  </a:moveTo>
                  <a:lnTo>
                    <a:pt x="145834" y="85453"/>
                  </a:lnTo>
                  <a:lnTo>
                    <a:pt x="143048" y="80667"/>
                  </a:lnTo>
                  <a:lnTo>
                    <a:pt x="140104" y="75977"/>
                  </a:lnTo>
                  <a:lnTo>
                    <a:pt x="137007" y="71386"/>
                  </a:lnTo>
                  <a:lnTo>
                    <a:pt x="133759" y="66901"/>
                  </a:lnTo>
                  <a:lnTo>
                    <a:pt x="130365" y="62526"/>
                  </a:lnTo>
                  <a:lnTo>
                    <a:pt x="126828" y="58266"/>
                  </a:lnTo>
                  <a:lnTo>
                    <a:pt x="123151" y="54125"/>
                  </a:lnTo>
                  <a:lnTo>
                    <a:pt x="119340" y="50108"/>
                  </a:lnTo>
                  <a:lnTo>
                    <a:pt x="115397" y="46219"/>
                  </a:lnTo>
                  <a:lnTo>
                    <a:pt x="111328" y="42464"/>
                  </a:lnTo>
                  <a:lnTo>
                    <a:pt x="107137" y="38845"/>
                  </a:lnTo>
                  <a:lnTo>
                    <a:pt x="102828" y="35367"/>
                  </a:lnTo>
                  <a:lnTo>
                    <a:pt x="98406" y="32033"/>
                  </a:lnTo>
                  <a:lnTo>
                    <a:pt x="93876" y="28848"/>
                  </a:lnTo>
                  <a:lnTo>
                    <a:pt x="89243" y="25815"/>
                  </a:lnTo>
                  <a:lnTo>
                    <a:pt x="84513" y="22936"/>
                  </a:lnTo>
                  <a:lnTo>
                    <a:pt x="79689" y="20216"/>
                  </a:lnTo>
                  <a:lnTo>
                    <a:pt x="74778" y="17658"/>
                  </a:lnTo>
                  <a:lnTo>
                    <a:pt x="69786" y="15263"/>
                  </a:lnTo>
                  <a:lnTo>
                    <a:pt x="64716" y="13035"/>
                  </a:lnTo>
                  <a:lnTo>
                    <a:pt x="59576" y="10976"/>
                  </a:lnTo>
                  <a:lnTo>
                    <a:pt x="54370" y="9088"/>
                  </a:lnTo>
                  <a:lnTo>
                    <a:pt x="49104" y="7374"/>
                  </a:lnTo>
                  <a:lnTo>
                    <a:pt x="43785" y="5836"/>
                  </a:lnTo>
                  <a:lnTo>
                    <a:pt x="38417" y="4474"/>
                  </a:lnTo>
                  <a:lnTo>
                    <a:pt x="33008" y="3291"/>
                  </a:lnTo>
                  <a:lnTo>
                    <a:pt x="27562" y="2287"/>
                  </a:lnTo>
                  <a:lnTo>
                    <a:pt x="22086" y="1465"/>
                  </a:lnTo>
                  <a:lnTo>
                    <a:pt x="16585" y="824"/>
                  </a:lnTo>
                  <a:lnTo>
                    <a:pt x="11067" y="366"/>
                  </a:lnTo>
                  <a:lnTo>
                    <a:pt x="553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37823" y="2126963"/>
              <a:ext cx="90648" cy="167167"/>
            </a:xfrm>
            <a:custGeom>
              <a:avLst/>
              <a:pathLst>
                <a:path w="90648" h="167167">
                  <a:moveTo>
                    <a:pt x="90648" y="0"/>
                  </a:moveTo>
                  <a:lnTo>
                    <a:pt x="85014" y="94"/>
                  </a:lnTo>
                  <a:lnTo>
                    <a:pt x="79385" y="379"/>
                  </a:lnTo>
                  <a:lnTo>
                    <a:pt x="73770" y="854"/>
                  </a:lnTo>
                  <a:lnTo>
                    <a:pt x="68173" y="1517"/>
                  </a:lnTo>
                  <a:lnTo>
                    <a:pt x="62603" y="2369"/>
                  </a:lnTo>
                  <a:lnTo>
                    <a:pt x="57064" y="3408"/>
                  </a:lnTo>
                  <a:lnTo>
                    <a:pt x="51563" y="4633"/>
                  </a:lnTo>
                  <a:lnTo>
                    <a:pt x="46107" y="6043"/>
                  </a:lnTo>
                  <a:lnTo>
                    <a:pt x="40701" y="7636"/>
                  </a:lnTo>
                  <a:lnTo>
                    <a:pt x="35352" y="9410"/>
                  </a:lnTo>
                  <a:lnTo>
                    <a:pt x="30066" y="11363"/>
                  </a:lnTo>
                  <a:lnTo>
                    <a:pt x="24849" y="13494"/>
                  </a:lnTo>
                  <a:lnTo>
                    <a:pt x="19706" y="15799"/>
                  </a:lnTo>
                  <a:lnTo>
                    <a:pt x="14644" y="18277"/>
                  </a:lnTo>
                  <a:lnTo>
                    <a:pt x="9669" y="20923"/>
                  </a:lnTo>
                  <a:lnTo>
                    <a:pt x="4785" y="23736"/>
                  </a:lnTo>
                  <a:lnTo>
                    <a:pt x="0" y="26711"/>
                  </a:lnTo>
                  <a:lnTo>
                    <a:pt x="906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561305" y="2153675"/>
              <a:ext cx="219498" cy="307622"/>
            </a:xfrm>
            <a:custGeom>
              <a:avLst/>
              <a:pathLst>
                <a:path w="219498" h="307622">
                  <a:moveTo>
                    <a:pt x="76517" y="0"/>
                  </a:moveTo>
                  <a:lnTo>
                    <a:pt x="72059" y="2979"/>
                  </a:lnTo>
                  <a:lnTo>
                    <a:pt x="67699" y="6100"/>
                  </a:lnTo>
                  <a:lnTo>
                    <a:pt x="63442" y="9359"/>
                  </a:lnTo>
                  <a:lnTo>
                    <a:pt x="59291" y="12753"/>
                  </a:lnTo>
                  <a:lnTo>
                    <a:pt x="55251" y="16278"/>
                  </a:lnTo>
                  <a:lnTo>
                    <a:pt x="51326" y="19931"/>
                  </a:lnTo>
                  <a:lnTo>
                    <a:pt x="47520" y="23708"/>
                  </a:lnTo>
                  <a:lnTo>
                    <a:pt x="43837" y="27606"/>
                  </a:lnTo>
                  <a:lnTo>
                    <a:pt x="40282" y="31619"/>
                  </a:lnTo>
                  <a:lnTo>
                    <a:pt x="36856" y="35744"/>
                  </a:lnTo>
                  <a:lnTo>
                    <a:pt x="33565" y="39977"/>
                  </a:lnTo>
                  <a:lnTo>
                    <a:pt x="30412" y="44314"/>
                  </a:lnTo>
                  <a:lnTo>
                    <a:pt x="27399" y="48749"/>
                  </a:lnTo>
                  <a:lnTo>
                    <a:pt x="24529" y="53278"/>
                  </a:lnTo>
                  <a:lnTo>
                    <a:pt x="21807" y="57898"/>
                  </a:lnTo>
                  <a:lnTo>
                    <a:pt x="19234" y="62602"/>
                  </a:lnTo>
                  <a:lnTo>
                    <a:pt x="16813" y="67386"/>
                  </a:lnTo>
                  <a:lnTo>
                    <a:pt x="14547" y="72246"/>
                  </a:lnTo>
                  <a:lnTo>
                    <a:pt x="12438" y="77176"/>
                  </a:lnTo>
                  <a:lnTo>
                    <a:pt x="10488" y="82170"/>
                  </a:lnTo>
                  <a:lnTo>
                    <a:pt x="8700" y="87225"/>
                  </a:lnTo>
                  <a:lnTo>
                    <a:pt x="7074" y="92335"/>
                  </a:lnTo>
                  <a:lnTo>
                    <a:pt x="5613" y="97494"/>
                  </a:lnTo>
                  <a:lnTo>
                    <a:pt x="4319" y="102697"/>
                  </a:lnTo>
                  <a:lnTo>
                    <a:pt x="3191" y="107939"/>
                  </a:lnTo>
                  <a:lnTo>
                    <a:pt x="2233" y="113214"/>
                  </a:lnTo>
                  <a:lnTo>
                    <a:pt x="1444" y="118518"/>
                  </a:lnTo>
                  <a:lnTo>
                    <a:pt x="826" y="123844"/>
                  </a:lnTo>
                  <a:lnTo>
                    <a:pt x="379" y="129187"/>
                  </a:lnTo>
                  <a:lnTo>
                    <a:pt x="103" y="134542"/>
                  </a:lnTo>
                  <a:lnTo>
                    <a:pt x="0" y="139903"/>
                  </a:lnTo>
                  <a:lnTo>
                    <a:pt x="68" y="145265"/>
                  </a:lnTo>
                  <a:lnTo>
                    <a:pt x="308" y="150621"/>
                  </a:lnTo>
                  <a:lnTo>
                    <a:pt x="720" y="155967"/>
                  </a:lnTo>
                  <a:lnTo>
                    <a:pt x="1303" y="161297"/>
                  </a:lnTo>
                  <a:lnTo>
                    <a:pt x="2057" y="166606"/>
                  </a:lnTo>
                  <a:lnTo>
                    <a:pt x="2980" y="171888"/>
                  </a:lnTo>
                  <a:lnTo>
                    <a:pt x="4073" y="177137"/>
                  </a:lnTo>
                  <a:lnTo>
                    <a:pt x="5333" y="182349"/>
                  </a:lnTo>
                  <a:lnTo>
                    <a:pt x="6760" y="187517"/>
                  </a:lnTo>
                  <a:lnTo>
                    <a:pt x="8352" y="192637"/>
                  </a:lnTo>
                  <a:lnTo>
                    <a:pt x="10107" y="197704"/>
                  </a:lnTo>
                  <a:lnTo>
                    <a:pt x="12024" y="202711"/>
                  </a:lnTo>
                  <a:lnTo>
                    <a:pt x="14100" y="207655"/>
                  </a:lnTo>
                  <a:lnTo>
                    <a:pt x="16334" y="212529"/>
                  </a:lnTo>
                  <a:lnTo>
                    <a:pt x="18723" y="217329"/>
                  </a:lnTo>
                  <a:lnTo>
                    <a:pt x="21265" y="222051"/>
                  </a:lnTo>
                  <a:lnTo>
                    <a:pt x="23957" y="226688"/>
                  </a:lnTo>
                  <a:lnTo>
                    <a:pt x="26796" y="231236"/>
                  </a:lnTo>
                  <a:lnTo>
                    <a:pt x="29780" y="235691"/>
                  </a:lnTo>
                  <a:lnTo>
                    <a:pt x="32905" y="240048"/>
                  </a:lnTo>
                  <a:lnTo>
                    <a:pt x="36168" y="244303"/>
                  </a:lnTo>
                  <a:lnTo>
                    <a:pt x="39566" y="248451"/>
                  </a:lnTo>
                  <a:lnTo>
                    <a:pt x="43095" y="252488"/>
                  </a:lnTo>
                  <a:lnTo>
                    <a:pt x="46752" y="256409"/>
                  </a:lnTo>
                  <a:lnTo>
                    <a:pt x="50532" y="260211"/>
                  </a:lnTo>
                  <a:lnTo>
                    <a:pt x="54433" y="263890"/>
                  </a:lnTo>
                  <a:lnTo>
                    <a:pt x="58450" y="267442"/>
                  </a:lnTo>
                  <a:lnTo>
                    <a:pt x="62578" y="270863"/>
                  </a:lnTo>
                  <a:lnTo>
                    <a:pt x="66814" y="274150"/>
                  </a:lnTo>
                  <a:lnTo>
                    <a:pt x="71154" y="277300"/>
                  </a:lnTo>
                  <a:lnTo>
                    <a:pt x="75592" y="280309"/>
                  </a:lnTo>
                  <a:lnTo>
                    <a:pt x="80124" y="283174"/>
                  </a:lnTo>
                  <a:lnTo>
                    <a:pt x="84746" y="285892"/>
                  </a:lnTo>
                  <a:lnTo>
                    <a:pt x="89453" y="288460"/>
                  </a:lnTo>
                  <a:lnTo>
                    <a:pt x="94239" y="290877"/>
                  </a:lnTo>
                  <a:lnTo>
                    <a:pt x="99101" y="293138"/>
                  </a:lnTo>
                  <a:lnTo>
                    <a:pt x="104033" y="295242"/>
                  </a:lnTo>
                  <a:lnTo>
                    <a:pt x="109029" y="297187"/>
                  </a:lnTo>
                  <a:lnTo>
                    <a:pt x="114086" y="298971"/>
                  </a:lnTo>
                  <a:lnTo>
                    <a:pt x="119197" y="300592"/>
                  </a:lnTo>
                  <a:lnTo>
                    <a:pt x="124357" y="302048"/>
                  </a:lnTo>
                  <a:lnTo>
                    <a:pt x="129562" y="303338"/>
                  </a:lnTo>
                  <a:lnTo>
                    <a:pt x="134805" y="304460"/>
                  </a:lnTo>
                  <a:lnTo>
                    <a:pt x="140081" y="305414"/>
                  </a:lnTo>
                  <a:lnTo>
                    <a:pt x="145385" y="306197"/>
                  </a:lnTo>
                  <a:lnTo>
                    <a:pt x="150712" y="306811"/>
                  </a:lnTo>
                  <a:lnTo>
                    <a:pt x="156056" y="307253"/>
                  </a:lnTo>
                  <a:lnTo>
                    <a:pt x="161411" y="307523"/>
                  </a:lnTo>
                  <a:lnTo>
                    <a:pt x="166772" y="307622"/>
                  </a:lnTo>
                  <a:lnTo>
                    <a:pt x="172133" y="307549"/>
                  </a:lnTo>
                  <a:lnTo>
                    <a:pt x="177489" y="307303"/>
                  </a:lnTo>
                  <a:lnTo>
                    <a:pt x="182835" y="306887"/>
                  </a:lnTo>
                  <a:lnTo>
                    <a:pt x="188165" y="306298"/>
                  </a:lnTo>
                  <a:lnTo>
                    <a:pt x="193473" y="305540"/>
                  </a:lnTo>
                  <a:lnTo>
                    <a:pt x="198753" y="304611"/>
                  </a:lnTo>
                  <a:lnTo>
                    <a:pt x="204002" y="303514"/>
                  </a:lnTo>
                  <a:lnTo>
                    <a:pt x="209212" y="302248"/>
                  </a:lnTo>
                  <a:lnTo>
                    <a:pt x="214379" y="300817"/>
                  </a:lnTo>
                  <a:lnTo>
                    <a:pt x="219498" y="299220"/>
                  </a:lnTo>
                  <a:lnTo>
                    <a:pt x="167166" y="140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728472" y="2126963"/>
              <a:ext cx="167167" cy="325932"/>
            </a:xfrm>
            <a:custGeom>
              <a:avLst/>
              <a:pathLst>
                <a:path w="167167" h="325932">
                  <a:moveTo>
                    <a:pt x="52332" y="325932"/>
                  </a:moveTo>
                  <a:lnTo>
                    <a:pt x="57397" y="324172"/>
                  </a:lnTo>
                  <a:lnTo>
                    <a:pt x="62404" y="322250"/>
                  </a:lnTo>
                  <a:lnTo>
                    <a:pt x="67346" y="320168"/>
                  </a:lnTo>
                  <a:lnTo>
                    <a:pt x="72219" y="317929"/>
                  </a:lnTo>
                  <a:lnTo>
                    <a:pt x="77018" y="315535"/>
                  </a:lnTo>
                  <a:lnTo>
                    <a:pt x="81737" y="312988"/>
                  </a:lnTo>
                  <a:lnTo>
                    <a:pt x="86373" y="310291"/>
                  </a:lnTo>
                  <a:lnTo>
                    <a:pt x="90919" y="307447"/>
                  </a:lnTo>
                  <a:lnTo>
                    <a:pt x="95372" y="304459"/>
                  </a:lnTo>
                  <a:lnTo>
                    <a:pt x="99727" y="301329"/>
                  </a:lnTo>
                  <a:lnTo>
                    <a:pt x="103979" y="298061"/>
                  </a:lnTo>
                  <a:lnTo>
                    <a:pt x="108124" y="294658"/>
                  </a:lnTo>
                  <a:lnTo>
                    <a:pt x="112158" y="291125"/>
                  </a:lnTo>
                  <a:lnTo>
                    <a:pt x="116076" y="287463"/>
                  </a:lnTo>
                  <a:lnTo>
                    <a:pt x="119875" y="283678"/>
                  </a:lnTo>
                  <a:lnTo>
                    <a:pt x="123551" y="279773"/>
                  </a:lnTo>
                  <a:lnTo>
                    <a:pt x="127099" y="275752"/>
                  </a:lnTo>
                  <a:lnTo>
                    <a:pt x="130516" y="271619"/>
                  </a:lnTo>
                  <a:lnTo>
                    <a:pt x="133800" y="267379"/>
                  </a:lnTo>
                  <a:lnTo>
                    <a:pt x="136945" y="263036"/>
                  </a:lnTo>
                  <a:lnTo>
                    <a:pt x="139950" y="258594"/>
                  </a:lnTo>
                  <a:lnTo>
                    <a:pt x="142811" y="254057"/>
                  </a:lnTo>
                  <a:lnTo>
                    <a:pt x="145524" y="249432"/>
                  </a:lnTo>
                  <a:lnTo>
                    <a:pt x="148088" y="244722"/>
                  </a:lnTo>
                  <a:lnTo>
                    <a:pt x="150500" y="239932"/>
                  </a:lnTo>
                  <a:lnTo>
                    <a:pt x="152756" y="235067"/>
                  </a:lnTo>
                  <a:lnTo>
                    <a:pt x="154855" y="230132"/>
                  </a:lnTo>
                  <a:lnTo>
                    <a:pt x="156795" y="225132"/>
                  </a:lnTo>
                  <a:lnTo>
                    <a:pt x="158574" y="220073"/>
                  </a:lnTo>
                  <a:lnTo>
                    <a:pt x="160189" y="214959"/>
                  </a:lnTo>
                  <a:lnTo>
                    <a:pt x="161640" y="209797"/>
                  </a:lnTo>
                  <a:lnTo>
                    <a:pt x="162924" y="204590"/>
                  </a:lnTo>
                  <a:lnTo>
                    <a:pt x="164041" y="199345"/>
                  </a:lnTo>
                  <a:lnTo>
                    <a:pt x="164989" y="194066"/>
                  </a:lnTo>
                  <a:lnTo>
                    <a:pt x="165766" y="188760"/>
                  </a:lnTo>
                  <a:lnTo>
                    <a:pt x="166374" y="183432"/>
                  </a:lnTo>
                  <a:lnTo>
                    <a:pt x="166810" y="178087"/>
                  </a:lnTo>
                  <a:lnTo>
                    <a:pt x="167074" y="172731"/>
                  </a:lnTo>
                  <a:lnTo>
                    <a:pt x="167167" y="167369"/>
                  </a:lnTo>
                  <a:lnTo>
                    <a:pt x="167087" y="162006"/>
                  </a:lnTo>
                  <a:lnTo>
                    <a:pt x="166836" y="156649"/>
                  </a:lnTo>
                  <a:lnTo>
                    <a:pt x="166413" y="151303"/>
                  </a:lnTo>
                  <a:lnTo>
                    <a:pt x="165818" y="145974"/>
                  </a:lnTo>
                  <a:lnTo>
                    <a:pt x="165053" y="140666"/>
                  </a:lnTo>
                  <a:lnTo>
                    <a:pt x="164118" y="135385"/>
                  </a:lnTo>
                  <a:lnTo>
                    <a:pt x="163014" y="130137"/>
                  </a:lnTo>
                  <a:lnTo>
                    <a:pt x="161742" y="124927"/>
                  </a:lnTo>
                  <a:lnTo>
                    <a:pt x="160304" y="119761"/>
                  </a:lnTo>
                  <a:lnTo>
                    <a:pt x="158701" y="114643"/>
                  </a:lnTo>
                  <a:lnTo>
                    <a:pt x="156935" y="109580"/>
                  </a:lnTo>
                  <a:lnTo>
                    <a:pt x="155007" y="104576"/>
                  </a:lnTo>
                  <a:lnTo>
                    <a:pt x="152919" y="99636"/>
                  </a:lnTo>
                  <a:lnTo>
                    <a:pt x="150675" y="94765"/>
                  </a:lnTo>
                  <a:lnTo>
                    <a:pt x="148275" y="89970"/>
                  </a:lnTo>
                  <a:lnTo>
                    <a:pt x="145722" y="85253"/>
                  </a:lnTo>
                  <a:lnTo>
                    <a:pt x="143020" y="80621"/>
                  </a:lnTo>
                  <a:lnTo>
                    <a:pt x="140170" y="76078"/>
                  </a:lnTo>
                  <a:lnTo>
                    <a:pt x="137176" y="71629"/>
                  </a:lnTo>
                  <a:lnTo>
                    <a:pt x="134041" y="67278"/>
                  </a:lnTo>
                  <a:lnTo>
                    <a:pt x="130768" y="63030"/>
                  </a:lnTo>
                  <a:lnTo>
                    <a:pt x="127360" y="58889"/>
                  </a:lnTo>
                  <a:lnTo>
                    <a:pt x="123822" y="54859"/>
                  </a:lnTo>
                  <a:lnTo>
                    <a:pt x="120156" y="50945"/>
                  </a:lnTo>
                  <a:lnTo>
                    <a:pt x="116366" y="47151"/>
                  </a:lnTo>
                  <a:lnTo>
                    <a:pt x="112456" y="43480"/>
                  </a:lnTo>
                  <a:lnTo>
                    <a:pt x="108431" y="39937"/>
                  </a:lnTo>
                  <a:lnTo>
                    <a:pt x="104294" y="36524"/>
                  </a:lnTo>
                  <a:lnTo>
                    <a:pt x="100050" y="33246"/>
                  </a:lnTo>
                  <a:lnTo>
                    <a:pt x="95703" y="30106"/>
                  </a:lnTo>
                  <a:lnTo>
                    <a:pt x="91257" y="27106"/>
                  </a:lnTo>
                  <a:lnTo>
                    <a:pt x="86718" y="24251"/>
                  </a:lnTo>
                  <a:lnTo>
                    <a:pt x="82089" y="21543"/>
                  </a:lnTo>
                  <a:lnTo>
                    <a:pt x="77376" y="18985"/>
                  </a:lnTo>
                  <a:lnTo>
                    <a:pt x="72583" y="16579"/>
                  </a:lnTo>
                  <a:lnTo>
                    <a:pt x="67715" y="14329"/>
                  </a:lnTo>
                  <a:lnTo>
                    <a:pt x="62778" y="12235"/>
                  </a:lnTo>
                  <a:lnTo>
                    <a:pt x="57776" y="10301"/>
                  </a:lnTo>
                  <a:lnTo>
                    <a:pt x="52714" y="8529"/>
                  </a:lnTo>
                  <a:lnTo>
                    <a:pt x="47599" y="6919"/>
                  </a:lnTo>
                  <a:lnTo>
                    <a:pt x="42434" y="5475"/>
                  </a:lnTo>
                  <a:lnTo>
                    <a:pt x="37226" y="4197"/>
                  </a:lnTo>
                  <a:lnTo>
                    <a:pt x="31979" y="3087"/>
                  </a:lnTo>
                  <a:lnTo>
                    <a:pt x="26700" y="2146"/>
                  </a:lnTo>
                  <a:lnTo>
                    <a:pt x="21393" y="1374"/>
                  </a:lnTo>
                  <a:lnTo>
                    <a:pt x="16064" y="773"/>
                  </a:lnTo>
                  <a:lnTo>
                    <a:pt x="10718" y="343"/>
                  </a:lnTo>
                  <a:lnTo>
                    <a:pt x="536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2590" y="1681503"/>
              <a:ext cx="50644" cy="167167"/>
            </a:xfrm>
            <a:custGeom>
              <a:avLst/>
              <a:pathLst>
                <a:path w="50644" h="167167">
                  <a:moveTo>
                    <a:pt x="50644" y="0"/>
                  </a:moveTo>
                  <a:lnTo>
                    <a:pt x="44214" y="123"/>
                  </a:lnTo>
                  <a:lnTo>
                    <a:pt x="37793" y="494"/>
                  </a:lnTo>
                  <a:lnTo>
                    <a:pt x="31392" y="1112"/>
                  </a:lnTo>
                  <a:lnTo>
                    <a:pt x="25019" y="1975"/>
                  </a:lnTo>
                  <a:lnTo>
                    <a:pt x="18684" y="3083"/>
                  </a:lnTo>
                  <a:lnTo>
                    <a:pt x="12396" y="4434"/>
                  </a:lnTo>
                  <a:lnTo>
                    <a:pt x="6165" y="6025"/>
                  </a:lnTo>
                  <a:lnTo>
                    <a:pt x="0" y="7856"/>
                  </a:lnTo>
                  <a:lnTo>
                    <a:pt x="5064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256069" y="1689359"/>
              <a:ext cx="334333" cy="326462"/>
            </a:xfrm>
            <a:custGeom>
              <a:avLst/>
              <a:pathLst>
                <a:path w="334333" h="326462">
                  <a:moveTo>
                    <a:pt x="116521" y="0"/>
                  </a:moveTo>
                  <a:lnTo>
                    <a:pt x="111500" y="1684"/>
                  </a:lnTo>
                  <a:lnTo>
                    <a:pt x="106534" y="3526"/>
                  </a:lnTo>
                  <a:lnTo>
                    <a:pt x="101629" y="5525"/>
                  </a:lnTo>
                  <a:lnTo>
                    <a:pt x="96790" y="7679"/>
                  </a:lnTo>
                  <a:lnTo>
                    <a:pt x="92022" y="9984"/>
                  </a:lnTo>
                  <a:lnTo>
                    <a:pt x="87329" y="12440"/>
                  </a:lnTo>
                  <a:lnTo>
                    <a:pt x="82716" y="15043"/>
                  </a:lnTo>
                  <a:lnTo>
                    <a:pt x="78188" y="17791"/>
                  </a:lnTo>
                  <a:lnTo>
                    <a:pt x="73749" y="20680"/>
                  </a:lnTo>
                  <a:lnTo>
                    <a:pt x="69404" y="23709"/>
                  </a:lnTo>
                  <a:lnTo>
                    <a:pt x="65158" y="26875"/>
                  </a:lnTo>
                  <a:lnTo>
                    <a:pt x="61013" y="30173"/>
                  </a:lnTo>
                  <a:lnTo>
                    <a:pt x="56975" y="33600"/>
                  </a:lnTo>
                  <a:lnTo>
                    <a:pt x="53048" y="37154"/>
                  </a:lnTo>
                  <a:lnTo>
                    <a:pt x="49236" y="40831"/>
                  </a:lnTo>
                  <a:lnTo>
                    <a:pt x="45541" y="44626"/>
                  </a:lnTo>
                  <a:lnTo>
                    <a:pt x="41969" y="48537"/>
                  </a:lnTo>
                  <a:lnTo>
                    <a:pt x="38523" y="52559"/>
                  </a:lnTo>
                  <a:lnTo>
                    <a:pt x="35205" y="56688"/>
                  </a:lnTo>
                  <a:lnTo>
                    <a:pt x="32020" y="60920"/>
                  </a:lnTo>
                  <a:lnTo>
                    <a:pt x="28971" y="65251"/>
                  </a:lnTo>
                  <a:lnTo>
                    <a:pt x="26061" y="69676"/>
                  </a:lnTo>
                  <a:lnTo>
                    <a:pt x="23292" y="74191"/>
                  </a:lnTo>
                  <a:lnTo>
                    <a:pt x="20668" y="78792"/>
                  </a:lnTo>
                  <a:lnTo>
                    <a:pt x="18190" y="83473"/>
                  </a:lnTo>
                  <a:lnTo>
                    <a:pt x="15862" y="88231"/>
                  </a:lnTo>
                  <a:lnTo>
                    <a:pt x="13687" y="93060"/>
                  </a:lnTo>
                  <a:lnTo>
                    <a:pt x="11665" y="97955"/>
                  </a:lnTo>
                  <a:lnTo>
                    <a:pt x="9799" y="102912"/>
                  </a:lnTo>
                  <a:lnTo>
                    <a:pt x="8091" y="107926"/>
                  </a:lnTo>
                  <a:lnTo>
                    <a:pt x="6543" y="112991"/>
                  </a:lnTo>
                  <a:lnTo>
                    <a:pt x="5157" y="118103"/>
                  </a:lnTo>
                  <a:lnTo>
                    <a:pt x="3932" y="123256"/>
                  </a:lnTo>
                  <a:lnTo>
                    <a:pt x="2872" y="128445"/>
                  </a:lnTo>
                  <a:lnTo>
                    <a:pt x="1977" y="133666"/>
                  </a:lnTo>
                  <a:lnTo>
                    <a:pt x="1247" y="138912"/>
                  </a:lnTo>
                  <a:lnTo>
                    <a:pt x="684" y="144178"/>
                  </a:lnTo>
                  <a:lnTo>
                    <a:pt x="288" y="149460"/>
                  </a:lnTo>
                  <a:lnTo>
                    <a:pt x="60" y="154751"/>
                  </a:lnTo>
                  <a:lnTo>
                    <a:pt x="0" y="160048"/>
                  </a:lnTo>
                  <a:lnTo>
                    <a:pt x="107" y="165343"/>
                  </a:lnTo>
                  <a:lnTo>
                    <a:pt x="382" y="170632"/>
                  </a:lnTo>
                  <a:lnTo>
                    <a:pt x="824" y="175910"/>
                  </a:lnTo>
                  <a:lnTo>
                    <a:pt x="1433" y="181172"/>
                  </a:lnTo>
                  <a:lnTo>
                    <a:pt x="2209" y="186411"/>
                  </a:lnTo>
                  <a:lnTo>
                    <a:pt x="3151" y="191623"/>
                  </a:lnTo>
                  <a:lnTo>
                    <a:pt x="4256" y="196803"/>
                  </a:lnTo>
                  <a:lnTo>
                    <a:pt x="5526" y="201945"/>
                  </a:lnTo>
                  <a:lnTo>
                    <a:pt x="6958" y="207045"/>
                  </a:lnTo>
                  <a:lnTo>
                    <a:pt x="8550" y="212096"/>
                  </a:lnTo>
                  <a:lnTo>
                    <a:pt x="10302" y="217094"/>
                  </a:lnTo>
                  <a:lnTo>
                    <a:pt x="12212" y="222035"/>
                  </a:lnTo>
                  <a:lnTo>
                    <a:pt x="14276" y="226912"/>
                  </a:lnTo>
                  <a:lnTo>
                    <a:pt x="16495" y="231722"/>
                  </a:lnTo>
                  <a:lnTo>
                    <a:pt x="18864" y="236459"/>
                  </a:lnTo>
                  <a:lnTo>
                    <a:pt x="21383" y="241118"/>
                  </a:lnTo>
                  <a:lnTo>
                    <a:pt x="24048" y="245696"/>
                  </a:lnTo>
                  <a:lnTo>
                    <a:pt x="26856" y="250186"/>
                  </a:lnTo>
                  <a:lnTo>
                    <a:pt x="29806" y="254586"/>
                  </a:lnTo>
                  <a:lnTo>
                    <a:pt x="32893" y="258889"/>
                  </a:lnTo>
                  <a:lnTo>
                    <a:pt x="36115" y="263093"/>
                  </a:lnTo>
                  <a:lnTo>
                    <a:pt x="39468" y="267193"/>
                  </a:lnTo>
                  <a:lnTo>
                    <a:pt x="42950" y="271184"/>
                  </a:lnTo>
                  <a:lnTo>
                    <a:pt x="46557" y="275063"/>
                  </a:lnTo>
                  <a:lnTo>
                    <a:pt x="50284" y="278826"/>
                  </a:lnTo>
                  <a:lnTo>
                    <a:pt x="54129" y="282469"/>
                  </a:lnTo>
                  <a:lnTo>
                    <a:pt x="58088" y="285988"/>
                  </a:lnTo>
                  <a:lnTo>
                    <a:pt x="62155" y="289380"/>
                  </a:lnTo>
                  <a:lnTo>
                    <a:pt x="66329" y="292641"/>
                  </a:lnTo>
                  <a:lnTo>
                    <a:pt x="70603" y="295769"/>
                  </a:lnTo>
                  <a:lnTo>
                    <a:pt x="74975" y="298759"/>
                  </a:lnTo>
                  <a:lnTo>
                    <a:pt x="79439" y="301610"/>
                  </a:lnTo>
                  <a:lnTo>
                    <a:pt x="83991" y="304318"/>
                  </a:lnTo>
                  <a:lnTo>
                    <a:pt x="88626" y="306880"/>
                  </a:lnTo>
                  <a:lnTo>
                    <a:pt x="93341" y="309294"/>
                  </a:lnTo>
                  <a:lnTo>
                    <a:pt x="98129" y="311557"/>
                  </a:lnTo>
                  <a:lnTo>
                    <a:pt x="102987" y="313668"/>
                  </a:lnTo>
                  <a:lnTo>
                    <a:pt x="107909" y="315624"/>
                  </a:lnTo>
                  <a:lnTo>
                    <a:pt x="112891" y="317422"/>
                  </a:lnTo>
                  <a:lnTo>
                    <a:pt x="117927" y="319062"/>
                  </a:lnTo>
                  <a:lnTo>
                    <a:pt x="123013" y="320542"/>
                  </a:lnTo>
                  <a:lnTo>
                    <a:pt x="128143" y="321860"/>
                  </a:lnTo>
                  <a:lnTo>
                    <a:pt x="133312" y="323015"/>
                  </a:lnTo>
                  <a:lnTo>
                    <a:pt x="138515" y="324005"/>
                  </a:lnTo>
                  <a:lnTo>
                    <a:pt x="143747" y="324830"/>
                  </a:lnTo>
                  <a:lnTo>
                    <a:pt x="149002" y="325489"/>
                  </a:lnTo>
                  <a:lnTo>
                    <a:pt x="154276" y="325981"/>
                  </a:lnTo>
                  <a:lnTo>
                    <a:pt x="159563" y="326305"/>
                  </a:lnTo>
                  <a:lnTo>
                    <a:pt x="164857" y="326462"/>
                  </a:lnTo>
                  <a:lnTo>
                    <a:pt x="170153" y="326452"/>
                  </a:lnTo>
                  <a:lnTo>
                    <a:pt x="175447" y="326273"/>
                  </a:lnTo>
                  <a:lnTo>
                    <a:pt x="180732" y="325927"/>
                  </a:lnTo>
                  <a:lnTo>
                    <a:pt x="186004" y="325414"/>
                  </a:lnTo>
                  <a:lnTo>
                    <a:pt x="191256" y="324733"/>
                  </a:lnTo>
                  <a:lnTo>
                    <a:pt x="196485" y="323887"/>
                  </a:lnTo>
                  <a:lnTo>
                    <a:pt x="201684" y="322876"/>
                  </a:lnTo>
                  <a:lnTo>
                    <a:pt x="206848" y="321700"/>
                  </a:lnTo>
                  <a:lnTo>
                    <a:pt x="211973" y="320361"/>
                  </a:lnTo>
                  <a:lnTo>
                    <a:pt x="217052" y="318861"/>
                  </a:lnTo>
                  <a:lnTo>
                    <a:pt x="222082" y="317200"/>
                  </a:lnTo>
                  <a:lnTo>
                    <a:pt x="227056" y="315381"/>
                  </a:lnTo>
                  <a:lnTo>
                    <a:pt x="231971" y="313406"/>
                  </a:lnTo>
                  <a:lnTo>
                    <a:pt x="236820" y="311275"/>
                  </a:lnTo>
                  <a:lnTo>
                    <a:pt x="241599" y="308993"/>
                  </a:lnTo>
                  <a:lnTo>
                    <a:pt x="246304" y="306559"/>
                  </a:lnTo>
                  <a:lnTo>
                    <a:pt x="250929" y="303978"/>
                  </a:lnTo>
                  <a:lnTo>
                    <a:pt x="255470" y="301252"/>
                  </a:lnTo>
                  <a:lnTo>
                    <a:pt x="259922" y="298383"/>
                  </a:lnTo>
                  <a:lnTo>
                    <a:pt x="264281" y="295375"/>
                  </a:lnTo>
                  <a:lnTo>
                    <a:pt x="268543" y="292230"/>
                  </a:lnTo>
                  <a:lnTo>
                    <a:pt x="272703" y="288952"/>
                  </a:lnTo>
                  <a:lnTo>
                    <a:pt x="276757" y="285543"/>
                  </a:lnTo>
                  <a:lnTo>
                    <a:pt x="280701" y="282008"/>
                  </a:lnTo>
                  <a:lnTo>
                    <a:pt x="284531" y="278350"/>
                  </a:lnTo>
                  <a:lnTo>
                    <a:pt x="288243" y="274572"/>
                  </a:lnTo>
                  <a:lnTo>
                    <a:pt x="291834" y="270678"/>
                  </a:lnTo>
                  <a:lnTo>
                    <a:pt x="295300" y="266673"/>
                  </a:lnTo>
                  <a:lnTo>
                    <a:pt x="298637" y="262559"/>
                  </a:lnTo>
                  <a:lnTo>
                    <a:pt x="301842" y="258343"/>
                  </a:lnTo>
                  <a:lnTo>
                    <a:pt x="304911" y="254026"/>
                  </a:lnTo>
                  <a:lnTo>
                    <a:pt x="307843" y="249615"/>
                  </a:lnTo>
                  <a:lnTo>
                    <a:pt x="310633" y="245113"/>
                  </a:lnTo>
                  <a:lnTo>
                    <a:pt x="313279" y="240525"/>
                  </a:lnTo>
                  <a:lnTo>
                    <a:pt x="315779" y="235855"/>
                  </a:lnTo>
                  <a:lnTo>
                    <a:pt x="318129" y="231109"/>
                  </a:lnTo>
                  <a:lnTo>
                    <a:pt x="320328" y="226290"/>
                  </a:lnTo>
                  <a:lnTo>
                    <a:pt x="322373" y="221404"/>
                  </a:lnTo>
                  <a:lnTo>
                    <a:pt x="324262" y="216456"/>
                  </a:lnTo>
                  <a:lnTo>
                    <a:pt x="325993" y="211451"/>
                  </a:lnTo>
                  <a:lnTo>
                    <a:pt x="327566" y="206393"/>
                  </a:lnTo>
                  <a:lnTo>
                    <a:pt x="328977" y="201288"/>
                  </a:lnTo>
                  <a:lnTo>
                    <a:pt x="330225" y="196141"/>
                  </a:lnTo>
                  <a:lnTo>
                    <a:pt x="331310" y="190956"/>
                  </a:lnTo>
                  <a:lnTo>
                    <a:pt x="332230" y="185740"/>
                  </a:lnTo>
                  <a:lnTo>
                    <a:pt x="332985" y="180498"/>
                  </a:lnTo>
                  <a:lnTo>
                    <a:pt x="333573" y="175234"/>
                  </a:lnTo>
                  <a:lnTo>
                    <a:pt x="333994" y="169954"/>
                  </a:lnTo>
                  <a:lnTo>
                    <a:pt x="334247" y="164664"/>
                  </a:lnTo>
                  <a:lnTo>
                    <a:pt x="334333" y="159368"/>
                  </a:lnTo>
                  <a:lnTo>
                    <a:pt x="334251" y="154072"/>
                  </a:lnTo>
                  <a:lnTo>
                    <a:pt x="334001" y="148781"/>
                  </a:lnTo>
                  <a:lnTo>
                    <a:pt x="333584" y="143501"/>
                  </a:lnTo>
                  <a:lnTo>
                    <a:pt x="332999" y="138237"/>
                  </a:lnTo>
                  <a:lnTo>
                    <a:pt x="332248" y="132994"/>
                  </a:lnTo>
                  <a:lnTo>
                    <a:pt x="331332" y="127778"/>
                  </a:lnTo>
                  <a:lnTo>
                    <a:pt x="330250" y="122593"/>
                  </a:lnTo>
                  <a:lnTo>
                    <a:pt x="329005" y="117444"/>
                  </a:lnTo>
                  <a:lnTo>
                    <a:pt x="327598" y="112338"/>
                  </a:lnTo>
                  <a:lnTo>
                    <a:pt x="326029" y="107279"/>
                  </a:lnTo>
                  <a:lnTo>
                    <a:pt x="324301" y="102273"/>
                  </a:lnTo>
                  <a:lnTo>
                    <a:pt x="322415" y="97323"/>
                  </a:lnTo>
                  <a:lnTo>
                    <a:pt x="320373" y="92436"/>
                  </a:lnTo>
                  <a:lnTo>
                    <a:pt x="318178" y="87616"/>
                  </a:lnTo>
                  <a:lnTo>
                    <a:pt x="315831" y="82868"/>
                  </a:lnTo>
                  <a:lnTo>
                    <a:pt x="313335" y="78197"/>
                  </a:lnTo>
                  <a:lnTo>
                    <a:pt x="310691" y="73607"/>
                  </a:lnTo>
                  <a:lnTo>
                    <a:pt x="307904" y="69103"/>
                  </a:lnTo>
                  <a:lnTo>
                    <a:pt x="304976" y="64690"/>
                  </a:lnTo>
                  <a:lnTo>
                    <a:pt x="301909" y="60371"/>
                  </a:lnTo>
                  <a:lnTo>
                    <a:pt x="298707" y="56152"/>
                  </a:lnTo>
                  <a:lnTo>
                    <a:pt x="295373" y="52037"/>
                  </a:lnTo>
                  <a:lnTo>
                    <a:pt x="291910" y="48029"/>
                  </a:lnTo>
                  <a:lnTo>
                    <a:pt x="288322" y="44133"/>
                  </a:lnTo>
                  <a:lnTo>
                    <a:pt x="284612" y="40352"/>
                  </a:lnTo>
                  <a:lnTo>
                    <a:pt x="280785" y="36691"/>
                  </a:lnTo>
                  <a:lnTo>
                    <a:pt x="276843" y="33153"/>
                  </a:lnTo>
                  <a:lnTo>
                    <a:pt x="272792" y="29742"/>
                  </a:lnTo>
                  <a:lnTo>
                    <a:pt x="268634" y="26461"/>
                  </a:lnTo>
                  <a:lnTo>
                    <a:pt x="264374" y="23313"/>
                  </a:lnTo>
                  <a:lnTo>
                    <a:pt x="260017" y="20302"/>
                  </a:lnTo>
                  <a:lnTo>
                    <a:pt x="255567" y="17430"/>
                  </a:lnTo>
                  <a:lnTo>
                    <a:pt x="167165" y="159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423235" y="1681503"/>
              <a:ext cx="88401" cy="167167"/>
            </a:xfrm>
            <a:custGeom>
              <a:avLst/>
              <a:pathLst>
                <a:path w="88401" h="167167">
                  <a:moveTo>
                    <a:pt x="88401" y="25286"/>
                  </a:moveTo>
                  <a:lnTo>
                    <a:pt x="83407" y="22294"/>
                  </a:lnTo>
                  <a:lnTo>
                    <a:pt x="78312" y="19478"/>
                  </a:lnTo>
                  <a:lnTo>
                    <a:pt x="73122" y="16841"/>
                  </a:lnTo>
                  <a:lnTo>
                    <a:pt x="67844" y="14386"/>
                  </a:lnTo>
                  <a:lnTo>
                    <a:pt x="62483" y="12116"/>
                  </a:lnTo>
                  <a:lnTo>
                    <a:pt x="57047" y="10035"/>
                  </a:lnTo>
                  <a:lnTo>
                    <a:pt x="51541" y="8144"/>
                  </a:lnTo>
                  <a:lnTo>
                    <a:pt x="45973" y="6445"/>
                  </a:lnTo>
                  <a:lnTo>
                    <a:pt x="40349" y="4942"/>
                  </a:lnTo>
                  <a:lnTo>
                    <a:pt x="34676" y="3636"/>
                  </a:lnTo>
                  <a:lnTo>
                    <a:pt x="28961" y="2527"/>
                  </a:lnTo>
                  <a:lnTo>
                    <a:pt x="23211" y="1619"/>
                  </a:lnTo>
                  <a:lnTo>
                    <a:pt x="17433" y="911"/>
                  </a:lnTo>
                  <a:lnTo>
                    <a:pt x="11633" y="405"/>
                  </a:lnTo>
                  <a:lnTo>
                    <a:pt x="582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853879" y="1322571"/>
              <a:ext cx="334326" cy="334321"/>
            </a:xfrm>
            <a:custGeom>
              <a:avLst/>
              <a:pathLst>
                <a:path w="334326" h="334321">
                  <a:moveTo>
                    <a:pt x="167159" y="0"/>
                  </a:moveTo>
                  <a:lnTo>
                    <a:pt x="161876" y="83"/>
                  </a:lnTo>
                  <a:lnTo>
                    <a:pt x="156599" y="333"/>
                  </a:lnTo>
                  <a:lnTo>
                    <a:pt x="151332" y="750"/>
                  </a:lnTo>
                  <a:lnTo>
                    <a:pt x="146081" y="1334"/>
                  </a:lnTo>
                  <a:lnTo>
                    <a:pt x="140851" y="2083"/>
                  </a:lnTo>
                  <a:lnTo>
                    <a:pt x="135647" y="2997"/>
                  </a:lnTo>
                  <a:lnTo>
                    <a:pt x="130474" y="4074"/>
                  </a:lnTo>
                  <a:lnTo>
                    <a:pt x="125339" y="5315"/>
                  </a:lnTo>
                  <a:lnTo>
                    <a:pt x="120245" y="6718"/>
                  </a:lnTo>
                  <a:lnTo>
                    <a:pt x="115198" y="8280"/>
                  </a:lnTo>
                  <a:lnTo>
                    <a:pt x="110203" y="10002"/>
                  </a:lnTo>
                  <a:lnTo>
                    <a:pt x="105264" y="11880"/>
                  </a:lnTo>
                  <a:lnTo>
                    <a:pt x="100388" y="13914"/>
                  </a:lnTo>
                  <a:lnTo>
                    <a:pt x="95578" y="16100"/>
                  </a:lnTo>
                  <a:lnTo>
                    <a:pt x="90840" y="18438"/>
                  </a:lnTo>
                  <a:lnTo>
                    <a:pt x="86178" y="20924"/>
                  </a:lnTo>
                  <a:lnTo>
                    <a:pt x="81597" y="23556"/>
                  </a:lnTo>
                  <a:lnTo>
                    <a:pt x="77101" y="26332"/>
                  </a:lnTo>
                  <a:lnTo>
                    <a:pt x="72695" y="29248"/>
                  </a:lnTo>
                  <a:lnTo>
                    <a:pt x="68384" y="32303"/>
                  </a:lnTo>
                  <a:lnTo>
                    <a:pt x="64171" y="35491"/>
                  </a:lnTo>
                  <a:lnTo>
                    <a:pt x="60062" y="38812"/>
                  </a:lnTo>
                  <a:lnTo>
                    <a:pt x="56059" y="42260"/>
                  </a:lnTo>
                  <a:lnTo>
                    <a:pt x="52167" y="45834"/>
                  </a:lnTo>
                  <a:lnTo>
                    <a:pt x="48390" y="49528"/>
                  </a:lnTo>
                  <a:lnTo>
                    <a:pt x="44732" y="53340"/>
                  </a:lnTo>
                  <a:lnTo>
                    <a:pt x="41196" y="57266"/>
                  </a:lnTo>
                  <a:lnTo>
                    <a:pt x="37786" y="61302"/>
                  </a:lnTo>
                  <a:lnTo>
                    <a:pt x="34505" y="65443"/>
                  </a:lnTo>
                  <a:lnTo>
                    <a:pt x="31356" y="69686"/>
                  </a:lnTo>
                  <a:lnTo>
                    <a:pt x="28344" y="74026"/>
                  </a:lnTo>
                  <a:lnTo>
                    <a:pt x="25470" y="78460"/>
                  </a:lnTo>
                  <a:lnTo>
                    <a:pt x="22737" y="82982"/>
                  </a:lnTo>
                  <a:lnTo>
                    <a:pt x="20149" y="87588"/>
                  </a:lnTo>
                  <a:lnTo>
                    <a:pt x="17707" y="92273"/>
                  </a:lnTo>
                  <a:lnTo>
                    <a:pt x="15415" y="97034"/>
                  </a:lnTo>
                  <a:lnTo>
                    <a:pt x="13275" y="101864"/>
                  </a:lnTo>
                  <a:lnTo>
                    <a:pt x="11288" y="106760"/>
                  </a:lnTo>
                  <a:lnTo>
                    <a:pt x="9457" y="111716"/>
                  </a:lnTo>
                  <a:lnTo>
                    <a:pt x="7783" y="116727"/>
                  </a:lnTo>
                  <a:lnTo>
                    <a:pt x="6269" y="121789"/>
                  </a:lnTo>
                  <a:lnTo>
                    <a:pt x="4915" y="126896"/>
                  </a:lnTo>
                  <a:lnTo>
                    <a:pt x="3723" y="132044"/>
                  </a:lnTo>
                  <a:lnTo>
                    <a:pt x="2695" y="137226"/>
                  </a:lnTo>
                  <a:lnTo>
                    <a:pt x="1831" y="142438"/>
                  </a:lnTo>
                  <a:lnTo>
                    <a:pt x="1132" y="147675"/>
                  </a:lnTo>
                  <a:lnTo>
                    <a:pt x="599" y="152932"/>
                  </a:lnTo>
                  <a:lnTo>
                    <a:pt x="232" y="158203"/>
                  </a:lnTo>
                  <a:lnTo>
                    <a:pt x="32" y="163482"/>
                  </a:lnTo>
                  <a:lnTo>
                    <a:pt x="0" y="168766"/>
                  </a:lnTo>
                  <a:lnTo>
                    <a:pt x="134" y="174047"/>
                  </a:lnTo>
                  <a:lnTo>
                    <a:pt x="434" y="179322"/>
                  </a:lnTo>
                  <a:lnTo>
                    <a:pt x="902" y="184585"/>
                  </a:lnTo>
                  <a:lnTo>
                    <a:pt x="1535" y="189830"/>
                  </a:lnTo>
                  <a:lnTo>
                    <a:pt x="2334" y="195053"/>
                  </a:lnTo>
                  <a:lnTo>
                    <a:pt x="3298" y="200248"/>
                  </a:lnTo>
                  <a:lnTo>
                    <a:pt x="4425" y="205410"/>
                  </a:lnTo>
                  <a:lnTo>
                    <a:pt x="5715" y="210533"/>
                  </a:lnTo>
                  <a:lnTo>
                    <a:pt x="7166" y="215614"/>
                  </a:lnTo>
                  <a:lnTo>
                    <a:pt x="8777" y="220646"/>
                  </a:lnTo>
                  <a:lnTo>
                    <a:pt x="10546" y="225624"/>
                  </a:lnTo>
                  <a:lnTo>
                    <a:pt x="12472" y="230544"/>
                  </a:lnTo>
                  <a:lnTo>
                    <a:pt x="14552" y="235401"/>
                  </a:lnTo>
                  <a:lnTo>
                    <a:pt x="16784" y="240190"/>
                  </a:lnTo>
                  <a:lnTo>
                    <a:pt x="19167" y="244905"/>
                  </a:lnTo>
                  <a:lnTo>
                    <a:pt x="21698" y="249543"/>
                  </a:lnTo>
                  <a:lnTo>
                    <a:pt x="24374" y="254099"/>
                  </a:lnTo>
                  <a:lnTo>
                    <a:pt x="27192" y="258568"/>
                  </a:lnTo>
                  <a:lnTo>
                    <a:pt x="30150" y="262946"/>
                  </a:lnTo>
                  <a:lnTo>
                    <a:pt x="33246" y="267227"/>
                  </a:lnTo>
                  <a:lnTo>
                    <a:pt x="36475" y="271409"/>
                  </a:lnTo>
                  <a:lnTo>
                    <a:pt x="39834" y="275487"/>
                  </a:lnTo>
                  <a:lnTo>
                    <a:pt x="43321" y="279457"/>
                  </a:lnTo>
                  <a:lnTo>
                    <a:pt x="46931" y="283314"/>
                  </a:lnTo>
                  <a:lnTo>
                    <a:pt x="50662" y="287056"/>
                  </a:lnTo>
                  <a:lnTo>
                    <a:pt x="54509" y="290677"/>
                  </a:lnTo>
                  <a:lnTo>
                    <a:pt x="58468" y="294176"/>
                  </a:lnTo>
                  <a:lnTo>
                    <a:pt x="62536" y="297547"/>
                  </a:lnTo>
                  <a:lnTo>
                    <a:pt x="66709" y="300788"/>
                  </a:lnTo>
                  <a:lnTo>
                    <a:pt x="70982" y="303896"/>
                  </a:lnTo>
                  <a:lnTo>
                    <a:pt x="75351" y="306867"/>
                  </a:lnTo>
                  <a:lnTo>
                    <a:pt x="79811" y="309699"/>
                  </a:lnTo>
                  <a:lnTo>
                    <a:pt x="84359" y="312388"/>
                  </a:lnTo>
                  <a:lnTo>
                    <a:pt x="88990" y="314932"/>
                  </a:lnTo>
                  <a:lnTo>
                    <a:pt x="93698" y="317328"/>
                  </a:lnTo>
                  <a:lnTo>
                    <a:pt x="98481" y="319575"/>
                  </a:lnTo>
                  <a:lnTo>
                    <a:pt x="103331" y="321669"/>
                  </a:lnTo>
                  <a:lnTo>
                    <a:pt x="108246" y="323609"/>
                  </a:lnTo>
                  <a:lnTo>
                    <a:pt x="113219" y="325393"/>
                  </a:lnTo>
                  <a:lnTo>
                    <a:pt x="118246" y="327018"/>
                  </a:lnTo>
                  <a:lnTo>
                    <a:pt x="123322" y="328484"/>
                  </a:lnTo>
                  <a:lnTo>
                    <a:pt x="128442" y="329789"/>
                  </a:lnTo>
                  <a:lnTo>
                    <a:pt x="133601" y="330931"/>
                  </a:lnTo>
                  <a:lnTo>
                    <a:pt x="138793" y="331910"/>
                  </a:lnTo>
                  <a:lnTo>
                    <a:pt x="144013" y="332724"/>
                  </a:lnTo>
                  <a:lnTo>
                    <a:pt x="149256" y="333373"/>
                  </a:lnTo>
                  <a:lnTo>
                    <a:pt x="154518" y="333856"/>
                  </a:lnTo>
                  <a:lnTo>
                    <a:pt x="159792" y="334172"/>
                  </a:lnTo>
                  <a:lnTo>
                    <a:pt x="165073" y="334321"/>
                  </a:lnTo>
                  <a:lnTo>
                    <a:pt x="170357" y="334304"/>
                  </a:lnTo>
                  <a:lnTo>
                    <a:pt x="175637" y="334119"/>
                  </a:lnTo>
                  <a:lnTo>
                    <a:pt x="180909" y="333768"/>
                  </a:lnTo>
                  <a:lnTo>
                    <a:pt x="186167" y="333250"/>
                  </a:lnTo>
                  <a:lnTo>
                    <a:pt x="191406" y="332567"/>
                  </a:lnTo>
                  <a:lnTo>
                    <a:pt x="196621" y="331718"/>
                  </a:lnTo>
                  <a:lnTo>
                    <a:pt x="201806" y="330705"/>
                  </a:lnTo>
                  <a:lnTo>
                    <a:pt x="206957" y="329528"/>
                  </a:lnTo>
                  <a:lnTo>
                    <a:pt x="212068" y="328189"/>
                  </a:lnTo>
                  <a:lnTo>
                    <a:pt x="217134" y="326690"/>
                  </a:lnTo>
                  <a:lnTo>
                    <a:pt x="222150" y="325031"/>
                  </a:lnTo>
                  <a:lnTo>
                    <a:pt x="227112" y="323214"/>
                  </a:lnTo>
                  <a:lnTo>
                    <a:pt x="232013" y="321241"/>
                  </a:lnTo>
                  <a:lnTo>
                    <a:pt x="236850" y="319115"/>
                  </a:lnTo>
                  <a:lnTo>
                    <a:pt x="241617" y="316837"/>
                  </a:lnTo>
                  <a:lnTo>
                    <a:pt x="246309" y="314409"/>
                  </a:lnTo>
                  <a:lnTo>
                    <a:pt x="250923" y="311834"/>
                  </a:lnTo>
                  <a:lnTo>
                    <a:pt x="255453" y="309115"/>
                  </a:lnTo>
                  <a:lnTo>
                    <a:pt x="259895" y="306254"/>
                  </a:lnTo>
                  <a:lnTo>
                    <a:pt x="264244" y="303254"/>
                  </a:lnTo>
                  <a:lnTo>
                    <a:pt x="268496" y="300117"/>
                  </a:lnTo>
                  <a:lnTo>
                    <a:pt x="272647" y="296849"/>
                  </a:lnTo>
                  <a:lnTo>
                    <a:pt x="276692" y="293450"/>
                  </a:lnTo>
                  <a:lnTo>
                    <a:pt x="280628" y="289926"/>
                  </a:lnTo>
                  <a:lnTo>
                    <a:pt x="284451" y="286279"/>
                  </a:lnTo>
                  <a:lnTo>
                    <a:pt x="288157" y="282512"/>
                  </a:lnTo>
                  <a:lnTo>
                    <a:pt x="291741" y="278631"/>
                  </a:lnTo>
                  <a:lnTo>
                    <a:pt x="295202" y="274638"/>
                  </a:lnTo>
                  <a:lnTo>
                    <a:pt x="298534" y="270538"/>
                  </a:lnTo>
                  <a:lnTo>
                    <a:pt x="301735" y="266335"/>
                  </a:lnTo>
                  <a:lnTo>
                    <a:pt x="304802" y="262033"/>
                  </a:lnTo>
                  <a:lnTo>
                    <a:pt x="307731" y="257635"/>
                  </a:lnTo>
                  <a:lnTo>
                    <a:pt x="310520" y="253148"/>
                  </a:lnTo>
                  <a:lnTo>
                    <a:pt x="313165" y="248574"/>
                  </a:lnTo>
                  <a:lnTo>
                    <a:pt x="315665" y="243920"/>
                  </a:lnTo>
                  <a:lnTo>
                    <a:pt x="318016" y="239188"/>
                  </a:lnTo>
                  <a:lnTo>
                    <a:pt x="320217" y="234385"/>
                  </a:lnTo>
                  <a:lnTo>
                    <a:pt x="322265" y="229514"/>
                  </a:lnTo>
                  <a:lnTo>
                    <a:pt x="324158" y="224582"/>
                  </a:lnTo>
                  <a:lnTo>
                    <a:pt x="325894" y="219592"/>
                  </a:lnTo>
                  <a:lnTo>
                    <a:pt x="327471" y="214549"/>
                  </a:lnTo>
                  <a:lnTo>
                    <a:pt x="328888" y="209459"/>
                  </a:lnTo>
                  <a:lnTo>
                    <a:pt x="330144" y="204327"/>
                  </a:lnTo>
                  <a:lnTo>
                    <a:pt x="331237" y="199158"/>
                  </a:lnTo>
                  <a:lnTo>
                    <a:pt x="332166" y="193957"/>
                  </a:lnTo>
                  <a:lnTo>
                    <a:pt x="332930" y="188729"/>
                  </a:lnTo>
                  <a:lnTo>
                    <a:pt x="333529" y="183479"/>
                  </a:lnTo>
                  <a:lnTo>
                    <a:pt x="333961" y="178214"/>
                  </a:lnTo>
                  <a:lnTo>
                    <a:pt x="334227" y="172937"/>
                  </a:lnTo>
                  <a:lnTo>
                    <a:pt x="334326" y="167654"/>
                  </a:lnTo>
                  <a:lnTo>
                    <a:pt x="334258" y="162371"/>
                  </a:lnTo>
                  <a:lnTo>
                    <a:pt x="334023" y="157093"/>
                  </a:lnTo>
                  <a:lnTo>
                    <a:pt x="333621" y="151825"/>
                  </a:lnTo>
                  <a:lnTo>
                    <a:pt x="333053" y="146572"/>
                  </a:lnTo>
                  <a:lnTo>
                    <a:pt x="332320" y="141340"/>
                  </a:lnTo>
                  <a:lnTo>
                    <a:pt x="331421" y="136133"/>
                  </a:lnTo>
                  <a:lnTo>
                    <a:pt x="330358" y="130958"/>
                  </a:lnTo>
                  <a:lnTo>
                    <a:pt x="329132" y="125818"/>
                  </a:lnTo>
                  <a:lnTo>
                    <a:pt x="327745" y="120720"/>
                  </a:lnTo>
                  <a:lnTo>
                    <a:pt x="326197" y="115669"/>
                  </a:lnTo>
                  <a:lnTo>
                    <a:pt x="324490" y="110669"/>
                  </a:lnTo>
                  <a:lnTo>
                    <a:pt x="322626" y="105725"/>
                  </a:lnTo>
                  <a:lnTo>
                    <a:pt x="320606" y="100843"/>
                  </a:lnTo>
                  <a:lnTo>
                    <a:pt x="318434" y="96026"/>
                  </a:lnTo>
                  <a:lnTo>
                    <a:pt x="316110" y="91281"/>
                  </a:lnTo>
                  <a:lnTo>
                    <a:pt x="313638" y="86612"/>
                  </a:lnTo>
                  <a:lnTo>
                    <a:pt x="311019" y="82023"/>
                  </a:lnTo>
                  <a:lnTo>
                    <a:pt x="308256" y="77520"/>
                  </a:lnTo>
                  <a:lnTo>
                    <a:pt x="305353" y="73106"/>
                  </a:lnTo>
                  <a:lnTo>
                    <a:pt x="302311" y="68785"/>
                  </a:lnTo>
                  <a:lnTo>
                    <a:pt x="299135" y="64563"/>
                  </a:lnTo>
                  <a:lnTo>
                    <a:pt x="295826" y="60444"/>
                  </a:lnTo>
                  <a:lnTo>
                    <a:pt x="292389" y="56431"/>
                  </a:lnTo>
                  <a:lnTo>
                    <a:pt x="288827" y="52529"/>
                  </a:lnTo>
                  <a:lnTo>
                    <a:pt x="285144" y="48741"/>
                  </a:lnTo>
                  <a:lnTo>
                    <a:pt x="281342" y="45072"/>
                  </a:lnTo>
                  <a:lnTo>
                    <a:pt x="277427" y="41525"/>
                  </a:lnTo>
                  <a:lnTo>
                    <a:pt x="273401" y="38103"/>
                  </a:lnTo>
                  <a:lnTo>
                    <a:pt x="269269" y="34810"/>
                  </a:lnTo>
                  <a:lnTo>
                    <a:pt x="265036" y="31649"/>
                  </a:lnTo>
                  <a:lnTo>
                    <a:pt x="260704" y="28623"/>
                  </a:lnTo>
                  <a:lnTo>
                    <a:pt x="256279" y="25736"/>
                  </a:lnTo>
                  <a:lnTo>
                    <a:pt x="251765" y="2299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45562"/>
              <a:ext cx="84605" cy="144176"/>
            </a:xfrm>
            <a:custGeom>
              <a:avLst/>
              <a:pathLst>
                <a:path w="84605" h="144176">
                  <a:moveTo>
                    <a:pt x="84605" y="0"/>
                  </a:moveTo>
                  <a:lnTo>
                    <a:pt x="0" y="144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22571"/>
              <a:ext cx="84605" cy="167167"/>
            </a:xfrm>
            <a:custGeom>
              <a:avLst/>
              <a:pathLst>
                <a:path w="84605" h="167167">
                  <a:moveTo>
                    <a:pt x="84605" y="22991"/>
                  </a:moveTo>
                  <a:lnTo>
                    <a:pt x="79453" y="20088"/>
                  </a:lnTo>
                  <a:lnTo>
                    <a:pt x="74201" y="17370"/>
                  </a:lnTo>
                  <a:lnTo>
                    <a:pt x="68856" y="14839"/>
                  </a:lnTo>
                  <a:lnTo>
                    <a:pt x="63425" y="12499"/>
                  </a:lnTo>
                  <a:lnTo>
                    <a:pt x="57914" y="10352"/>
                  </a:lnTo>
                  <a:lnTo>
                    <a:pt x="52332" y="8402"/>
                  </a:lnTo>
                  <a:lnTo>
                    <a:pt x="46683" y="6650"/>
                  </a:lnTo>
                  <a:lnTo>
                    <a:pt x="40976" y="5100"/>
                  </a:lnTo>
                  <a:lnTo>
                    <a:pt x="35218" y="3752"/>
                  </a:lnTo>
                  <a:lnTo>
                    <a:pt x="29416" y="2608"/>
                  </a:lnTo>
                  <a:lnTo>
                    <a:pt x="23577" y="1671"/>
                  </a:lnTo>
                  <a:lnTo>
                    <a:pt x="17709" y="940"/>
                  </a:lnTo>
                  <a:lnTo>
                    <a:pt x="11818" y="418"/>
                  </a:lnTo>
                  <a:lnTo>
                    <a:pt x="591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378107" y="1071028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1" y="758"/>
                  </a:lnTo>
                  <a:lnTo>
                    <a:pt x="145963" y="1348"/>
                  </a:lnTo>
                  <a:lnTo>
                    <a:pt x="140707" y="2104"/>
                  </a:lnTo>
                  <a:lnTo>
                    <a:pt x="135477" y="3028"/>
                  </a:lnTo>
                  <a:lnTo>
                    <a:pt x="130279" y="4117"/>
                  </a:lnTo>
                  <a:lnTo>
                    <a:pt x="125118" y="5370"/>
                  </a:lnTo>
                  <a:lnTo>
                    <a:pt x="119999" y="6787"/>
                  </a:lnTo>
                  <a:lnTo>
                    <a:pt x="114929" y="8366"/>
                  </a:lnTo>
                  <a:lnTo>
                    <a:pt x="109911" y="10105"/>
                  </a:lnTo>
                  <a:lnTo>
                    <a:pt x="104950" y="12002"/>
                  </a:lnTo>
                  <a:lnTo>
                    <a:pt x="100053" y="14056"/>
                  </a:lnTo>
                  <a:lnTo>
                    <a:pt x="95223" y="16265"/>
                  </a:lnTo>
                  <a:lnTo>
                    <a:pt x="90466" y="18626"/>
                  </a:lnTo>
                  <a:lnTo>
                    <a:pt x="85786" y="21137"/>
                  </a:lnTo>
                  <a:lnTo>
                    <a:pt x="81188" y="23795"/>
                  </a:lnTo>
                  <a:lnTo>
                    <a:pt x="76677" y="26598"/>
                  </a:lnTo>
                  <a:lnTo>
                    <a:pt x="72258" y="29543"/>
                  </a:lnTo>
                  <a:lnTo>
                    <a:pt x="67934" y="32627"/>
                  </a:lnTo>
                  <a:lnTo>
                    <a:pt x="63710" y="35847"/>
                  </a:lnTo>
                  <a:lnTo>
                    <a:pt x="59591" y="39199"/>
                  </a:lnTo>
                  <a:lnTo>
                    <a:pt x="55580" y="42680"/>
                  </a:lnTo>
                  <a:lnTo>
                    <a:pt x="51682" y="46287"/>
                  </a:lnTo>
                  <a:lnTo>
                    <a:pt x="47900" y="50016"/>
                  </a:lnTo>
                  <a:lnTo>
                    <a:pt x="44239" y="53863"/>
                  </a:lnTo>
                  <a:lnTo>
                    <a:pt x="40702" y="57825"/>
                  </a:lnTo>
                  <a:lnTo>
                    <a:pt x="37293" y="61897"/>
                  </a:lnTo>
                  <a:lnTo>
                    <a:pt x="34014" y="66075"/>
                  </a:lnTo>
                  <a:lnTo>
                    <a:pt x="30870" y="70355"/>
                  </a:lnTo>
                  <a:lnTo>
                    <a:pt x="27863" y="74733"/>
                  </a:lnTo>
                  <a:lnTo>
                    <a:pt x="24997" y="79204"/>
                  </a:lnTo>
                  <a:lnTo>
                    <a:pt x="22275" y="83764"/>
                  </a:lnTo>
                  <a:lnTo>
                    <a:pt x="19699" y="88408"/>
                  </a:lnTo>
                  <a:lnTo>
                    <a:pt x="17271" y="93132"/>
                  </a:lnTo>
                  <a:lnTo>
                    <a:pt x="14995" y="97930"/>
                  </a:lnTo>
                  <a:lnTo>
                    <a:pt x="12873" y="102799"/>
                  </a:lnTo>
                  <a:lnTo>
                    <a:pt x="10906" y="107732"/>
                  </a:lnTo>
                  <a:lnTo>
                    <a:pt x="9097" y="112725"/>
                  </a:lnTo>
                  <a:lnTo>
                    <a:pt x="7447" y="117773"/>
                  </a:lnTo>
                  <a:lnTo>
                    <a:pt x="5959" y="122871"/>
                  </a:lnTo>
                  <a:lnTo>
                    <a:pt x="4633" y="128014"/>
                  </a:lnTo>
                  <a:lnTo>
                    <a:pt x="3471" y="133196"/>
                  </a:lnTo>
                  <a:lnTo>
                    <a:pt x="2475" y="138413"/>
                  </a:lnTo>
                  <a:lnTo>
                    <a:pt x="1644" y="143658"/>
                  </a:lnTo>
                  <a:lnTo>
                    <a:pt x="981" y="148928"/>
                  </a:lnTo>
                  <a:lnTo>
                    <a:pt x="486" y="154215"/>
                  </a:lnTo>
                  <a:lnTo>
                    <a:pt x="158" y="159516"/>
                  </a:lnTo>
                  <a:lnTo>
                    <a:pt x="0" y="164825"/>
                  </a:lnTo>
                  <a:lnTo>
                    <a:pt x="9" y="170135"/>
                  </a:lnTo>
                  <a:lnTo>
                    <a:pt x="188" y="175443"/>
                  </a:lnTo>
                  <a:lnTo>
                    <a:pt x="535" y="180743"/>
                  </a:lnTo>
                  <a:lnTo>
                    <a:pt x="1051" y="186029"/>
                  </a:lnTo>
                  <a:lnTo>
                    <a:pt x="1734" y="191295"/>
                  </a:lnTo>
                  <a:lnTo>
                    <a:pt x="2584" y="196538"/>
                  </a:lnTo>
                  <a:lnTo>
                    <a:pt x="3600" y="201751"/>
                  </a:lnTo>
                  <a:lnTo>
                    <a:pt x="4781" y="206928"/>
                  </a:lnTo>
                  <a:lnTo>
                    <a:pt x="6126" y="212066"/>
                  </a:lnTo>
                  <a:lnTo>
                    <a:pt x="7633" y="217159"/>
                  </a:lnTo>
                  <a:lnTo>
                    <a:pt x="9302" y="222201"/>
                  </a:lnTo>
                  <a:lnTo>
                    <a:pt x="11130" y="227187"/>
                  </a:lnTo>
                  <a:lnTo>
                    <a:pt x="13115" y="232113"/>
                  </a:lnTo>
                  <a:lnTo>
                    <a:pt x="15256" y="236973"/>
                  </a:lnTo>
                  <a:lnTo>
                    <a:pt x="17550" y="241763"/>
                  </a:lnTo>
                  <a:lnTo>
                    <a:pt x="19995" y="246477"/>
                  </a:lnTo>
                  <a:lnTo>
                    <a:pt x="22588" y="251112"/>
                  </a:lnTo>
                  <a:lnTo>
                    <a:pt x="25328" y="255662"/>
                  </a:lnTo>
                  <a:lnTo>
                    <a:pt x="28211" y="260122"/>
                  </a:lnTo>
                  <a:lnTo>
                    <a:pt x="31234" y="264489"/>
                  </a:lnTo>
                  <a:lnTo>
                    <a:pt x="34394" y="268757"/>
                  </a:lnTo>
                  <a:lnTo>
                    <a:pt x="37688" y="272923"/>
                  </a:lnTo>
                  <a:lnTo>
                    <a:pt x="41113" y="276982"/>
                  </a:lnTo>
                  <a:lnTo>
                    <a:pt x="44664" y="280930"/>
                  </a:lnTo>
                  <a:lnTo>
                    <a:pt x="48340" y="284764"/>
                  </a:lnTo>
                  <a:lnTo>
                    <a:pt x="52136" y="288479"/>
                  </a:lnTo>
                  <a:lnTo>
                    <a:pt x="56047" y="292071"/>
                  </a:lnTo>
                  <a:lnTo>
                    <a:pt x="60071" y="295537"/>
                  </a:lnTo>
                  <a:lnTo>
                    <a:pt x="64203" y="298874"/>
                  </a:lnTo>
                  <a:lnTo>
                    <a:pt x="68438" y="302078"/>
                  </a:lnTo>
                  <a:lnTo>
                    <a:pt x="72774" y="305145"/>
                  </a:lnTo>
                  <a:lnTo>
                    <a:pt x="77204" y="308073"/>
                  </a:lnTo>
                  <a:lnTo>
                    <a:pt x="81726" y="310860"/>
                  </a:lnTo>
                  <a:lnTo>
                    <a:pt x="86333" y="313501"/>
                  </a:lnTo>
                  <a:lnTo>
                    <a:pt x="91023" y="315994"/>
                  </a:lnTo>
                  <a:lnTo>
                    <a:pt x="95789" y="318337"/>
                  </a:lnTo>
                  <a:lnTo>
                    <a:pt x="100627" y="320528"/>
                  </a:lnTo>
                  <a:lnTo>
                    <a:pt x="105532" y="322564"/>
                  </a:lnTo>
                  <a:lnTo>
                    <a:pt x="110499" y="324442"/>
                  </a:lnTo>
                  <a:lnTo>
                    <a:pt x="115524" y="326163"/>
                  </a:lnTo>
                  <a:lnTo>
                    <a:pt x="120601" y="327722"/>
                  </a:lnTo>
                  <a:lnTo>
                    <a:pt x="125724" y="329120"/>
                  </a:lnTo>
                  <a:lnTo>
                    <a:pt x="130890" y="330354"/>
                  </a:lnTo>
                  <a:lnTo>
                    <a:pt x="136092" y="331424"/>
                  </a:lnTo>
                  <a:lnTo>
                    <a:pt x="141325" y="332327"/>
                  </a:lnTo>
                  <a:lnTo>
                    <a:pt x="146585" y="333064"/>
                  </a:lnTo>
                  <a:lnTo>
                    <a:pt x="151865" y="333634"/>
                  </a:lnTo>
                  <a:lnTo>
                    <a:pt x="157160" y="334036"/>
                  </a:lnTo>
                  <a:lnTo>
                    <a:pt x="162466" y="334269"/>
                  </a:lnTo>
                  <a:lnTo>
                    <a:pt x="167777" y="334333"/>
                  </a:lnTo>
                  <a:lnTo>
                    <a:pt x="173087" y="334229"/>
                  </a:lnTo>
                  <a:lnTo>
                    <a:pt x="178390" y="333956"/>
                  </a:lnTo>
                  <a:lnTo>
                    <a:pt x="183683" y="333515"/>
                  </a:lnTo>
                  <a:lnTo>
                    <a:pt x="188959" y="332906"/>
                  </a:lnTo>
                  <a:lnTo>
                    <a:pt x="194213" y="332129"/>
                  </a:lnTo>
                  <a:lnTo>
                    <a:pt x="199439" y="331186"/>
                  </a:lnTo>
                  <a:lnTo>
                    <a:pt x="204633" y="330078"/>
                  </a:lnTo>
                  <a:lnTo>
                    <a:pt x="209789" y="328805"/>
                  </a:lnTo>
                  <a:lnTo>
                    <a:pt x="214902" y="327369"/>
                  </a:lnTo>
                  <a:lnTo>
                    <a:pt x="219967" y="325771"/>
                  </a:lnTo>
                  <a:lnTo>
                    <a:pt x="224978" y="324014"/>
                  </a:lnTo>
                  <a:lnTo>
                    <a:pt x="229932" y="322098"/>
                  </a:lnTo>
                  <a:lnTo>
                    <a:pt x="234821" y="320025"/>
                  </a:lnTo>
                  <a:lnTo>
                    <a:pt x="239643" y="317798"/>
                  </a:lnTo>
                  <a:lnTo>
                    <a:pt x="244391" y="315419"/>
                  </a:lnTo>
                  <a:lnTo>
                    <a:pt x="249062" y="312891"/>
                  </a:lnTo>
                  <a:lnTo>
                    <a:pt x="253649" y="310216"/>
                  </a:lnTo>
                  <a:lnTo>
                    <a:pt x="258150" y="307396"/>
                  </a:lnTo>
                  <a:lnTo>
                    <a:pt x="262558" y="304434"/>
                  </a:lnTo>
                  <a:lnTo>
                    <a:pt x="266871" y="301334"/>
                  </a:lnTo>
                  <a:lnTo>
                    <a:pt x="271082" y="298099"/>
                  </a:lnTo>
                  <a:lnTo>
                    <a:pt x="275189" y="294731"/>
                  </a:lnTo>
                  <a:lnTo>
                    <a:pt x="279187" y="291235"/>
                  </a:lnTo>
                  <a:lnTo>
                    <a:pt x="283071" y="287614"/>
                  </a:lnTo>
                  <a:lnTo>
                    <a:pt x="286839" y="283870"/>
                  </a:lnTo>
                  <a:lnTo>
                    <a:pt x="290485" y="280010"/>
                  </a:lnTo>
                  <a:lnTo>
                    <a:pt x="294008" y="276035"/>
                  </a:lnTo>
                  <a:lnTo>
                    <a:pt x="297402" y="271950"/>
                  </a:lnTo>
                  <a:lnTo>
                    <a:pt x="300665" y="267760"/>
                  </a:lnTo>
                  <a:lnTo>
                    <a:pt x="303793" y="263468"/>
                  </a:lnTo>
                  <a:lnTo>
                    <a:pt x="306783" y="259079"/>
                  </a:lnTo>
                  <a:lnTo>
                    <a:pt x="309632" y="254597"/>
                  </a:lnTo>
                  <a:lnTo>
                    <a:pt x="312337" y="250027"/>
                  </a:lnTo>
                  <a:lnTo>
                    <a:pt x="314896" y="245373"/>
                  </a:lnTo>
                  <a:lnTo>
                    <a:pt x="317306" y="240640"/>
                  </a:lnTo>
                  <a:lnTo>
                    <a:pt x="319564" y="235833"/>
                  </a:lnTo>
                  <a:lnTo>
                    <a:pt x="321668" y="230957"/>
                  </a:lnTo>
                  <a:lnTo>
                    <a:pt x="323617" y="226016"/>
                  </a:lnTo>
                  <a:lnTo>
                    <a:pt x="325407" y="221016"/>
                  </a:lnTo>
                  <a:lnTo>
                    <a:pt x="327038" y="215962"/>
                  </a:lnTo>
                  <a:lnTo>
                    <a:pt x="328507" y="210859"/>
                  </a:lnTo>
                  <a:lnTo>
                    <a:pt x="329814" y="205711"/>
                  </a:lnTo>
                  <a:lnTo>
                    <a:pt x="330956" y="200524"/>
                  </a:lnTo>
                  <a:lnTo>
                    <a:pt x="331933" y="195304"/>
                  </a:lnTo>
                  <a:lnTo>
                    <a:pt x="332744" y="190055"/>
                  </a:lnTo>
                  <a:lnTo>
                    <a:pt x="333387" y="184784"/>
                  </a:lnTo>
                  <a:lnTo>
                    <a:pt x="333863" y="179494"/>
                  </a:lnTo>
                  <a:lnTo>
                    <a:pt x="334170" y="174192"/>
                  </a:lnTo>
                  <a:lnTo>
                    <a:pt x="334309" y="168883"/>
                  </a:lnTo>
                  <a:lnTo>
                    <a:pt x="334279" y="163572"/>
                  </a:lnTo>
                  <a:lnTo>
                    <a:pt x="334081" y="158265"/>
                  </a:lnTo>
                  <a:lnTo>
                    <a:pt x="333714" y="152967"/>
                  </a:lnTo>
                  <a:lnTo>
                    <a:pt x="333179" y="147683"/>
                  </a:lnTo>
                  <a:lnTo>
                    <a:pt x="332476" y="14241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071028"/>
              <a:ext cx="165325" cy="167167"/>
            </a:xfrm>
            <a:custGeom>
              <a:avLst/>
              <a:pathLst>
                <a:path w="165325" h="167167">
                  <a:moveTo>
                    <a:pt x="165325" y="142419"/>
                  </a:moveTo>
                  <a:lnTo>
                    <a:pt x="164439" y="137089"/>
                  </a:lnTo>
                  <a:lnTo>
                    <a:pt x="163381" y="131791"/>
                  </a:lnTo>
                  <a:lnTo>
                    <a:pt x="162152" y="126529"/>
                  </a:lnTo>
                  <a:lnTo>
                    <a:pt x="160754" y="121310"/>
                  </a:lnTo>
                  <a:lnTo>
                    <a:pt x="159188" y="116139"/>
                  </a:lnTo>
                  <a:lnTo>
                    <a:pt x="157456" y="111021"/>
                  </a:lnTo>
                  <a:lnTo>
                    <a:pt x="155559" y="105962"/>
                  </a:lnTo>
                  <a:lnTo>
                    <a:pt x="153500" y="100966"/>
                  </a:lnTo>
                  <a:lnTo>
                    <a:pt x="151280" y="96040"/>
                  </a:lnTo>
                  <a:lnTo>
                    <a:pt x="148903" y="91188"/>
                  </a:lnTo>
                  <a:lnTo>
                    <a:pt x="146370" y="86416"/>
                  </a:lnTo>
                  <a:lnTo>
                    <a:pt x="143684" y="81728"/>
                  </a:lnTo>
                  <a:lnTo>
                    <a:pt x="140847" y="77129"/>
                  </a:lnTo>
                  <a:lnTo>
                    <a:pt x="137864" y="72624"/>
                  </a:lnTo>
                  <a:lnTo>
                    <a:pt x="134737" y="68218"/>
                  </a:lnTo>
                  <a:lnTo>
                    <a:pt x="131468" y="63915"/>
                  </a:lnTo>
                  <a:lnTo>
                    <a:pt x="128063" y="59721"/>
                  </a:lnTo>
                  <a:lnTo>
                    <a:pt x="124524" y="55638"/>
                  </a:lnTo>
                  <a:lnTo>
                    <a:pt x="120854" y="51672"/>
                  </a:lnTo>
                  <a:lnTo>
                    <a:pt x="117059" y="47827"/>
                  </a:lnTo>
                  <a:lnTo>
                    <a:pt x="113141" y="44106"/>
                  </a:lnTo>
                  <a:lnTo>
                    <a:pt x="109105" y="40514"/>
                  </a:lnTo>
                  <a:lnTo>
                    <a:pt x="104955" y="37054"/>
                  </a:lnTo>
                  <a:lnTo>
                    <a:pt x="100695" y="33730"/>
                  </a:lnTo>
                  <a:lnTo>
                    <a:pt x="96330" y="30546"/>
                  </a:lnTo>
                  <a:lnTo>
                    <a:pt x="91865" y="27504"/>
                  </a:lnTo>
                  <a:lnTo>
                    <a:pt x="87303" y="24608"/>
                  </a:lnTo>
                  <a:lnTo>
                    <a:pt x="82650" y="21861"/>
                  </a:lnTo>
                  <a:lnTo>
                    <a:pt x="77911" y="19266"/>
                  </a:lnTo>
                  <a:lnTo>
                    <a:pt x="73091" y="16825"/>
                  </a:lnTo>
                  <a:lnTo>
                    <a:pt x="68194" y="14542"/>
                  </a:lnTo>
                  <a:lnTo>
                    <a:pt x="63226" y="12418"/>
                  </a:lnTo>
                  <a:lnTo>
                    <a:pt x="58192" y="10455"/>
                  </a:lnTo>
                  <a:lnTo>
                    <a:pt x="53097" y="8656"/>
                  </a:lnTo>
                  <a:lnTo>
                    <a:pt x="47947" y="7023"/>
                  </a:lnTo>
                  <a:lnTo>
                    <a:pt x="42746" y="5557"/>
                  </a:lnTo>
                  <a:lnTo>
                    <a:pt x="37501" y="4260"/>
                  </a:lnTo>
                  <a:lnTo>
                    <a:pt x="32217" y="3133"/>
                  </a:lnTo>
                  <a:lnTo>
                    <a:pt x="26899" y="2178"/>
                  </a:lnTo>
                  <a:lnTo>
                    <a:pt x="21553" y="1395"/>
                  </a:lnTo>
                  <a:lnTo>
                    <a:pt x="16184" y="785"/>
                  </a:lnTo>
                  <a:lnTo>
                    <a:pt x="10799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7741" y="941493"/>
              <a:ext cx="95802" cy="167167"/>
            </a:xfrm>
            <a:custGeom>
              <a:avLst/>
              <a:pathLst>
                <a:path w="95802" h="167167">
                  <a:moveTo>
                    <a:pt x="95802" y="0"/>
                  </a:moveTo>
                  <a:lnTo>
                    <a:pt x="90135" y="96"/>
                  </a:lnTo>
                  <a:lnTo>
                    <a:pt x="84475" y="384"/>
                  </a:lnTo>
                  <a:lnTo>
                    <a:pt x="78828" y="863"/>
                  </a:lnTo>
                  <a:lnTo>
                    <a:pt x="73201" y="1534"/>
                  </a:lnTo>
                  <a:lnTo>
                    <a:pt x="67599" y="2396"/>
                  </a:lnTo>
                  <a:lnTo>
                    <a:pt x="62030" y="3446"/>
                  </a:lnTo>
                  <a:lnTo>
                    <a:pt x="56500" y="4685"/>
                  </a:lnTo>
                  <a:lnTo>
                    <a:pt x="51015" y="6111"/>
                  </a:lnTo>
                  <a:lnTo>
                    <a:pt x="45581" y="7722"/>
                  </a:lnTo>
                  <a:lnTo>
                    <a:pt x="40205" y="9516"/>
                  </a:lnTo>
                  <a:lnTo>
                    <a:pt x="34893" y="11491"/>
                  </a:lnTo>
                  <a:lnTo>
                    <a:pt x="29651" y="13645"/>
                  </a:lnTo>
                  <a:lnTo>
                    <a:pt x="24485" y="15976"/>
                  </a:lnTo>
                  <a:lnTo>
                    <a:pt x="19401" y="18480"/>
                  </a:lnTo>
                  <a:lnTo>
                    <a:pt x="14404" y="21155"/>
                  </a:lnTo>
                  <a:lnTo>
                    <a:pt x="9502" y="23998"/>
                  </a:lnTo>
                  <a:lnTo>
                    <a:pt x="4698" y="27006"/>
                  </a:lnTo>
                  <a:lnTo>
                    <a:pt x="0" y="30175"/>
                  </a:lnTo>
                  <a:lnTo>
                    <a:pt x="9580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27741" y="97166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856384" y="971668"/>
              <a:ext cx="334312" cy="304157"/>
            </a:xfrm>
            <a:custGeom>
              <a:avLst/>
              <a:pathLst>
                <a:path w="334312" h="304157">
                  <a:moveTo>
                    <a:pt x="71357" y="0"/>
                  </a:moveTo>
                  <a:lnTo>
                    <a:pt x="67063" y="3105"/>
                  </a:lnTo>
                  <a:lnTo>
                    <a:pt x="62870" y="6344"/>
                  </a:lnTo>
                  <a:lnTo>
                    <a:pt x="58782" y="9715"/>
                  </a:lnTo>
                  <a:lnTo>
                    <a:pt x="54803" y="13214"/>
                  </a:lnTo>
                  <a:lnTo>
                    <a:pt x="50936" y="16837"/>
                  </a:lnTo>
                  <a:lnTo>
                    <a:pt x="47187" y="20580"/>
                  </a:lnTo>
                  <a:lnTo>
                    <a:pt x="43558" y="24441"/>
                  </a:lnTo>
                  <a:lnTo>
                    <a:pt x="40053" y="28415"/>
                  </a:lnTo>
                  <a:lnTo>
                    <a:pt x="36675" y="32498"/>
                  </a:lnTo>
                  <a:lnTo>
                    <a:pt x="33429" y="36686"/>
                  </a:lnTo>
                  <a:lnTo>
                    <a:pt x="30318" y="40974"/>
                  </a:lnTo>
                  <a:lnTo>
                    <a:pt x="27343" y="45360"/>
                  </a:lnTo>
                  <a:lnTo>
                    <a:pt x="24509" y="49837"/>
                  </a:lnTo>
                  <a:lnTo>
                    <a:pt x="21819" y="54401"/>
                  </a:lnTo>
                  <a:lnTo>
                    <a:pt x="19274" y="59049"/>
                  </a:lnTo>
                  <a:lnTo>
                    <a:pt x="16878" y="63775"/>
                  </a:lnTo>
                  <a:lnTo>
                    <a:pt x="14634" y="68575"/>
                  </a:lnTo>
                  <a:lnTo>
                    <a:pt x="12542" y="73443"/>
                  </a:lnTo>
                  <a:lnTo>
                    <a:pt x="10605" y="78375"/>
                  </a:lnTo>
                  <a:lnTo>
                    <a:pt x="8826" y="83366"/>
                  </a:lnTo>
                  <a:lnTo>
                    <a:pt x="7206" y="88411"/>
                  </a:lnTo>
                  <a:lnTo>
                    <a:pt x="5747" y="93505"/>
                  </a:lnTo>
                  <a:lnTo>
                    <a:pt x="4450" y="98642"/>
                  </a:lnTo>
                  <a:lnTo>
                    <a:pt x="3316" y="103818"/>
                  </a:lnTo>
                  <a:lnTo>
                    <a:pt x="2347" y="109028"/>
                  </a:lnTo>
                  <a:lnTo>
                    <a:pt x="1544" y="114265"/>
                  </a:lnTo>
                  <a:lnTo>
                    <a:pt x="907" y="119525"/>
                  </a:lnTo>
                  <a:lnTo>
                    <a:pt x="437" y="124803"/>
                  </a:lnTo>
                  <a:lnTo>
                    <a:pt x="134" y="130093"/>
                  </a:lnTo>
                  <a:lnTo>
                    <a:pt x="0" y="135390"/>
                  </a:lnTo>
                  <a:lnTo>
                    <a:pt x="33" y="140689"/>
                  </a:lnTo>
                  <a:lnTo>
                    <a:pt x="234" y="145983"/>
                  </a:lnTo>
                  <a:lnTo>
                    <a:pt x="603" y="151269"/>
                  </a:lnTo>
                  <a:lnTo>
                    <a:pt x="1139" y="156541"/>
                  </a:lnTo>
                  <a:lnTo>
                    <a:pt x="1842" y="161792"/>
                  </a:lnTo>
                  <a:lnTo>
                    <a:pt x="2711" y="167019"/>
                  </a:lnTo>
                  <a:lnTo>
                    <a:pt x="3745" y="172216"/>
                  </a:lnTo>
                  <a:lnTo>
                    <a:pt x="4944" y="177377"/>
                  </a:lnTo>
                  <a:lnTo>
                    <a:pt x="6305" y="182498"/>
                  </a:lnTo>
                  <a:lnTo>
                    <a:pt x="7828" y="187573"/>
                  </a:lnTo>
                  <a:lnTo>
                    <a:pt x="9511" y="192597"/>
                  </a:lnTo>
                  <a:lnTo>
                    <a:pt x="11353" y="197566"/>
                  </a:lnTo>
                  <a:lnTo>
                    <a:pt x="13351" y="202473"/>
                  </a:lnTo>
                  <a:lnTo>
                    <a:pt x="15503" y="207315"/>
                  </a:lnTo>
                  <a:lnTo>
                    <a:pt x="17808" y="212086"/>
                  </a:lnTo>
                  <a:lnTo>
                    <a:pt x="20263" y="216782"/>
                  </a:lnTo>
                  <a:lnTo>
                    <a:pt x="22866" y="221397"/>
                  </a:lnTo>
                  <a:lnTo>
                    <a:pt x="25613" y="225928"/>
                  </a:lnTo>
                  <a:lnTo>
                    <a:pt x="28503" y="230369"/>
                  </a:lnTo>
                  <a:lnTo>
                    <a:pt x="31532" y="234717"/>
                  </a:lnTo>
                  <a:lnTo>
                    <a:pt x="34697" y="238966"/>
                  </a:lnTo>
                  <a:lnTo>
                    <a:pt x="37996" y="243113"/>
                  </a:lnTo>
                  <a:lnTo>
                    <a:pt x="41424" y="247153"/>
                  </a:lnTo>
                  <a:lnTo>
                    <a:pt x="44978" y="251083"/>
                  </a:lnTo>
                  <a:lnTo>
                    <a:pt x="48656" y="254898"/>
                  </a:lnTo>
                  <a:lnTo>
                    <a:pt x="52452" y="258594"/>
                  </a:lnTo>
                  <a:lnTo>
                    <a:pt x="56363" y="262168"/>
                  </a:lnTo>
                  <a:lnTo>
                    <a:pt x="60386" y="265617"/>
                  </a:lnTo>
                  <a:lnTo>
                    <a:pt x="64516" y="268936"/>
                  </a:lnTo>
                  <a:lnTo>
                    <a:pt x="68750" y="272123"/>
                  </a:lnTo>
                  <a:lnTo>
                    <a:pt x="73082" y="275174"/>
                  </a:lnTo>
                  <a:lnTo>
                    <a:pt x="77508" y="278086"/>
                  </a:lnTo>
                  <a:lnTo>
                    <a:pt x="82025" y="280856"/>
                  </a:lnTo>
                  <a:lnTo>
                    <a:pt x="86627" y="283482"/>
                  </a:lnTo>
                  <a:lnTo>
                    <a:pt x="91310" y="285961"/>
                  </a:lnTo>
                  <a:lnTo>
                    <a:pt x="96070" y="288290"/>
                  </a:lnTo>
                  <a:lnTo>
                    <a:pt x="100900" y="290467"/>
                  </a:lnTo>
                  <a:lnTo>
                    <a:pt x="105798" y="292490"/>
                  </a:lnTo>
                  <a:lnTo>
                    <a:pt x="110757" y="294356"/>
                  </a:lnTo>
                  <a:lnTo>
                    <a:pt x="115772" y="296065"/>
                  </a:lnTo>
                  <a:lnTo>
                    <a:pt x="120840" y="297614"/>
                  </a:lnTo>
                  <a:lnTo>
                    <a:pt x="125954" y="299001"/>
                  </a:lnTo>
                  <a:lnTo>
                    <a:pt x="131109" y="300225"/>
                  </a:lnTo>
                  <a:lnTo>
                    <a:pt x="136300" y="301286"/>
                  </a:lnTo>
                  <a:lnTo>
                    <a:pt x="141523" y="302182"/>
                  </a:lnTo>
                  <a:lnTo>
                    <a:pt x="146771" y="302911"/>
                  </a:lnTo>
                  <a:lnTo>
                    <a:pt x="152039" y="303474"/>
                  </a:lnTo>
                  <a:lnTo>
                    <a:pt x="157323" y="303869"/>
                  </a:lnTo>
                  <a:lnTo>
                    <a:pt x="162617" y="304097"/>
                  </a:lnTo>
                  <a:lnTo>
                    <a:pt x="167915" y="304157"/>
                  </a:lnTo>
                  <a:lnTo>
                    <a:pt x="173213" y="304049"/>
                  </a:lnTo>
                  <a:lnTo>
                    <a:pt x="178504" y="303774"/>
                  </a:lnTo>
                  <a:lnTo>
                    <a:pt x="183784" y="303330"/>
                  </a:lnTo>
                  <a:lnTo>
                    <a:pt x="189048" y="302720"/>
                  </a:lnTo>
                  <a:lnTo>
                    <a:pt x="194289" y="301943"/>
                  </a:lnTo>
                  <a:lnTo>
                    <a:pt x="199503" y="301000"/>
                  </a:lnTo>
                  <a:lnTo>
                    <a:pt x="204685" y="299893"/>
                  </a:lnTo>
                  <a:lnTo>
                    <a:pt x="209829" y="298622"/>
                  </a:lnTo>
                  <a:lnTo>
                    <a:pt x="214930" y="297188"/>
                  </a:lnTo>
                  <a:lnTo>
                    <a:pt x="219983" y="295594"/>
                  </a:lnTo>
                  <a:lnTo>
                    <a:pt x="224983" y="293840"/>
                  </a:lnTo>
                  <a:lnTo>
                    <a:pt x="229925" y="291928"/>
                  </a:lnTo>
                  <a:lnTo>
                    <a:pt x="234804" y="289861"/>
                  </a:lnTo>
                  <a:lnTo>
                    <a:pt x="239615" y="287641"/>
                  </a:lnTo>
                  <a:lnTo>
                    <a:pt x="244353" y="285269"/>
                  </a:lnTo>
                  <a:lnTo>
                    <a:pt x="249013" y="282748"/>
                  </a:lnTo>
                  <a:lnTo>
                    <a:pt x="253592" y="280080"/>
                  </a:lnTo>
                  <a:lnTo>
                    <a:pt x="258083" y="277269"/>
                  </a:lnTo>
                  <a:lnTo>
                    <a:pt x="262483" y="274317"/>
                  </a:lnTo>
                  <a:lnTo>
                    <a:pt x="266787" y="271227"/>
                  </a:lnTo>
                  <a:lnTo>
                    <a:pt x="270992" y="268002"/>
                  </a:lnTo>
                  <a:lnTo>
                    <a:pt x="275092" y="264646"/>
                  </a:lnTo>
                  <a:lnTo>
                    <a:pt x="279083" y="261161"/>
                  </a:lnTo>
                  <a:lnTo>
                    <a:pt x="282962" y="257551"/>
                  </a:lnTo>
                  <a:lnTo>
                    <a:pt x="286725" y="253821"/>
                  </a:lnTo>
                  <a:lnTo>
                    <a:pt x="290367" y="249973"/>
                  </a:lnTo>
                  <a:lnTo>
                    <a:pt x="293886" y="246011"/>
                  </a:lnTo>
                  <a:lnTo>
                    <a:pt x="297278" y="241940"/>
                  </a:lnTo>
                  <a:lnTo>
                    <a:pt x="300538" y="237763"/>
                  </a:lnTo>
                  <a:lnTo>
                    <a:pt x="303665" y="233486"/>
                  </a:lnTo>
                  <a:lnTo>
                    <a:pt x="306655" y="229111"/>
                  </a:lnTo>
                  <a:lnTo>
                    <a:pt x="309504" y="224644"/>
                  </a:lnTo>
                  <a:lnTo>
                    <a:pt x="312211" y="220088"/>
                  </a:lnTo>
                  <a:lnTo>
                    <a:pt x="314771" y="215450"/>
                  </a:lnTo>
                  <a:lnTo>
                    <a:pt x="317184" y="210732"/>
                  </a:lnTo>
                  <a:lnTo>
                    <a:pt x="319445" y="205940"/>
                  </a:lnTo>
                  <a:lnTo>
                    <a:pt x="321554" y="201079"/>
                  </a:lnTo>
                  <a:lnTo>
                    <a:pt x="323508" y="196154"/>
                  </a:lnTo>
                  <a:lnTo>
                    <a:pt x="325304" y="191169"/>
                  </a:lnTo>
                  <a:lnTo>
                    <a:pt x="326942" y="186130"/>
                  </a:lnTo>
                  <a:lnTo>
                    <a:pt x="328419" y="181041"/>
                  </a:lnTo>
                  <a:lnTo>
                    <a:pt x="329734" y="175908"/>
                  </a:lnTo>
                  <a:lnTo>
                    <a:pt x="330885" y="170736"/>
                  </a:lnTo>
                  <a:lnTo>
                    <a:pt x="331873" y="165530"/>
                  </a:lnTo>
                  <a:lnTo>
                    <a:pt x="332694" y="160296"/>
                  </a:lnTo>
                  <a:lnTo>
                    <a:pt x="333350" y="155038"/>
                  </a:lnTo>
                  <a:lnTo>
                    <a:pt x="333838" y="149762"/>
                  </a:lnTo>
                  <a:lnTo>
                    <a:pt x="334159" y="144473"/>
                  </a:lnTo>
                  <a:lnTo>
                    <a:pt x="334312" y="139177"/>
                  </a:lnTo>
                  <a:lnTo>
                    <a:pt x="334298" y="133878"/>
                  </a:lnTo>
                  <a:lnTo>
                    <a:pt x="334115" y="128582"/>
                  </a:lnTo>
                  <a:lnTo>
                    <a:pt x="333765" y="123295"/>
                  </a:lnTo>
                  <a:lnTo>
                    <a:pt x="333247" y="118022"/>
                  </a:lnTo>
                  <a:lnTo>
                    <a:pt x="332562" y="112768"/>
                  </a:lnTo>
                  <a:lnTo>
                    <a:pt x="331712" y="107538"/>
                  </a:lnTo>
                  <a:lnTo>
                    <a:pt x="330695" y="102338"/>
                  </a:lnTo>
                  <a:lnTo>
                    <a:pt x="329515" y="97172"/>
                  </a:lnTo>
                  <a:lnTo>
                    <a:pt x="328171" y="92047"/>
                  </a:lnTo>
                  <a:lnTo>
                    <a:pt x="326666" y="86966"/>
                  </a:lnTo>
                  <a:lnTo>
                    <a:pt x="325001" y="81936"/>
                  </a:lnTo>
                  <a:lnTo>
                    <a:pt x="323176" y="76961"/>
                  </a:lnTo>
                  <a:lnTo>
                    <a:pt x="321196" y="72047"/>
                  </a:lnTo>
                  <a:lnTo>
                    <a:pt x="319060" y="67198"/>
                  </a:lnTo>
                  <a:lnTo>
                    <a:pt x="316772" y="62419"/>
                  </a:lnTo>
                  <a:lnTo>
                    <a:pt x="314333" y="57715"/>
                  </a:lnTo>
                  <a:lnTo>
                    <a:pt x="311747" y="53090"/>
                  </a:lnTo>
                  <a:lnTo>
                    <a:pt x="309015" y="48550"/>
                  </a:lnTo>
                  <a:lnTo>
                    <a:pt x="306141" y="44099"/>
                  </a:lnTo>
                  <a:lnTo>
                    <a:pt x="303127" y="39740"/>
                  </a:lnTo>
                  <a:lnTo>
                    <a:pt x="167159" y="136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023544" y="941493"/>
              <a:ext cx="135967" cy="167167"/>
            </a:xfrm>
            <a:custGeom>
              <a:avLst/>
              <a:pathLst>
                <a:path w="135967" h="167167">
                  <a:moveTo>
                    <a:pt x="135967" y="69916"/>
                  </a:moveTo>
                  <a:lnTo>
                    <a:pt x="132709" y="65515"/>
                  </a:lnTo>
                  <a:lnTo>
                    <a:pt x="129309" y="61223"/>
                  </a:lnTo>
                  <a:lnTo>
                    <a:pt x="125770" y="57045"/>
                  </a:lnTo>
                  <a:lnTo>
                    <a:pt x="122096" y="52986"/>
                  </a:lnTo>
                  <a:lnTo>
                    <a:pt x="118291" y="49048"/>
                  </a:lnTo>
                  <a:lnTo>
                    <a:pt x="114359" y="45238"/>
                  </a:lnTo>
                  <a:lnTo>
                    <a:pt x="110305" y="41558"/>
                  </a:lnTo>
                  <a:lnTo>
                    <a:pt x="106132" y="38013"/>
                  </a:lnTo>
                  <a:lnTo>
                    <a:pt x="101845" y="34606"/>
                  </a:lnTo>
                  <a:lnTo>
                    <a:pt x="97450" y="31342"/>
                  </a:lnTo>
                  <a:lnTo>
                    <a:pt x="92949" y="28223"/>
                  </a:lnTo>
                  <a:lnTo>
                    <a:pt x="88349" y="25254"/>
                  </a:lnTo>
                  <a:lnTo>
                    <a:pt x="83654" y="22436"/>
                  </a:lnTo>
                  <a:lnTo>
                    <a:pt x="78869" y="19774"/>
                  </a:lnTo>
                  <a:lnTo>
                    <a:pt x="74000" y="17271"/>
                  </a:lnTo>
                  <a:lnTo>
                    <a:pt x="69051" y="14928"/>
                  </a:lnTo>
                  <a:lnTo>
                    <a:pt x="64028" y="12748"/>
                  </a:lnTo>
                  <a:lnTo>
                    <a:pt x="58937" y="10734"/>
                  </a:lnTo>
                  <a:lnTo>
                    <a:pt x="53782" y="8887"/>
                  </a:lnTo>
                  <a:lnTo>
                    <a:pt x="48570" y="7211"/>
                  </a:lnTo>
                  <a:lnTo>
                    <a:pt x="43305" y="5706"/>
                  </a:lnTo>
                  <a:lnTo>
                    <a:pt x="37994" y="4375"/>
                  </a:lnTo>
                  <a:lnTo>
                    <a:pt x="32642" y="3218"/>
                  </a:lnTo>
                  <a:lnTo>
                    <a:pt x="27255" y="2236"/>
                  </a:lnTo>
                  <a:lnTo>
                    <a:pt x="21839" y="1432"/>
                  </a:lnTo>
                  <a:lnTo>
                    <a:pt x="16400" y="806"/>
                  </a:lnTo>
                  <a:lnTo>
                    <a:pt x="10943" y="358"/>
                  </a:lnTo>
                  <a:lnTo>
                    <a:pt x="547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1872" y="941493"/>
              <a:ext cx="94343" cy="167167"/>
            </a:xfrm>
            <a:custGeom>
              <a:avLst/>
              <a:pathLst>
                <a:path w="94343" h="167167">
                  <a:moveTo>
                    <a:pt x="94343" y="0"/>
                  </a:moveTo>
                  <a:lnTo>
                    <a:pt x="88775" y="92"/>
                  </a:lnTo>
                  <a:lnTo>
                    <a:pt x="83213" y="370"/>
                  </a:lnTo>
                  <a:lnTo>
                    <a:pt x="77663" y="834"/>
                  </a:lnTo>
                  <a:lnTo>
                    <a:pt x="72132" y="1482"/>
                  </a:lnTo>
                  <a:lnTo>
                    <a:pt x="66626" y="2313"/>
                  </a:lnTo>
                  <a:lnTo>
                    <a:pt x="61150" y="3328"/>
                  </a:lnTo>
                  <a:lnTo>
                    <a:pt x="55711" y="4524"/>
                  </a:lnTo>
                  <a:lnTo>
                    <a:pt x="50315" y="5901"/>
                  </a:lnTo>
                  <a:lnTo>
                    <a:pt x="44968" y="7457"/>
                  </a:lnTo>
                  <a:lnTo>
                    <a:pt x="39676" y="9191"/>
                  </a:lnTo>
                  <a:lnTo>
                    <a:pt x="34444" y="11099"/>
                  </a:lnTo>
                  <a:lnTo>
                    <a:pt x="29279" y="13181"/>
                  </a:lnTo>
                  <a:lnTo>
                    <a:pt x="24186" y="15433"/>
                  </a:lnTo>
                  <a:lnTo>
                    <a:pt x="19171" y="17854"/>
                  </a:lnTo>
                  <a:lnTo>
                    <a:pt x="14240" y="20441"/>
                  </a:lnTo>
                  <a:lnTo>
                    <a:pt x="9397" y="23191"/>
                  </a:lnTo>
                  <a:lnTo>
                    <a:pt x="4648" y="26100"/>
                  </a:lnTo>
                  <a:lnTo>
                    <a:pt x="0" y="29166"/>
                  </a:lnTo>
                  <a:lnTo>
                    <a:pt x="9434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19048" y="970659"/>
              <a:ext cx="167167" cy="206048"/>
            </a:xfrm>
            <a:custGeom>
              <a:avLst/>
              <a:pathLst>
                <a:path w="167167" h="206048">
                  <a:moveTo>
                    <a:pt x="72824" y="0"/>
                  </a:moveTo>
                  <a:lnTo>
                    <a:pt x="68412" y="3122"/>
                  </a:lnTo>
                  <a:lnTo>
                    <a:pt x="64103" y="6385"/>
                  </a:lnTo>
                  <a:lnTo>
                    <a:pt x="59902" y="9785"/>
                  </a:lnTo>
                  <a:lnTo>
                    <a:pt x="55813" y="13320"/>
                  </a:lnTo>
                  <a:lnTo>
                    <a:pt x="51840" y="16985"/>
                  </a:lnTo>
                  <a:lnTo>
                    <a:pt x="47988" y="20777"/>
                  </a:lnTo>
                  <a:lnTo>
                    <a:pt x="44261" y="24691"/>
                  </a:lnTo>
                  <a:lnTo>
                    <a:pt x="40662" y="28724"/>
                  </a:lnTo>
                  <a:lnTo>
                    <a:pt x="37195" y="32870"/>
                  </a:lnTo>
                  <a:lnTo>
                    <a:pt x="33865" y="37127"/>
                  </a:lnTo>
                  <a:lnTo>
                    <a:pt x="30673" y="41489"/>
                  </a:lnTo>
                  <a:lnTo>
                    <a:pt x="27624" y="45952"/>
                  </a:lnTo>
                  <a:lnTo>
                    <a:pt x="24722" y="50512"/>
                  </a:lnTo>
                  <a:lnTo>
                    <a:pt x="21968" y="55162"/>
                  </a:lnTo>
                  <a:lnTo>
                    <a:pt x="19366" y="59900"/>
                  </a:lnTo>
                  <a:lnTo>
                    <a:pt x="16918" y="64719"/>
                  </a:lnTo>
                  <a:lnTo>
                    <a:pt x="14627" y="69614"/>
                  </a:lnTo>
                  <a:lnTo>
                    <a:pt x="12496" y="74582"/>
                  </a:lnTo>
                  <a:lnTo>
                    <a:pt x="10527" y="79615"/>
                  </a:lnTo>
                  <a:lnTo>
                    <a:pt x="8721" y="84709"/>
                  </a:lnTo>
                  <a:lnTo>
                    <a:pt x="7081" y="89860"/>
                  </a:lnTo>
                  <a:lnTo>
                    <a:pt x="5609" y="95060"/>
                  </a:lnTo>
                  <a:lnTo>
                    <a:pt x="4305" y="100305"/>
                  </a:lnTo>
                  <a:lnTo>
                    <a:pt x="3171" y="105590"/>
                  </a:lnTo>
                  <a:lnTo>
                    <a:pt x="2209" y="110909"/>
                  </a:lnTo>
                  <a:lnTo>
                    <a:pt x="1420" y="116256"/>
                  </a:lnTo>
                  <a:lnTo>
                    <a:pt x="803" y="121626"/>
                  </a:lnTo>
                  <a:lnTo>
                    <a:pt x="361" y="127012"/>
                  </a:lnTo>
                  <a:lnTo>
                    <a:pt x="93" y="132411"/>
                  </a:lnTo>
                  <a:lnTo>
                    <a:pt x="0" y="137815"/>
                  </a:lnTo>
                  <a:lnTo>
                    <a:pt x="81" y="143219"/>
                  </a:lnTo>
                  <a:lnTo>
                    <a:pt x="337" y="148618"/>
                  </a:lnTo>
                  <a:lnTo>
                    <a:pt x="767" y="154006"/>
                  </a:lnTo>
                  <a:lnTo>
                    <a:pt x="1372" y="159377"/>
                  </a:lnTo>
                  <a:lnTo>
                    <a:pt x="2150" y="164726"/>
                  </a:lnTo>
                  <a:lnTo>
                    <a:pt x="3100" y="170047"/>
                  </a:lnTo>
                  <a:lnTo>
                    <a:pt x="4222" y="175334"/>
                  </a:lnTo>
                  <a:lnTo>
                    <a:pt x="5514" y="180582"/>
                  </a:lnTo>
                  <a:lnTo>
                    <a:pt x="6975" y="185786"/>
                  </a:lnTo>
                  <a:lnTo>
                    <a:pt x="8603" y="190940"/>
                  </a:lnTo>
                  <a:lnTo>
                    <a:pt x="10398" y="196038"/>
                  </a:lnTo>
                  <a:lnTo>
                    <a:pt x="12356" y="201076"/>
                  </a:lnTo>
                  <a:lnTo>
                    <a:pt x="14476" y="206048"/>
                  </a:lnTo>
                  <a:lnTo>
                    <a:pt x="167167" y="138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33524" y="941493"/>
              <a:ext cx="319845" cy="334331"/>
            </a:xfrm>
            <a:custGeom>
              <a:avLst/>
              <a:pathLst>
                <a:path w="319845" h="334331">
                  <a:moveTo>
                    <a:pt x="0" y="235214"/>
                  </a:moveTo>
                  <a:lnTo>
                    <a:pt x="2240" y="240035"/>
                  </a:lnTo>
                  <a:lnTo>
                    <a:pt x="4633" y="244781"/>
                  </a:lnTo>
                  <a:lnTo>
                    <a:pt x="7176" y="249450"/>
                  </a:lnTo>
                  <a:lnTo>
                    <a:pt x="9866" y="254035"/>
                  </a:lnTo>
                  <a:lnTo>
                    <a:pt x="12700" y="258532"/>
                  </a:lnTo>
                  <a:lnTo>
                    <a:pt x="15676" y="262937"/>
                  </a:lnTo>
                  <a:lnTo>
                    <a:pt x="18790" y="267245"/>
                  </a:lnTo>
                  <a:lnTo>
                    <a:pt x="22040" y="271452"/>
                  </a:lnTo>
                  <a:lnTo>
                    <a:pt x="25422" y="275554"/>
                  </a:lnTo>
                  <a:lnTo>
                    <a:pt x="28932" y="279545"/>
                  </a:lnTo>
                  <a:lnTo>
                    <a:pt x="32568" y="283423"/>
                  </a:lnTo>
                  <a:lnTo>
                    <a:pt x="36325" y="287184"/>
                  </a:lnTo>
                  <a:lnTo>
                    <a:pt x="40200" y="290823"/>
                  </a:lnTo>
                  <a:lnTo>
                    <a:pt x="44189" y="294338"/>
                  </a:lnTo>
                  <a:lnTo>
                    <a:pt x="48287" y="297723"/>
                  </a:lnTo>
                  <a:lnTo>
                    <a:pt x="52491" y="300977"/>
                  </a:lnTo>
                  <a:lnTo>
                    <a:pt x="56796" y="304095"/>
                  </a:lnTo>
                  <a:lnTo>
                    <a:pt x="61199" y="307075"/>
                  </a:lnTo>
                  <a:lnTo>
                    <a:pt x="65693" y="309913"/>
                  </a:lnTo>
                  <a:lnTo>
                    <a:pt x="70276" y="312607"/>
                  </a:lnTo>
                  <a:lnTo>
                    <a:pt x="74942" y="315154"/>
                  </a:lnTo>
                  <a:lnTo>
                    <a:pt x="79687" y="317551"/>
                  </a:lnTo>
                  <a:lnTo>
                    <a:pt x="84505" y="319796"/>
                  </a:lnTo>
                  <a:lnTo>
                    <a:pt x="89393" y="321887"/>
                  </a:lnTo>
                  <a:lnTo>
                    <a:pt x="94344" y="323822"/>
                  </a:lnTo>
                  <a:lnTo>
                    <a:pt x="99355" y="325598"/>
                  </a:lnTo>
                  <a:lnTo>
                    <a:pt x="104419" y="327213"/>
                  </a:lnTo>
                  <a:lnTo>
                    <a:pt x="109532" y="328667"/>
                  </a:lnTo>
                  <a:lnTo>
                    <a:pt x="114689" y="329958"/>
                  </a:lnTo>
                  <a:lnTo>
                    <a:pt x="119884" y="331084"/>
                  </a:lnTo>
                  <a:lnTo>
                    <a:pt x="125113" y="332044"/>
                  </a:lnTo>
                  <a:lnTo>
                    <a:pt x="130369" y="332837"/>
                  </a:lnTo>
                  <a:lnTo>
                    <a:pt x="135648" y="333463"/>
                  </a:lnTo>
                  <a:lnTo>
                    <a:pt x="140944" y="333921"/>
                  </a:lnTo>
                  <a:lnTo>
                    <a:pt x="146252" y="334210"/>
                  </a:lnTo>
                  <a:lnTo>
                    <a:pt x="151567" y="334331"/>
                  </a:lnTo>
                  <a:lnTo>
                    <a:pt x="156882" y="334282"/>
                  </a:lnTo>
                  <a:lnTo>
                    <a:pt x="162194" y="334064"/>
                  </a:lnTo>
                  <a:lnTo>
                    <a:pt x="167496" y="333677"/>
                  </a:lnTo>
                  <a:lnTo>
                    <a:pt x="172783" y="333123"/>
                  </a:lnTo>
                  <a:lnTo>
                    <a:pt x="178049" y="332400"/>
                  </a:lnTo>
                  <a:lnTo>
                    <a:pt x="183290" y="331510"/>
                  </a:lnTo>
                  <a:lnTo>
                    <a:pt x="188500" y="330454"/>
                  </a:lnTo>
                  <a:lnTo>
                    <a:pt x="193674" y="329233"/>
                  </a:lnTo>
                  <a:lnTo>
                    <a:pt x="198806" y="327848"/>
                  </a:lnTo>
                  <a:lnTo>
                    <a:pt x="203892" y="326300"/>
                  </a:lnTo>
                  <a:lnTo>
                    <a:pt x="208926" y="324592"/>
                  </a:lnTo>
                  <a:lnTo>
                    <a:pt x="213903" y="322724"/>
                  </a:lnTo>
                  <a:lnTo>
                    <a:pt x="218818" y="320699"/>
                  </a:lnTo>
                  <a:lnTo>
                    <a:pt x="223666" y="318519"/>
                  </a:lnTo>
                  <a:lnTo>
                    <a:pt x="228442" y="316186"/>
                  </a:lnTo>
                  <a:lnTo>
                    <a:pt x="233142" y="313702"/>
                  </a:lnTo>
                  <a:lnTo>
                    <a:pt x="237761" y="311070"/>
                  </a:lnTo>
                  <a:lnTo>
                    <a:pt x="242293" y="308292"/>
                  </a:lnTo>
                  <a:lnTo>
                    <a:pt x="246735" y="305372"/>
                  </a:lnTo>
                  <a:lnTo>
                    <a:pt x="251082" y="302312"/>
                  </a:lnTo>
                  <a:lnTo>
                    <a:pt x="255329" y="299115"/>
                  </a:lnTo>
                  <a:lnTo>
                    <a:pt x="259473" y="295785"/>
                  </a:lnTo>
                  <a:lnTo>
                    <a:pt x="263508" y="292324"/>
                  </a:lnTo>
                  <a:lnTo>
                    <a:pt x="267432" y="288738"/>
                  </a:lnTo>
                  <a:lnTo>
                    <a:pt x="271239" y="285028"/>
                  </a:lnTo>
                  <a:lnTo>
                    <a:pt x="274927" y="281199"/>
                  </a:lnTo>
                  <a:lnTo>
                    <a:pt x="278491" y="277255"/>
                  </a:lnTo>
                  <a:lnTo>
                    <a:pt x="281927" y="273199"/>
                  </a:lnTo>
                  <a:lnTo>
                    <a:pt x="285233" y="269036"/>
                  </a:lnTo>
                  <a:lnTo>
                    <a:pt x="288405" y="264770"/>
                  </a:lnTo>
                  <a:lnTo>
                    <a:pt x="291440" y="260406"/>
                  </a:lnTo>
                  <a:lnTo>
                    <a:pt x="294335" y="255947"/>
                  </a:lnTo>
                  <a:lnTo>
                    <a:pt x="297086" y="251399"/>
                  </a:lnTo>
                  <a:lnTo>
                    <a:pt x="299691" y="246765"/>
                  </a:lnTo>
                  <a:lnTo>
                    <a:pt x="302147" y="242051"/>
                  </a:lnTo>
                  <a:lnTo>
                    <a:pt x="304453" y="237261"/>
                  </a:lnTo>
                  <a:lnTo>
                    <a:pt x="306605" y="232400"/>
                  </a:lnTo>
                  <a:lnTo>
                    <a:pt x="308601" y="227473"/>
                  </a:lnTo>
                  <a:lnTo>
                    <a:pt x="310440" y="222485"/>
                  </a:lnTo>
                  <a:lnTo>
                    <a:pt x="312119" y="217441"/>
                  </a:lnTo>
                  <a:lnTo>
                    <a:pt x="313637" y="212347"/>
                  </a:lnTo>
                  <a:lnTo>
                    <a:pt x="314992" y="207207"/>
                  </a:lnTo>
                  <a:lnTo>
                    <a:pt x="316183" y="202026"/>
                  </a:lnTo>
                  <a:lnTo>
                    <a:pt x="317209" y="196810"/>
                  </a:lnTo>
                  <a:lnTo>
                    <a:pt x="318068" y="191564"/>
                  </a:lnTo>
                  <a:lnTo>
                    <a:pt x="318760" y="186293"/>
                  </a:lnTo>
                  <a:lnTo>
                    <a:pt x="319284" y="181003"/>
                  </a:lnTo>
                  <a:lnTo>
                    <a:pt x="319640" y="175699"/>
                  </a:lnTo>
                  <a:lnTo>
                    <a:pt x="319827" y="170387"/>
                  </a:lnTo>
                  <a:lnTo>
                    <a:pt x="319845" y="165071"/>
                  </a:lnTo>
                  <a:lnTo>
                    <a:pt x="319694" y="159757"/>
                  </a:lnTo>
                  <a:lnTo>
                    <a:pt x="319374" y="154451"/>
                  </a:lnTo>
                  <a:lnTo>
                    <a:pt x="318885" y="149157"/>
                  </a:lnTo>
                  <a:lnTo>
                    <a:pt x="318228" y="143882"/>
                  </a:lnTo>
                  <a:lnTo>
                    <a:pt x="317404" y="138631"/>
                  </a:lnTo>
                  <a:lnTo>
                    <a:pt x="316414" y="133408"/>
                  </a:lnTo>
                  <a:lnTo>
                    <a:pt x="315257" y="128219"/>
                  </a:lnTo>
                  <a:lnTo>
                    <a:pt x="313937" y="123070"/>
                  </a:lnTo>
                  <a:lnTo>
                    <a:pt x="312453" y="117965"/>
                  </a:lnTo>
                  <a:lnTo>
                    <a:pt x="310808" y="112910"/>
                  </a:lnTo>
                  <a:lnTo>
                    <a:pt x="309003" y="107910"/>
                  </a:lnTo>
                  <a:lnTo>
                    <a:pt x="307040" y="102970"/>
                  </a:lnTo>
                  <a:lnTo>
                    <a:pt x="304921" y="98095"/>
                  </a:lnTo>
                  <a:lnTo>
                    <a:pt x="302647" y="93290"/>
                  </a:lnTo>
                  <a:lnTo>
                    <a:pt x="300223" y="88559"/>
                  </a:lnTo>
                  <a:lnTo>
                    <a:pt x="297649" y="83908"/>
                  </a:lnTo>
                  <a:lnTo>
                    <a:pt x="294928" y="79341"/>
                  </a:lnTo>
                  <a:lnTo>
                    <a:pt x="292064" y="74863"/>
                  </a:lnTo>
                  <a:lnTo>
                    <a:pt x="289058" y="70478"/>
                  </a:lnTo>
                  <a:lnTo>
                    <a:pt x="285915" y="66191"/>
                  </a:lnTo>
                  <a:lnTo>
                    <a:pt x="282637" y="62006"/>
                  </a:lnTo>
                  <a:lnTo>
                    <a:pt x="279228" y="57927"/>
                  </a:lnTo>
                  <a:lnTo>
                    <a:pt x="275690" y="53959"/>
                  </a:lnTo>
                  <a:lnTo>
                    <a:pt x="272029" y="50106"/>
                  </a:lnTo>
                  <a:lnTo>
                    <a:pt x="268246" y="46370"/>
                  </a:lnTo>
                  <a:lnTo>
                    <a:pt x="264347" y="42757"/>
                  </a:lnTo>
                  <a:lnTo>
                    <a:pt x="260335" y="39270"/>
                  </a:lnTo>
                  <a:lnTo>
                    <a:pt x="256214" y="35912"/>
                  </a:lnTo>
                  <a:lnTo>
                    <a:pt x="251988" y="32687"/>
                  </a:lnTo>
                  <a:lnTo>
                    <a:pt x="247662" y="29597"/>
                  </a:lnTo>
                  <a:lnTo>
                    <a:pt x="243240" y="26647"/>
                  </a:lnTo>
                  <a:lnTo>
                    <a:pt x="238726" y="23839"/>
                  </a:lnTo>
                  <a:lnTo>
                    <a:pt x="234125" y="21176"/>
                  </a:lnTo>
                  <a:lnTo>
                    <a:pt x="229442" y="18661"/>
                  </a:lnTo>
                  <a:lnTo>
                    <a:pt x="224682" y="16295"/>
                  </a:lnTo>
                  <a:lnTo>
                    <a:pt x="219848" y="14083"/>
                  </a:lnTo>
                  <a:lnTo>
                    <a:pt x="214947" y="12025"/>
                  </a:lnTo>
                  <a:lnTo>
                    <a:pt x="209982" y="10124"/>
                  </a:lnTo>
                  <a:lnTo>
                    <a:pt x="204960" y="8381"/>
                  </a:lnTo>
                  <a:lnTo>
                    <a:pt x="199885" y="6800"/>
                  </a:lnTo>
                  <a:lnTo>
                    <a:pt x="194762" y="5380"/>
                  </a:lnTo>
                  <a:lnTo>
                    <a:pt x="189597" y="4124"/>
                  </a:lnTo>
                  <a:lnTo>
                    <a:pt x="184394" y="3033"/>
                  </a:lnTo>
                  <a:lnTo>
                    <a:pt x="179159" y="2108"/>
                  </a:lnTo>
                  <a:lnTo>
                    <a:pt x="173898" y="1350"/>
                  </a:lnTo>
                  <a:lnTo>
                    <a:pt x="168615" y="760"/>
                  </a:lnTo>
                  <a:lnTo>
                    <a:pt x="163316" y="338"/>
                  </a:lnTo>
                  <a:lnTo>
                    <a:pt x="158006" y="84"/>
                  </a:lnTo>
                  <a:lnTo>
                    <a:pt x="152690" y="0"/>
                  </a:lnTo>
                  <a:lnTo>
                    <a:pt x="15269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797339" y="1071028"/>
              <a:ext cx="216959" cy="334314"/>
            </a:xfrm>
            <a:custGeom>
              <a:avLst/>
              <a:pathLst>
                <a:path w="216959" h="334314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5" y="1358"/>
                  </a:lnTo>
                  <a:lnTo>
                    <a:pt x="140620" y="2120"/>
                  </a:lnTo>
                  <a:lnTo>
                    <a:pt x="135371" y="3050"/>
                  </a:lnTo>
                  <a:lnTo>
                    <a:pt x="130154" y="4147"/>
                  </a:lnTo>
                  <a:lnTo>
                    <a:pt x="124975" y="5410"/>
                  </a:lnTo>
                  <a:lnTo>
                    <a:pt x="119839" y="6837"/>
                  </a:lnTo>
                  <a:lnTo>
                    <a:pt x="114751" y="8428"/>
                  </a:lnTo>
                  <a:lnTo>
                    <a:pt x="109717" y="10179"/>
                  </a:lnTo>
                  <a:lnTo>
                    <a:pt x="104740" y="12091"/>
                  </a:lnTo>
                  <a:lnTo>
                    <a:pt x="99828" y="14160"/>
                  </a:lnTo>
                  <a:lnTo>
                    <a:pt x="94983" y="16385"/>
                  </a:lnTo>
                  <a:lnTo>
                    <a:pt x="90213" y="18763"/>
                  </a:lnTo>
                  <a:lnTo>
                    <a:pt x="85520" y="21292"/>
                  </a:lnTo>
                  <a:lnTo>
                    <a:pt x="80910" y="23969"/>
                  </a:lnTo>
                  <a:lnTo>
                    <a:pt x="76388" y="26792"/>
                  </a:lnTo>
                  <a:lnTo>
                    <a:pt x="71959" y="29757"/>
                  </a:lnTo>
                  <a:lnTo>
                    <a:pt x="67626" y="32863"/>
                  </a:lnTo>
                  <a:lnTo>
                    <a:pt x="63394" y="36104"/>
                  </a:lnTo>
                  <a:lnTo>
                    <a:pt x="59268" y="39480"/>
                  </a:lnTo>
                  <a:lnTo>
                    <a:pt x="55252" y="42985"/>
                  </a:lnTo>
                  <a:lnTo>
                    <a:pt x="51349" y="46616"/>
                  </a:lnTo>
                  <a:lnTo>
                    <a:pt x="47565" y="50370"/>
                  </a:lnTo>
                  <a:lnTo>
                    <a:pt x="43901" y="54242"/>
                  </a:lnTo>
                  <a:lnTo>
                    <a:pt x="40364" y="58230"/>
                  </a:lnTo>
                  <a:lnTo>
                    <a:pt x="36955" y="62328"/>
                  </a:lnTo>
                  <a:lnTo>
                    <a:pt x="33678" y="66533"/>
                  </a:lnTo>
                  <a:lnTo>
                    <a:pt x="30537" y="70840"/>
                  </a:lnTo>
                  <a:lnTo>
                    <a:pt x="27536" y="75245"/>
                  </a:lnTo>
                  <a:lnTo>
                    <a:pt x="24676" y="79744"/>
                  </a:lnTo>
                  <a:lnTo>
                    <a:pt x="21961" y="84331"/>
                  </a:lnTo>
                  <a:lnTo>
                    <a:pt x="19393" y="89003"/>
                  </a:lnTo>
                  <a:lnTo>
                    <a:pt x="16976" y="93754"/>
                  </a:lnTo>
                  <a:lnTo>
                    <a:pt x="14712" y="98580"/>
                  </a:lnTo>
                  <a:lnTo>
                    <a:pt x="12603" y="103476"/>
                  </a:lnTo>
                  <a:lnTo>
                    <a:pt x="10651" y="108436"/>
                  </a:lnTo>
                  <a:lnTo>
                    <a:pt x="8858" y="113456"/>
                  </a:lnTo>
                  <a:lnTo>
                    <a:pt x="7225" y="118531"/>
                  </a:lnTo>
                  <a:lnTo>
                    <a:pt x="5756" y="123655"/>
                  </a:lnTo>
                  <a:lnTo>
                    <a:pt x="4451" y="128823"/>
                  </a:lnTo>
                  <a:lnTo>
                    <a:pt x="3311" y="134031"/>
                  </a:lnTo>
                  <a:lnTo>
                    <a:pt x="2338" y="139272"/>
                  </a:lnTo>
                  <a:lnTo>
                    <a:pt x="1532" y="144541"/>
                  </a:lnTo>
                  <a:lnTo>
                    <a:pt x="895" y="149834"/>
                  </a:lnTo>
                  <a:lnTo>
                    <a:pt x="427" y="155144"/>
                  </a:lnTo>
                  <a:lnTo>
                    <a:pt x="128" y="160466"/>
                  </a:lnTo>
                  <a:lnTo>
                    <a:pt x="0" y="165795"/>
                  </a:lnTo>
                  <a:lnTo>
                    <a:pt x="41" y="171126"/>
                  </a:lnTo>
                  <a:lnTo>
                    <a:pt x="252" y="176452"/>
                  </a:lnTo>
                  <a:lnTo>
                    <a:pt x="633" y="181769"/>
                  </a:lnTo>
                  <a:lnTo>
                    <a:pt x="1183" y="187071"/>
                  </a:lnTo>
                  <a:lnTo>
                    <a:pt x="1902" y="192353"/>
                  </a:lnTo>
                  <a:lnTo>
                    <a:pt x="2789" y="197610"/>
                  </a:lnTo>
                  <a:lnTo>
                    <a:pt x="3843" y="202835"/>
                  </a:lnTo>
                  <a:lnTo>
                    <a:pt x="5064" y="208024"/>
                  </a:lnTo>
                  <a:lnTo>
                    <a:pt x="6449" y="213172"/>
                  </a:lnTo>
                  <a:lnTo>
                    <a:pt x="7997" y="218273"/>
                  </a:lnTo>
                  <a:lnTo>
                    <a:pt x="9708" y="223322"/>
                  </a:lnTo>
                  <a:lnTo>
                    <a:pt x="11578" y="228313"/>
                  </a:lnTo>
                  <a:lnTo>
                    <a:pt x="13607" y="233243"/>
                  </a:lnTo>
                  <a:lnTo>
                    <a:pt x="15792" y="238105"/>
                  </a:lnTo>
                  <a:lnTo>
                    <a:pt x="18131" y="242895"/>
                  </a:lnTo>
                  <a:lnTo>
                    <a:pt x="20621" y="247609"/>
                  </a:lnTo>
                  <a:lnTo>
                    <a:pt x="23260" y="252240"/>
                  </a:lnTo>
                  <a:lnTo>
                    <a:pt x="26046" y="256785"/>
                  </a:lnTo>
                  <a:lnTo>
                    <a:pt x="28975" y="261239"/>
                  </a:lnTo>
                  <a:lnTo>
                    <a:pt x="32045" y="265597"/>
                  </a:lnTo>
                  <a:lnTo>
                    <a:pt x="35252" y="269855"/>
                  </a:lnTo>
                  <a:lnTo>
                    <a:pt x="38593" y="274009"/>
                  </a:lnTo>
                  <a:lnTo>
                    <a:pt x="42065" y="278054"/>
                  </a:lnTo>
                  <a:lnTo>
                    <a:pt x="45664" y="281986"/>
                  </a:lnTo>
                  <a:lnTo>
                    <a:pt x="49387" y="285801"/>
                  </a:lnTo>
                  <a:lnTo>
                    <a:pt x="53229" y="289496"/>
                  </a:lnTo>
                  <a:lnTo>
                    <a:pt x="57187" y="293066"/>
                  </a:lnTo>
                  <a:lnTo>
                    <a:pt x="61258" y="296509"/>
                  </a:lnTo>
                  <a:lnTo>
                    <a:pt x="65435" y="299820"/>
                  </a:lnTo>
                  <a:lnTo>
                    <a:pt x="69717" y="302996"/>
                  </a:lnTo>
                  <a:lnTo>
                    <a:pt x="74097" y="306034"/>
                  </a:lnTo>
                  <a:lnTo>
                    <a:pt x="78572" y="308930"/>
                  </a:lnTo>
                  <a:lnTo>
                    <a:pt x="83137" y="311683"/>
                  </a:lnTo>
                  <a:lnTo>
                    <a:pt x="87787" y="314288"/>
                  </a:lnTo>
                  <a:lnTo>
                    <a:pt x="92519" y="316744"/>
                  </a:lnTo>
                  <a:lnTo>
                    <a:pt x="97326" y="319048"/>
                  </a:lnTo>
                  <a:lnTo>
                    <a:pt x="102204" y="321198"/>
                  </a:lnTo>
                  <a:lnTo>
                    <a:pt x="107148" y="323191"/>
                  </a:lnTo>
                  <a:lnTo>
                    <a:pt x="112153" y="325025"/>
                  </a:lnTo>
                  <a:lnTo>
                    <a:pt x="117214" y="326698"/>
                  </a:lnTo>
                  <a:lnTo>
                    <a:pt x="122326" y="328210"/>
                  </a:lnTo>
                  <a:lnTo>
                    <a:pt x="127484" y="329557"/>
                  </a:lnTo>
                  <a:lnTo>
                    <a:pt x="132682" y="330740"/>
                  </a:lnTo>
                  <a:lnTo>
                    <a:pt x="137915" y="331756"/>
                  </a:lnTo>
                  <a:lnTo>
                    <a:pt x="143177" y="332605"/>
                  </a:lnTo>
                  <a:lnTo>
                    <a:pt x="148464" y="333286"/>
                  </a:lnTo>
                  <a:lnTo>
                    <a:pt x="153770" y="333797"/>
                  </a:lnTo>
                  <a:lnTo>
                    <a:pt x="159090" y="334139"/>
                  </a:lnTo>
                  <a:lnTo>
                    <a:pt x="164418" y="334312"/>
                  </a:lnTo>
                  <a:lnTo>
                    <a:pt x="169749" y="334314"/>
                  </a:lnTo>
                  <a:lnTo>
                    <a:pt x="175077" y="334147"/>
                  </a:lnTo>
                  <a:lnTo>
                    <a:pt x="180397" y="333810"/>
                  </a:lnTo>
                  <a:lnTo>
                    <a:pt x="185703" y="333303"/>
                  </a:lnTo>
                  <a:lnTo>
                    <a:pt x="190991" y="332627"/>
                  </a:lnTo>
                  <a:lnTo>
                    <a:pt x="196254" y="331783"/>
                  </a:lnTo>
                  <a:lnTo>
                    <a:pt x="201488" y="330772"/>
                  </a:lnTo>
                  <a:lnTo>
                    <a:pt x="206687" y="329594"/>
                  </a:lnTo>
                  <a:lnTo>
                    <a:pt x="211846" y="328252"/>
                  </a:lnTo>
                  <a:lnTo>
                    <a:pt x="216959" y="326745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49797" cy="159577"/>
            </a:xfrm>
            <a:custGeom>
              <a:avLst/>
              <a:pathLst>
                <a:path w="49797" h="159577">
                  <a:moveTo>
                    <a:pt x="49797" y="1595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076879"/>
              <a:ext cx="167151" cy="320895"/>
            </a:xfrm>
            <a:custGeom>
              <a:avLst/>
              <a:pathLst>
                <a:path w="167151" h="320895">
                  <a:moveTo>
                    <a:pt x="49797" y="320895"/>
                  </a:moveTo>
                  <a:lnTo>
                    <a:pt x="54905" y="319210"/>
                  </a:lnTo>
                  <a:lnTo>
                    <a:pt x="59955" y="317362"/>
                  </a:lnTo>
                  <a:lnTo>
                    <a:pt x="64944" y="315353"/>
                  </a:lnTo>
                  <a:lnTo>
                    <a:pt x="69865" y="313184"/>
                  </a:lnTo>
                  <a:lnTo>
                    <a:pt x="74714" y="310858"/>
                  </a:lnTo>
                  <a:lnTo>
                    <a:pt x="79485" y="308378"/>
                  </a:lnTo>
                  <a:lnTo>
                    <a:pt x="84175" y="305745"/>
                  </a:lnTo>
                  <a:lnTo>
                    <a:pt x="88777" y="302963"/>
                  </a:lnTo>
                  <a:lnTo>
                    <a:pt x="93287" y="300034"/>
                  </a:lnTo>
                  <a:lnTo>
                    <a:pt x="97701" y="296961"/>
                  </a:lnTo>
                  <a:lnTo>
                    <a:pt x="102014" y="293748"/>
                  </a:lnTo>
                  <a:lnTo>
                    <a:pt x="106221" y="290398"/>
                  </a:lnTo>
                  <a:lnTo>
                    <a:pt x="110318" y="286915"/>
                  </a:lnTo>
                  <a:lnTo>
                    <a:pt x="114301" y="283301"/>
                  </a:lnTo>
                  <a:lnTo>
                    <a:pt x="118166" y="279561"/>
                  </a:lnTo>
                  <a:lnTo>
                    <a:pt x="121908" y="275699"/>
                  </a:lnTo>
                  <a:lnTo>
                    <a:pt x="125524" y="271718"/>
                  </a:lnTo>
                  <a:lnTo>
                    <a:pt x="129010" y="267624"/>
                  </a:lnTo>
                  <a:lnTo>
                    <a:pt x="132363" y="263419"/>
                  </a:lnTo>
                  <a:lnTo>
                    <a:pt x="135579" y="259108"/>
                  </a:lnTo>
                  <a:lnTo>
                    <a:pt x="138654" y="254697"/>
                  </a:lnTo>
                  <a:lnTo>
                    <a:pt x="141586" y="250188"/>
                  </a:lnTo>
                  <a:lnTo>
                    <a:pt x="144372" y="245588"/>
                  </a:lnTo>
                  <a:lnTo>
                    <a:pt x="147008" y="240900"/>
                  </a:lnTo>
                  <a:lnTo>
                    <a:pt x="149492" y="236130"/>
                  </a:lnTo>
                  <a:lnTo>
                    <a:pt x="151821" y="231283"/>
                  </a:lnTo>
                  <a:lnTo>
                    <a:pt x="153993" y="226363"/>
                  </a:lnTo>
                  <a:lnTo>
                    <a:pt x="156005" y="221376"/>
                  </a:lnTo>
                  <a:lnTo>
                    <a:pt x="157857" y="216327"/>
                  </a:lnTo>
                  <a:lnTo>
                    <a:pt x="159544" y="211221"/>
                  </a:lnTo>
                  <a:lnTo>
                    <a:pt x="161067" y="206063"/>
                  </a:lnTo>
                  <a:lnTo>
                    <a:pt x="162423" y="200859"/>
                  </a:lnTo>
                  <a:lnTo>
                    <a:pt x="163611" y="195614"/>
                  </a:lnTo>
                  <a:lnTo>
                    <a:pt x="164629" y="190333"/>
                  </a:lnTo>
                  <a:lnTo>
                    <a:pt x="165478" y="185022"/>
                  </a:lnTo>
                  <a:lnTo>
                    <a:pt x="166154" y="179687"/>
                  </a:lnTo>
                  <a:lnTo>
                    <a:pt x="166659" y="174333"/>
                  </a:lnTo>
                  <a:lnTo>
                    <a:pt x="166992" y="168965"/>
                  </a:lnTo>
                  <a:lnTo>
                    <a:pt x="167151" y="163590"/>
                  </a:lnTo>
                  <a:lnTo>
                    <a:pt x="167138" y="158212"/>
                  </a:lnTo>
                  <a:lnTo>
                    <a:pt x="166952" y="152837"/>
                  </a:lnTo>
                  <a:lnTo>
                    <a:pt x="166593" y="147471"/>
                  </a:lnTo>
                  <a:lnTo>
                    <a:pt x="166061" y="142120"/>
                  </a:lnTo>
                  <a:lnTo>
                    <a:pt x="165358" y="136788"/>
                  </a:lnTo>
                  <a:lnTo>
                    <a:pt x="164483" y="131482"/>
                  </a:lnTo>
                  <a:lnTo>
                    <a:pt x="163438" y="126206"/>
                  </a:lnTo>
                  <a:lnTo>
                    <a:pt x="162224" y="120967"/>
                  </a:lnTo>
                  <a:lnTo>
                    <a:pt x="160842" y="115770"/>
                  </a:lnTo>
                  <a:lnTo>
                    <a:pt x="159294" y="110620"/>
                  </a:lnTo>
                  <a:lnTo>
                    <a:pt x="157581" y="105522"/>
                  </a:lnTo>
                  <a:lnTo>
                    <a:pt x="155705" y="100482"/>
                  </a:lnTo>
                  <a:lnTo>
                    <a:pt x="153667" y="95505"/>
                  </a:lnTo>
                  <a:lnTo>
                    <a:pt x="151471" y="90596"/>
                  </a:lnTo>
                  <a:lnTo>
                    <a:pt x="149118" y="85760"/>
                  </a:lnTo>
                  <a:lnTo>
                    <a:pt x="146610" y="81003"/>
                  </a:lnTo>
                  <a:lnTo>
                    <a:pt x="143951" y="76329"/>
                  </a:lnTo>
                  <a:lnTo>
                    <a:pt x="141142" y="71742"/>
                  </a:lnTo>
                  <a:lnTo>
                    <a:pt x="138188" y="67248"/>
                  </a:lnTo>
                  <a:lnTo>
                    <a:pt x="135091" y="62852"/>
                  </a:lnTo>
                  <a:lnTo>
                    <a:pt x="131854" y="58558"/>
                  </a:lnTo>
                  <a:lnTo>
                    <a:pt x="128480" y="54369"/>
                  </a:lnTo>
                  <a:lnTo>
                    <a:pt x="124973" y="50292"/>
                  </a:lnTo>
                  <a:lnTo>
                    <a:pt x="121337" y="46329"/>
                  </a:lnTo>
                  <a:lnTo>
                    <a:pt x="117576" y="42486"/>
                  </a:lnTo>
                  <a:lnTo>
                    <a:pt x="113693" y="38765"/>
                  </a:lnTo>
                  <a:lnTo>
                    <a:pt x="109692" y="35172"/>
                  </a:lnTo>
                  <a:lnTo>
                    <a:pt x="105577" y="31709"/>
                  </a:lnTo>
                  <a:lnTo>
                    <a:pt x="101354" y="28380"/>
                  </a:lnTo>
                  <a:lnTo>
                    <a:pt x="97025" y="25188"/>
                  </a:lnTo>
                  <a:lnTo>
                    <a:pt x="92596" y="22138"/>
                  </a:lnTo>
                  <a:lnTo>
                    <a:pt x="88071" y="19231"/>
                  </a:lnTo>
                  <a:lnTo>
                    <a:pt x="83455" y="16472"/>
                  </a:lnTo>
                  <a:lnTo>
                    <a:pt x="78753" y="13862"/>
                  </a:lnTo>
                  <a:lnTo>
                    <a:pt x="73969" y="11405"/>
                  </a:lnTo>
                  <a:lnTo>
                    <a:pt x="69108" y="9103"/>
                  </a:lnTo>
                  <a:lnTo>
                    <a:pt x="64177" y="6959"/>
                  </a:lnTo>
                  <a:lnTo>
                    <a:pt x="59178" y="4975"/>
                  </a:lnTo>
                  <a:lnTo>
                    <a:pt x="54119" y="3152"/>
                  </a:lnTo>
                  <a:lnTo>
                    <a:pt x="49003" y="1493"/>
                  </a:lnTo>
                  <a:lnTo>
                    <a:pt x="43837" y="0"/>
                  </a:lnTo>
                  <a:lnTo>
                    <a:pt x="0" y="1613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071028"/>
              <a:ext cx="43837" cy="167167"/>
            </a:xfrm>
            <a:custGeom>
              <a:avLst/>
              <a:pathLst>
                <a:path w="43837" h="167167">
                  <a:moveTo>
                    <a:pt x="43837" y="5850"/>
                  </a:moveTo>
                  <a:lnTo>
                    <a:pt x="37692" y="4304"/>
                  </a:lnTo>
                  <a:lnTo>
                    <a:pt x="31493" y="2993"/>
                  </a:lnTo>
                  <a:lnTo>
                    <a:pt x="25249" y="1917"/>
                  </a:lnTo>
                  <a:lnTo>
                    <a:pt x="18968" y="1079"/>
                  </a:lnTo>
                  <a:lnTo>
                    <a:pt x="12660" y="480"/>
                  </a:lnTo>
                  <a:lnTo>
                    <a:pt x="6335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8748" y="1322571"/>
              <a:ext cx="139972" cy="167167"/>
            </a:xfrm>
            <a:custGeom>
              <a:avLst/>
              <a:pathLst>
                <a:path w="139972" h="167167">
                  <a:moveTo>
                    <a:pt x="139972" y="0"/>
                  </a:moveTo>
                  <a:lnTo>
                    <a:pt x="134443" y="91"/>
                  </a:lnTo>
                  <a:lnTo>
                    <a:pt x="128921" y="365"/>
                  </a:lnTo>
                  <a:lnTo>
                    <a:pt x="123410" y="822"/>
                  </a:lnTo>
                  <a:lnTo>
                    <a:pt x="117918" y="1461"/>
                  </a:lnTo>
                  <a:lnTo>
                    <a:pt x="112449" y="2281"/>
                  </a:lnTo>
                  <a:lnTo>
                    <a:pt x="107011" y="3281"/>
                  </a:lnTo>
                  <a:lnTo>
                    <a:pt x="101609" y="4461"/>
                  </a:lnTo>
                  <a:lnTo>
                    <a:pt x="96249" y="5819"/>
                  </a:lnTo>
                  <a:lnTo>
                    <a:pt x="90937" y="7353"/>
                  </a:lnTo>
                  <a:lnTo>
                    <a:pt x="85678" y="9062"/>
                  </a:lnTo>
                  <a:lnTo>
                    <a:pt x="80479" y="10944"/>
                  </a:lnTo>
                  <a:lnTo>
                    <a:pt x="75345" y="12997"/>
                  </a:lnTo>
                  <a:lnTo>
                    <a:pt x="70281" y="15219"/>
                  </a:lnTo>
                  <a:lnTo>
                    <a:pt x="65294" y="17607"/>
                  </a:lnTo>
                  <a:lnTo>
                    <a:pt x="60389" y="20159"/>
                  </a:lnTo>
                  <a:lnTo>
                    <a:pt x="55570" y="22871"/>
                  </a:lnTo>
                  <a:lnTo>
                    <a:pt x="50844" y="25741"/>
                  </a:lnTo>
                  <a:lnTo>
                    <a:pt x="46216" y="28767"/>
                  </a:lnTo>
                  <a:lnTo>
                    <a:pt x="41690" y="31943"/>
                  </a:lnTo>
                  <a:lnTo>
                    <a:pt x="37271" y="35267"/>
                  </a:lnTo>
                  <a:lnTo>
                    <a:pt x="32965" y="38736"/>
                  </a:lnTo>
                  <a:lnTo>
                    <a:pt x="28776" y="42345"/>
                  </a:lnTo>
                  <a:lnTo>
                    <a:pt x="24709" y="46091"/>
                  </a:lnTo>
                  <a:lnTo>
                    <a:pt x="20767" y="49970"/>
                  </a:lnTo>
                  <a:lnTo>
                    <a:pt x="16957" y="53976"/>
                  </a:lnTo>
                  <a:lnTo>
                    <a:pt x="13280" y="58107"/>
                  </a:lnTo>
                  <a:lnTo>
                    <a:pt x="9743" y="62356"/>
                  </a:lnTo>
                  <a:lnTo>
                    <a:pt x="6348" y="66721"/>
                  </a:lnTo>
                  <a:lnTo>
                    <a:pt x="3099" y="71195"/>
                  </a:lnTo>
                  <a:lnTo>
                    <a:pt x="0" y="75774"/>
                  </a:lnTo>
                  <a:lnTo>
                    <a:pt x="13997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48748" y="1398346"/>
              <a:ext cx="139972" cy="91392"/>
            </a:xfrm>
            <a:custGeom>
              <a:avLst/>
              <a:pathLst>
                <a:path w="139972" h="91392">
                  <a:moveTo>
                    <a:pt x="0" y="0"/>
                  </a:moveTo>
                  <a:lnTo>
                    <a:pt x="139972" y="913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21558" y="1358021"/>
              <a:ext cx="334318" cy="298882"/>
            </a:xfrm>
            <a:custGeom>
              <a:avLst/>
              <a:pathLst>
                <a:path w="334318" h="298882">
                  <a:moveTo>
                    <a:pt x="27189" y="40324"/>
                  </a:moveTo>
                  <a:lnTo>
                    <a:pt x="24363" y="44806"/>
                  </a:lnTo>
                  <a:lnTo>
                    <a:pt x="21681" y="49375"/>
                  </a:lnTo>
                  <a:lnTo>
                    <a:pt x="19144" y="54026"/>
                  </a:lnTo>
                  <a:lnTo>
                    <a:pt x="16757" y="58756"/>
                  </a:lnTo>
                  <a:lnTo>
                    <a:pt x="14520" y="63559"/>
                  </a:lnTo>
                  <a:lnTo>
                    <a:pt x="12437" y="68430"/>
                  </a:lnTo>
                  <a:lnTo>
                    <a:pt x="10509" y="73365"/>
                  </a:lnTo>
                  <a:lnTo>
                    <a:pt x="8739" y="78359"/>
                  </a:lnTo>
                  <a:lnTo>
                    <a:pt x="7127" y="83406"/>
                  </a:lnTo>
                  <a:lnTo>
                    <a:pt x="5677" y="88502"/>
                  </a:lnTo>
                  <a:lnTo>
                    <a:pt x="4388" y="93641"/>
                  </a:lnTo>
                  <a:lnTo>
                    <a:pt x="3263" y="98818"/>
                  </a:lnTo>
                  <a:lnTo>
                    <a:pt x="2303" y="104029"/>
                  </a:lnTo>
                  <a:lnTo>
                    <a:pt x="1509" y="109267"/>
                  </a:lnTo>
                  <a:lnTo>
                    <a:pt x="880" y="114528"/>
                  </a:lnTo>
                  <a:lnTo>
                    <a:pt x="419" y="119806"/>
                  </a:lnTo>
                  <a:lnTo>
                    <a:pt x="125" y="125096"/>
                  </a:lnTo>
                  <a:lnTo>
                    <a:pt x="0" y="130393"/>
                  </a:lnTo>
                  <a:lnTo>
                    <a:pt x="41" y="135691"/>
                  </a:lnTo>
                  <a:lnTo>
                    <a:pt x="251" y="140985"/>
                  </a:lnTo>
                  <a:lnTo>
                    <a:pt x="629" y="146269"/>
                  </a:lnTo>
                  <a:lnTo>
                    <a:pt x="1174" y="151539"/>
                  </a:lnTo>
                  <a:lnTo>
                    <a:pt x="1885" y="156789"/>
                  </a:lnTo>
                  <a:lnTo>
                    <a:pt x="2763" y="162014"/>
                  </a:lnTo>
                  <a:lnTo>
                    <a:pt x="3805" y="167209"/>
                  </a:lnTo>
                  <a:lnTo>
                    <a:pt x="5012" y="172368"/>
                  </a:lnTo>
                  <a:lnTo>
                    <a:pt x="6382" y="177486"/>
                  </a:lnTo>
                  <a:lnTo>
                    <a:pt x="7913" y="182558"/>
                  </a:lnTo>
                  <a:lnTo>
                    <a:pt x="9604" y="187579"/>
                  </a:lnTo>
                  <a:lnTo>
                    <a:pt x="11453" y="192544"/>
                  </a:lnTo>
                  <a:lnTo>
                    <a:pt x="13459" y="197448"/>
                  </a:lnTo>
                  <a:lnTo>
                    <a:pt x="15619" y="202286"/>
                  </a:lnTo>
                  <a:lnTo>
                    <a:pt x="17932" y="207052"/>
                  </a:lnTo>
                  <a:lnTo>
                    <a:pt x="20394" y="211744"/>
                  </a:lnTo>
                  <a:lnTo>
                    <a:pt x="23004" y="216355"/>
                  </a:lnTo>
                  <a:lnTo>
                    <a:pt x="25758" y="220880"/>
                  </a:lnTo>
                  <a:lnTo>
                    <a:pt x="28655" y="225317"/>
                  </a:lnTo>
                  <a:lnTo>
                    <a:pt x="31691" y="229659"/>
                  </a:lnTo>
                  <a:lnTo>
                    <a:pt x="34863" y="233903"/>
                  </a:lnTo>
                  <a:lnTo>
                    <a:pt x="38167" y="238044"/>
                  </a:lnTo>
                  <a:lnTo>
                    <a:pt x="41601" y="242078"/>
                  </a:lnTo>
                  <a:lnTo>
                    <a:pt x="45162" y="246002"/>
                  </a:lnTo>
                  <a:lnTo>
                    <a:pt x="48845" y="249811"/>
                  </a:lnTo>
                  <a:lnTo>
                    <a:pt x="52647" y="253501"/>
                  </a:lnTo>
                  <a:lnTo>
                    <a:pt x="56563" y="257068"/>
                  </a:lnTo>
                  <a:lnTo>
                    <a:pt x="60591" y="260510"/>
                  </a:lnTo>
                  <a:lnTo>
                    <a:pt x="64726" y="263823"/>
                  </a:lnTo>
                  <a:lnTo>
                    <a:pt x="68964" y="267003"/>
                  </a:lnTo>
                  <a:lnTo>
                    <a:pt x="73301" y="270047"/>
                  </a:lnTo>
                  <a:lnTo>
                    <a:pt x="77731" y="272952"/>
                  </a:lnTo>
                  <a:lnTo>
                    <a:pt x="82252" y="275715"/>
                  </a:lnTo>
                  <a:lnTo>
                    <a:pt x="86858" y="278333"/>
                  </a:lnTo>
                  <a:lnTo>
                    <a:pt x="91544" y="280804"/>
                  </a:lnTo>
                  <a:lnTo>
                    <a:pt x="96307" y="283126"/>
                  </a:lnTo>
                  <a:lnTo>
                    <a:pt x="101141" y="285295"/>
                  </a:lnTo>
                  <a:lnTo>
                    <a:pt x="106041" y="287310"/>
                  </a:lnTo>
                  <a:lnTo>
                    <a:pt x="111002" y="289169"/>
                  </a:lnTo>
                  <a:lnTo>
                    <a:pt x="116020" y="290869"/>
                  </a:lnTo>
                  <a:lnTo>
                    <a:pt x="121089" y="292410"/>
                  </a:lnTo>
                  <a:lnTo>
                    <a:pt x="126205" y="293790"/>
                  </a:lnTo>
                  <a:lnTo>
                    <a:pt x="131361" y="295006"/>
                  </a:lnTo>
                  <a:lnTo>
                    <a:pt x="136554" y="296059"/>
                  </a:lnTo>
                  <a:lnTo>
                    <a:pt x="141777" y="296946"/>
                  </a:lnTo>
                  <a:lnTo>
                    <a:pt x="147026" y="297667"/>
                  </a:lnTo>
                  <a:lnTo>
                    <a:pt x="152295" y="298222"/>
                  </a:lnTo>
                  <a:lnTo>
                    <a:pt x="157579" y="298610"/>
                  </a:lnTo>
                  <a:lnTo>
                    <a:pt x="162872" y="298830"/>
                  </a:lnTo>
                  <a:lnTo>
                    <a:pt x="168170" y="298882"/>
                  </a:lnTo>
                  <a:lnTo>
                    <a:pt x="173467" y="298766"/>
                  </a:lnTo>
                  <a:lnTo>
                    <a:pt x="178758" y="298482"/>
                  </a:lnTo>
                  <a:lnTo>
                    <a:pt x="184037" y="298031"/>
                  </a:lnTo>
                  <a:lnTo>
                    <a:pt x="189299" y="297412"/>
                  </a:lnTo>
                  <a:lnTo>
                    <a:pt x="194538" y="296628"/>
                  </a:lnTo>
                  <a:lnTo>
                    <a:pt x="199751" y="295677"/>
                  </a:lnTo>
                  <a:lnTo>
                    <a:pt x="204930" y="294562"/>
                  </a:lnTo>
                  <a:lnTo>
                    <a:pt x="210072" y="293283"/>
                  </a:lnTo>
                  <a:lnTo>
                    <a:pt x="215170" y="291843"/>
                  </a:lnTo>
                  <a:lnTo>
                    <a:pt x="220220" y="290241"/>
                  </a:lnTo>
                  <a:lnTo>
                    <a:pt x="225217" y="288480"/>
                  </a:lnTo>
                  <a:lnTo>
                    <a:pt x="230156" y="286561"/>
                  </a:lnTo>
                  <a:lnTo>
                    <a:pt x="235031" y="284487"/>
                  </a:lnTo>
                  <a:lnTo>
                    <a:pt x="239838" y="282260"/>
                  </a:lnTo>
                  <a:lnTo>
                    <a:pt x="244573" y="279881"/>
                  </a:lnTo>
                  <a:lnTo>
                    <a:pt x="249229" y="277353"/>
                  </a:lnTo>
                  <a:lnTo>
                    <a:pt x="253803" y="274680"/>
                  </a:lnTo>
                  <a:lnTo>
                    <a:pt x="258290" y="271862"/>
                  </a:lnTo>
                  <a:lnTo>
                    <a:pt x="262685" y="268904"/>
                  </a:lnTo>
                  <a:lnTo>
                    <a:pt x="266985" y="265808"/>
                  </a:lnTo>
                  <a:lnTo>
                    <a:pt x="271184" y="262577"/>
                  </a:lnTo>
                  <a:lnTo>
                    <a:pt x="275278" y="259215"/>
                  </a:lnTo>
                  <a:lnTo>
                    <a:pt x="279265" y="255725"/>
                  </a:lnTo>
                  <a:lnTo>
                    <a:pt x="283138" y="252110"/>
                  </a:lnTo>
                  <a:lnTo>
                    <a:pt x="286895" y="248374"/>
                  </a:lnTo>
                  <a:lnTo>
                    <a:pt x="290532" y="244521"/>
                  </a:lnTo>
                  <a:lnTo>
                    <a:pt x="294044" y="240555"/>
                  </a:lnTo>
                  <a:lnTo>
                    <a:pt x="297430" y="236480"/>
                  </a:lnTo>
                  <a:lnTo>
                    <a:pt x="300684" y="232299"/>
                  </a:lnTo>
                  <a:lnTo>
                    <a:pt x="303805" y="228017"/>
                  </a:lnTo>
                  <a:lnTo>
                    <a:pt x="306788" y="223638"/>
                  </a:lnTo>
                  <a:lnTo>
                    <a:pt x="309631" y="219168"/>
                  </a:lnTo>
                  <a:lnTo>
                    <a:pt x="312330" y="214609"/>
                  </a:lnTo>
                  <a:lnTo>
                    <a:pt x="314884" y="209967"/>
                  </a:lnTo>
                  <a:lnTo>
                    <a:pt x="317290" y="205246"/>
                  </a:lnTo>
                  <a:lnTo>
                    <a:pt x="319544" y="200452"/>
                  </a:lnTo>
                  <a:lnTo>
                    <a:pt x="321646" y="195588"/>
                  </a:lnTo>
                  <a:lnTo>
                    <a:pt x="323593" y="190661"/>
                  </a:lnTo>
                  <a:lnTo>
                    <a:pt x="325382" y="185674"/>
                  </a:lnTo>
                  <a:lnTo>
                    <a:pt x="327012" y="180633"/>
                  </a:lnTo>
                  <a:lnTo>
                    <a:pt x="328482" y="175542"/>
                  </a:lnTo>
                  <a:lnTo>
                    <a:pt x="329790" y="170408"/>
                  </a:lnTo>
                  <a:lnTo>
                    <a:pt x="330934" y="165235"/>
                  </a:lnTo>
                  <a:lnTo>
                    <a:pt x="331914" y="160028"/>
                  </a:lnTo>
                  <a:lnTo>
                    <a:pt x="332729" y="154793"/>
                  </a:lnTo>
                  <a:lnTo>
                    <a:pt x="333377" y="149535"/>
                  </a:lnTo>
                  <a:lnTo>
                    <a:pt x="333858" y="144259"/>
                  </a:lnTo>
                  <a:lnTo>
                    <a:pt x="334172" y="138970"/>
                  </a:lnTo>
                  <a:lnTo>
                    <a:pt x="334318" y="133674"/>
                  </a:lnTo>
                  <a:lnTo>
                    <a:pt x="334296" y="128375"/>
                  </a:lnTo>
                  <a:lnTo>
                    <a:pt x="334106" y="123081"/>
                  </a:lnTo>
                  <a:lnTo>
                    <a:pt x="333748" y="117795"/>
                  </a:lnTo>
                  <a:lnTo>
                    <a:pt x="333223" y="112523"/>
                  </a:lnTo>
                  <a:lnTo>
                    <a:pt x="332532" y="107270"/>
                  </a:lnTo>
                  <a:lnTo>
                    <a:pt x="331674" y="102041"/>
                  </a:lnTo>
                  <a:lnTo>
                    <a:pt x="330651" y="96843"/>
                  </a:lnTo>
                  <a:lnTo>
                    <a:pt x="329464" y="91680"/>
                  </a:lnTo>
                  <a:lnTo>
                    <a:pt x="328113" y="86556"/>
                  </a:lnTo>
                  <a:lnTo>
                    <a:pt x="326601" y="81479"/>
                  </a:lnTo>
                  <a:lnTo>
                    <a:pt x="324929" y="76451"/>
                  </a:lnTo>
                  <a:lnTo>
                    <a:pt x="323099" y="71479"/>
                  </a:lnTo>
                  <a:lnTo>
                    <a:pt x="321111" y="66568"/>
                  </a:lnTo>
                  <a:lnTo>
                    <a:pt x="318970" y="61722"/>
                  </a:lnTo>
                  <a:lnTo>
                    <a:pt x="316675" y="56946"/>
                  </a:lnTo>
                  <a:lnTo>
                    <a:pt x="314231" y="52246"/>
                  </a:lnTo>
                  <a:lnTo>
                    <a:pt x="311638" y="47625"/>
                  </a:lnTo>
                  <a:lnTo>
                    <a:pt x="308901" y="43089"/>
                  </a:lnTo>
                  <a:lnTo>
                    <a:pt x="306021" y="38642"/>
                  </a:lnTo>
                  <a:lnTo>
                    <a:pt x="303002" y="34288"/>
                  </a:lnTo>
                  <a:lnTo>
                    <a:pt x="299846" y="30032"/>
                  </a:lnTo>
                  <a:lnTo>
                    <a:pt x="296557" y="25879"/>
                  </a:lnTo>
                  <a:lnTo>
                    <a:pt x="293138" y="21831"/>
                  </a:lnTo>
                  <a:lnTo>
                    <a:pt x="289593" y="17894"/>
                  </a:lnTo>
                  <a:lnTo>
                    <a:pt x="285924" y="14072"/>
                  </a:lnTo>
                  <a:lnTo>
                    <a:pt x="282136" y="10367"/>
                  </a:lnTo>
                  <a:lnTo>
                    <a:pt x="278233" y="6785"/>
                  </a:lnTo>
                  <a:lnTo>
                    <a:pt x="274218" y="3328"/>
                  </a:lnTo>
                  <a:lnTo>
                    <a:pt x="270096" y="0"/>
                  </a:lnTo>
                  <a:lnTo>
                    <a:pt x="167162" y="131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488720" y="1322571"/>
              <a:ext cx="102934" cy="167167"/>
            </a:xfrm>
            <a:custGeom>
              <a:avLst/>
              <a:pathLst>
                <a:path w="102934" h="167167">
                  <a:moveTo>
                    <a:pt x="102934" y="35449"/>
                  </a:moveTo>
                  <a:lnTo>
                    <a:pt x="98509" y="32108"/>
                  </a:lnTo>
                  <a:lnTo>
                    <a:pt x="93976" y="28916"/>
                  </a:lnTo>
                  <a:lnTo>
                    <a:pt x="89340" y="25876"/>
                  </a:lnTo>
                  <a:lnTo>
                    <a:pt x="84605" y="22991"/>
                  </a:lnTo>
                  <a:lnTo>
                    <a:pt x="79778" y="20264"/>
                  </a:lnTo>
                  <a:lnTo>
                    <a:pt x="74863" y="17700"/>
                  </a:lnTo>
                  <a:lnTo>
                    <a:pt x="69865" y="15299"/>
                  </a:lnTo>
                  <a:lnTo>
                    <a:pt x="64790" y="13066"/>
                  </a:lnTo>
                  <a:lnTo>
                    <a:pt x="59645" y="11002"/>
                  </a:lnTo>
                  <a:lnTo>
                    <a:pt x="54433" y="9110"/>
                  </a:lnTo>
                  <a:lnTo>
                    <a:pt x="49162" y="7392"/>
                  </a:lnTo>
                  <a:lnTo>
                    <a:pt x="43837" y="5850"/>
                  </a:lnTo>
                  <a:lnTo>
                    <a:pt x="38463" y="4485"/>
                  </a:lnTo>
                  <a:lnTo>
                    <a:pt x="33047" y="3299"/>
                  </a:lnTo>
                  <a:lnTo>
                    <a:pt x="27595" y="2293"/>
                  </a:lnTo>
                  <a:lnTo>
                    <a:pt x="22112" y="1468"/>
                  </a:lnTo>
                  <a:lnTo>
                    <a:pt x="16605" y="826"/>
                  </a:lnTo>
                  <a:lnTo>
                    <a:pt x="11080" y="367"/>
                  </a:lnTo>
                  <a:lnTo>
                    <a:pt x="554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5876" y="1681503"/>
              <a:ext cx="90648" cy="167167"/>
            </a:xfrm>
            <a:custGeom>
              <a:avLst/>
              <a:pathLst>
                <a:path w="90648" h="167167">
                  <a:moveTo>
                    <a:pt x="90648" y="0"/>
                  </a:moveTo>
                  <a:lnTo>
                    <a:pt x="85014" y="94"/>
                  </a:lnTo>
                  <a:lnTo>
                    <a:pt x="79385" y="379"/>
                  </a:lnTo>
                  <a:lnTo>
                    <a:pt x="73770" y="854"/>
                  </a:lnTo>
                  <a:lnTo>
                    <a:pt x="68173" y="1517"/>
                  </a:lnTo>
                  <a:lnTo>
                    <a:pt x="62603" y="2369"/>
                  </a:lnTo>
                  <a:lnTo>
                    <a:pt x="57064" y="3408"/>
                  </a:lnTo>
                  <a:lnTo>
                    <a:pt x="51563" y="4633"/>
                  </a:lnTo>
                  <a:lnTo>
                    <a:pt x="46107" y="6043"/>
                  </a:lnTo>
                  <a:lnTo>
                    <a:pt x="40701" y="7636"/>
                  </a:lnTo>
                  <a:lnTo>
                    <a:pt x="35352" y="9410"/>
                  </a:lnTo>
                  <a:lnTo>
                    <a:pt x="30066" y="11363"/>
                  </a:lnTo>
                  <a:lnTo>
                    <a:pt x="24849" y="13494"/>
                  </a:lnTo>
                  <a:lnTo>
                    <a:pt x="19706" y="15799"/>
                  </a:lnTo>
                  <a:lnTo>
                    <a:pt x="14644" y="18277"/>
                  </a:lnTo>
                  <a:lnTo>
                    <a:pt x="9669" y="20923"/>
                  </a:lnTo>
                  <a:lnTo>
                    <a:pt x="4785" y="23736"/>
                  </a:lnTo>
                  <a:lnTo>
                    <a:pt x="0" y="26711"/>
                  </a:lnTo>
                  <a:lnTo>
                    <a:pt x="906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95876" y="170821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19374" y="1681503"/>
              <a:ext cx="334298" cy="334334"/>
            </a:xfrm>
            <a:custGeom>
              <a:avLst/>
              <a:pathLst>
                <a:path w="334298" h="334334">
                  <a:moveTo>
                    <a:pt x="76501" y="26711"/>
                  </a:moveTo>
                  <a:lnTo>
                    <a:pt x="72092" y="29657"/>
                  </a:lnTo>
                  <a:lnTo>
                    <a:pt x="67778" y="32741"/>
                  </a:lnTo>
                  <a:lnTo>
                    <a:pt x="63565" y="35961"/>
                  </a:lnTo>
                  <a:lnTo>
                    <a:pt x="59455" y="39312"/>
                  </a:lnTo>
                  <a:lnTo>
                    <a:pt x="55454" y="42792"/>
                  </a:lnTo>
                  <a:lnTo>
                    <a:pt x="51566" y="46398"/>
                  </a:lnTo>
                  <a:lnTo>
                    <a:pt x="47793" y="50124"/>
                  </a:lnTo>
                  <a:lnTo>
                    <a:pt x="44141" y="53969"/>
                  </a:lnTo>
                  <a:lnTo>
                    <a:pt x="40613" y="57927"/>
                  </a:lnTo>
                  <a:lnTo>
                    <a:pt x="37212" y="61996"/>
                  </a:lnTo>
                  <a:lnTo>
                    <a:pt x="33941" y="66170"/>
                  </a:lnTo>
                  <a:lnTo>
                    <a:pt x="30805" y="70446"/>
                  </a:lnTo>
                  <a:lnTo>
                    <a:pt x="27806" y="74819"/>
                  </a:lnTo>
                  <a:lnTo>
                    <a:pt x="24947" y="79285"/>
                  </a:lnTo>
                  <a:lnTo>
                    <a:pt x="22231" y="83839"/>
                  </a:lnTo>
                  <a:lnTo>
                    <a:pt x="19661" y="88478"/>
                  </a:lnTo>
                  <a:lnTo>
                    <a:pt x="17239" y="93195"/>
                  </a:lnTo>
                  <a:lnTo>
                    <a:pt x="14969" y="97987"/>
                  </a:lnTo>
                  <a:lnTo>
                    <a:pt x="12851" y="102849"/>
                  </a:lnTo>
                  <a:lnTo>
                    <a:pt x="10889" y="107775"/>
                  </a:lnTo>
                  <a:lnTo>
                    <a:pt x="9084" y="112761"/>
                  </a:lnTo>
                  <a:lnTo>
                    <a:pt x="7438" y="117802"/>
                  </a:lnTo>
                  <a:lnTo>
                    <a:pt x="5952" y="122892"/>
                  </a:lnTo>
                  <a:lnTo>
                    <a:pt x="4629" y="128027"/>
                  </a:lnTo>
                  <a:lnTo>
                    <a:pt x="3469" y="133202"/>
                  </a:lnTo>
                  <a:lnTo>
                    <a:pt x="2474" y="138410"/>
                  </a:lnTo>
                  <a:lnTo>
                    <a:pt x="1645" y="143648"/>
                  </a:lnTo>
                  <a:lnTo>
                    <a:pt x="983" y="148909"/>
                  </a:lnTo>
                  <a:lnTo>
                    <a:pt x="487" y="154189"/>
                  </a:lnTo>
                  <a:lnTo>
                    <a:pt x="159" y="159481"/>
                  </a:lnTo>
                  <a:lnTo>
                    <a:pt x="0" y="164782"/>
                  </a:lnTo>
                  <a:lnTo>
                    <a:pt x="8" y="170084"/>
                  </a:lnTo>
                  <a:lnTo>
                    <a:pt x="185" y="175384"/>
                  </a:lnTo>
                  <a:lnTo>
                    <a:pt x="529" y="180676"/>
                  </a:lnTo>
                  <a:lnTo>
                    <a:pt x="1041" y="185954"/>
                  </a:lnTo>
                  <a:lnTo>
                    <a:pt x="1721" y="191213"/>
                  </a:lnTo>
                  <a:lnTo>
                    <a:pt x="2567" y="196448"/>
                  </a:lnTo>
                  <a:lnTo>
                    <a:pt x="3578" y="201653"/>
                  </a:lnTo>
                  <a:lnTo>
                    <a:pt x="4754" y="206824"/>
                  </a:lnTo>
                  <a:lnTo>
                    <a:pt x="6094" y="211954"/>
                  </a:lnTo>
                  <a:lnTo>
                    <a:pt x="7596" y="217040"/>
                  </a:lnTo>
                  <a:lnTo>
                    <a:pt x="9258" y="222076"/>
                  </a:lnTo>
                  <a:lnTo>
                    <a:pt x="11079" y="227056"/>
                  </a:lnTo>
                  <a:lnTo>
                    <a:pt x="13057" y="231976"/>
                  </a:lnTo>
                  <a:lnTo>
                    <a:pt x="15190" y="236831"/>
                  </a:lnTo>
                  <a:lnTo>
                    <a:pt x="17476" y="241616"/>
                  </a:lnTo>
                  <a:lnTo>
                    <a:pt x="19912" y="246325"/>
                  </a:lnTo>
                  <a:lnTo>
                    <a:pt x="22497" y="250955"/>
                  </a:lnTo>
                  <a:lnTo>
                    <a:pt x="25227" y="255501"/>
                  </a:lnTo>
                  <a:lnTo>
                    <a:pt x="28101" y="259958"/>
                  </a:lnTo>
                  <a:lnTo>
                    <a:pt x="31114" y="264322"/>
                  </a:lnTo>
                  <a:lnTo>
                    <a:pt x="34264" y="268588"/>
                  </a:lnTo>
                  <a:lnTo>
                    <a:pt x="37547" y="272751"/>
                  </a:lnTo>
                  <a:lnTo>
                    <a:pt x="40961" y="276809"/>
                  </a:lnTo>
                  <a:lnTo>
                    <a:pt x="44502" y="280756"/>
                  </a:lnTo>
                  <a:lnTo>
                    <a:pt x="48167" y="284589"/>
                  </a:lnTo>
                  <a:lnTo>
                    <a:pt x="51951" y="288304"/>
                  </a:lnTo>
                  <a:lnTo>
                    <a:pt x="55851" y="291897"/>
                  </a:lnTo>
                  <a:lnTo>
                    <a:pt x="59863" y="295364"/>
                  </a:lnTo>
                  <a:lnTo>
                    <a:pt x="63983" y="298702"/>
                  </a:lnTo>
                  <a:lnTo>
                    <a:pt x="68207" y="301908"/>
                  </a:lnTo>
                  <a:lnTo>
                    <a:pt x="72530" y="304979"/>
                  </a:lnTo>
                  <a:lnTo>
                    <a:pt x="76949" y="307910"/>
                  </a:lnTo>
                  <a:lnTo>
                    <a:pt x="81458" y="310701"/>
                  </a:lnTo>
                  <a:lnTo>
                    <a:pt x="86054" y="313346"/>
                  </a:lnTo>
                  <a:lnTo>
                    <a:pt x="90731" y="315845"/>
                  </a:lnTo>
                  <a:lnTo>
                    <a:pt x="95485" y="318194"/>
                  </a:lnTo>
                  <a:lnTo>
                    <a:pt x="100311" y="320391"/>
                  </a:lnTo>
                  <a:lnTo>
                    <a:pt x="105205" y="322434"/>
                  </a:lnTo>
                  <a:lnTo>
                    <a:pt x="110161" y="324320"/>
                  </a:lnTo>
                  <a:lnTo>
                    <a:pt x="115174" y="326049"/>
                  </a:lnTo>
                  <a:lnTo>
                    <a:pt x="120239" y="327617"/>
                  </a:lnTo>
                  <a:lnTo>
                    <a:pt x="125352" y="329025"/>
                  </a:lnTo>
                  <a:lnTo>
                    <a:pt x="130506" y="330269"/>
                  </a:lnTo>
                  <a:lnTo>
                    <a:pt x="135698" y="331349"/>
                  </a:lnTo>
                  <a:lnTo>
                    <a:pt x="140921" y="332264"/>
                  </a:lnTo>
                  <a:lnTo>
                    <a:pt x="146171" y="333013"/>
                  </a:lnTo>
                  <a:lnTo>
                    <a:pt x="151442" y="333595"/>
                  </a:lnTo>
                  <a:lnTo>
                    <a:pt x="156728" y="334009"/>
                  </a:lnTo>
                  <a:lnTo>
                    <a:pt x="162025" y="334256"/>
                  </a:lnTo>
                  <a:lnTo>
                    <a:pt x="167327" y="334334"/>
                  </a:lnTo>
                  <a:lnTo>
                    <a:pt x="172629" y="334245"/>
                  </a:lnTo>
                  <a:lnTo>
                    <a:pt x="177926" y="333987"/>
                  </a:lnTo>
                  <a:lnTo>
                    <a:pt x="183211" y="333561"/>
                  </a:lnTo>
                  <a:lnTo>
                    <a:pt x="188481" y="332968"/>
                  </a:lnTo>
                  <a:lnTo>
                    <a:pt x="193729" y="332208"/>
                  </a:lnTo>
                  <a:lnTo>
                    <a:pt x="198950" y="331282"/>
                  </a:lnTo>
                  <a:lnTo>
                    <a:pt x="204139" y="330191"/>
                  </a:lnTo>
                  <a:lnTo>
                    <a:pt x="209292" y="328935"/>
                  </a:lnTo>
                  <a:lnTo>
                    <a:pt x="214401" y="327517"/>
                  </a:lnTo>
                  <a:lnTo>
                    <a:pt x="219463" y="325938"/>
                  </a:lnTo>
                  <a:lnTo>
                    <a:pt x="224473" y="324199"/>
                  </a:lnTo>
                  <a:lnTo>
                    <a:pt x="229425" y="322302"/>
                  </a:lnTo>
                  <a:lnTo>
                    <a:pt x="234314" y="320249"/>
                  </a:lnTo>
                  <a:lnTo>
                    <a:pt x="239135" y="318041"/>
                  </a:lnTo>
                  <a:lnTo>
                    <a:pt x="243884" y="315682"/>
                  </a:lnTo>
                  <a:lnTo>
                    <a:pt x="248556" y="313174"/>
                  </a:lnTo>
                  <a:lnTo>
                    <a:pt x="253146" y="310518"/>
                  </a:lnTo>
                  <a:lnTo>
                    <a:pt x="257650" y="307719"/>
                  </a:lnTo>
                  <a:lnTo>
                    <a:pt x="262062" y="304777"/>
                  </a:lnTo>
                  <a:lnTo>
                    <a:pt x="266379" y="301698"/>
                  </a:lnTo>
                  <a:lnTo>
                    <a:pt x="270596" y="298483"/>
                  </a:lnTo>
                  <a:lnTo>
                    <a:pt x="274709" y="295136"/>
                  </a:lnTo>
                  <a:lnTo>
                    <a:pt x="278713" y="291660"/>
                  </a:lnTo>
                  <a:lnTo>
                    <a:pt x="282606" y="288059"/>
                  </a:lnTo>
                  <a:lnTo>
                    <a:pt x="286382" y="284336"/>
                  </a:lnTo>
                  <a:lnTo>
                    <a:pt x="290038" y="280495"/>
                  </a:lnTo>
                  <a:lnTo>
                    <a:pt x="293571" y="276541"/>
                  </a:lnTo>
                  <a:lnTo>
                    <a:pt x="296977" y="272476"/>
                  </a:lnTo>
                  <a:lnTo>
                    <a:pt x="300251" y="268305"/>
                  </a:lnTo>
                  <a:lnTo>
                    <a:pt x="303392" y="264033"/>
                  </a:lnTo>
                  <a:lnTo>
                    <a:pt x="306396" y="259663"/>
                  </a:lnTo>
                  <a:lnTo>
                    <a:pt x="309260" y="255200"/>
                  </a:lnTo>
                  <a:lnTo>
                    <a:pt x="311980" y="250648"/>
                  </a:lnTo>
                  <a:lnTo>
                    <a:pt x="314555" y="246013"/>
                  </a:lnTo>
                  <a:lnTo>
                    <a:pt x="316982" y="241298"/>
                  </a:lnTo>
                  <a:lnTo>
                    <a:pt x="319258" y="236508"/>
                  </a:lnTo>
                  <a:lnTo>
                    <a:pt x="321380" y="231649"/>
                  </a:lnTo>
                  <a:lnTo>
                    <a:pt x="323348" y="226725"/>
                  </a:lnTo>
                  <a:lnTo>
                    <a:pt x="325158" y="221740"/>
                  </a:lnTo>
                  <a:lnTo>
                    <a:pt x="326810" y="216701"/>
                  </a:lnTo>
                  <a:lnTo>
                    <a:pt x="328301" y="211612"/>
                  </a:lnTo>
                  <a:lnTo>
                    <a:pt x="329629" y="206479"/>
                  </a:lnTo>
                  <a:lnTo>
                    <a:pt x="330794" y="201306"/>
                  </a:lnTo>
                  <a:lnTo>
                    <a:pt x="331795" y="196098"/>
                  </a:lnTo>
                  <a:lnTo>
                    <a:pt x="332630" y="190862"/>
                  </a:lnTo>
                  <a:lnTo>
                    <a:pt x="333298" y="185601"/>
                  </a:lnTo>
                  <a:lnTo>
                    <a:pt x="333799" y="180322"/>
                  </a:lnTo>
                  <a:lnTo>
                    <a:pt x="334132" y="175030"/>
                  </a:lnTo>
                  <a:lnTo>
                    <a:pt x="334298" y="169730"/>
                  </a:lnTo>
                  <a:lnTo>
                    <a:pt x="334295" y="164427"/>
                  </a:lnTo>
                  <a:lnTo>
                    <a:pt x="334124" y="159127"/>
                  </a:lnTo>
                  <a:lnTo>
                    <a:pt x="333785" y="153835"/>
                  </a:lnTo>
                  <a:lnTo>
                    <a:pt x="333278" y="148556"/>
                  </a:lnTo>
                  <a:lnTo>
                    <a:pt x="332604" y="143297"/>
                  </a:lnTo>
                  <a:lnTo>
                    <a:pt x="331764" y="138061"/>
                  </a:lnTo>
                  <a:lnTo>
                    <a:pt x="330758" y="132855"/>
                  </a:lnTo>
                  <a:lnTo>
                    <a:pt x="329587" y="127683"/>
                  </a:lnTo>
                  <a:lnTo>
                    <a:pt x="328253" y="122550"/>
                  </a:lnTo>
                  <a:lnTo>
                    <a:pt x="326757" y="117463"/>
                  </a:lnTo>
                  <a:lnTo>
                    <a:pt x="325100" y="112426"/>
                  </a:lnTo>
                  <a:lnTo>
                    <a:pt x="323285" y="107444"/>
                  </a:lnTo>
                  <a:lnTo>
                    <a:pt x="321312" y="102521"/>
                  </a:lnTo>
                  <a:lnTo>
                    <a:pt x="319184" y="97664"/>
                  </a:lnTo>
                  <a:lnTo>
                    <a:pt x="316903" y="92877"/>
                  </a:lnTo>
                  <a:lnTo>
                    <a:pt x="314471" y="88165"/>
                  </a:lnTo>
                  <a:lnTo>
                    <a:pt x="311892" y="83532"/>
                  </a:lnTo>
                  <a:lnTo>
                    <a:pt x="309166" y="78983"/>
                  </a:lnTo>
                  <a:lnTo>
                    <a:pt x="306298" y="74523"/>
                  </a:lnTo>
                  <a:lnTo>
                    <a:pt x="303289" y="70157"/>
                  </a:lnTo>
                  <a:lnTo>
                    <a:pt x="300144" y="65887"/>
                  </a:lnTo>
                  <a:lnTo>
                    <a:pt x="296865" y="61720"/>
                  </a:lnTo>
                  <a:lnTo>
                    <a:pt x="293455" y="57659"/>
                  </a:lnTo>
                  <a:lnTo>
                    <a:pt x="289918" y="53708"/>
                  </a:lnTo>
                  <a:lnTo>
                    <a:pt x="286258" y="49871"/>
                  </a:lnTo>
                  <a:lnTo>
                    <a:pt x="282478" y="46152"/>
                  </a:lnTo>
                  <a:lnTo>
                    <a:pt x="278581" y="42556"/>
                  </a:lnTo>
                  <a:lnTo>
                    <a:pt x="274573" y="39084"/>
                  </a:lnTo>
                  <a:lnTo>
                    <a:pt x="270456" y="35741"/>
                  </a:lnTo>
                  <a:lnTo>
                    <a:pt x="266236" y="32531"/>
                  </a:lnTo>
                  <a:lnTo>
                    <a:pt x="261916" y="29456"/>
                  </a:lnTo>
                  <a:lnTo>
                    <a:pt x="257500" y="26519"/>
                  </a:lnTo>
                  <a:lnTo>
                    <a:pt x="252994" y="23724"/>
                  </a:lnTo>
                  <a:lnTo>
                    <a:pt x="248401" y="21074"/>
                  </a:lnTo>
                  <a:lnTo>
                    <a:pt x="243727" y="18570"/>
                  </a:lnTo>
                  <a:lnTo>
                    <a:pt x="238975" y="16216"/>
                  </a:lnTo>
                  <a:lnTo>
                    <a:pt x="234151" y="14014"/>
                  </a:lnTo>
                  <a:lnTo>
                    <a:pt x="229260" y="11966"/>
                  </a:lnTo>
                  <a:lnTo>
                    <a:pt x="224306" y="10074"/>
                  </a:lnTo>
                  <a:lnTo>
                    <a:pt x="219295" y="8340"/>
                  </a:lnTo>
                  <a:lnTo>
                    <a:pt x="214231" y="6766"/>
                  </a:lnTo>
                  <a:lnTo>
                    <a:pt x="209120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4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61215" y="2126963"/>
              <a:ext cx="120072" cy="167167"/>
            </a:xfrm>
            <a:custGeom>
              <a:avLst/>
              <a:pathLst>
                <a:path w="120072" h="167167">
                  <a:moveTo>
                    <a:pt x="120072" y="0"/>
                  </a:moveTo>
                  <a:lnTo>
                    <a:pt x="114491" y="93"/>
                  </a:lnTo>
                  <a:lnTo>
                    <a:pt x="108917" y="372"/>
                  </a:lnTo>
                  <a:lnTo>
                    <a:pt x="103355" y="837"/>
                  </a:lnTo>
                  <a:lnTo>
                    <a:pt x="97812" y="1488"/>
                  </a:lnTo>
                  <a:lnTo>
                    <a:pt x="92294" y="2324"/>
                  </a:lnTo>
                  <a:lnTo>
                    <a:pt x="86806" y="3343"/>
                  </a:lnTo>
                  <a:lnTo>
                    <a:pt x="81356" y="4544"/>
                  </a:lnTo>
                  <a:lnTo>
                    <a:pt x="75949" y="5927"/>
                  </a:lnTo>
                  <a:lnTo>
                    <a:pt x="70591" y="7490"/>
                  </a:lnTo>
                  <a:lnTo>
                    <a:pt x="65288" y="9231"/>
                  </a:lnTo>
                  <a:lnTo>
                    <a:pt x="60047" y="11148"/>
                  </a:lnTo>
                  <a:lnTo>
                    <a:pt x="54872" y="13238"/>
                  </a:lnTo>
                  <a:lnTo>
                    <a:pt x="49770" y="15501"/>
                  </a:lnTo>
                  <a:lnTo>
                    <a:pt x="44746" y="17932"/>
                  </a:lnTo>
                  <a:lnTo>
                    <a:pt x="39806" y="20530"/>
                  </a:lnTo>
                  <a:lnTo>
                    <a:pt x="34956" y="23291"/>
                  </a:lnTo>
                  <a:lnTo>
                    <a:pt x="30201" y="26212"/>
                  </a:lnTo>
                  <a:lnTo>
                    <a:pt x="25545" y="29291"/>
                  </a:lnTo>
                  <a:lnTo>
                    <a:pt x="20995" y="32523"/>
                  </a:lnTo>
                  <a:lnTo>
                    <a:pt x="16556" y="35906"/>
                  </a:lnTo>
                  <a:lnTo>
                    <a:pt x="12232" y="39435"/>
                  </a:lnTo>
                  <a:lnTo>
                    <a:pt x="8028" y="43106"/>
                  </a:lnTo>
                  <a:lnTo>
                    <a:pt x="3949" y="46915"/>
                  </a:lnTo>
                  <a:lnTo>
                    <a:pt x="0" y="50858"/>
                  </a:lnTo>
                  <a:lnTo>
                    <a:pt x="12007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61215" y="2177822"/>
              <a:ext cx="120072" cy="116308"/>
            </a:xfrm>
            <a:custGeom>
              <a:avLst/>
              <a:pathLst>
                <a:path w="120072" h="116308">
                  <a:moveTo>
                    <a:pt x="0" y="0"/>
                  </a:moveTo>
                  <a:lnTo>
                    <a:pt x="120072" y="1163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14129" y="2131500"/>
              <a:ext cx="334317" cy="329798"/>
            </a:xfrm>
            <a:custGeom>
              <a:avLst/>
              <a:pathLst>
                <a:path w="334317" h="329798">
                  <a:moveTo>
                    <a:pt x="47085" y="46322"/>
                  </a:moveTo>
                  <a:lnTo>
                    <a:pt x="43469" y="50176"/>
                  </a:lnTo>
                  <a:lnTo>
                    <a:pt x="39976" y="54142"/>
                  </a:lnTo>
                  <a:lnTo>
                    <a:pt x="36610" y="58217"/>
                  </a:lnTo>
                  <a:lnTo>
                    <a:pt x="33374" y="62396"/>
                  </a:lnTo>
                  <a:lnTo>
                    <a:pt x="30273" y="66675"/>
                  </a:lnTo>
                  <a:lnTo>
                    <a:pt x="27308" y="71050"/>
                  </a:lnTo>
                  <a:lnTo>
                    <a:pt x="24483" y="75516"/>
                  </a:lnTo>
                  <a:lnTo>
                    <a:pt x="21800" y="80070"/>
                  </a:lnTo>
                  <a:lnTo>
                    <a:pt x="19263" y="84706"/>
                  </a:lnTo>
                  <a:lnTo>
                    <a:pt x="16874" y="89420"/>
                  </a:lnTo>
                  <a:lnTo>
                    <a:pt x="14634" y="94208"/>
                  </a:lnTo>
                  <a:lnTo>
                    <a:pt x="12548" y="99063"/>
                  </a:lnTo>
                  <a:lnTo>
                    <a:pt x="10615" y="103983"/>
                  </a:lnTo>
                  <a:lnTo>
                    <a:pt x="8840" y="108960"/>
                  </a:lnTo>
                  <a:lnTo>
                    <a:pt x="7222" y="113992"/>
                  </a:lnTo>
                  <a:lnTo>
                    <a:pt x="5765" y="119072"/>
                  </a:lnTo>
                  <a:lnTo>
                    <a:pt x="4468" y="124196"/>
                  </a:lnTo>
                  <a:lnTo>
                    <a:pt x="3335" y="129358"/>
                  </a:lnTo>
                  <a:lnTo>
                    <a:pt x="2365" y="134553"/>
                  </a:lnTo>
                  <a:lnTo>
                    <a:pt x="1560" y="139776"/>
                  </a:lnTo>
                  <a:lnTo>
                    <a:pt x="920" y="145023"/>
                  </a:lnTo>
                  <a:lnTo>
                    <a:pt x="446" y="150286"/>
                  </a:lnTo>
                  <a:lnTo>
                    <a:pt x="139" y="155562"/>
                  </a:lnTo>
                  <a:lnTo>
                    <a:pt x="0" y="160846"/>
                  </a:lnTo>
                  <a:lnTo>
                    <a:pt x="27" y="166131"/>
                  </a:lnTo>
                  <a:lnTo>
                    <a:pt x="221" y="171412"/>
                  </a:lnTo>
                  <a:lnTo>
                    <a:pt x="582" y="176685"/>
                  </a:lnTo>
                  <a:lnTo>
                    <a:pt x="1109" y="181944"/>
                  </a:lnTo>
                  <a:lnTo>
                    <a:pt x="1803" y="187183"/>
                  </a:lnTo>
                  <a:lnTo>
                    <a:pt x="2662" y="192398"/>
                  </a:lnTo>
                  <a:lnTo>
                    <a:pt x="3685" y="197583"/>
                  </a:lnTo>
                  <a:lnTo>
                    <a:pt x="4871" y="202733"/>
                  </a:lnTo>
                  <a:lnTo>
                    <a:pt x="6220" y="207843"/>
                  </a:lnTo>
                  <a:lnTo>
                    <a:pt x="7730" y="212908"/>
                  </a:lnTo>
                  <a:lnTo>
                    <a:pt x="9399" y="217922"/>
                  </a:lnTo>
                  <a:lnTo>
                    <a:pt x="11226" y="222882"/>
                  </a:lnTo>
                  <a:lnTo>
                    <a:pt x="13208" y="227781"/>
                  </a:lnTo>
                  <a:lnTo>
                    <a:pt x="15345" y="232615"/>
                  </a:lnTo>
                  <a:lnTo>
                    <a:pt x="17633" y="237379"/>
                  </a:lnTo>
                  <a:lnTo>
                    <a:pt x="20070" y="242068"/>
                  </a:lnTo>
                  <a:lnTo>
                    <a:pt x="22655" y="246678"/>
                  </a:lnTo>
                  <a:lnTo>
                    <a:pt x="25384" y="251204"/>
                  </a:lnTo>
                  <a:lnTo>
                    <a:pt x="28255" y="255642"/>
                  </a:lnTo>
                  <a:lnTo>
                    <a:pt x="31264" y="259986"/>
                  </a:lnTo>
                  <a:lnTo>
                    <a:pt x="34410" y="264233"/>
                  </a:lnTo>
                  <a:lnTo>
                    <a:pt x="37688" y="268379"/>
                  </a:lnTo>
                  <a:lnTo>
                    <a:pt x="41096" y="272418"/>
                  </a:lnTo>
                  <a:lnTo>
                    <a:pt x="44629" y="276349"/>
                  </a:lnTo>
                  <a:lnTo>
                    <a:pt x="48285" y="280165"/>
                  </a:lnTo>
                  <a:lnTo>
                    <a:pt x="52060" y="283864"/>
                  </a:lnTo>
                  <a:lnTo>
                    <a:pt x="55950" y="287442"/>
                  </a:lnTo>
                  <a:lnTo>
                    <a:pt x="59951" y="290895"/>
                  </a:lnTo>
                  <a:lnTo>
                    <a:pt x="64059" y="294220"/>
                  </a:lnTo>
                  <a:lnTo>
                    <a:pt x="68270" y="297413"/>
                  </a:lnTo>
                  <a:lnTo>
                    <a:pt x="72581" y="300472"/>
                  </a:lnTo>
                  <a:lnTo>
                    <a:pt x="76985" y="303392"/>
                  </a:lnTo>
                  <a:lnTo>
                    <a:pt x="81480" y="306173"/>
                  </a:lnTo>
                  <a:lnTo>
                    <a:pt x="86060" y="308809"/>
                  </a:lnTo>
                  <a:lnTo>
                    <a:pt x="90722" y="311300"/>
                  </a:lnTo>
                  <a:lnTo>
                    <a:pt x="95460" y="313642"/>
                  </a:lnTo>
                  <a:lnTo>
                    <a:pt x="100269" y="315833"/>
                  </a:lnTo>
                  <a:lnTo>
                    <a:pt x="105145" y="317871"/>
                  </a:lnTo>
                  <a:lnTo>
                    <a:pt x="110084" y="319753"/>
                  </a:lnTo>
                  <a:lnTo>
                    <a:pt x="115079" y="321479"/>
                  </a:lnTo>
                  <a:lnTo>
                    <a:pt x="120127" y="323046"/>
                  </a:lnTo>
                  <a:lnTo>
                    <a:pt x="125221" y="324452"/>
                  </a:lnTo>
                  <a:lnTo>
                    <a:pt x="130357" y="325697"/>
                  </a:lnTo>
                  <a:lnTo>
                    <a:pt x="135531" y="326779"/>
                  </a:lnTo>
                  <a:lnTo>
                    <a:pt x="140735" y="327697"/>
                  </a:lnTo>
                  <a:lnTo>
                    <a:pt x="145967" y="328449"/>
                  </a:lnTo>
                  <a:lnTo>
                    <a:pt x="151219" y="329036"/>
                  </a:lnTo>
                  <a:lnTo>
                    <a:pt x="156487" y="329457"/>
                  </a:lnTo>
                  <a:lnTo>
                    <a:pt x="161766" y="329711"/>
                  </a:lnTo>
                  <a:lnTo>
                    <a:pt x="167051" y="329798"/>
                  </a:lnTo>
                  <a:lnTo>
                    <a:pt x="172335" y="329718"/>
                  </a:lnTo>
                  <a:lnTo>
                    <a:pt x="177614" y="329471"/>
                  </a:lnTo>
                  <a:lnTo>
                    <a:pt x="182883" y="329057"/>
                  </a:lnTo>
                  <a:lnTo>
                    <a:pt x="188136" y="328476"/>
                  </a:lnTo>
                  <a:lnTo>
                    <a:pt x="193368" y="327730"/>
                  </a:lnTo>
                  <a:lnTo>
                    <a:pt x="198574" y="326819"/>
                  </a:lnTo>
                  <a:lnTo>
                    <a:pt x="203749" y="325744"/>
                  </a:lnTo>
                  <a:lnTo>
                    <a:pt x="208887" y="324506"/>
                  </a:lnTo>
                  <a:lnTo>
                    <a:pt x="213983" y="323106"/>
                  </a:lnTo>
                  <a:lnTo>
                    <a:pt x="219032" y="321545"/>
                  </a:lnTo>
                  <a:lnTo>
                    <a:pt x="224030" y="319826"/>
                  </a:lnTo>
                  <a:lnTo>
                    <a:pt x="228971" y="317950"/>
                  </a:lnTo>
                  <a:lnTo>
                    <a:pt x="233850" y="315918"/>
                  </a:lnTo>
                  <a:lnTo>
                    <a:pt x="238662" y="313733"/>
                  </a:lnTo>
                  <a:lnTo>
                    <a:pt x="243403" y="311397"/>
                  </a:lnTo>
                  <a:lnTo>
                    <a:pt x="248068" y="308913"/>
                  </a:lnTo>
                  <a:lnTo>
                    <a:pt x="252651" y="306282"/>
                  </a:lnTo>
                  <a:lnTo>
                    <a:pt x="257150" y="303508"/>
                  </a:lnTo>
                  <a:lnTo>
                    <a:pt x="261558" y="300592"/>
                  </a:lnTo>
                  <a:lnTo>
                    <a:pt x="265872" y="297539"/>
                  </a:lnTo>
                  <a:lnTo>
                    <a:pt x="270087" y="294351"/>
                  </a:lnTo>
                  <a:lnTo>
                    <a:pt x="274200" y="291032"/>
                  </a:lnTo>
                  <a:lnTo>
                    <a:pt x="278205" y="287584"/>
                  </a:lnTo>
                  <a:lnTo>
                    <a:pt x="282100" y="284011"/>
                  </a:lnTo>
                  <a:lnTo>
                    <a:pt x="285879" y="280317"/>
                  </a:lnTo>
                  <a:lnTo>
                    <a:pt x="289540" y="276505"/>
                  </a:lnTo>
                  <a:lnTo>
                    <a:pt x="293079" y="272580"/>
                  </a:lnTo>
                  <a:lnTo>
                    <a:pt x="296491" y="268544"/>
                  </a:lnTo>
                  <a:lnTo>
                    <a:pt x="299775" y="264403"/>
                  </a:lnTo>
                  <a:lnTo>
                    <a:pt x="302926" y="260160"/>
                  </a:lnTo>
                  <a:lnTo>
                    <a:pt x="305941" y="255819"/>
                  </a:lnTo>
                  <a:lnTo>
                    <a:pt x="308817" y="251385"/>
                  </a:lnTo>
                  <a:lnTo>
                    <a:pt x="311552" y="246863"/>
                  </a:lnTo>
                  <a:lnTo>
                    <a:pt x="314143" y="242256"/>
                  </a:lnTo>
                  <a:lnTo>
                    <a:pt x="316586" y="237570"/>
                  </a:lnTo>
                  <a:lnTo>
                    <a:pt x="318881" y="232809"/>
                  </a:lnTo>
                  <a:lnTo>
                    <a:pt x="321023" y="227978"/>
                  </a:lnTo>
                  <a:lnTo>
                    <a:pt x="323012" y="223081"/>
                  </a:lnTo>
                  <a:lnTo>
                    <a:pt x="324845" y="218124"/>
                  </a:lnTo>
                  <a:lnTo>
                    <a:pt x="326521" y="213112"/>
                  </a:lnTo>
                  <a:lnTo>
                    <a:pt x="328037" y="208049"/>
                  </a:lnTo>
                  <a:lnTo>
                    <a:pt x="329392" y="202940"/>
                  </a:lnTo>
                  <a:lnTo>
                    <a:pt x="330585" y="197792"/>
                  </a:lnTo>
                  <a:lnTo>
                    <a:pt x="331615" y="192608"/>
                  </a:lnTo>
                  <a:lnTo>
                    <a:pt x="332480" y="187394"/>
                  </a:lnTo>
                  <a:lnTo>
                    <a:pt x="333181" y="182156"/>
                  </a:lnTo>
                  <a:lnTo>
                    <a:pt x="333715" y="176898"/>
                  </a:lnTo>
                  <a:lnTo>
                    <a:pt x="334083" y="171626"/>
                  </a:lnTo>
                  <a:lnTo>
                    <a:pt x="334284" y="166344"/>
                  </a:lnTo>
                  <a:lnTo>
                    <a:pt x="334317" y="161059"/>
                  </a:lnTo>
                  <a:lnTo>
                    <a:pt x="334184" y="155776"/>
                  </a:lnTo>
                  <a:lnTo>
                    <a:pt x="333884" y="150500"/>
                  </a:lnTo>
                  <a:lnTo>
                    <a:pt x="333417" y="145235"/>
                  </a:lnTo>
                  <a:lnTo>
                    <a:pt x="332784" y="139988"/>
                  </a:lnTo>
                  <a:lnTo>
                    <a:pt x="331986" y="134764"/>
                  </a:lnTo>
                  <a:lnTo>
                    <a:pt x="331022" y="129567"/>
                  </a:lnTo>
                  <a:lnTo>
                    <a:pt x="329895" y="124404"/>
                  </a:lnTo>
                  <a:lnTo>
                    <a:pt x="328606" y="119278"/>
                  </a:lnTo>
                  <a:lnTo>
                    <a:pt x="327155" y="114196"/>
                  </a:lnTo>
                  <a:lnTo>
                    <a:pt x="325544" y="109163"/>
                  </a:lnTo>
                  <a:lnTo>
                    <a:pt x="323774" y="104183"/>
                  </a:lnTo>
                  <a:lnTo>
                    <a:pt x="321848" y="99261"/>
                  </a:lnTo>
                  <a:lnTo>
                    <a:pt x="319768" y="94403"/>
                  </a:lnTo>
                  <a:lnTo>
                    <a:pt x="317535" y="89613"/>
                  </a:lnTo>
                  <a:lnTo>
                    <a:pt x="315151" y="84896"/>
                  </a:lnTo>
                  <a:lnTo>
                    <a:pt x="312620" y="80256"/>
                  </a:lnTo>
                  <a:lnTo>
                    <a:pt x="309943" y="75699"/>
                  </a:lnTo>
                  <a:lnTo>
                    <a:pt x="307124" y="71229"/>
                  </a:lnTo>
                  <a:lnTo>
                    <a:pt x="304165" y="66850"/>
                  </a:lnTo>
                  <a:lnTo>
                    <a:pt x="301069" y="62567"/>
                  </a:lnTo>
                  <a:lnTo>
                    <a:pt x="297838" y="58384"/>
                  </a:lnTo>
                  <a:lnTo>
                    <a:pt x="294478" y="54305"/>
                  </a:lnTo>
                  <a:lnTo>
                    <a:pt x="290990" y="50334"/>
                  </a:lnTo>
                  <a:lnTo>
                    <a:pt x="287378" y="46476"/>
                  </a:lnTo>
                  <a:lnTo>
                    <a:pt x="283646" y="42733"/>
                  </a:lnTo>
                  <a:lnTo>
                    <a:pt x="279798" y="39111"/>
                  </a:lnTo>
                  <a:lnTo>
                    <a:pt x="275837" y="35612"/>
                  </a:lnTo>
                  <a:lnTo>
                    <a:pt x="271767" y="32240"/>
                  </a:lnTo>
                  <a:lnTo>
                    <a:pt x="267593" y="28998"/>
                  </a:lnTo>
                  <a:lnTo>
                    <a:pt x="263319" y="25890"/>
                  </a:lnTo>
                  <a:lnTo>
                    <a:pt x="258948" y="22919"/>
                  </a:lnTo>
                  <a:lnTo>
                    <a:pt x="254486" y="20087"/>
                  </a:lnTo>
                  <a:lnTo>
                    <a:pt x="249936" y="17398"/>
                  </a:lnTo>
                  <a:lnTo>
                    <a:pt x="245304" y="14853"/>
                  </a:lnTo>
                  <a:lnTo>
                    <a:pt x="240593" y="12457"/>
                  </a:lnTo>
                  <a:lnTo>
                    <a:pt x="235809" y="10211"/>
                  </a:lnTo>
                  <a:lnTo>
                    <a:pt x="230957" y="8117"/>
                  </a:lnTo>
                  <a:lnTo>
                    <a:pt x="226040" y="6177"/>
                  </a:lnTo>
                  <a:lnTo>
                    <a:pt x="221065" y="4394"/>
                  </a:lnTo>
                  <a:lnTo>
                    <a:pt x="216036" y="2769"/>
                  </a:lnTo>
                  <a:lnTo>
                    <a:pt x="210958" y="1303"/>
                  </a:lnTo>
                  <a:lnTo>
                    <a:pt x="205837" y="0"/>
                  </a:lnTo>
                  <a:lnTo>
                    <a:pt x="167157" y="1626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781287" y="2126963"/>
              <a:ext cx="38679" cy="167167"/>
            </a:xfrm>
            <a:custGeom>
              <a:avLst/>
              <a:pathLst>
                <a:path w="38679" h="167167">
                  <a:moveTo>
                    <a:pt x="38679" y="4536"/>
                  </a:moveTo>
                  <a:lnTo>
                    <a:pt x="32322" y="3154"/>
                  </a:lnTo>
                  <a:lnTo>
                    <a:pt x="25917" y="2021"/>
                  </a:lnTo>
                  <a:lnTo>
                    <a:pt x="19472" y="1137"/>
                  </a:lnTo>
                  <a:lnTo>
                    <a:pt x="12997" y="506"/>
                  </a:lnTo>
                  <a:lnTo>
                    <a:pt x="6503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423591" y="2633064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8" y="83"/>
                  </a:lnTo>
                  <a:lnTo>
                    <a:pt x="156586" y="334"/>
                  </a:lnTo>
                  <a:lnTo>
                    <a:pt x="151313" y="752"/>
                  </a:lnTo>
                  <a:lnTo>
                    <a:pt x="146057" y="1336"/>
                  </a:lnTo>
                  <a:lnTo>
                    <a:pt x="140822" y="2087"/>
                  </a:lnTo>
                  <a:lnTo>
                    <a:pt x="135613" y="3003"/>
                  </a:lnTo>
                  <a:lnTo>
                    <a:pt x="130435" y="4083"/>
                  </a:lnTo>
                  <a:lnTo>
                    <a:pt x="125295" y="5326"/>
                  </a:lnTo>
                  <a:lnTo>
                    <a:pt x="120196" y="6731"/>
                  </a:lnTo>
                  <a:lnTo>
                    <a:pt x="115145" y="8297"/>
                  </a:lnTo>
                  <a:lnTo>
                    <a:pt x="110145" y="10022"/>
                  </a:lnTo>
                  <a:lnTo>
                    <a:pt x="105202" y="11904"/>
                  </a:lnTo>
                  <a:lnTo>
                    <a:pt x="100322" y="13941"/>
                  </a:lnTo>
                  <a:lnTo>
                    <a:pt x="95508" y="16132"/>
                  </a:lnTo>
                  <a:lnTo>
                    <a:pt x="90766" y="18474"/>
                  </a:lnTo>
                  <a:lnTo>
                    <a:pt x="86101" y="20965"/>
                  </a:lnTo>
                  <a:lnTo>
                    <a:pt x="81516" y="23603"/>
                  </a:lnTo>
                  <a:lnTo>
                    <a:pt x="77018" y="26384"/>
                  </a:lnTo>
                  <a:lnTo>
                    <a:pt x="72609" y="29305"/>
                  </a:lnTo>
                  <a:lnTo>
                    <a:pt x="68296" y="32365"/>
                  </a:lnTo>
                  <a:lnTo>
                    <a:pt x="64081" y="35560"/>
                  </a:lnTo>
                  <a:lnTo>
                    <a:pt x="59969" y="38887"/>
                  </a:lnTo>
                  <a:lnTo>
                    <a:pt x="55965" y="42341"/>
                  </a:lnTo>
                  <a:lnTo>
                    <a:pt x="52072" y="45921"/>
                  </a:lnTo>
                  <a:lnTo>
                    <a:pt x="48294" y="49623"/>
                  </a:lnTo>
                  <a:lnTo>
                    <a:pt x="44635" y="53441"/>
                  </a:lnTo>
                  <a:lnTo>
                    <a:pt x="41099" y="57374"/>
                  </a:lnTo>
                  <a:lnTo>
                    <a:pt x="37689" y="61417"/>
                  </a:lnTo>
                  <a:lnTo>
                    <a:pt x="34408" y="65565"/>
                  </a:lnTo>
                  <a:lnTo>
                    <a:pt x="31261" y="69815"/>
                  </a:lnTo>
                  <a:lnTo>
                    <a:pt x="28249" y="74163"/>
                  </a:lnTo>
                  <a:lnTo>
                    <a:pt x="25377" y="78604"/>
                  </a:lnTo>
                  <a:lnTo>
                    <a:pt x="22646" y="83133"/>
                  </a:lnTo>
                  <a:lnTo>
                    <a:pt x="20060" y="87746"/>
                  </a:lnTo>
                  <a:lnTo>
                    <a:pt x="17621" y="92439"/>
                  </a:lnTo>
                  <a:lnTo>
                    <a:pt x="15332" y="97207"/>
                  </a:lnTo>
                  <a:lnTo>
                    <a:pt x="13195" y="102045"/>
                  </a:lnTo>
                  <a:lnTo>
                    <a:pt x="11212" y="106948"/>
                  </a:lnTo>
                  <a:lnTo>
                    <a:pt x="9385" y="111911"/>
                  </a:lnTo>
                  <a:lnTo>
                    <a:pt x="7716" y="116930"/>
                  </a:lnTo>
                  <a:lnTo>
                    <a:pt x="6207" y="121998"/>
                  </a:lnTo>
                  <a:lnTo>
                    <a:pt x="4859" y="127113"/>
                  </a:lnTo>
                  <a:lnTo>
                    <a:pt x="3673" y="132267"/>
                  </a:lnTo>
                  <a:lnTo>
                    <a:pt x="2651" y="137456"/>
                  </a:lnTo>
                  <a:lnTo>
                    <a:pt x="1793" y="142674"/>
                  </a:lnTo>
                  <a:lnTo>
                    <a:pt x="1101" y="147918"/>
                  </a:lnTo>
                  <a:lnTo>
                    <a:pt x="575" y="153180"/>
                  </a:lnTo>
                  <a:lnTo>
                    <a:pt x="216" y="158457"/>
                  </a:lnTo>
                  <a:lnTo>
                    <a:pt x="24" y="163742"/>
                  </a:lnTo>
                  <a:lnTo>
                    <a:pt x="0" y="169031"/>
                  </a:lnTo>
                  <a:lnTo>
                    <a:pt x="142" y="174318"/>
                  </a:lnTo>
                  <a:lnTo>
                    <a:pt x="452" y="179598"/>
                  </a:lnTo>
                  <a:lnTo>
                    <a:pt x="929" y="184865"/>
                  </a:lnTo>
                  <a:lnTo>
                    <a:pt x="1572" y="190114"/>
                  </a:lnTo>
                  <a:lnTo>
                    <a:pt x="2380" y="195341"/>
                  </a:lnTo>
                  <a:lnTo>
                    <a:pt x="3354" y="200539"/>
                  </a:lnTo>
                  <a:lnTo>
                    <a:pt x="4492" y="205704"/>
                  </a:lnTo>
                  <a:lnTo>
                    <a:pt x="5792" y="210831"/>
                  </a:lnTo>
                  <a:lnTo>
                    <a:pt x="7254" y="215913"/>
                  </a:lnTo>
                  <a:lnTo>
                    <a:pt x="8876" y="220947"/>
                  </a:lnTo>
                  <a:lnTo>
                    <a:pt x="10657" y="225927"/>
                  </a:lnTo>
                  <a:lnTo>
                    <a:pt x="12594" y="230849"/>
                  </a:lnTo>
                  <a:lnTo>
                    <a:pt x="14686" y="235706"/>
                  </a:lnTo>
                  <a:lnTo>
                    <a:pt x="16930" y="240495"/>
                  </a:lnTo>
                  <a:lnTo>
                    <a:pt x="19325" y="245210"/>
                  </a:lnTo>
                  <a:lnTo>
                    <a:pt x="21868" y="249848"/>
                  </a:lnTo>
                  <a:lnTo>
                    <a:pt x="24556" y="254403"/>
                  </a:lnTo>
                  <a:lnTo>
                    <a:pt x="27387" y="258870"/>
                  </a:lnTo>
                  <a:lnTo>
                    <a:pt x="30358" y="263245"/>
                  </a:lnTo>
                  <a:lnTo>
                    <a:pt x="33466" y="267525"/>
                  </a:lnTo>
                  <a:lnTo>
                    <a:pt x="36707" y="271704"/>
                  </a:lnTo>
                  <a:lnTo>
                    <a:pt x="40079" y="275778"/>
                  </a:lnTo>
                  <a:lnTo>
                    <a:pt x="43579" y="279743"/>
                  </a:lnTo>
                  <a:lnTo>
                    <a:pt x="47202" y="283596"/>
                  </a:lnTo>
                  <a:lnTo>
                    <a:pt x="50945" y="287333"/>
                  </a:lnTo>
                  <a:lnTo>
                    <a:pt x="54804" y="290949"/>
                  </a:lnTo>
                  <a:lnTo>
                    <a:pt x="58776" y="294441"/>
                  </a:lnTo>
                  <a:lnTo>
                    <a:pt x="62857" y="297806"/>
                  </a:lnTo>
                  <a:lnTo>
                    <a:pt x="67041" y="301040"/>
                  </a:lnTo>
                  <a:lnTo>
                    <a:pt x="71326" y="304140"/>
                  </a:lnTo>
                  <a:lnTo>
                    <a:pt x="75707" y="307103"/>
                  </a:lnTo>
                  <a:lnTo>
                    <a:pt x="80180" y="309925"/>
                  </a:lnTo>
                  <a:lnTo>
                    <a:pt x="84739" y="312605"/>
                  </a:lnTo>
                  <a:lnTo>
                    <a:pt x="89381" y="315140"/>
                  </a:lnTo>
                  <a:lnTo>
                    <a:pt x="94101" y="317526"/>
                  </a:lnTo>
                  <a:lnTo>
                    <a:pt x="98894" y="319762"/>
                  </a:lnTo>
                  <a:lnTo>
                    <a:pt x="103755" y="321845"/>
                  </a:lnTo>
                  <a:lnTo>
                    <a:pt x="108680" y="323773"/>
                  </a:lnTo>
                  <a:lnTo>
                    <a:pt x="113663" y="325544"/>
                  </a:lnTo>
                  <a:lnTo>
                    <a:pt x="118700" y="327157"/>
                  </a:lnTo>
                  <a:lnTo>
                    <a:pt x="123786" y="328610"/>
                  </a:lnTo>
                  <a:lnTo>
                    <a:pt x="128914" y="329901"/>
                  </a:lnTo>
                  <a:lnTo>
                    <a:pt x="134081" y="331030"/>
                  </a:lnTo>
                  <a:lnTo>
                    <a:pt x="139281" y="331994"/>
                  </a:lnTo>
                  <a:lnTo>
                    <a:pt x="144510" y="332793"/>
                  </a:lnTo>
                  <a:lnTo>
                    <a:pt x="149760" y="333427"/>
                  </a:lnTo>
                  <a:lnTo>
                    <a:pt x="155028" y="333894"/>
                  </a:lnTo>
                  <a:lnTo>
                    <a:pt x="160309" y="334194"/>
                  </a:lnTo>
                  <a:lnTo>
                    <a:pt x="165596" y="334327"/>
                  </a:lnTo>
                  <a:lnTo>
                    <a:pt x="170884" y="334293"/>
                  </a:lnTo>
                  <a:lnTo>
                    <a:pt x="176169" y="334091"/>
                  </a:lnTo>
                  <a:lnTo>
                    <a:pt x="181445" y="333723"/>
                  </a:lnTo>
                  <a:lnTo>
                    <a:pt x="186707" y="333187"/>
                  </a:lnTo>
                  <a:lnTo>
                    <a:pt x="191949" y="332486"/>
                  </a:lnTo>
                  <a:lnTo>
                    <a:pt x="197166" y="331619"/>
                  </a:lnTo>
                  <a:lnTo>
                    <a:pt x="202353" y="330587"/>
                  </a:lnTo>
                  <a:lnTo>
                    <a:pt x="207505" y="329392"/>
                  </a:lnTo>
                  <a:lnTo>
                    <a:pt x="212617" y="328034"/>
                  </a:lnTo>
                  <a:lnTo>
                    <a:pt x="217683" y="326516"/>
                  </a:lnTo>
                  <a:lnTo>
                    <a:pt x="222698" y="324838"/>
                  </a:lnTo>
                  <a:lnTo>
                    <a:pt x="227658" y="323002"/>
                  </a:lnTo>
                  <a:lnTo>
                    <a:pt x="232558" y="321010"/>
                  </a:lnTo>
                  <a:lnTo>
                    <a:pt x="237392" y="318864"/>
                  </a:lnTo>
                  <a:lnTo>
                    <a:pt x="242155" y="316566"/>
                  </a:lnTo>
                  <a:lnTo>
                    <a:pt x="246844" y="314119"/>
                  </a:lnTo>
                  <a:lnTo>
                    <a:pt x="251452" y="311525"/>
                  </a:lnTo>
                  <a:lnTo>
                    <a:pt x="255977" y="308786"/>
                  </a:lnTo>
                  <a:lnTo>
                    <a:pt x="260412" y="305905"/>
                  </a:lnTo>
                  <a:lnTo>
                    <a:pt x="264754" y="302886"/>
                  </a:lnTo>
                  <a:lnTo>
                    <a:pt x="268999" y="299731"/>
                  </a:lnTo>
                  <a:lnTo>
                    <a:pt x="273141" y="296443"/>
                  </a:lnTo>
                  <a:lnTo>
                    <a:pt x="277178" y="293025"/>
                  </a:lnTo>
                  <a:lnTo>
                    <a:pt x="281104" y="289482"/>
                  </a:lnTo>
                  <a:lnTo>
                    <a:pt x="284916" y="285816"/>
                  </a:lnTo>
                  <a:lnTo>
                    <a:pt x="288611" y="282031"/>
                  </a:lnTo>
                  <a:lnTo>
                    <a:pt x="292183" y="278132"/>
                  </a:lnTo>
                  <a:lnTo>
                    <a:pt x="295631" y="274121"/>
                  </a:lnTo>
                  <a:lnTo>
                    <a:pt x="298950" y="270004"/>
                  </a:lnTo>
                  <a:lnTo>
                    <a:pt x="302137" y="265783"/>
                  </a:lnTo>
                  <a:lnTo>
                    <a:pt x="305189" y="261464"/>
                  </a:lnTo>
                  <a:lnTo>
                    <a:pt x="308103" y="257050"/>
                  </a:lnTo>
                  <a:lnTo>
                    <a:pt x="310876" y="252546"/>
                  </a:lnTo>
                  <a:lnTo>
                    <a:pt x="313505" y="247957"/>
                  </a:lnTo>
                  <a:lnTo>
                    <a:pt x="315987" y="243287"/>
                  </a:lnTo>
                  <a:lnTo>
                    <a:pt x="318321" y="238541"/>
                  </a:lnTo>
                  <a:lnTo>
                    <a:pt x="320503" y="233724"/>
                  </a:lnTo>
                  <a:lnTo>
                    <a:pt x="322532" y="228839"/>
                  </a:lnTo>
                  <a:lnTo>
                    <a:pt x="324405" y="223893"/>
                  </a:lnTo>
                  <a:lnTo>
                    <a:pt x="326121" y="218891"/>
                  </a:lnTo>
                  <a:lnTo>
                    <a:pt x="327677" y="213836"/>
                  </a:lnTo>
                  <a:lnTo>
                    <a:pt x="329073" y="208735"/>
                  </a:lnTo>
                  <a:lnTo>
                    <a:pt x="330307" y="203592"/>
                  </a:lnTo>
                  <a:lnTo>
                    <a:pt x="331378" y="198413"/>
                  </a:lnTo>
                  <a:lnTo>
                    <a:pt x="332284" y="193202"/>
                  </a:lnTo>
                  <a:lnTo>
                    <a:pt x="333025" y="187966"/>
                  </a:lnTo>
                  <a:lnTo>
                    <a:pt x="333600" y="182708"/>
                  </a:lnTo>
                  <a:lnTo>
                    <a:pt x="334008" y="177435"/>
                  </a:lnTo>
                  <a:lnTo>
                    <a:pt x="334250" y="172152"/>
                  </a:lnTo>
                  <a:lnTo>
                    <a:pt x="334324" y="166864"/>
                  </a:lnTo>
                  <a:lnTo>
                    <a:pt x="334230" y="161576"/>
                  </a:lnTo>
                  <a:lnTo>
                    <a:pt x="333970" y="156293"/>
                  </a:lnTo>
                  <a:lnTo>
                    <a:pt x="333543" y="151022"/>
                  </a:lnTo>
                  <a:lnTo>
                    <a:pt x="332949" y="145767"/>
                  </a:lnTo>
                  <a:lnTo>
                    <a:pt x="332189" y="140533"/>
                  </a:lnTo>
                  <a:lnTo>
                    <a:pt x="331263" y="135325"/>
                  </a:lnTo>
                  <a:lnTo>
                    <a:pt x="330174" y="130150"/>
                  </a:lnTo>
                  <a:lnTo>
                    <a:pt x="328921" y="125012"/>
                  </a:lnTo>
                  <a:lnTo>
                    <a:pt x="327507" y="119916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52980"/>
              <a:ext cx="160350" cy="47251"/>
            </a:xfrm>
            <a:custGeom>
              <a:avLst/>
              <a:pathLst>
                <a:path w="160350" h="47251">
                  <a:moveTo>
                    <a:pt x="160350" y="0"/>
                  </a:moveTo>
                  <a:lnTo>
                    <a:pt x="0" y="472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647540"/>
              <a:ext cx="160350" cy="152690"/>
            </a:xfrm>
            <a:custGeom>
              <a:avLst/>
              <a:pathLst>
                <a:path w="160350" h="152690">
                  <a:moveTo>
                    <a:pt x="160350" y="105439"/>
                  </a:moveTo>
                  <a:lnTo>
                    <a:pt x="158690" y="100132"/>
                  </a:lnTo>
                  <a:lnTo>
                    <a:pt x="156853" y="94882"/>
                  </a:lnTo>
                  <a:lnTo>
                    <a:pt x="154844" y="89697"/>
                  </a:lnTo>
                  <a:lnTo>
                    <a:pt x="152663" y="84581"/>
                  </a:lnTo>
                  <a:lnTo>
                    <a:pt x="150313" y="79541"/>
                  </a:lnTo>
                  <a:lnTo>
                    <a:pt x="147796" y="74581"/>
                  </a:lnTo>
                  <a:lnTo>
                    <a:pt x="145116" y="69708"/>
                  </a:lnTo>
                  <a:lnTo>
                    <a:pt x="142276" y="64927"/>
                  </a:lnTo>
                  <a:lnTo>
                    <a:pt x="139278" y="60243"/>
                  </a:lnTo>
                  <a:lnTo>
                    <a:pt x="136126" y="55662"/>
                  </a:lnTo>
                  <a:lnTo>
                    <a:pt x="132823" y="51187"/>
                  </a:lnTo>
                  <a:lnTo>
                    <a:pt x="129373" y="46825"/>
                  </a:lnTo>
                  <a:lnTo>
                    <a:pt x="125780" y="42581"/>
                  </a:lnTo>
                  <a:lnTo>
                    <a:pt x="122048" y="38458"/>
                  </a:lnTo>
                  <a:lnTo>
                    <a:pt x="118181" y="34461"/>
                  </a:lnTo>
                  <a:lnTo>
                    <a:pt x="114183" y="30595"/>
                  </a:lnTo>
                  <a:lnTo>
                    <a:pt x="110058" y="26865"/>
                  </a:lnTo>
                  <a:lnTo>
                    <a:pt x="105812" y="23274"/>
                  </a:lnTo>
                  <a:lnTo>
                    <a:pt x="101448" y="19826"/>
                  </a:lnTo>
                  <a:lnTo>
                    <a:pt x="96973" y="16525"/>
                  </a:lnTo>
                  <a:lnTo>
                    <a:pt x="92390" y="13374"/>
                  </a:lnTo>
                  <a:lnTo>
                    <a:pt x="87705" y="10378"/>
                  </a:lnTo>
                  <a:lnTo>
                    <a:pt x="82922" y="7540"/>
                  </a:lnTo>
                  <a:lnTo>
                    <a:pt x="78048" y="4862"/>
                  </a:lnTo>
                  <a:lnTo>
                    <a:pt x="73088" y="2347"/>
                  </a:lnTo>
                  <a:lnTo>
                    <a:pt x="68047" y="0"/>
                  </a:lnTo>
                  <a:lnTo>
                    <a:pt x="0" y="1526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633064"/>
              <a:ext cx="68047" cy="167167"/>
            </a:xfrm>
            <a:custGeom>
              <a:avLst/>
              <a:pathLst>
                <a:path w="68047" h="167167">
                  <a:moveTo>
                    <a:pt x="68047" y="14476"/>
                  </a:moveTo>
                  <a:lnTo>
                    <a:pt x="62672" y="12192"/>
                  </a:lnTo>
                  <a:lnTo>
                    <a:pt x="57220" y="10098"/>
                  </a:lnTo>
                  <a:lnTo>
                    <a:pt x="51699" y="8195"/>
                  </a:lnTo>
                  <a:lnTo>
                    <a:pt x="46115" y="6486"/>
                  </a:lnTo>
                  <a:lnTo>
                    <a:pt x="40474" y="4973"/>
                  </a:lnTo>
                  <a:lnTo>
                    <a:pt x="34784" y="3659"/>
                  </a:lnTo>
                  <a:lnTo>
                    <a:pt x="29052" y="2543"/>
                  </a:lnTo>
                  <a:lnTo>
                    <a:pt x="23284" y="1629"/>
                  </a:lnTo>
                  <a:lnTo>
                    <a:pt x="17488" y="917"/>
                  </a:lnTo>
                  <a:lnTo>
                    <a:pt x="11670" y="407"/>
                  </a:lnTo>
                  <a:lnTo>
                    <a:pt x="5838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358825" y="3170392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5"/>
                  </a:lnTo>
                  <a:lnTo>
                    <a:pt x="151301" y="753"/>
                  </a:lnTo>
                  <a:lnTo>
                    <a:pt x="146041" y="1338"/>
                  </a:lnTo>
                  <a:lnTo>
                    <a:pt x="140803" y="2090"/>
                  </a:lnTo>
                  <a:lnTo>
                    <a:pt x="135590" y="3006"/>
                  </a:lnTo>
                  <a:lnTo>
                    <a:pt x="130410" y="4088"/>
                  </a:lnTo>
                  <a:lnTo>
                    <a:pt x="125266" y="5333"/>
                  </a:lnTo>
                  <a:lnTo>
                    <a:pt x="120164" y="6740"/>
                  </a:lnTo>
                  <a:lnTo>
                    <a:pt x="115110" y="8308"/>
                  </a:lnTo>
                  <a:lnTo>
                    <a:pt x="110107" y="10035"/>
                  </a:lnTo>
                  <a:lnTo>
                    <a:pt x="105162" y="11919"/>
                  </a:lnTo>
                  <a:lnTo>
                    <a:pt x="100279" y="13959"/>
                  </a:lnTo>
                  <a:lnTo>
                    <a:pt x="95463" y="16153"/>
                  </a:lnTo>
                  <a:lnTo>
                    <a:pt x="90718" y="18498"/>
                  </a:lnTo>
                  <a:lnTo>
                    <a:pt x="86051" y="20992"/>
                  </a:lnTo>
                  <a:lnTo>
                    <a:pt x="81464" y="23633"/>
                  </a:lnTo>
                  <a:lnTo>
                    <a:pt x="76964" y="26417"/>
                  </a:lnTo>
                  <a:lnTo>
                    <a:pt x="72554" y="29342"/>
                  </a:lnTo>
                  <a:lnTo>
                    <a:pt x="68238" y="32406"/>
                  </a:lnTo>
                  <a:lnTo>
                    <a:pt x="64022" y="35605"/>
                  </a:lnTo>
                  <a:lnTo>
                    <a:pt x="59909" y="38935"/>
                  </a:lnTo>
                  <a:lnTo>
                    <a:pt x="55904" y="42394"/>
                  </a:lnTo>
                  <a:lnTo>
                    <a:pt x="52010" y="45978"/>
                  </a:lnTo>
                  <a:lnTo>
                    <a:pt x="48232" y="49684"/>
                  </a:lnTo>
                  <a:lnTo>
                    <a:pt x="44572" y="53507"/>
                  </a:lnTo>
                  <a:lnTo>
                    <a:pt x="41036" y="57444"/>
                  </a:lnTo>
                  <a:lnTo>
                    <a:pt x="37626" y="61492"/>
                  </a:lnTo>
                  <a:lnTo>
                    <a:pt x="34346" y="65645"/>
                  </a:lnTo>
                  <a:lnTo>
                    <a:pt x="31199" y="69899"/>
                  </a:lnTo>
                  <a:lnTo>
                    <a:pt x="28188" y="74252"/>
                  </a:lnTo>
                  <a:lnTo>
                    <a:pt x="25316" y="78697"/>
                  </a:lnTo>
                  <a:lnTo>
                    <a:pt x="22587" y="83231"/>
                  </a:lnTo>
                  <a:lnTo>
                    <a:pt x="20003" y="87850"/>
                  </a:lnTo>
                  <a:lnTo>
                    <a:pt x="17566" y="92547"/>
                  </a:lnTo>
                  <a:lnTo>
                    <a:pt x="15278" y="97320"/>
                  </a:lnTo>
                  <a:lnTo>
                    <a:pt x="13144" y="102162"/>
                  </a:lnTo>
                  <a:lnTo>
                    <a:pt x="11163" y="107070"/>
                  </a:lnTo>
                  <a:lnTo>
                    <a:pt x="9339" y="112038"/>
                  </a:lnTo>
                  <a:lnTo>
                    <a:pt x="7673" y="117061"/>
                  </a:lnTo>
                  <a:lnTo>
                    <a:pt x="6167" y="122135"/>
                  </a:lnTo>
                  <a:lnTo>
                    <a:pt x="4822" y="127253"/>
                  </a:lnTo>
                  <a:lnTo>
                    <a:pt x="3640" y="132412"/>
                  </a:lnTo>
                  <a:lnTo>
                    <a:pt x="2622" y="137605"/>
                  </a:lnTo>
                  <a:lnTo>
                    <a:pt x="1768" y="142828"/>
                  </a:lnTo>
                  <a:lnTo>
                    <a:pt x="1081" y="148075"/>
                  </a:lnTo>
                  <a:lnTo>
                    <a:pt x="560" y="153342"/>
                  </a:lnTo>
                  <a:lnTo>
                    <a:pt x="206" y="158622"/>
                  </a:lnTo>
                  <a:lnTo>
                    <a:pt x="19" y="163911"/>
                  </a:lnTo>
                  <a:lnTo>
                    <a:pt x="0" y="169203"/>
                  </a:lnTo>
                  <a:lnTo>
                    <a:pt x="148" y="174493"/>
                  </a:lnTo>
                  <a:lnTo>
                    <a:pt x="463" y="179776"/>
                  </a:lnTo>
                  <a:lnTo>
                    <a:pt x="946" y="185046"/>
                  </a:lnTo>
                  <a:lnTo>
                    <a:pt x="1595" y="190299"/>
                  </a:lnTo>
                  <a:lnTo>
                    <a:pt x="2410" y="195528"/>
                  </a:lnTo>
                  <a:lnTo>
                    <a:pt x="3391" y="200728"/>
                  </a:lnTo>
                  <a:lnTo>
                    <a:pt x="4535" y="205895"/>
                  </a:lnTo>
                  <a:lnTo>
                    <a:pt x="5843" y="211024"/>
                  </a:lnTo>
                  <a:lnTo>
                    <a:pt x="7312" y="216108"/>
                  </a:lnTo>
                  <a:lnTo>
                    <a:pt x="8941" y="221143"/>
                  </a:lnTo>
                  <a:lnTo>
                    <a:pt x="10729" y="226124"/>
                  </a:lnTo>
                  <a:lnTo>
                    <a:pt x="12673" y="231046"/>
                  </a:lnTo>
                  <a:lnTo>
                    <a:pt x="14773" y="235904"/>
                  </a:lnTo>
                  <a:lnTo>
                    <a:pt x="17025" y="240693"/>
                  </a:lnTo>
                  <a:lnTo>
                    <a:pt x="19428" y="245408"/>
                  </a:lnTo>
                  <a:lnTo>
                    <a:pt x="21978" y="250045"/>
                  </a:lnTo>
                  <a:lnTo>
                    <a:pt x="24675" y="254599"/>
                  </a:lnTo>
                  <a:lnTo>
                    <a:pt x="27514" y="259066"/>
                  </a:lnTo>
                  <a:lnTo>
                    <a:pt x="30493" y="263440"/>
                  </a:lnTo>
                  <a:lnTo>
                    <a:pt x="33609" y="267717"/>
                  </a:lnTo>
                  <a:lnTo>
                    <a:pt x="36858" y="271894"/>
                  </a:lnTo>
                  <a:lnTo>
                    <a:pt x="40239" y="275966"/>
                  </a:lnTo>
                  <a:lnTo>
                    <a:pt x="43746" y="279929"/>
                  </a:lnTo>
                  <a:lnTo>
                    <a:pt x="47377" y="283779"/>
                  </a:lnTo>
                  <a:lnTo>
                    <a:pt x="51129" y="287512"/>
                  </a:lnTo>
                  <a:lnTo>
                    <a:pt x="54996" y="291125"/>
                  </a:lnTo>
                  <a:lnTo>
                    <a:pt x="58976" y="294613"/>
                  </a:lnTo>
                  <a:lnTo>
                    <a:pt x="63065" y="297973"/>
                  </a:lnTo>
                  <a:lnTo>
                    <a:pt x="67258" y="301203"/>
                  </a:lnTo>
                  <a:lnTo>
                    <a:pt x="71550" y="304298"/>
                  </a:lnTo>
                  <a:lnTo>
                    <a:pt x="75939" y="307255"/>
                  </a:lnTo>
                  <a:lnTo>
                    <a:pt x="80419" y="310072"/>
                  </a:lnTo>
                  <a:lnTo>
                    <a:pt x="84986" y="312746"/>
                  </a:lnTo>
                  <a:lnTo>
                    <a:pt x="89636" y="315274"/>
                  </a:lnTo>
                  <a:lnTo>
                    <a:pt x="94363" y="317654"/>
                  </a:lnTo>
                  <a:lnTo>
                    <a:pt x="99163" y="319883"/>
                  </a:lnTo>
                  <a:lnTo>
                    <a:pt x="104031" y="321958"/>
                  </a:lnTo>
                  <a:lnTo>
                    <a:pt x="108962" y="323879"/>
                  </a:lnTo>
                  <a:lnTo>
                    <a:pt x="113952" y="325642"/>
                  </a:lnTo>
                  <a:lnTo>
                    <a:pt x="118995" y="327247"/>
                  </a:lnTo>
                  <a:lnTo>
                    <a:pt x="124086" y="328691"/>
                  </a:lnTo>
                  <a:lnTo>
                    <a:pt x="129221" y="329974"/>
                  </a:lnTo>
                  <a:lnTo>
                    <a:pt x="134393" y="331093"/>
                  </a:lnTo>
                  <a:lnTo>
                    <a:pt x="139599" y="332048"/>
                  </a:lnTo>
                  <a:lnTo>
                    <a:pt x="144832" y="332837"/>
                  </a:lnTo>
                  <a:lnTo>
                    <a:pt x="150087" y="333461"/>
                  </a:lnTo>
                  <a:lnTo>
                    <a:pt x="155360" y="333918"/>
                  </a:lnTo>
                  <a:lnTo>
                    <a:pt x="160644" y="334208"/>
                  </a:lnTo>
                  <a:lnTo>
                    <a:pt x="165935" y="334330"/>
                  </a:lnTo>
                  <a:lnTo>
                    <a:pt x="171227" y="334285"/>
                  </a:lnTo>
                  <a:lnTo>
                    <a:pt x="176515" y="334072"/>
                  </a:lnTo>
                  <a:lnTo>
                    <a:pt x="181793" y="333692"/>
                  </a:lnTo>
                  <a:lnTo>
                    <a:pt x="187057" y="333145"/>
                  </a:lnTo>
                  <a:lnTo>
                    <a:pt x="192301" y="332432"/>
                  </a:lnTo>
                  <a:lnTo>
                    <a:pt x="197520" y="331553"/>
                  </a:lnTo>
                  <a:lnTo>
                    <a:pt x="202708" y="330510"/>
                  </a:lnTo>
                  <a:lnTo>
                    <a:pt x="207861" y="329303"/>
                  </a:lnTo>
                  <a:lnTo>
                    <a:pt x="212973" y="327933"/>
                  </a:lnTo>
                  <a:lnTo>
                    <a:pt x="218039" y="326402"/>
                  </a:lnTo>
                  <a:lnTo>
                    <a:pt x="223054" y="324711"/>
                  </a:lnTo>
                  <a:lnTo>
                    <a:pt x="228013" y="322863"/>
                  </a:lnTo>
                  <a:lnTo>
                    <a:pt x="232911" y="320858"/>
                  </a:lnTo>
                  <a:lnTo>
                    <a:pt x="237743" y="318700"/>
                  </a:lnTo>
                  <a:lnTo>
                    <a:pt x="242504" y="316390"/>
                  </a:lnTo>
                  <a:lnTo>
                    <a:pt x="247190" y="313930"/>
                  </a:lnTo>
                  <a:lnTo>
                    <a:pt x="251795" y="311323"/>
                  </a:lnTo>
                  <a:lnTo>
                    <a:pt x="256316" y="308571"/>
                  </a:lnTo>
                  <a:lnTo>
                    <a:pt x="260747" y="305678"/>
                  </a:lnTo>
                  <a:lnTo>
                    <a:pt x="265085" y="302646"/>
                  </a:lnTo>
                  <a:lnTo>
                    <a:pt x="269324" y="299478"/>
                  </a:lnTo>
                  <a:lnTo>
                    <a:pt x="273461" y="296178"/>
                  </a:lnTo>
                  <a:lnTo>
                    <a:pt x="277492" y="292748"/>
                  </a:lnTo>
                  <a:lnTo>
                    <a:pt x="281412" y="289193"/>
                  </a:lnTo>
                  <a:lnTo>
                    <a:pt x="285217" y="285515"/>
                  </a:lnTo>
                  <a:lnTo>
                    <a:pt x="288904" y="281718"/>
                  </a:lnTo>
                  <a:lnTo>
                    <a:pt x="292469" y="277807"/>
                  </a:lnTo>
                  <a:lnTo>
                    <a:pt x="295909" y="273785"/>
                  </a:lnTo>
                  <a:lnTo>
                    <a:pt x="299219" y="269656"/>
                  </a:lnTo>
                  <a:lnTo>
                    <a:pt x="302397" y="265424"/>
                  </a:lnTo>
                  <a:lnTo>
                    <a:pt x="305440" y="261094"/>
                  </a:lnTo>
                  <a:lnTo>
                    <a:pt x="308343" y="256669"/>
                  </a:lnTo>
                  <a:lnTo>
                    <a:pt x="311106" y="252155"/>
                  </a:lnTo>
                  <a:lnTo>
                    <a:pt x="313724" y="247556"/>
                  </a:lnTo>
                  <a:lnTo>
                    <a:pt x="316195" y="242876"/>
                  </a:lnTo>
                  <a:lnTo>
                    <a:pt x="318517" y="238120"/>
                  </a:lnTo>
                  <a:lnTo>
                    <a:pt x="320687" y="233294"/>
                  </a:lnTo>
                  <a:lnTo>
                    <a:pt x="322703" y="228400"/>
                  </a:lnTo>
                  <a:lnTo>
                    <a:pt x="324564" y="223446"/>
                  </a:lnTo>
                  <a:lnTo>
                    <a:pt x="326266" y="218435"/>
                  </a:lnTo>
                  <a:lnTo>
                    <a:pt x="327809" y="213373"/>
                  </a:lnTo>
                  <a:lnTo>
                    <a:pt x="329191" y="208264"/>
                  </a:lnTo>
                  <a:lnTo>
                    <a:pt x="330411" y="203115"/>
                  </a:lnTo>
                  <a:lnTo>
                    <a:pt x="331467" y="197929"/>
                  </a:lnTo>
                  <a:lnTo>
                    <a:pt x="332359" y="192712"/>
                  </a:lnTo>
                  <a:lnTo>
                    <a:pt x="333084" y="187470"/>
                  </a:lnTo>
                  <a:lnTo>
                    <a:pt x="333644" y="182207"/>
                  </a:lnTo>
                  <a:lnTo>
                    <a:pt x="334037" y="176930"/>
                  </a:lnTo>
                  <a:lnTo>
                    <a:pt x="334262" y="171642"/>
                  </a:lnTo>
                  <a:lnTo>
                    <a:pt x="334320" y="166350"/>
                  </a:lnTo>
                  <a:lnTo>
                    <a:pt x="334210" y="161059"/>
                  </a:lnTo>
                  <a:lnTo>
                    <a:pt x="333933" y="155774"/>
                  </a:lnTo>
                  <a:lnTo>
                    <a:pt x="333489" y="150501"/>
                  </a:lnTo>
                  <a:lnTo>
                    <a:pt x="332878" y="145244"/>
                  </a:lnTo>
                  <a:lnTo>
                    <a:pt x="332101" y="140009"/>
                  </a:lnTo>
                  <a:lnTo>
                    <a:pt x="331159" y="134801"/>
                  </a:lnTo>
                  <a:lnTo>
                    <a:pt x="330052" y="129626"/>
                  </a:lnTo>
                  <a:lnTo>
                    <a:pt x="328782" y="124489"/>
                  </a:lnTo>
                  <a:lnTo>
                    <a:pt x="327350" y="119394"/>
                  </a:lnTo>
                  <a:lnTo>
                    <a:pt x="325758" y="114347"/>
                  </a:lnTo>
                  <a:lnTo>
                    <a:pt x="324006" y="109353"/>
                  </a:lnTo>
                  <a:lnTo>
                    <a:pt x="322098" y="104417"/>
                  </a:lnTo>
                  <a:lnTo>
                    <a:pt x="320034" y="99544"/>
                  </a:lnTo>
                  <a:lnTo>
                    <a:pt x="317817" y="94738"/>
                  </a:lnTo>
                  <a:lnTo>
                    <a:pt x="315448" y="90005"/>
                  </a:lnTo>
                  <a:lnTo>
                    <a:pt x="312932" y="85350"/>
                  </a:lnTo>
                  <a:lnTo>
                    <a:pt x="310269" y="80776"/>
                  </a:lnTo>
                  <a:lnTo>
                    <a:pt x="307462" y="76290"/>
                  </a:lnTo>
                  <a:lnTo>
                    <a:pt x="304515" y="71894"/>
                  </a:lnTo>
                  <a:lnTo>
                    <a:pt x="301431" y="67594"/>
                  </a:lnTo>
                  <a:lnTo>
                    <a:pt x="298211" y="63393"/>
                  </a:lnTo>
                  <a:lnTo>
                    <a:pt x="294861" y="59296"/>
                  </a:lnTo>
                  <a:lnTo>
                    <a:pt x="291382" y="55308"/>
                  </a:lnTo>
                  <a:lnTo>
                    <a:pt x="287779" y="51432"/>
                  </a:lnTo>
                  <a:lnTo>
                    <a:pt x="284055" y="47672"/>
                  </a:lnTo>
                  <a:lnTo>
                    <a:pt x="280214" y="44031"/>
                  </a:lnTo>
                  <a:lnTo>
                    <a:pt x="276260" y="40514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03687"/>
              <a:ext cx="109105" cy="133872"/>
            </a:xfrm>
            <a:custGeom>
              <a:avLst/>
              <a:pathLst>
                <a:path w="109105" h="133872">
                  <a:moveTo>
                    <a:pt x="109105" y="7219"/>
                  </a:moveTo>
                  <a:lnTo>
                    <a:pt x="100115" y="0"/>
                  </a:lnTo>
                  <a:lnTo>
                    <a:pt x="0" y="1338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170392"/>
              <a:ext cx="100115" cy="167167"/>
            </a:xfrm>
            <a:custGeom>
              <a:avLst/>
              <a:pathLst>
                <a:path w="100115" h="167167">
                  <a:moveTo>
                    <a:pt x="100115" y="33294"/>
                  </a:moveTo>
                  <a:lnTo>
                    <a:pt x="95534" y="29988"/>
                  </a:lnTo>
                  <a:lnTo>
                    <a:pt x="90844" y="26838"/>
                  </a:lnTo>
                  <a:lnTo>
                    <a:pt x="86051" y="23849"/>
                  </a:lnTo>
                  <a:lnTo>
                    <a:pt x="81159" y="21023"/>
                  </a:lnTo>
                  <a:lnTo>
                    <a:pt x="76175" y="18364"/>
                  </a:lnTo>
                  <a:lnTo>
                    <a:pt x="71103" y="15875"/>
                  </a:lnTo>
                  <a:lnTo>
                    <a:pt x="65951" y="13559"/>
                  </a:lnTo>
                  <a:lnTo>
                    <a:pt x="60723" y="11418"/>
                  </a:lnTo>
                  <a:lnTo>
                    <a:pt x="55425" y="9455"/>
                  </a:lnTo>
                  <a:lnTo>
                    <a:pt x="50065" y="7673"/>
                  </a:lnTo>
                  <a:lnTo>
                    <a:pt x="44647" y="6072"/>
                  </a:lnTo>
                  <a:lnTo>
                    <a:pt x="39178" y="4655"/>
                  </a:lnTo>
                  <a:lnTo>
                    <a:pt x="33665" y="3424"/>
                  </a:lnTo>
                  <a:lnTo>
                    <a:pt x="28113" y="2380"/>
                  </a:lnTo>
                  <a:lnTo>
                    <a:pt x="22529" y="1525"/>
                  </a:lnTo>
                  <a:lnTo>
                    <a:pt x="16919" y="858"/>
                  </a:lnTo>
                  <a:lnTo>
                    <a:pt x="11290" y="381"/>
                  </a:lnTo>
                  <a:lnTo>
                    <a:pt x="5648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423587" y="3707720"/>
              <a:ext cx="334326" cy="334318"/>
            </a:xfrm>
            <a:custGeom>
              <a:avLst/>
              <a:pathLst>
                <a:path w="334326" h="334318">
                  <a:moveTo>
                    <a:pt x="167161" y="0"/>
                  </a:moveTo>
                  <a:lnTo>
                    <a:pt x="161881" y="83"/>
                  </a:lnTo>
                  <a:lnTo>
                    <a:pt x="156606" y="333"/>
                  </a:lnTo>
                  <a:lnTo>
                    <a:pt x="151342" y="750"/>
                  </a:lnTo>
                  <a:lnTo>
                    <a:pt x="146093" y="1332"/>
                  </a:lnTo>
                  <a:lnTo>
                    <a:pt x="140866" y="2080"/>
                  </a:lnTo>
                  <a:lnTo>
                    <a:pt x="135665" y="2993"/>
                  </a:lnTo>
                  <a:lnTo>
                    <a:pt x="130495" y="4070"/>
                  </a:lnTo>
                  <a:lnTo>
                    <a:pt x="125362" y="5310"/>
                  </a:lnTo>
                  <a:lnTo>
                    <a:pt x="120270" y="6711"/>
                  </a:lnTo>
                  <a:lnTo>
                    <a:pt x="115226" y="8272"/>
                  </a:lnTo>
                  <a:lnTo>
                    <a:pt x="110233" y="9991"/>
                  </a:lnTo>
                  <a:lnTo>
                    <a:pt x="105297" y="11868"/>
                  </a:lnTo>
                  <a:lnTo>
                    <a:pt x="100423" y="13899"/>
                  </a:lnTo>
                  <a:lnTo>
                    <a:pt x="95615" y="16084"/>
                  </a:lnTo>
                  <a:lnTo>
                    <a:pt x="90879" y="18419"/>
                  </a:lnTo>
                  <a:lnTo>
                    <a:pt x="86218" y="20902"/>
                  </a:lnTo>
                  <a:lnTo>
                    <a:pt x="81639" y="23532"/>
                  </a:lnTo>
                  <a:lnTo>
                    <a:pt x="77145" y="26305"/>
                  </a:lnTo>
                  <a:lnTo>
                    <a:pt x="72741" y="29218"/>
                  </a:lnTo>
                  <a:lnTo>
                    <a:pt x="68431" y="32269"/>
                  </a:lnTo>
                  <a:lnTo>
                    <a:pt x="64219" y="35455"/>
                  </a:lnTo>
                  <a:lnTo>
                    <a:pt x="60110" y="38772"/>
                  </a:lnTo>
                  <a:lnTo>
                    <a:pt x="56108" y="42217"/>
                  </a:lnTo>
                  <a:lnTo>
                    <a:pt x="52217" y="45787"/>
                  </a:lnTo>
                  <a:lnTo>
                    <a:pt x="48441" y="49478"/>
                  </a:lnTo>
                  <a:lnTo>
                    <a:pt x="44783" y="53287"/>
                  </a:lnTo>
                  <a:lnTo>
                    <a:pt x="41247" y="57209"/>
                  </a:lnTo>
                  <a:lnTo>
                    <a:pt x="37837" y="61241"/>
                  </a:lnTo>
                  <a:lnTo>
                    <a:pt x="34556" y="65379"/>
                  </a:lnTo>
                  <a:lnTo>
                    <a:pt x="31407" y="69618"/>
                  </a:lnTo>
                  <a:lnTo>
                    <a:pt x="28393" y="73954"/>
                  </a:lnTo>
                  <a:lnTo>
                    <a:pt x="25519" y="78384"/>
                  </a:lnTo>
                  <a:lnTo>
                    <a:pt x="22785" y="82902"/>
                  </a:lnTo>
                  <a:lnTo>
                    <a:pt x="20195" y="87504"/>
                  </a:lnTo>
                  <a:lnTo>
                    <a:pt x="17753" y="92186"/>
                  </a:lnTo>
                  <a:lnTo>
                    <a:pt x="15459" y="96942"/>
                  </a:lnTo>
                  <a:lnTo>
                    <a:pt x="13316" y="101769"/>
                  </a:lnTo>
                  <a:lnTo>
                    <a:pt x="11328" y="106660"/>
                  </a:lnTo>
                  <a:lnTo>
                    <a:pt x="9494" y="111613"/>
                  </a:lnTo>
                  <a:lnTo>
                    <a:pt x="7818" y="116620"/>
                  </a:lnTo>
                  <a:lnTo>
                    <a:pt x="6301" y="121678"/>
                  </a:lnTo>
                  <a:lnTo>
                    <a:pt x="4945" y="126782"/>
                  </a:lnTo>
                  <a:lnTo>
                    <a:pt x="3750" y="131926"/>
                  </a:lnTo>
                  <a:lnTo>
                    <a:pt x="2718" y="137104"/>
                  </a:lnTo>
                  <a:lnTo>
                    <a:pt x="1851" y="142313"/>
                  </a:lnTo>
                  <a:lnTo>
                    <a:pt x="1148" y="147547"/>
                  </a:lnTo>
                  <a:lnTo>
                    <a:pt x="612" y="152800"/>
                  </a:lnTo>
                  <a:lnTo>
                    <a:pt x="241" y="158068"/>
                  </a:lnTo>
                  <a:lnTo>
                    <a:pt x="37" y="163345"/>
                  </a:lnTo>
                  <a:lnTo>
                    <a:pt x="0" y="168625"/>
                  </a:lnTo>
                  <a:lnTo>
                    <a:pt x="129" y="173904"/>
                  </a:lnTo>
                  <a:lnTo>
                    <a:pt x="425" y="179177"/>
                  </a:lnTo>
                  <a:lnTo>
                    <a:pt x="888" y="184437"/>
                  </a:lnTo>
                  <a:lnTo>
                    <a:pt x="1516" y="189680"/>
                  </a:lnTo>
                  <a:lnTo>
                    <a:pt x="2310" y="194901"/>
                  </a:lnTo>
                  <a:lnTo>
                    <a:pt x="3268" y="200094"/>
                  </a:lnTo>
                  <a:lnTo>
                    <a:pt x="4390" y="205254"/>
                  </a:lnTo>
                  <a:lnTo>
                    <a:pt x="5674" y="210376"/>
                  </a:lnTo>
                  <a:lnTo>
                    <a:pt x="7119" y="215455"/>
                  </a:lnTo>
                  <a:lnTo>
                    <a:pt x="8724" y="220486"/>
                  </a:lnTo>
                  <a:lnTo>
                    <a:pt x="10488" y="225464"/>
                  </a:lnTo>
                  <a:lnTo>
                    <a:pt x="12407" y="230383"/>
                  </a:lnTo>
                  <a:lnTo>
                    <a:pt x="14481" y="235240"/>
                  </a:lnTo>
                  <a:lnTo>
                    <a:pt x="16707" y="240028"/>
                  </a:lnTo>
                  <a:lnTo>
                    <a:pt x="19084" y="244744"/>
                  </a:lnTo>
                  <a:lnTo>
                    <a:pt x="21608" y="249382"/>
                  </a:lnTo>
                  <a:lnTo>
                    <a:pt x="24277" y="253938"/>
                  </a:lnTo>
                  <a:lnTo>
                    <a:pt x="27089" y="258408"/>
                  </a:lnTo>
                  <a:lnTo>
                    <a:pt x="30041" y="262787"/>
                  </a:lnTo>
                  <a:lnTo>
                    <a:pt x="33129" y="267070"/>
                  </a:lnTo>
                  <a:lnTo>
                    <a:pt x="36352" y="271253"/>
                  </a:lnTo>
                  <a:lnTo>
                    <a:pt x="39705" y="275333"/>
                  </a:lnTo>
                  <a:lnTo>
                    <a:pt x="43185" y="279305"/>
                  </a:lnTo>
                  <a:lnTo>
                    <a:pt x="46788" y="283165"/>
                  </a:lnTo>
                  <a:lnTo>
                    <a:pt x="50512" y="286909"/>
                  </a:lnTo>
                  <a:lnTo>
                    <a:pt x="54353" y="290533"/>
                  </a:lnTo>
                  <a:lnTo>
                    <a:pt x="58305" y="294035"/>
                  </a:lnTo>
                  <a:lnTo>
                    <a:pt x="62367" y="297410"/>
                  </a:lnTo>
                  <a:lnTo>
                    <a:pt x="66533" y="300655"/>
                  </a:lnTo>
                  <a:lnTo>
                    <a:pt x="70799" y="303767"/>
                  </a:lnTo>
                  <a:lnTo>
                    <a:pt x="75162" y="306742"/>
                  </a:lnTo>
                  <a:lnTo>
                    <a:pt x="79616" y="309578"/>
                  </a:lnTo>
                  <a:lnTo>
                    <a:pt x="84158" y="312272"/>
                  </a:lnTo>
                  <a:lnTo>
                    <a:pt x="88783" y="314821"/>
                  </a:lnTo>
                  <a:lnTo>
                    <a:pt x="93485" y="317223"/>
                  </a:lnTo>
                  <a:lnTo>
                    <a:pt x="98262" y="319476"/>
                  </a:lnTo>
                  <a:lnTo>
                    <a:pt x="103107" y="321576"/>
                  </a:lnTo>
                  <a:lnTo>
                    <a:pt x="108016" y="323522"/>
                  </a:lnTo>
                  <a:lnTo>
                    <a:pt x="112984" y="325312"/>
                  </a:lnTo>
                  <a:lnTo>
                    <a:pt x="118006" y="326944"/>
                  </a:lnTo>
                  <a:lnTo>
                    <a:pt x="123077" y="328417"/>
                  </a:lnTo>
                  <a:lnTo>
                    <a:pt x="128192" y="329729"/>
                  </a:lnTo>
                  <a:lnTo>
                    <a:pt x="133346" y="330879"/>
                  </a:lnTo>
                  <a:lnTo>
                    <a:pt x="138534" y="331865"/>
                  </a:lnTo>
                  <a:lnTo>
                    <a:pt x="143750" y="332687"/>
                  </a:lnTo>
                  <a:lnTo>
                    <a:pt x="148990" y="333344"/>
                  </a:lnTo>
                  <a:lnTo>
                    <a:pt x="154248" y="333835"/>
                  </a:lnTo>
                  <a:lnTo>
                    <a:pt x="159518" y="334160"/>
                  </a:lnTo>
                  <a:lnTo>
                    <a:pt x="164797" y="334318"/>
                  </a:lnTo>
                  <a:lnTo>
                    <a:pt x="170077" y="334309"/>
                  </a:lnTo>
                  <a:lnTo>
                    <a:pt x="175355" y="334133"/>
                  </a:lnTo>
                  <a:lnTo>
                    <a:pt x="180625" y="333791"/>
                  </a:lnTo>
                  <a:lnTo>
                    <a:pt x="185881" y="333283"/>
                  </a:lnTo>
                  <a:lnTo>
                    <a:pt x="191118" y="332609"/>
                  </a:lnTo>
                  <a:lnTo>
                    <a:pt x="196332" y="331769"/>
                  </a:lnTo>
                  <a:lnTo>
                    <a:pt x="201516" y="330766"/>
                  </a:lnTo>
                  <a:lnTo>
                    <a:pt x="206666" y="329599"/>
                  </a:lnTo>
                  <a:lnTo>
                    <a:pt x="211777" y="328270"/>
                  </a:lnTo>
                  <a:lnTo>
                    <a:pt x="216843" y="326781"/>
                  </a:lnTo>
                  <a:lnTo>
                    <a:pt x="221860" y="325132"/>
                  </a:lnTo>
                  <a:lnTo>
                    <a:pt x="226822" y="323325"/>
                  </a:lnTo>
                  <a:lnTo>
                    <a:pt x="231724" y="321363"/>
                  </a:lnTo>
                  <a:lnTo>
                    <a:pt x="236563" y="319247"/>
                  </a:lnTo>
                  <a:lnTo>
                    <a:pt x="241331" y="316979"/>
                  </a:lnTo>
                  <a:lnTo>
                    <a:pt x="246026" y="314562"/>
                  </a:lnTo>
                  <a:lnTo>
                    <a:pt x="250642" y="311997"/>
                  </a:lnTo>
                  <a:lnTo>
                    <a:pt x="255175" y="309288"/>
                  </a:lnTo>
                  <a:lnTo>
                    <a:pt x="259620" y="306437"/>
                  </a:lnTo>
                  <a:lnTo>
                    <a:pt x="263973" y="303447"/>
                  </a:lnTo>
                  <a:lnTo>
                    <a:pt x="268229" y="300321"/>
                  </a:lnTo>
                  <a:lnTo>
                    <a:pt x="272384" y="297063"/>
                  </a:lnTo>
                  <a:lnTo>
                    <a:pt x="276435" y="293674"/>
                  </a:lnTo>
                  <a:lnTo>
                    <a:pt x="280376" y="290160"/>
                  </a:lnTo>
                  <a:lnTo>
                    <a:pt x="284204" y="286523"/>
                  </a:lnTo>
                  <a:lnTo>
                    <a:pt x="287916" y="282766"/>
                  </a:lnTo>
                  <a:lnTo>
                    <a:pt x="291507" y="278894"/>
                  </a:lnTo>
                  <a:lnTo>
                    <a:pt x="294973" y="274911"/>
                  </a:lnTo>
                  <a:lnTo>
                    <a:pt x="298313" y="270820"/>
                  </a:lnTo>
                  <a:lnTo>
                    <a:pt x="301521" y="266626"/>
                  </a:lnTo>
                  <a:lnTo>
                    <a:pt x="304596" y="262333"/>
                  </a:lnTo>
                  <a:lnTo>
                    <a:pt x="307533" y="257944"/>
                  </a:lnTo>
                  <a:lnTo>
                    <a:pt x="310330" y="253465"/>
                  </a:lnTo>
                  <a:lnTo>
                    <a:pt x="312984" y="248900"/>
                  </a:lnTo>
                  <a:lnTo>
                    <a:pt x="315493" y="244254"/>
                  </a:lnTo>
                  <a:lnTo>
                    <a:pt x="317854" y="239530"/>
                  </a:lnTo>
                  <a:lnTo>
                    <a:pt x="320064" y="234734"/>
                  </a:lnTo>
                  <a:lnTo>
                    <a:pt x="322122" y="229871"/>
                  </a:lnTo>
                  <a:lnTo>
                    <a:pt x="324026" y="224945"/>
                  </a:lnTo>
                  <a:lnTo>
                    <a:pt x="325772" y="219962"/>
                  </a:lnTo>
                  <a:lnTo>
                    <a:pt x="327361" y="214926"/>
                  </a:lnTo>
                  <a:lnTo>
                    <a:pt x="328789" y="209842"/>
                  </a:lnTo>
                  <a:lnTo>
                    <a:pt x="330056" y="204716"/>
                  </a:lnTo>
                  <a:lnTo>
                    <a:pt x="331161" y="199552"/>
                  </a:lnTo>
                  <a:lnTo>
                    <a:pt x="332102" y="194356"/>
                  </a:lnTo>
                  <a:lnTo>
                    <a:pt x="332879" y="189132"/>
                  </a:lnTo>
                  <a:lnTo>
                    <a:pt x="333490" y="183887"/>
                  </a:lnTo>
                  <a:lnTo>
                    <a:pt x="333935" y="178625"/>
                  </a:lnTo>
                  <a:lnTo>
                    <a:pt x="334214" y="173352"/>
                  </a:lnTo>
                  <a:lnTo>
                    <a:pt x="334326" y="168073"/>
                  </a:lnTo>
                  <a:lnTo>
                    <a:pt x="334271" y="162792"/>
                  </a:lnTo>
                  <a:lnTo>
                    <a:pt x="334049" y="157516"/>
                  </a:lnTo>
                  <a:lnTo>
                    <a:pt x="333661" y="152250"/>
                  </a:lnTo>
                  <a:lnTo>
                    <a:pt x="333107" y="146998"/>
                  </a:lnTo>
                  <a:lnTo>
                    <a:pt x="332387" y="141767"/>
                  </a:lnTo>
                  <a:lnTo>
                    <a:pt x="331502" y="136561"/>
                  </a:lnTo>
                  <a:lnTo>
                    <a:pt x="330454" y="131385"/>
                  </a:lnTo>
                  <a:lnTo>
                    <a:pt x="329242" y="126246"/>
                  </a:lnTo>
                  <a:lnTo>
                    <a:pt x="327869" y="121147"/>
                  </a:lnTo>
                  <a:lnTo>
                    <a:pt x="326335" y="116094"/>
                  </a:lnTo>
                  <a:lnTo>
                    <a:pt x="324642" y="111092"/>
                  </a:lnTo>
                  <a:lnTo>
                    <a:pt x="322793" y="106145"/>
                  </a:lnTo>
                  <a:lnTo>
                    <a:pt x="320788" y="101260"/>
                  </a:lnTo>
                  <a:lnTo>
                    <a:pt x="318629" y="96441"/>
                  </a:lnTo>
                  <a:lnTo>
                    <a:pt x="316320" y="91692"/>
                  </a:lnTo>
                  <a:lnTo>
                    <a:pt x="313862" y="87018"/>
                  </a:lnTo>
                  <a:lnTo>
                    <a:pt x="311257" y="82425"/>
                  </a:lnTo>
                  <a:lnTo>
                    <a:pt x="308508" y="77916"/>
                  </a:lnTo>
                  <a:lnTo>
                    <a:pt x="305619" y="73496"/>
                  </a:lnTo>
                  <a:lnTo>
                    <a:pt x="302591" y="69169"/>
                  </a:lnTo>
                  <a:lnTo>
                    <a:pt x="299428" y="64941"/>
                  </a:lnTo>
                  <a:lnTo>
                    <a:pt x="296133" y="60814"/>
                  </a:lnTo>
                  <a:lnTo>
                    <a:pt x="292710" y="56793"/>
                  </a:lnTo>
                  <a:lnTo>
                    <a:pt x="289161" y="52883"/>
                  </a:lnTo>
                  <a:lnTo>
                    <a:pt x="285491" y="49087"/>
                  </a:lnTo>
                  <a:lnTo>
                    <a:pt x="281702" y="45408"/>
                  </a:lnTo>
                  <a:lnTo>
                    <a:pt x="277799" y="41851"/>
                  </a:lnTo>
                  <a:lnTo>
                    <a:pt x="273786" y="38419"/>
                  </a:lnTo>
                  <a:lnTo>
                    <a:pt x="269666" y="35115"/>
                  </a:lnTo>
                  <a:lnTo>
                    <a:pt x="265444" y="31944"/>
                  </a:lnTo>
                  <a:lnTo>
                    <a:pt x="261124" y="28907"/>
                  </a:lnTo>
                  <a:lnTo>
                    <a:pt x="256710" y="26008"/>
                  </a:lnTo>
                  <a:lnTo>
                    <a:pt x="252207" y="23250"/>
                  </a:lnTo>
                  <a:lnTo>
                    <a:pt x="247619" y="20636"/>
                  </a:lnTo>
                  <a:lnTo>
                    <a:pt x="242950" y="18167"/>
                  </a:lnTo>
                  <a:lnTo>
                    <a:pt x="238206" y="15848"/>
                  </a:lnTo>
                  <a:lnTo>
                    <a:pt x="233391" y="13679"/>
                  </a:lnTo>
                  <a:lnTo>
                    <a:pt x="228511" y="11664"/>
                  </a:lnTo>
                  <a:lnTo>
                    <a:pt x="223568" y="9804"/>
                  </a:lnTo>
                  <a:lnTo>
                    <a:pt x="218570" y="8101"/>
                  </a:lnTo>
                  <a:lnTo>
                    <a:pt x="213520" y="6556"/>
                  </a:lnTo>
                  <a:lnTo>
                    <a:pt x="208424" y="5172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2893"/>
              <a:ext cx="41263" cy="161994"/>
            </a:xfrm>
            <a:custGeom>
              <a:avLst/>
              <a:pathLst>
                <a:path w="41263" h="161994">
                  <a:moveTo>
                    <a:pt x="41263" y="0"/>
                  </a:moveTo>
                  <a:lnTo>
                    <a:pt x="0" y="161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07720"/>
              <a:ext cx="41263" cy="167167"/>
            </a:xfrm>
            <a:custGeom>
              <a:avLst/>
              <a:pathLst>
                <a:path w="41263" h="167167">
                  <a:moveTo>
                    <a:pt x="41263" y="5172"/>
                  </a:moveTo>
                  <a:lnTo>
                    <a:pt x="34495" y="3597"/>
                  </a:lnTo>
                  <a:lnTo>
                    <a:pt x="27668" y="2305"/>
                  </a:lnTo>
                  <a:lnTo>
                    <a:pt x="20793" y="1298"/>
                  </a:lnTo>
                  <a:lnTo>
                    <a:pt x="13882" y="577"/>
                  </a:lnTo>
                  <a:lnTo>
                    <a:pt x="6947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14128" y="4213821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4" y="83"/>
                  </a:lnTo>
                  <a:lnTo>
                    <a:pt x="156594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5" y="2999"/>
                  </a:lnTo>
                  <a:lnTo>
                    <a:pt x="130461" y="4077"/>
                  </a:lnTo>
                  <a:lnTo>
                    <a:pt x="125324" y="5319"/>
                  </a:lnTo>
                  <a:lnTo>
                    <a:pt x="120228" y="6722"/>
                  </a:lnTo>
                  <a:lnTo>
                    <a:pt x="115179" y="8286"/>
                  </a:lnTo>
                  <a:lnTo>
                    <a:pt x="110183" y="10009"/>
                  </a:lnTo>
                  <a:lnTo>
                    <a:pt x="105243" y="11888"/>
                  </a:lnTo>
                  <a:lnTo>
                    <a:pt x="100365" y="13923"/>
                  </a:lnTo>
                  <a:lnTo>
                    <a:pt x="95554" y="16111"/>
                  </a:lnTo>
                  <a:lnTo>
                    <a:pt x="90814" y="18451"/>
                  </a:lnTo>
                  <a:lnTo>
                    <a:pt x="86151" y="20938"/>
                  </a:lnTo>
                  <a:lnTo>
                    <a:pt x="81569" y="23572"/>
                  </a:lnTo>
                  <a:lnTo>
                    <a:pt x="77072" y="26350"/>
                  </a:lnTo>
                  <a:lnTo>
                    <a:pt x="72666" y="29268"/>
                  </a:lnTo>
                  <a:lnTo>
                    <a:pt x="68354" y="32324"/>
                  </a:lnTo>
                  <a:lnTo>
                    <a:pt x="64140" y="35515"/>
                  </a:lnTo>
                  <a:lnTo>
                    <a:pt x="60030" y="38838"/>
                  </a:lnTo>
                  <a:lnTo>
                    <a:pt x="56026" y="42288"/>
                  </a:lnTo>
                  <a:lnTo>
                    <a:pt x="52134" y="45864"/>
                  </a:lnTo>
                  <a:lnTo>
                    <a:pt x="48357" y="49561"/>
                  </a:lnTo>
                  <a:lnTo>
                    <a:pt x="44698" y="53375"/>
                  </a:lnTo>
                  <a:lnTo>
                    <a:pt x="41162" y="57304"/>
                  </a:lnTo>
                  <a:lnTo>
                    <a:pt x="37752" y="61342"/>
                  </a:lnTo>
                  <a:lnTo>
                    <a:pt x="34471" y="65485"/>
                  </a:lnTo>
                  <a:lnTo>
                    <a:pt x="31323" y="69731"/>
                  </a:lnTo>
                  <a:lnTo>
                    <a:pt x="28311" y="74074"/>
                  </a:lnTo>
                  <a:lnTo>
                    <a:pt x="25437" y="78510"/>
                  </a:lnTo>
                  <a:lnTo>
                    <a:pt x="22706" y="83034"/>
                  </a:lnTo>
                  <a:lnTo>
                    <a:pt x="20118" y="87643"/>
                  </a:lnTo>
                  <a:lnTo>
                    <a:pt x="17678" y="92331"/>
                  </a:lnTo>
                  <a:lnTo>
                    <a:pt x="15387" y="97094"/>
                  </a:lnTo>
                  <a:lnTo>
                    <a:pt x="13247" y="101927"/>
                  </a:lnTo>
                  <a:lnTo>
                    <a:pt x="11262" y="106825"/>
                  </a:lnTo>
                  <a:lnTo>
                    <a:pt x="9432" y="111783"/>
                  </a:lnTo>
                  <a:lnTo>
                    <a:pt x="7760" y="116797"/>
                  </a:lnTo>
                  <a:lnTo>
                    <a:pt x="6247" y="121862"/>
                  </a:lnTo>
                  <a:lnTo>
                    <a:pt x="4895" y="126971"/>
                  </a:lnTo>
                  <a:lnTo>
                    <a:pt x="3706" y="132121"/>
                  </a:lnTo>
                  <a:lnTo>
                    <a:pt x="2680" y="137306"/>
                  </a:lnTo>
                  <a:lnTo>
                    <a:pt x="1818" y="142520"/>
                  </a:lnTo>
                  <a:lnTo>
                    <a:pt x="1121" y="147759"/>
                  </a:lnTo>
                  <a:lnTo>
                    <a:pt x="591" y="153018"/>
                  </a:lnTo>
                  <a:lnTo>
                    <a:pt x="227" y="158291"/>
                  </a:lnTo>
                  <a:lnTo>
                    <a:pt x="30" y="163572"/>
                  </a:lnTo>
                  <a:lnTo>
                    <a:pt x="0" y="168858"/>
                  </a:lnTo>
                  <a:lnTo>
                    <a:pt x="136" y="174141"/>
                  </a:lnTo>
                  <a:lnTo>
                    <a:pt x="440" y="179418"/>
                  </a:lnTo>
                  <a:lnTo>
                    <a:pt x="911" y="184682"/>
                  </a:lnTo>
                  <a:lnTo>
                    <a:pt x="1548" y="189929"/>
                  </a:lnTo>
                  <a:lnTo>
                    <a:pt x="2350" y="195153"/>
                  </a:lnTo>
                  <a:lnTo>
                    <a:pt x="3317" y="200349"/>
                  </a:lnTo>
                  <a:lnTo>
                    <a:pt x="4448" y="205512"/>
                  </a:lnTo>
                  <a:lnTo>
                    <a:pt x="5742" y="210636"/>
                  </a:lnTo>
                  <a:lnTo>
                    <a:pt x="7197" y="215718"/>
                  </a:lnTo>
                  <a:lnTo>
                    <a:pt x="8811" y="220750"/>
                  </a:lnTo>
                  <a:lnTo>
                    <a:pt x="10584" y="225729"/>
                  </a:lnTo>
                  <a:lnTo>
                    <a:pt x="12514" y="230650"/>
                  </a:lnTo>
                  <a:lnTo>
                    <a:pt x="14598" y="235507"/>
                  </a:lnTo>
                  <a:lnTo>
                    <a:pt x="16835" y="240295"/>
                  </a:lnTo>
                  <a:lnTo>
                    <a:pt x="19222" y="245011"/>
                  </a:lnTo>
                  <a:lnTo>
                    <a:pt x="21757" y="249649"/>
                  </a:lnTo>
                  <a:lnTo>
                    <a:pt x="24437" y="254204"/>
                  </a:lnTo>
                  <a:lnTo>
                    <a:pt x="27260" y="258673"/>
                  </a:lnTo>
                  <a:lnTo>
                    <a:pt x="30222" y="263049"/>
                  </a:lnTo>
                  <a:lnTo>
                    <a:pt x="33322" y="267330"/>
                  </a:lnTo>
                  <a:lnTo>
                    <a:pt x="36555" y="271511"/>
                  </a:lnTo>
                  <a:lnTo>
                    <a:pt x="39919" y="275588"/>
                  </a:lnTo>
                  <a:lnTo>
                    <a:pt x="43410" y="279556"/>
                  </a:lnTo>
                  <a:lnTo>
                    <a:pt x="47025" y="283412"/>
                  </a:lnTo>
                  <a:lnTo>
                    <a:pt x="50760" y="287152"/>
                  </a:lnTo>
                  <a:lnTo>
                    <a:pt x="54611" y="290771"/>
                  </a:lnTo>
                  <a:lnTo>
                    <a:pt x="58575" y="294268"/>
                  </a:lnTo>
                  <a:lnTo>
                    <a:pt x="62647" y="297637"/>
                  </a:lnTo>
                  <a:lnTo>
                    <a:pt x="66824" y="300875"/>
                  </a:lnTo>
                  <a:lnTo>
                    <a:pt x="71101" y="303980"/>
                  </a:lnTo>
                  <a:lnTo>
                    <a:pt x="75474" y="306949"/>
                  </a:lnTo>
                  <a:lnTo>
                    <a:pt x="79939" y="309777"/>
                  </a:lnTo>
                  <a:lnTo>
                    <a:pt x="84491" y="312463"/>
                  </a:lnTo>
                  <a:lnTo>
                    <a:pt x="89125" y="315004"/>
                  </a:lnTo>
                  <a:lnTo>
                    <a:pt x="93838" y="317397"/>
                  </a:lnTo>
                  <a:lnTo>
                    <a:pt x="98624" y="319640"/>
                  </a:lnTo>
                  <a:lnTo>
                    <a:pt x="103478" y="321730"/>
                  </a:lnTo>
                  <a:lnTo>
                    <a:pt x="108396" y="323666"/>
                  </a:lnTo>
                  <a:lnTo>
                    <a:pt x="113373" y="325445"/>
                  </a:lnTo>
                  <a:lnTo>
                    <a:pt x="118403" y="327067"/>
                  </a:lnTo>
                  <a:lnTo>
                    <a:pt x="123483" y="328528"/>
                  </a:lnTo>
                  <a:lnTo>
                    <a:pt x="128606" y="329828"/>
                  </a:lnTo>
                  <a:lnTo>
                    <a:pt x="133767" y="330966"/>
                  </a:lnTo>
                  <a:lnTo>
                    <a:pt x="138962" y="331939"/>
                  </a:lnTo>
                  <a:lnTo>
                    <a:pt x="144185" y="332748"/>
                  </a:lnTo>
                  <a:lnTo>
                    <a:pt x="149431" y="333392"/>
                  </a:lnTo>
                  <a:lnTo>
                    <a:pt x="154695" y="333869"/>
                  </a:lnTo>
                  <a:lnTo>
                    <a:pt x="159971" y="334180"/>
                  </a:lnTo>
                  <a:lnTo>
                    <a:pt x="165254" y="334324"/>
                  </a:lnTo>
                  <a:lnTo>
                    <a:pt x="170539" y="334300"/>
                  </a:lnTo>
                  <a:lnTo>
                    <a:pt x="175821" y="334110"/>
                  </a:lnTo>
                  <a:lnTo>
                    <a:pt x="181095" y="333752"/>
                  </a:lnTo>
                  <a:lnTo>
                    <a:pt x="186354" y="333229"/>
                  </a:lnTo>
                  <a:lnTo>
                    <a:pt x="191594" y="332539"/>
                  </a:lnTo>
                  <a:lnTo>
                    <a:pt x="196810" y="331684"/>
                  </a:lnTo>
                  <a:lnTo>
                    <a:pt x="201996" y="330664"/>
                  </a:lnTo>
                  <a:lnTo>
                    <a:pt x="207147" y="329481"/>
                  </a:lnTo>
                  <a:lnTo>
                    <a:pt x="212258" y="328136"/>
                  </a:lnTo>
                  <a:lnTo>
                    <a:pt x="217324" y="326630"/>
                  </a:lnTo>
                  <a:lnTo>
                    <a:pt x="222340" y="324964"/>
                  </a:lnTo>
                  <a:lnTo>
                    <a:pt x="227301" y="323141"/>
                  </a:lnTo>
                  <a:lnTo>
                    <a:pt x="232202" y="321161"/>
                  </a:lnTo>
                  <a:lnTo>
                    <a:pt x="237038" y="319028"/>
                  </a:lnTo>
                  <a:lnTo>
                    <a:pt x="241803" y="316743"/>
                  </a:lnTo>
                  <a:lnTo>
                    <a:pt x="246495" y="314309"/>
                  </a:lnTo>
                  <a:lnTo>
                    <a:pt x="251107" y="311727"/>
                  </a:lnTo>
                  <a:lnTo>
                    <a:pt x="255635" y="309001"/>
                  </a:lnTo>
                  <a:lnTo>
                    <a:pt x="260074" y="306133"/>
                  </a:lnTo>
                  <a:lnTo>
                    <a:pt x="264421" y="303126"/>
                  </a:lnTo>
                  <a:lnTo>
                    <a:pt x="268670" y="299984"/>
                  </a:lnTo>
                  <a:lnTo>
                    <a:pt x="272818" y="296708"/>
                  </a:lnTo>
                  <a:lnTo>
                    <a:pt x="276861" y="293303"/>
                  </a:lnTo>
                  <a:lnTo>
                    <a:pt x="280793" y="289772"/>
                  </a:lnTo>
                  <a:lnTo>
                    <a:pt x="284612" y="286119"/>
                  </a:lnTo>
                  <a:lnTo>
                    <a:pt x="288314" y="282346"/>
                  </a:lnTo>
                  <a:lnTo>
                    <a:pt x="291895" y="278458"/>
                  </a:lnTo>
                  <a:lnTo>
                    <a:pt x="295351" y="274460"/>
                  </a:lnTo>
                  <a:lnTo>
                    <a:pt x="298678" y="270353"/>
                  </a:lnTo>
                  <a:lnTo>
                    <a:pt x="301875" y="266144"/>
                  </a:lnTo>
                  <a:lnTo>
                    <a:pt x="304936" y="261836"/>
                  </a:lnTo>
                  <a:lnTo>
                    <a:pt x="307860" y="257433"/>
                  </a:lnTo>
                  <a:lnTo>
                    <a:pt x="310643" y="252940"/>
                  </a:lnTo>
                  <a:lnTo>
                    <a:pt x="313283" y="248361"/>
                  </a:lnTo>
                  <a:lnTo>
                    <a:pt x="315777" y="243701"/>
                  </a:lnTo>
                  <a:lnTo>
                    <a:pt x="318122" y="238964"/>
                  </a:lnTo>
                  <a:lnTo>
                    <a:pt x="320316" y="234156"/>
                  </a:lnTo>
                  <a:lnTo>
                    <a:pt x="322358" y="229281"/>
                  </a:lnTo>
                  <a:lnTo>
                    <a:pt x="324244" y="224344"/>
                  </a:lnTo>
                  <a:lnTo>
                    <a:pt x="325973" y="219349"/>
                  </a:lnTo>
                  <a:lnTo>
                    <a:pt x="327543" y="214302"/>
                  </a:lnTo>
                  <a:lnTo>
                    <a:pt x="328953" y="209209"/>
                  </a:lnTo>
                  <a:lnTo>
                    <a:pt x="330201" y="204073"/>
                  </a:lnTo>
                  <a:lnTo>
                    <a:pt x="331286" y="198900"/>
                  </a:lnTo>
                  <a:lnTo>
                    <a:pt x="332207" y="193696"/>
                  </a:lnTo>
                  <a:lnTo>
                    <a:pt x="332964" y="188465"/>
                  </a:lnTo>
                  <a:lnTo>
                    <a:pt x="333554" y="183212"/>
                  </a:lnTo>
                  <a:lnTo>
                    <a:pt x="333978" y="177944"/>
                  </a:lnTo>
                  <a:lnTo>
                    <a:pt x="334235" y="172665"/>
                  </a:lnTo>
                  <a:lnTo>
                    <a:pt x="334326" y="167381"/>
                  </a:lnTo>
                  <a:lnTo>
                    <a:pt x="334249" y="162096"/>
                  </a:lnTo>
                  <a:lnTo>
                    <a:pt x="334005" y="156816"/>
                  </a:lnTo>
                  <a:lnTo>
                    <a:pt x="333594" y="151547"/>
                  </a:lnTo>
                  <a:lnTo>
                    <a:pt x="333017" y="146293"/>
                  </a:lnTo>
                  <a:lnTo>
                    <a:pt x="332275" y="141060"/>
                  </a:lnTo>
                  <a:lnTo>
                    <a:pt x="331367" y="135853"/>
                  </a:lnTo>
                  <a:lnTo>
                    <a:pt x="330295" y="130678"/>
                  </a:lnTo>
                  <a:lnTo>
                    <a:pt x="329060" y="125539"/>
                  </a:lnTo>
                  <a:lnTo>
                    <a:pt x="327663" y="120442"/>
                  </a:lnTo>
                  <a:lnTo>
                    <a:pt x="326106" y="115391"/>
                  </a:lnTo>
                  <a:lnTo>
                    <a:pt x="324389" y="110392"/>
                  </a:lnTo>
                  <a:lnTo>
                    <a:pt x="322516" y="105450"/>
                  </a:lnTo>
                  <a:lnTo>
                    <a:pt x="320487" y="100569"/>
                  </a:lnTo>
                  <a:lnTo>
                    <a:pt x="318305" y="95756"/>
                  </a:lnTo>
                  <a:lnTo>
                    <a:pt x="315972" y="91013"/>
                  </a:lnTo>
                  <a:lnTo>
                    <a:pt x="313490" y="86347"/>
                  </a:lnTo>
                  <a:lnTo>
                    <a:pt x="310862" y="81761"/>
                  </a:lnTo>
                  <a:lnTo>
                    <a:pt x="308091" y="77261"/>
                  </a:lnTo>
                  <a:lnTo>
                    <a:pt x="305178" y="72851"/>
                  </a:lnTo>
                  <a:lnTo>
                    <a:pt x="302127" y="68535"/>
                  </a:lnTo>
                  <a:lnTo>
                    <a:pt x="298942" y="64317"/>
                  </a:lnTo>
                  <a:lnTo>
                    <a:pt x="295624" y="60202"/>
                  </a:lnTo>
                  <a:lnTo>
                    <a:pt x="292179" y="56195"/>
                  </a:lnTo>
                  <a:lnTo>
                    <a:pt x="288608" y="52298"/>
                  </a:lnTo>
                  <a:lnTo>
                    <a:pt x="284916" y="48516"/>
                  </a:lnTo>
                  <a:lnTo>
                    <a:pt x="281106" y="44853"/>
                  </a:lnTo>
                  <a:lnTo>
                    <a:pt x="277183" y="41311"/>
                  </a:lnTo>
                  <a:lnTo>
                    <a:pt x="273149" y="37896"/>
                  </a:lnTo>
                  <a:lnTo>
                    <a:pt x="269009" y="34610"/>
                  </a:lnTo>
                  <a:lnTo>
                    <a:pt x="264768" y="31457"/>
                  </a:lnTo>
                  <a:lnTo>
                    <a:pt x="260429" y="28439"/>
                  </a:lnTo>
                  <a:lnTo>
                    <a:pt x="255997" y="25559"/>
                  </a:lnTo>
                  <a:lnTo>
                    <a:pt x="251476" y="22822"/>
                  </a:lnTo>
                  <a:lnTo>
                    <a:pt x="246870" y="20228"/>
                  </a:lnTo>
                  <a:lnTo>
                    <a:pt x="242185" y="17782"/>
                  </a:lnTo>
                  <a:lnTo>
                    <a:pt x="237425" y="15485"/>
                  </a:lnTo>
                  <a:lnTo>
                    <a:pt x="232595" y="13339"/>
                  </a:lnTo>
                  <a:lnTo>
                    <a:pt x="227700" y="11347"/>
                  </a:lnTo>
                  <a:lnTo>
                    <a:pt x="222743" y="9511"/>
                  </a:lnTo>
                  <a:lnTo>
                    <a:pt x="217732" y="7833"/>
                  </a:lnTo>
                  <a:lnTo>
                    <a:pt x="212669" y="6314"/>
                  </a:lnTo>
                  <a:lnTo>
                    <a:pt x="207562" y="495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8777"/>
              <a:ext cx="40403" cy="162211"/>
            </a:xfrm>
            <a:custGeom>
              <a:avLst/>
              <a:pathLst>
                <a:path w="40403" h="162211">
                  <a:moveTo>
                    <a:pt x="40403" y="0"/>
                  </a:moveTo>
                  <a:lnTo>
                    <a:pt x="0" y="1622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3821"/>
              <a:ext cx="40403" cy="167167"/>
            </a:xfrm>
            <a:custGeom>
              <a:avLst/>
              <a:pathLst>
                <a:path w="40403" h="167167">
                  <a:moveTo>
                    <a:pt x="40403" y="4956"/>
                  </a:moveTo>
                  <a:lnTo>
                    <a:pt x="33772" y="3446"/>
                  </a:lnTo>
                  <a:lnTo>
                    <a:pt x="27084" y="2208"/>
                  </a:lnTo>
                  <a:lnTo>
                    <a:pt x="20353" y="1243"/>
                  </a:lnTo>
                  <a:lnTo>
                    <a:pt x="13587" y="553"/>
                  </a:lnTo>
                  <a:lnTo>
                    <a:pt x="6799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370" y="4659281"/>
              <a:ext cx="167154" cy="223693"/>
            </a:xfrm>
            <a:custGeom>
              <a:avLst/>
              <a:pathLst>
                <a:path w="167154" h="223693">
                  <a:moveTo>
                    <a:pt x="167154" y="0"/>
                  </a:moveTo>
                  <a:lnTo>
                    <a:pt x="161727" y="88"/>
                  </a:lnTo>
                  <a:lnTo>
                    <a:pt x="156306" y="352"/>
                  </a:lnTo>
                  <a:lnTo>
                    <a:pt x="150896" y="792"/>
                  </a:lnTo>
                  <a:lnTo>
                    <a:pt x="145504" y="1407"/>
                  </a:lnTo>
                  <a:lnTo>
                    <a:pt x="140134" y="2198"/>
                  </a:lnTo>
                  <a:lnTo>
                    <a:pt x="134792" y="3162"/>
                  </a:lnTo>
                  <a:lnTo>
                    <a:pt x="129485" y="4299"/>
                  </a:lnTo>
                  <a:lnTo>
                    <a:pt x="124218" y="5608"/>
                  </a:lnTo>
                  <a:lnTo>
                    <a:pt x="118995" y="7087"/>
                  </a:lnTo>
                  <a:lnTo>
                    <a:pt x="113824" y="8735"/>
                  </a:lnTo>
                  <a:lnTo>
                    <a:pt x="108709" y="10549"/>
                  </a:lnTo>
                  <a:lnTo>
                    <a:pt x="103655" y="12529"/>
                  </a:lnTo>
                  <a:lnTo>
                    <a:pt x="98668" y="14672"/>
                  </a:lnTo>
                  <a:lnTo>
                    <a:pt x="93754" y="16976"/>
                  </a:lnTo>
                  <a:lnTo>
                    <a:pt x="88916" y="19438"/>
                  </a:lnTo>
                  <a:lnTo>
                    <a:pt x="84162" y="22056"/>
                  </a:lnTo>
                  <a:lnTo>
                    <a:pt x="79495" y="24827"/>
                  </a:lnTo>
                  <a:lnTo>
                    <a:pt x="74920" y="27748"/>
                  </a:lnTo>
                  <a:lnTo>
                    <a:pt x="70442" y="30816"/>
                  </a:lnTo>
                  <a:lnTo>
                    <a:pt x="66067" y="34027"/>
                  </a:lnTo>
                  <a:lnTo>
                    <a:pt x="61798" y="37379"/>
                  </a:lnTo>
                  <a:lnTo>
                    <a:pt x="57640" y="40868"/>
                  </a:lnTo>
                  <a:lnTo>
                    <a:pt x="53597" y="44490"/>
                  </a:lnTo>
                  <a:lnTo>
                    <a:pt x="49674" y="48241"/>
                  </a:lnTo>
                  <a:lnTo>
                    <a:pt x="45875" y="52118"/>
                  </a:lnTo>
                  <a:lnTo>
                    <a:pt x="42204" y="56115"/>
                  </a:lnTo>
                  <a:lnTo>
                    <a:pt x="38665" y="60230"/>
                  </a:lnTo>
                  <a:lnTo>
                    <a:pt x="35261" y="64458"/>
                  </a:lnTo>
                  <a:lnTo>
                    <a:pt x="31996" y="68794"/>
                  </a:lnTo>
                  <a:lnTo>
                    <a:pt x="28874" y="73234"/>
                  </a:lnTo>
                  <a:lnTo>
                    <a:pt x="25897" y="77772"/>
                  </a:lnTo>
                  <a:lnTo>
                    <a:pt x="23070" y="82405"/>
                  </a:lnTo>
                  <a:lnTo>
                    <a:pt x="20394" y="87128"/>
                  </a:lnTo>
                  <a:lnTo>
                    <a:pt x="17873" y="91934"/>
                  </a:lnTo>
                  <a:lnTo>
                    <a:pt x="15509" y="96820"/>
                  </a:lnTo>
                  <a:lnTo>
                    <a:pt x="13305" y="101781"/>
                  </a:lnTo>
                  <a:lnTo>
                    <a:pt x="11264" y="106810"/>
                  </a:lnTo>
                  <a:lnTo>
                    <a:pt x="9386" y="111902"/>
                  </a:lnTo>
                  <a:lnTo>
                    <a:pt x="7675" y="117053"/>
                  </a:lnTo>
                  <a:lnTo>
                    <a:pt x="6133" y="122257"/>
                  </a:lnTo>
                  <a:lnTo>
                    <a:pt x="4759" y="127508"/>
                  </a:lnTo>
                  <a:lnTo>
                    <a:pt x="3558" y="132801"/>
                  </a:lnTo>
                  <a:lnTo>
                    <a:pt x="2528" y="138130"/>
                  </a:lnTo>
                  <a:lnTo>
                    <a:pt x="1672" y="143490"/>
                  </a:lnTo>
                  <a:lnTo>
                    <a:pt x="991" y="148875"/>
                  </a:lnTo>
                  <a:lnTo>
                    <a:pt x="485" y="154279"/>
                  </a:lnTo>
                  <a:lnTo>
                    <a:pt x="154" y="159697"/>
                  </a:lnTo>
                  <a:lnTo>
                    <a:pt x="0" y="165122"/>
                  </a:lnTo>
                  <a:lnTo>
                    <a:pt x="21" y="170550"/>
                  </a:lnTo>
                  <a:lnTo>
                    <a:pt x="219" y="175974"/>
                  </a:lnTo>
                  <a:lnTo>
                    <a:pt x="593" y="181389"/>
                  </a:lnTo>
                  <a:lnTo>
                    <a:pt x="1143" y="186788"/>
                  </a:lnTo>
                  <a:lnTo>
                    <a:pt x="1867" y="192168"/>
                  </a:lnTo>
                  <a:lnTo>
                    <a:pt x="2766" y="197520"/>
                  </a:lnTo>
                  <a:lnTo>
                    <a:pt x="3838" y="202841"/>
                  </a:lnTo>
                  <a:lnTo>
                    <a:pt x="5082" y="208124"/>
                  </a:lnTo>
                  <a:lnTo>
                    <a:pt x="6497" y="213364"/>
                  </a:lnTo>
                  <a:lnTo>
                    <a:pt x="8082" y="218556"/>
                  </a:lnTo>
                  <a:lnTo>
                    <a:pt x="9834" y="22369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9204" y="4826449"/>
              <a:ext cx="157320" cy="56525"/>
            </a:xfrm>
            <a:custGeom>
              <a:avLst/>
              <a:pathLst>
                <a:path w="157320" h="56525">
                  <a:moveTo>
                    <a:pt x="0" y="56525"/>
                  </a:moveTo>
                  <a:lnTo>
                    <a:pt x="1573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9204" y="4826449"/>
              <a:ext cx="157320" cy="56525"/>
            </a:xfrm>
            <a:custGeom>
              <a:avLst/>
              <a:pathLst>
                <a:path w="157320" h="56525">
                  <a:moveTo>
                    <a:pt x="0" y="56525"/>
                  </a:moveTo>
                  <a:lnTo>
                    <a:pt x="1573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9204" y="4826449"/>
              <a:ext cx="157320" cy="56525"/>
            </a:xfrm>
            <a:custGeom>
              <a:avLst/>
              <a:pathLst>
                <a:path w="157320" h="56525">
                  <a:moveTo>
                    <a:pt x="0" y="56525"/>
                  </a:moveTo>
                  <a:lnTo>
                    <a:pt x="15732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9204" y="4826449"/>
              <a:ext cx="157320" cy="56525"/>
            </a:xfrm>
            <a:custGeom>
              <a:avLst/>
              <a:pathLst>
                <a:path w="157320" h="56525">
                  <a:moveTo>
                    <a:pt x="0" y="56525"/>
                  </a:moveTo>
                  <a:lnTo>
                    <a:pt x="157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9204" y="4826449"/>
              <a:ext cx="157320" cy="56525"/>
            </a:xfrm>
            <a:custGeom>
              <a:avLst/>
              <a:pathLst>
                <a:path w="157320" h="56525">
                  <a:moveTo>
                    <a:pt x="0" y="56525"/>
                  </a:moveTo>
                  <a:lnTo>
                    <a:pt x="157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9204" y="4826449"/>
              <a:ext cx="157320" cy="56525"/>
            </a:xfrm>
            <a:custGeom>
              <a:avLst/>
              <a:pathLst>
                <a:path w="157320" h="56525">
                  <a:moveTo>
                    <a:pt x="0" y="56525"/>
                  </a:moveTo>
                  <a:lnTo>
                    <a:pt x="157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9204" y="4826449"/>
              <a:ext cx="157320" cy="56525"/>
            </a:xfrm>
            <a:custGeom>
              <a:avLst/>
              <a:pathLst>
                <a:path w="157320" h="56525">
                  <a:moveTo>
                    <a:pt x="0" y="56525"/>
                  </a:moveTo>
                  <a:lnTo>
                    <a:pt x="157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9204" y="4826449"/>
              <a:ext cx="157320" cy="56525"/>
            </a:xfrm>
            <a:custGeom>
              <a:avLst/>
              <a:pathLst>
                <a:path w="157320" h="56525">
                  <a:moveTo>
                    <a:pt x="0" y="56525"/>
                  </a:moveTo>
                  <a:lnTo>
                    <a:pt x="1573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9204" y="4826449"/>
              <a:ext cx="157320" cy="56525"/>
            </a:xfrm>
            <a:custGeom>
              <a:avLst/>
              <a:pathLst>
                <a:path w="157320" h="56525">
                  <a:moveTo>
                    <a:pt x="0" y="56525"/>
                  </a:moveTo>
                  <a:lnTo>
                    <a:pt x="1573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29204" y="4826449"/>
              <a:ext cx="157320" cy="78410"/>
            </a:xfrm>
            <a:custGeom>
              <a:avLst/>
              <a:pathLst>
                <a:path w="157320" h="78410">
                  <a:moveTo>
                    <a:pt x="0" y="56525"/>
                  </a:moveTo>
                  <a:lnTo>
                    <a:pt x="2878" y="63972"/>
                  </a:lnTo>
                  <a:lnTo>
                    <a:pt x="6108" y="71272"/>
                  </a:lnTo>
                  <a:lnTo>
                    <a:pt x="9683" y="78410"/>
                  </a:lnTo>
                  <a:lnTo>
                    <a:pt x="15732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38887" y="4659281"/>
              <a:ext cx="314786" cy="334334"/>
            </a:xfrm>
            <a:custGeom>
              <a:avLst/>
              <a:pathLst>
                <a:path w="314786" h="334334">
                  <a:moveTo>
                    <a:pt x="0" y="245578"/>
                  </a:moveTo>
                  <a:lnTo>
                    <a:pt x="2564" y="250226"/>
                  </a:lnTo>
                  <a:lnTo>
                    <a:pt x="5275" y="254791"/>
                  </a:lnTo>
                  <a:lnTo>
                    <a:pt x="8129" y="259268"/>
                  </a:lnTo>
                  <a:lnTo>
                    <a:pt x="11124" y="263652"/>
                  </a:lnTo>
                  <a:lnTo>
                    <a:pt x="14257" y="267938"/>
                  </a:lnTo>
                  <a:lnTo>
                    <a:pt x="17524" y="272123"/>
                  </a:lnTo>
                  <a:lnTo>
                    <a:pt x="20923" y="276201"/>
                  </a:lnTo>
                  <a:lnTo>
                    <a:pt x="24449" y="280170"/>
                  </a:lnTo>
                  <a:lnTo>
                    <a:pt x="28100" y="284025"/>
                  </a:lnTo>
                  <a:lnTo>
                    <a:pt x="31871" y="287762"/>
                  </a:lnTo>
                  <a:lnTo>
                    <a:pt x="35759" y="291378"/>
                  </a:lnTo>
                  <a:lnTo>
                    <a:pt x="39759" y="294868"/>
                  </a:lnTo>
                  <a:lnTo>
                    <a:pt x="43869" y="298229"/>
                  </a:lnTo>
                  <a:lnTo>
                    <a:pt x="48083" y="301458"/>
                  </a:lnTo>
                  <a:lnTo>
                    <a:pt x="52398" y="304552"/>
                  </a:lnTo>
                  <a:lnTo>
                    <a:pt x="56809" y="307507"/>
                  </a:lnTo>
                  <a:lnTo>
                    <a:pt x="61311" y="310320"/>
                  </a:lnTo>
                  <a:lnTo>
                    <a:pt x="65900" y="312989"/>
                  </a:lnTo>
                  <a:lnTo>
                    <a:pt x="70572" y="315511"/>
                  </a:lnTo>
                  <a:lnTo>
                    <a:pt x="75322" y="317884"/>
                  </a:lnTo>
                  <a:lnTo>
                    <a:pt x="80144" y="320104"/>
                  </a:lnTo>
                  <a:lnTo>
                    <a:pt x="85035" y="322170"/>
                  </a:lnTo>
                  <a:lnTo>
                    <a:pt x="89989" y="324080"/>
                  </a:lnTo>
                  <a:lnTo>
                    <a:pt x="95001" y="325831"/>
                  </a:lnTo>
                  <a:lnTo>
                    <a:pt x="100066" y="327423"/>
                  </a:lnTo>
                  <a:lnTo>
                    <a:pt x="105179" y="328853"/>
                  </a:lnTo>
                  <a:lnTo>
                    <a:pt x="110334" y="330119"/>
                  </a:lnTo>
                  <a:lnTo>
                    <a:pt x="115528" y="331222"/>
                  </a:lnTo>
                  <a:lnTo>
                    <a:pt x="120754" y="332159"/>
                  </a:lnTo>
                  <a:lnTo>
                    <a:pt x="126006" y="332929"/>
                  </a:lnTo>
                  <a:lnTo>
                    <a:pt x="131281" y="333532"/>
                  </a:lnTo>
                  <a:lnTo>
                    <a:pt x="136572" y="333968"/>
                  </a:lnTo>
                  <a:lnTo>
                    <a:pt x="141875" y="334235"/>
                  </a:lnTo>
                  <a:lnTo>
                    <a:pt x="147183" y="334334"/>
                  </a:lnTo>
                  <a:lnTo>
                    <a:pt x="152492" y="334264"/>
                  </a:lnTo>
                  <a:lnTo>
                    <a:pt x="157795" y="334025"/>
                  </a:lnTo>
                  <a:lnTo>
                    <a:pt x="163089" y="333619"/>
                  </a:lnTo>
                  <a:lnTo>
                    <a:pt x="168367" y="333044"/>
                  </a:lnTo>
                  <a:lnTo>
                    <a:pt x="173624" y="332302"/>
                  </a:lnTo>
                  <a:lnTo>
                    <a:pt x="178855" y="331394"/>
                  </a:lnTo>
                  <a:lnTo>
                    <a:pt x="184054" y="330319"/>
                  </a:lnTo>
                  <a:lnTo>
                    <a:pt x="189217" y="329081"/>
                  </a:lnTo>
                  <a:lnTo>
                    <a:pt x="194337" y="327679"/>
                  </a:lnTo>
                  <a:lnTo>
                    <a:pt x="199411" y="326115"/>
                  </a:lnTo>
                  <a:lnTo>
                    <a:pt x="204432" y="324390"/>
                  </a:lnTo>
                  <a:lnTo>
                    <a:pt x="209396" y="322508"/>
                  </a:lnTo>
                  <a:lnTo>
                    <a:pt x="214298" y="320468"/>
                  </a:lnTo>
                  <a:lnTo>
                    <a:pt x="219132" y="318274"/>
                  </a:lnTo>
                  <a:lnTo>
                    <a:pt x="223895" y="315927"/>
                  </a:lnTo>
                  <a:lnTo>
                    <a:pt x="228580" y="313431"/>
                  </a:lnTo>
                  <a:lnTo>
                    <a:pt x="233184" y="310786"/>
                  </a:lnTo>
                  <a:lnTo>
                    <a:pt x="237702" y="307997"/>
                  </a:lnTo>
                  <a:lnTo>
                    <a:pt x="242128" y="305066"/>
                  </a:lnTo>
                  <a:lnTo>
                    <a:pt x="246460" y="301996"/>
                  </a:lnTo>
                  <a:lnTo>
                    <a:pt x="250692" y="298790"/>
                  </a:lnTo>
                  <a:lnTo>
                    <a:pt x="254819" y="295451"/>
                  </a:lnTo>
                  <a:lnTo>
                    <a:pt x="258839" y="291983"/>
                  </a:lnTo>
                  <a:lnTo>
                    <a:pt x="262746" y="288389"/>
                  </a:lnTo>
                  <a:lnTo>
                    <a:pt x="266538" y="284672"/>
                  </a:lnTo>
                  <a:lnTo>
                    <a:pt x="270209" y="280837"/>
                  </a:lnTo>
                  <a:lnTo>
                    <a:pt x="273757" y="276887"/>
                  </a:lnTo>
                  <a:lnTo>
                    <a:pt x="277178" y="272827"/>
                  </a:lnTo>
                  <a:lnTo>
                    <a:pt x="280468" y="268660"/>
                  </a:lnTo>
                  <a:lnTo>
                    <a:pt x="283624" y="264391"/>
                  </a:lnTo>
                  <a:lnTo>
                    <a:pt x="286642" y="260024"/>
                  </a:lnTo>
                  <a:lnTo>
                    <a:pt x="289521" y="255563"/>
                  </a:lnTo>
                  <a:lnTo>
                    <a:pt x="292256" y="251012"/>
                  </a:lnTo>
                  <a:lnTo>
                    <a:pt x="294846" y="246378"/>
                  </a:lnTo>
                  <a:lnTo>
                    <a:pt x="297287" y="241663"/>
                  </a:lnTo>
                  <a:lnTo>
                    <a:pt x="299577" y="236873"/>
                  </a:lnTo>
                  <a:lnTo>
                    <a:pt x="301714" y="232013"/>
                  </a:lnTo>
                  <a:lnTo>
                    <a:pt x="303696" y="227088"/>
                  </a:lnTo>
                  <a:lnTo>
                    <a:pt x="305520" y="222102"/>
                  </a:lnTo>
                  <a:lnTo>
                    <a:pt x="307185" y="217060"/>
                  </a:lnTo>
                  <a:lnTo>
                    <a:pt x="308689" y="211969"/>
                  </a:lnTo>
                  <a:lnTo>
                    <a:pt x="310030" y="206832"/>
                  </a:lnTo>
                  <a:lnTo>
                    <a:pt x="311208" y="201655"/>
                  </a:lnTo>
                  <a:lnTo>
                    <a:pt x="312220" y="196443"/>
                  </a:lnTo>
                  <a:lnTo>
                    <a:pt x="313067" y="191202"/>
                  </a:lnTo>
                  <a:lnTo>
                    <a:pt x="313747" y="185937"/>
                  </a:lnTo>
                  <a:lnTo>
                    <a:pt x="314259" y="180652"/>
                  </a:lnTo>
                  <a:lnTo>
                    <a:pt x="314603" y="175354"/>
                  </a:lnTo>
                  <a:lnTo>
                    <a:pt x="314779" y="170048"/>
                  </a:lnTo>
                  <a:lnTo>
                    <a:pt x="314786" y="164739"/>
                  </a:lnTo>
                  <a:lnTo>
                    <a:pt x="314625" y="159432"/>
                  </a:lnTo>
                  <a:lnTo>
                    <a:pt x="314295" y="154134"/>
                  </a:lnTo>
                  <a:lnTo>
                    <a:pt x="313797" y="148848"/>
                  </a:lnTo>
                  <a:lnTo>
                    <a:pt x="313132" y="143581"/>
                  </a:lnTo>
                  <a:lnTo>
                    <a:pt x="312299" y="138337"/>
                  </a:lnTo>
                  <a:lnTo>
                    <a:pt x="311301" y="133123"/>
                  </a:lnTo>
                  <a:lnTo>
                    <a:pt x="310137" y="127943"/>
                  </a:lnTo>
                  <a:lnTo>
                    <a:pt x="308810" y="122802"/>
                  </a:lnTo>
                  <a:lnTo>
                    <a:pt x="307319" y="117707"/>
                  </a:lnTo>
                  <a:lnTo>
                    <a:pt x="305668" y="112661"/>
                  </a:lnTo>
                  <a:lnTo>
                    <a:pt x="303858" y="107670"/>
                  </a:lnTo>
                  <a:lnTo>
                    <a:pt x="301890" y="102739"/>
                  </a:lnTo>
                  <a:lnTo>
                    <a:pt x="299766" y="97873"/>
                  </a:lnTo>
                  <a:lnTo>
                    <a:pt x="297489" y="93077"/>
                  </a:lnTo>
                  <a:lnTo>
                    <a:pt x="295060" y="88356"/>
                  </a:lnTo>
                  <a:lnTo>
                    <a:pt x="292483" y="83714"/>
                  </a:lnTo>
                  <a:lnTo>
                    <a:pt x="289760" y="79157"/>
                  </a:lnTo>
                  <a:lnTo>
                    <a:pt x="286894" y="74688"/>
                  </a:lnTo>
                  <a:lnTo>
                    <a:pt x="283887" y="70312"/>
                  </a:lnTo>
                  <a:lnTo>
                    <a:pt x="280742" y="66034"/>
                  </a:lnTo>
                  <a:lnTo>
                    <a:pt x="277464" y="61859"/>
                  </a:lnTo>
                  <a:lnTo>
                    <a:pt x="274054" y="57789"/>
                  </a:lnTo>
                  <a:lnTo>
                    <a:pt x="270517" y="53830"/>
                  </a:lnTo>
                  <a:lnTo>
                    <a:pt x="266856" y="49985"/>
                  </a:lnTo>
                  <a:lnTo>
                    <a:pt x="263075" y="46258"/>
                  </a:lnTo>
                  <a:lnTo>
                    <a:pt x="259177" y="42653"/>
                  </a:lnTo>
                  <a:lnTo>
                    <a:pt x="255167" y="39174"/>
                  </a:lnTo>
                  <a:lnTo>
                    <a:pt x="251048" y="35824"/>
                  </a:lnTo>
                  <a:lnTo>
                    <a:pt x="246825" y="32606"/>
                  </a:lnTo>
                  <a:lnTo>
                    <a:pt x="242502" y="29524"/>
                  </a:lnTo>
                  <a:lnTo>
                    <a:pt x="238084" y="26581"/>
                  </a:lnTo>
                  <a:lnTo>
                    <a:pt x="233574" y="23780"/>
                  </a:lnTo>
                  <a:lnTo>
                    <a:pt x="228977" y="21123"/>
                  </a:lnTo>
                  <a:lnTo>
                    <a:pt x="224298" y="18614"/>
                  </a:lnTo>
                  <a:lnTo>
                    <a:pt x="219542" y="16255"/>
                  </a:lnTo>
                  <a:lnTo>
                    <a:pt x="214714" y="14047"/>
                  </a:lnTo>
                  <a:lnTo>
                    <a:pt x="209817" y="11994"/>
                  </a:lnTo>
                  <a:lnTo>
                    <a:pt x="204859" y="10098"/>
                  </a:lnTo>
                  <a:lnTo>
                    <a:pt x="199842" y="8360"/>
                  </a:lnTo>
                  <a:lnTo>
                    <a:pt x="194773" y="6783"/>
                  </a:lnTo>
                  <a:lnTo>
                    <a:pt x="189656" y="5367"/>
                  </a:lnTo>
                  <a:lnTo>
                    <a:pt x="184497" y="4114"/>
                  </a:lnTo>
                  <a:lnTo>
                    <a:pt x="179300" y="3026"/>
                  </a:lnTo>
                  <a:lnTo>
                    <a:pt x="174072" y="2103"/>
                  </a:lnTo>
                  <a:lnTo>
                    <a:pt x="168817" y="1347"/>
                  </a:lnTo>
                  <a:lnTo>
                    <a:pt x="163541" y="758"/>
                  </a:lnTo>
                  <a:lnTo>
                    <a:pt x="158248" y="337"/>
                  </a:lnTo>
                  <a:lnTo>
                    <a:pt x="152945" y="84"/>
                  </a:lnTo>
                  <a:lnTo>
                    <a:pt x="147637" y="0"/>
                  </a:lnTo>
                  <a:lnTo>
                    <a:pt x="1476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833" y="5018213"/>
              <a:ext cx="887" cy="167167"/>
            </a:xfrm>
            <a:custGeom>
              <a:avLst/>
              <a:pathLst>
                <a:path w="887" h="167167">
                  <a:moveTo>
                    <a:pt x="887" y="0"/>
                  </a:moveTo>
                  <a:lnTo>
                    <a:pt x="0" y="2"/>
                  </a:lnTo>
                  <a:lnTo>
                    <a:pt x="88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321568" y="5018215"/>
              <a:ext cx="334307" cy="334332"/>
            </a:xfrm>
            <a:custGeom>
              <a:avLst/>
              <a:pathLst>
                <a:path w="334307" h="334332">
                  <a:moveTo>
                    <a:pt x="166264" y="0"/>
                  </a:moveTo>
                  <a:lnTo>
                    <a:pt x="160971" y="111"/>
                  </a:lnTo>
                  <a:lnTo>
                    <a:pt x="155684" y="391"/>
                  </a:lnTo>
                  <a:lnTo>
                    <a:pt x="150409" y="838"/>
                  </a:lnTo>
                  <a:lnTo>
                    <a:pt x="145150" y="1451"/>
                  </a:lnTo>
                  <a:lnTo>
                    <a:pt x="139914" y="2231"/>
                  </a:lnTo>
                  <a:lnTo>
                    <a:pt x="134705" y="3176"/>
                  </a:lnTo>
                  <a:lnTo>
                    <a:pt x="129528" y="4286"/>
                  </a:lnTo>
                  <a:lnTo>
                    <a:pt x="124389" y="5559"/>
                  </a:lnTo>
                  <a:lnTo>
                    <a:pt x="119293" y="6994"/>
                  </a:lnTo>
                  <a:lnTo>
                    <a:pt x="114245" y="8590"/>
                  </a:lnTo>
                  <a:lnTo>
                    <a:pt x="109250" y="10345"/>
                  </a:lnTo>
                  <a:lnTo>
                    <a:pt x="104313" y="12257"/>
                  </a:lnTo>
                  <a:lnTo>
                    <a:pt x="99439" y="14325"/>
                  </a:lnTo>
                  <a:lnTo>
                    <a:pt x="94633" y="16546"/>
                  </a:lnTo>
                  <a:lnTo>
                    <a:pt x="89900" y="18918"/>
                  </a:lnTo>
                  <a:lnTo>
                    <a:pt x="85244" y="21438"/>
                  </a:lnTo>
                  <a:lnTo>
                    <a:pt x="80670" y="24105"/>
                  </a:lnTo>
                  <a:lnTo>
                    <a:pt x="76184" y="26916"/>
                  </a:lnTo>
                  <a:lnTo>
                    <a:pt x="71788" y="29867"/>
                  </a:lnTo>
                  <a:lnTo>
                    <a:pt x="67488" y="32955"/>
                  </a:lnTo>
                  <a:lnTo>
                    <a:pt x="63288" y="36179"/>
                  </a:lnTo>
                  <a:lnTo>
                    <a:pt x="59192" y="39533"/>
                  </a:lnTo>
                  <a:lnTo>
                    <a:pt x="55205" y="43016"/>
                  </a:lnTo>
                  <a:lnTo>
                    <a:pt x="51330" y="46623"/>
                  </a:lnTo>
                  <a:lnTo>
                    <a:pt x="47570" y="50351"/>
                  </a:lnTo>
                  <a:lnTo>
                    <a:pt x="43931" y="54197"/>
                  </a:lnTo>
                  <a:lnTo>
                    <a:pt x="40416" y="58155"/>
                  </a:lnTo>
                  <a:lnTo>
                    <a:pt x="37027" y="62223"/>
                  </a:lnTo>
                  <a:lnTo>
                    <a:pt x="33770" y="66397"/>
                  </a:lnTo>
                  <a:lnTo>
                    <a:pt x="30645" y="70671"/>
                  </a:lnTo>
                  <a:lnTo>
                    <a:pt x="27658" y="75042"/>
                  </a:lnTo>
                  <a:lnTo>
                    <a:pt x="24811" y="79505"/>
                  </a:lnTo>
                  <a:lnTo>
                    <a:pt x="22107" y="84057"/>
                  </a:lnTo>
                  <a:lnTo>
                    <a:pt x="19548" y="88692"/>
                  </a:lnTo>
                  <a:lnTo>
                    <a:pt x="17137" y="93405"/>
                  </a:lnTo>
                  <a:lnTo>
                    <a:pt x="14876" y="98193"/>
                  </a:lnTo>
                  <a:lnTo>
                    <a:pt x="12768" y="103049"/>
                  </a:lnTo>
                  <a:lnTo>
                    <a:pt x="10815" y="107970"/>
                  </a:lnTo>
                  <a:lnTo>
                    <a:pt x="9019" y="112951"/>
                  </a:lnTo>
                  <a:lnTo>
                    <a:pt x="7382" y="117985"/>
                  </a:lnTo>
                  <a:lnTo>
                    <a:pt x="5905" y="123069"/>
                  </a:lnTo>
                  <a:lnTo>
                    <a:pt x="4589" y="128198"/>
                  </a:lnTo>
                  <a:lnTo>
                    <a:pt x="3437" y="133365"/>
                  </a:lnTo>
                  <a:lnTo>
                    <a:pt x="2449" y="138566"/>
                  </a:lnTo>
                  <a:lnTo>
                    <a:pt x="1626" y="143796"/>
                  </a:lnTo>
                  <a:lnTo>
                    <a:pt x="969" y="149050"/>
                  </a:lnTo>
                  <a:lnTo>
                    <a:pt x="478" y="154321"/>
                  </a:lnTo>
                  <a:lnTo>
                    <a:pt x="155" y="159606"/>
                  </a:lnTo>
                  <a:lnTo>
                    <a:pt x="0" y="164898"/>
                  </a:lnTo>
                  <a:lnTo>
                    <a:pt x="12" y="170192"/>
                  </a:lnTo>
                  <a:lnTo>
                    <a:pt x="191" y="175483"/>
                  </a:lnTo>
                  <a:lnTo>
                    <a:pt x="538" y="180766"/>
                  </a:lnTo>
                  <a:lnTo>
                    <a:pt x="1053" y="186035"/>
                  </a:lnTo>
                  <a:lnTo>
                    <a:pt x="1734" y="191286"/>
                  </a:lnTo>
                  <a:lnTo>
                    <a:pt x="2580" y="196512"/>
                  </a:lnTo>
                  <a:lnTo>
                    <a:pt x="3592" y="201709"/>
                  </a:lnTo>
                  <a:lnTo>
                    <a:pt x="4768" y="206871"/>
                  </a:lnTo>
                  <a:lnTo>
                    <a:pt x="6107" y="211993"/>
                  </a:lnTo>
                  <a:lnTo>
                    <a:pt x="7607" y="217070"/>
                  </a:lnTo>
                  <a:lnTo>
                    <a:pt x="9268" y="222097"/>
                  </a:lnTo>
                  <a:lnTo>
                    <a:pt x="11086" y="227069"/>
                  </a:lnTo>
                  <a:lnTo>
                    <a:pt x="13062" y="231981"/>
                  </a:lnTo>
                  <a:lnTo>
                    <a:pt x="15191" y="236828"/>
                  </a:lnTo>
                  <a:lnTo>
                    <a:pt x="17474" y="241606"/>
                  </a:lnTo>
                  <a:lnTo>
                    <a:pt x="19906" y="246308"/>
                  </a:lnTo>
                  <a:lnTo>
                    <a:pt x="22486" y="250931"/>
                  </a:lnTo>
                  <a:lnTo>
                    <a:pt x="25211" y="255470"/>
                  </a:lnTo>
                  <a:lnTo>
                    <a:pt x="28079" y="259921"/>
                  </a:lnTo>
                  <a:lnTo>
                    <a:pt x="31086" y="264278"/>
                  </a:lnTo>
                  <a:lnTo>
                    <a:pt x="34229" y="268538"/>
                  </a:lnTo>
                  <a:lnTo>
                    <a:pt x="37506" y="272697"/>
                  </a:lnTo>
                  <a:lnTo>
                    <a:pt x="40913" y="276749"/>
                  </a:lnTo>
                  <a:lnTo>
                    <a:pt x="44446" y="280692"/>
                  </a:lnTo>
                  <a:lnTo>
                    <a:pt x="48103" y="284520"/>
                  </a:lnTo>
                  <a:lnTo>
                    <a:pt x="51879" y="288231"/>
                  </a:lnTo>
                  <a:lnTo>
                    <a:pt x="55771" y="291821"/>
                  </a:lnTo>
                  <a:lnTo>
                    <a:pt x="59774" y="295286"/>
                  </a:lnTo>
                  <a:lnTo>
                    <a:pt x="63885" y="298622"/>
                  </a:lnTo>
                  <a:lnTo>
                    <a:pt x="68100" y="301826"/>
                  </a:lnTo>
                  <a:lnTo>
                    <a:pt x="72414" y="304895"/>
                  </a:lnTo>
                  <a:lnTo>
                    <a:pt x="76822" y="307826"/>
                  </a:lnTo>
                  <a:lnTo>
                    <a:pt x="81322" y="310616"/>
                  </a:lnTo>
                  <a:lnTo>
                    <a:pt x="85908" y="313262"/>
                  </a:lnTo>
                  <a:lnTo>
                    <a:pt x="90575" y="315761"/>
                  </a:lnTo>
                  <a:lnTo>
                    <a:pt x="95319" y="318112"/>
                  </a:lnTo>
                  <a:lnTo>
                    <a:pt x="100135" y="320311"/>
                  </a:lnTo>
                  <a:lnTo>
                    <a:pt x="105018" y="322356"/>
                  </a:lnTo>
                  <a:lnTo>
                    <a:pt x="109964" y="324246"/>
                  </a:lnTo>
                  <a:lnTo>
                    <a:pt x="114967" y="325978"/>
                  </a:lnTo>
                  <a:lnTo>
                    <a:pt x="120022" y="327551"/>
                  </a:lnTo>
                  <a:lnTo>
                    <a:pt x="125124" y="328963"/>
                  </a:lnTo>
                  <a:lnTo>
                    <a:pt x="130269" y="330213"/>
                  </a:lnTo>
                  <a:lnTo>
                    <a:pt x="135451" y="331299"/>
                  </a:lnTo>
                  <a:lnTo>
                    <a:pt x="140664" y="332220"/>
                  </a:lnTo>
                  <a:lnTo>
                    <a:pt x="145904" y="332976"/>
                  </a:lnTo>
                  <a:lnTo>
                    <a:pt x="151166" y="333566"/>
                  </a:lnTo>
                  <a:lnTo>
                    <a:pt x="156443" y="333989"/>
                  </a:lnTo>
                  <a:lnTo>
                    <a:pt x="161731" y="334244"/>
                  </a:lnTo>
                  <a:lnTo>
                    <a:pt x="167025" y="334332"/>
                  </a:lnTo>
                  <a:lnTo>
                    <a:pt x="172319" y="334252"/>
                  </a:lnTo>
                  <a:lnTo>
                    <a:pt x="177607" y="334005"/>
                  </a:lnTo>
                  <a:lnTo>
                    <a:pt x="182885" y="333590"/>
                  </a:lnTo>
                  <a:lnTo>
                    <a:pt x="188147" y="333008"/>
                  </a:lnTo>
                  <a:lnTo>
                    <a:pt x="193389" y="332260"/>
                  </a:lnTo>
                  <a:lnTo>
                    <a:pt x="198603" y="331347"/>
                  </a:lnTo>
                  <a:lnTo>
                    <a:pt x="203787" y="330268"/>
                  </a:lnTo>
                  <a:lnTo>
                    <a:pt x="208933" y="329026"/>
                  </a:lnTo>
                  <a:lnTo>
                    <a:pt x="214038" y="327622"/>
                  </a:lnTo>
                  <a:lnTo>
                    <a:pt x="219096" y="326057"/>
                  </a:lnTo>
                  <a:lnTo>
                    <a:pt x="224101" y="324332"/>
                  </a:lnTo>
                  <a:lnTo>
                    <a:pt x="229050" y="322450"/>
                  </a:lnTo>
                  <a:lnTo>
                    <a:pt x="233936" y="320412"/>
                  </a:lnTo>
                  <a:lnTo>
                    <a:pt x="238755" y="318220"/>
                  </a:lnTo>
                  <a:lnTo>
                    <a:pt x="243503" y="315877"/>
                  </a:lnTo>
                  <a:lnTo>
                    <a:pt x="248174" y="313385"/>
                  </a:lnTo>
                  <a:lnTo>
                    <a:pt x="252763" y="310746"/>
                  </a:lnTo>
                  <a:lnTo>
                    <a:pt x="257267" y="307963"/>
                  </a:lnTo>
                  <a:lnTo>
                    <a:pt x="261681" y="305038"/>
                  </a:lnTo>
                  <a:lnTo>
                    <a:pt x="265999" y="301976"/>
                  </a:lnTo>
                  <a:lnTo>
                    <a:pt x="270219" y="298778"/>
                  </a:lnTo>
                  <a:lnTo>
                    <a:pt x="274335" y="295448"/>
                  </a:lnTo>
                  <a:lnTo>
                    <a:pt x="278343" y="291990"/>
                  </a:lnTo>
                  <a:lnTo>
                    <a:pt x="282240" y="288406"/>
                  </a:lnTo>
                  <a:lnTo>
                    <a:pt x="286022" y="284701"/>
                  </a:lnTo>
                  <a:lnTo>
                    <a:pt x="289684" y="280878"/>
                  </a:lnTo>
                  <a:lnTo>
                    <a:pt x="293224" y="276940"/>
                  </a:lnTo>
                  <a:lnTo>
                    <a:pt x="296637" y="272893"/>
                  </a:lnTo>
                  <a:lnTo>
                    <a:pt x="299920" y="268740"/>
                  </a:lnTo>
                  <a:lnTo>
                    <a:pt x="303070" y="264484"/>
                  </a:lnTo>
                  <a:lnTo>
                    <a:pt x="306084" y="260131"/>
                  </a:lnTo>
                  <a:lnTo>
                    <a:pt x="308958" y="255685"/>
                  </a:lnTo>
                  <a:lnTo>
                    <a:pt x="311690" y="251150"/>
                  </a:lnTo>
                  <a:lnTo>
                    <a:pt x="314277" y="246531"/>
                  </a:lnTo>
                  <a:lnTo>
                    <a:pt x="316716" y="241832"/>
                  </a:lnTo>
                  <a:lnTo>
                    <a:pt x="319006" y="237059"/>
                  </a:lnTo>
                  <a:lnTo>
                    <a:pt x="321143" y="232215"/>
                  </a:lnTo>
                  <a:lnTo>
                    <a:pt x="323126" y="227306"/>
                  </a:lnTo>
                  <a:lnTo>
                    <a:pt x="324952" y="222337"/>
                  </a:lnTo>
                  <a:lnTo>
                    <a:pt x="326620" y="217312"/>
                  </a:lnTo>
                  <a:lnTo>
                    <a:pt x="328128" y="212237"/>
                  </a:lnTo>
                  <a:lnTo>
                    <a:pt x="329475" y="207117"/>
                  </a:lnTo>
                  <a:lnTo>
                    <a:pt x="330658" y="201956"/>
                  </a:lnTo>
                  <a:lnTo>
                    <a:pt x="331678" y="196761"/>
                  </a:lnTo>
                  <a:lnTo>
                    <a:pt x="332533" y="191536"/>
                  </a:lnTo>
                  <a:lnTo>
                    <a:pt x="333222" y="186287"/>
                  </a:lnTo>
                  <a:lnTo>
                    <a:pt x="333744" y="181019"/>
                  </a:lnTo>
                  <a:lnTo>
                    <a:pt x="334099" y="175736"/>
                  </a:lnTo>
                  <a:lnTo>
                    <a:pt x="334287" y="170445"/>
                  </a:lnTo>
                  <a:lnTo>
                    <a:pt x="334307" y="165151"/>
                  </a:lnTo>
                  <a:lnTo>
                    <a:pt x="334159" y="159859"/>
                  </a:lnTo>
                  <a:lnTo>
                    <a:pt x="333844" y="154574"/>
                  </a:lnTo>
                  <a:lnTo>
                    <a:pt x="333362" y="149302"/>
                  </a:lnTo>
                  <a:lnTo>
                    <a:pt x="332713" y="144047"/>
                  </a:lnTo>
                  <a:lnTo>
                    <a:pt x="331898" y="138816"/>
                  </a:lnTo>
                  <a:lnTo>
                    <a:pt x="330917" y="133613"/>
                  </a:lnTo>
                  <a:lnTo>
                    <a:pt x="329773" y="128444"/>
                  </a:lnTo>
                  <a:lnTo>
                    <a:pt x="328465" y="123314"/>
                  </a:lnTo>
                  <a:lnTo>
                    <a:pt x="326996" y="118228"/>
                  </a:lnTo>
                  <a:lnTo>
                    <a:pt x="325366" y="113190"/>
                  </a:lnTo>
                  <a:lnTo>
                    <a:pt x="323577" y="108207"/>
                  </a:lnTo>
                  <a:lnTo>
                    <a:pt x="321632" y="103283"/>
                  </a:lnTo>
                  <a:lnTo>
                    <a:pt x="319531" y="98424"/>
                  </a:lnTo>
                  <a:lnTo>
                    <a:pt x="317278" y="93633"/>
                  </a:lnTo>
                  <a:lnTo>
                    <a:pt x="314874" y="88916"/>
                  </a:lnTo>
                  <a:lnTo>
                    <a:pt x="312322" y="84277"/>
                  </a:lnTo>
                  <a:lnTo>
                    <a:pt x="309625" y="79721"/>
                  </a:lnTo>
                  <a:lnTo>
                    <a:pt x="306784" y="75254"/>
                  </a:lnTo>
                  <a:lnTo>
                    <a:pt x="303804" y="70878"/>
                  </a:lnTo>
                  <a:lnTo>
                    <a:pt x="300686" y="66599"/>
                  </a:lnTo>
                  <a:lnTo>
                    <a:pt x="297435" y="62421"/>
                  </a:lnTo>
                  <a:lnTo>
                    <a:pt x="294052" y="58348"/>
                  </a:lnTo>
                  <a:lnTo>
                    <a:pt x="290543" y="54384"/>
                  </a:lnTo>
                  <a:lnTo>
                    <a:pt x="286910" y="50533"/>
                  </a:lnTo>
                  <a:lnTo>
                    <a:pt x="283156" y="46799"/>
                  </a:lnTo>
                  <a:lnTo>
                    <a:pt x="279286" y="43186"/>
                  </a:lnTo>
                  <a:lnTo>
                    <a:pt x="275304" y="39697"/>
                  </a:lnTo>
                  <a:lnTo>
                    <a:pt x="271214" y="36336"/>
                  </a:lnTo>
                  <a:lnTo>
                    <a:pt x="267018" y="33107"/>
                  </a:lnTo>
                  <a:lnTo>
                    <a:pt x="262723" y="30011"/>
                  </a:lnTo>
                  <a:lnTo>
                    <a:pt x="258332" y="27054"/>
                  </a:lnTo>
                  <a:lnTo>
                    <a:pt x="253849" y="24237"/>
                  </a:lnTo>
                  <a:lnTo>
                    <a:pt x="249280" y="21563"/>
                  </a:lnTo>
                  <a:lnTo>
                    <a:pt x="244628" y="19035"/>
                  </a:lnTo>
                  <a:lnTo>
                    <a:pt x="239898" y="16656"/>
                  </a:lnTo>
                  <a:lnTo>
                    <a:pt x="235096" y="14428"/>
                  </a:lnTo>
                  <a:lnTo>
                    <a:pt x="230225" y="12353"/>
                  </a:lnTo>
                  <a:lnTo>
                    <a:pt x="225291" y="10433"/>
                  </a:lnTo>
                  <a:lnTo>
                    <a:pt x="220299" y="8671"/>
                  </a:lnTo>
                  <a:lnTo>
                    <a:pt x="215253" y="7067"/>
                  </a:lnTo>
                  <a:lnTo>
                    <a:pt x="167152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8720" y="5018213"/>
              <a:ext cx="48101" cy="167167"/>
            </a:xfrm>
            <a:custGeom>
              <a:avLst/>
              <a:pathLst>
                <a:path w="48101" h="167167">
                  <a:moveTo>
                    <a:pt x="48101" y="7069"/>
                  </a:moveTo>
                  <a:lnTo>
                    <a:pt x="42229" y="5421"/>
                  </a:lnTo>
                  <a:lnTo>
                    <a:pt x="36301" y="3989"/>
                  </a:lnTo>
                  <a:lnTo>
                    <a:pt x="30325" y="2773"/>
                  </a:lnTo>
                  <a:lnTo>
                    <a:pt x="24309" y="1776"/>
                  </a:lnTo>
                  <a:lnTo>
                    <a:pt x="18260" y="1000"/>
                  </a:lnTo>
                  <a:lnTo>
                    <a:pt x="12187" y="444"/>
                  </a:lnTo>
                  <a:lnTo>
                    <a:pt x="6097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797334" y="5269756"/>
              <a:ext cx="167167" cy="240041"/>
            </a:xfrm>
            <a:custGeom>
              <a:avLst/>
              <a:pathLst>
                <a:path w="167167" h="240041">
                  <a:moveTo>
                    <a:pt x="167167" y="0"/>
                  </a:moveTo>
                  <a:lnTo>
                    <a:pt x="161803" y="86"/>
                  </a:lnTo>
                  <a:lnTo>
                    <a:pt x="156444" y="344"/>
                  </a:lnTo>
                  <a:lnTo>
                    <a:pt x="151097" y="774"/>
                  </a:lnTo>
                  <a:lnTo>
                    <a:pt x="145766" y="1375"/>
                  </a:lnTo>
                  <a:lnTo>
                    <a:pt x="140457" y="2147"/>
                  </a:lnTo>
                  <a:lnTo>
                    <a:pt x="135176" y="3089"/>
                  </a:lnTo>
                  <a:lnTo>
                    <a:pt x="129927" y="4200"/>
                  </a:lnTo>
                  <a:lnTo>
                    <a:pt x="124717" y="5479"/>
                  </a:lnTo>
                  <a:lnTo>
                    <a:pt x="119551" y="6924"/>
                  </a:lnTo>
                  <a:lnTo>
                    <a:pt x="114434" y="8535"/>
                  </a:lnTo>
                  <a:lnTo>
                    <a:pt x="109371" y="10309"/>
                  </a:lnTo>
                  <a:lnTo>
                    <a:pt x="104367" y="12244"/>
                  </a:lnTo>
                  <a:lnTo>
                    <a:pt x="99428" y="14339"/>
                  </a:lnTo>
                  <a:lnTo>
                    <a:pt x="94559" y="16591"/>
                  </a:lnTo>
                  <a:lnTo>
                    <a:pt x="89765" y="18998"/>
                  </a:lnTo>
                  <a:lnTo>
                    <a:pt x="85051" y="21558"/>
                  </a:lnTo>
                  <a:lnTo>
                    <a:pt x="80421" y="24268"/>
                  </a:lnTo>
                  <a:lnTo>
                    <a:pt x="75880" y="27125"/>
                  </a:lnTo>
                  <a:lnTo>
                    <a:pt x="71433" y="30126"/>
                  </a:lnTo>
                  <a:lnTo>
                    <a:pt x="67085" y="33269"/>
                  </a:lnTo>
                  <a:lnTo>
                    <a:pt x="62840" y="36549"/>
                  </a:lnTo>
                  <a:lnTo>
                    <a:pt x="58703" y="39964"/>
                  </a:lnTo>
                  <a:lnTo>
                    <a:pt x="54677" y="43510"/>
                  </a:lnTo>
                  <a:lnTo>
                    <a:pt x="50767" y="47183"/>
                  </a:lnTo>
                  <a:lnTo>
                    <a:pt x="46977" y="50980"/>
                  </a:lnTo>
                  <a:lnTo>
                    <a:pt x="43311" y="54896"/>
                  </a:lnTo>
                  <a:lnTo>
                    <a:pt x="39772" y="58928"/>
                  </a:lnTo>
                  <a:lnTo>
                    <a:pt x="36365" y="63072"/>
                  </a:lnTo>
                  <a:lnTo>
                    <a:pt x="33092" y="67323"/>
                  </a:lnTo>
                  <a:lnTo>
                    <a:pt x="29957" y="71676"/>
                  </a:lnTo>
                  <a:lnTo>
                    <a:pt x="26964" y="76128"/>
                  </a:lnTo>
                  <a:lnTo>
                    <a:pt x="24115" y="80674"/>
                  </a:lnTo>
                  <a:lnTo>
                    <a:pt x="21413" y="85309"/>
                  </a:lnTo>
                  <a:lnTo>
                    <a:pt x="18861" y="90028"/>
                  </a:lnTo>
                  <a:lnTo>
                    <a:pt x="16462" y="94826"/>
                  </a:lnTo>
                  <a:lnTo>
                    <a:pt x="14219" y="99699"/>
                  </a:lnTo>
                  <a:lnTo>
                    <a:pt x="12133" y="104642"/>
                  </a:lnTo>
                  <a:lnTo>
                    <a:pt x="10206" y="109648"/>
                  </a:lnTo>
                  <a:lnTo>
                    <a:pt x="8441" y="114715"/>
                  </a:lnTo>
                  <a:lnTo>
                    <a:pt x="6840" y="119835"/>
                  </a:lnTo>
                  <a:lnTo>
                    <a:pt x="5404" y="125004"/>
                  </a:lnTo>
                  <a:lnTo>
                    <a:pt x="4134" y="130216"/>
                  </a:lnTo>
                  <a:lnTo>
                    <a:pt x="3033" y="135466"/>
                  </a:lnTo>
                  <a:lnTo>
                    <a:pt x="2100" y="140749"/>
                  </a:lnTo>
                  <a:lnTo>
                    <a:pt x="1337" y="146059"/>
                  </a:lnTo>
                  <a:lnTo>
                    <a:pt x="745" y="151391"/>
                  </a:lnTo>
                  <a:lnTo>
                    <a:pt x="325" y="156740"/>
                  </a:lnTo>
                  <a:lnTo>
                    <a:pt x="76" y="162098"/>
                  </a:lnTo>
                  <a:lnTo>
                    <a:pt x="0" y="167463"/>
                  </a:lnTo>
                  <a:lnTo>
                    <a:pt x="95" y="172826"/>
                  </a:lnTo>
                  <a:lnTo>
                    <a:pt x="363" y="178185"/>
                  </a:lnTo>
                  <a:lnTo>
                    <a:pt x="802" y="183531"/>
                  </a:lnTo>
                  <a:lnTo>
                    <a:pt x="1413" y="188861"/>
                  </a:lnTo>
                  <a:lnTo>
                    <a:pt x="2194" y="194168"/>
                  </a:lnTo>
                  <a:lnTo>
                    <a:pt x="3146" y="199448"/>
                  </a:lnTo>
                  <a:lnTo>
                    <a:pt x="4266" y="204695"/>
                  </a:lnTo>
                  <a:lnTo>
                    <a:pt x="5554" y="209902"/>
                  </a:lnTo>
                  <a:lnTo>
                    <a:pt x="7009" y="215066"/>
                  </a:lnTo>
                  <a:lnTo>
                    <a:pt x="8628" y="220181"/>
                  </a:lnTo>
                  <a:lnTo>
                    <a:pt x="10411" y="225240"/>
                  </a:lnTo>
                  <a:lnTo>
                    <a:pt x="12355" y="230240"/>
                  </a:lnTo>
                  <a:lnTo>
                    <a:pt x="14458" y="235176"/>
                  </a:lnTo>
                  <a:lnTo>
                    <a:pt x="16719" y="24004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814054" y="5269756"/>
              <a:ext cx="317601" cy="334331"/>
            </a:xfrm>
            <a:custGeom>
              <a:avLst/>
              <a:pathLst>
                <a:path w="317601" h="334331">
                  <a:moveTo>
                    <a:pt x="0" y="240041"/>
                  </a:moveTo>
                  <a:lnTo>
                    <a:pt x="2393" y="244787"/>
                  </a:lnTo>
                  <a:lnTo>
                    <a:pt x="4935" y="249455"/>
                  </a:lnTo>
                  <a:lnTo>
                    <a:pt x="7625" y="254040"/>
                  </a:lnTo>
                  <a:lnTo>
                    <a:pt x="10460" y="258538"/>
                  </a:lnTo>
                  <a:lnTo>
                    <a:pt x="13436" y="262942"/>
                  </a:lnTo>
                  <a:lnTo>
                    <a:pt x="16550" y="267250"/>
                  </a:lnTo>
                  <a:lnTo>
                    <a:pt x="19800" y="271457"/>
                  </a:lnTo>
                  <a:lnTo>
                    <a:pt x="23182" y="275558"/>
                  </a:lnTo>
                  <a:lnTo>
                    <a:pt x="26693" y="279550"/>
                  </a:lnTo>
                  <a:lnTo>
                    <a:pt x="30329" y="283428"/>
                  </a:lnTo>
                  <a:lnTo>
                    <a:pt x="34086" y="287188"/>
                  </a:lnTo>
                  <a:lnTo>
                    <a:pt x="37961" y="290827"/>
                  </a:lnTo>
                  <a:lnTo>
                    <a:pt x="41950" y="294341"/>
                  </a:lnTo>
                  <a:lnTo>
                    <a:pt x="46048" y="297727"/>
                  </a:lnTo>
                  <a:lnTo>
                    <a:pt x="50252" y="300980"/>
                  </a:lnTo>
                  <a:lnTo>
                    <a:pt x="54557" y="304098"/>
                  </a:lnTo>
                  <a:lnTo>
                    <a:pt x="58960" y="307078"/>
                  </a:lnTo>
                  <a:lnTo>
                    <a:pt x="63455" y="309916"/>
                  </a:lnTo>
                  <a:lnTo>
                    <a:pt x="68037" y="312610"/>
                  </a:lnTo>
                  <a:lnTo>
                    <a:pt x="72703" y="315157"/>
                  </a:lnTo>
                  <a:lnTo>
                    <a:pt x="77448" y="317554"/>
                  </a:lnTo>
                  <a:lnTo>
                    <a:pt x="82267" y="319799"/>
                  </a:lnTo>
                  <a:lnTo>
                    <a:pt x="87154" y="321889"/>
                  </a:lnTo>
                  <a:lnTo>
                    <a:pt x="92106" y="323823"/>
                  </a:lnTo>
                  <a:lnTo>
                    <a:pt x="97116" y="325599"/>
                  </a:lnTo>
                  <a:lnTo>
                    <a:pt x="102180" y="327215"/>
                  </a:lnTo>
                  <a:lnTo>
                    <a:pt x="107294" y="328669"/>
                  </a:lnTo>
                  <a:lnTo>
                    <a:pt x="112451" y="329959"/>
                  </a:lnTo>
                  <a:lnTo>
                    <a:pt x="117646" y="331085"/>
                  </a:lnTo>
                  <a:lnTo>
                    <a:pt x="122874" y="332045"/>
                  </a:lnTo>
                  <a:lnTo>
                    <a:pt x="128131" y="332838"/>
                  </a:lnTo>
                  <a:lnTo>
                    <a:pt x="133409" y="333464"/>
                  </a:lnTo>
                  <a:lnTo>
                    <a:pt x="138706" y="333922"/>
                  </a:lnTo>
                  <a:lnTo>
                    <a:pt x="144014" y="334211"/>
                  </a:lnTo>
                  <a:lnTo>
                    <a:pt x="149328" y="334331"/>
                  </a:lnTo>
                  <a:lnTo>
                    <a:pt x="154644" y="334282"/>
                  </a:lnTo>
                  <a:lnTo>
                    <a:pt x="159955" y="334064"/>
                  </a:lnTo>
                  <a:lnTo>
                    <a:pt x="165257" y="333677"/>
                  </a:lnTo>
                  <a:lnTo>
                    <a:pt x="170544" y="333122"/>
                  </a:lnTo>
                  <a:lnTo>
                    <a:pt x="175810" y="332399"/>
                  </a:lnTo>
                  <a:lnTo>
                    <a:pt x="181051" y="331509"/>
                  </a:lnTo>
                  <a:lnTo>
                    <a:pt x="186261" y="330453"/>
                  </a:lnTo>
                  <a:lnTo>
                    <a:pt x="191434" y="329232"/>
                  </a:lnTo>
                  <a:lnTo>
                    <a:pt x="196567" y="327847"/>
                  </a:lnTo>
                  <a:lnTo>
                    <a:pt x="201652" y="326299"/>
                  </a:lnTo>
                  <a:lnTo>
                    <a:pt x="206686" y="324590"/>
                  </a:lnTo>
                  <a:lnTo>
                    <a:pt x="211663" y="322723"/>
                  </a:lnTo>
                  <a:lnTo>
                    <a:pt x="216578" y="320698"/>
                  </a:lnTo>
                  <a:lnTo>
                    <a:pt x="221426" y="318517"/>
                  </a:lnTo>
                  <a:lnTo>
                    <a:pt x="226202" y="316184"/>
                  </a:lnTo>
                  <a:lnTo>
                    <a:pt x="230902" y="313700"/>
                  </a:lnTo>
                  <a:lnTo>
                    <a:pt x="235521" y="311068"/>
                  </a:lnTo>
                  <a:lnTo>
                    <a:pt x="240053" y="308290"/>
                  </a:lnTo>
                  <a:lnTo>
                    <a:pt x="244495" y="305370"/>
                  </a:lnTo>
                  <a:lnTo>
                    <a:pt x="248841" y="302309"/>
                  </a:lnTo>
                  <a:lnTo>
                    <a:pt x="253089" y="299113"/>
                  </a:lnTo>
                  <a:lnTo>
                    <a:pt x="257232" y="295782"/>
                  </a:lnTo>
                  <a:lnTo>
                    <a:pt x="261267" y="292322"/>
                  </a:lnTo>
                  <a:lnTo>
                    <a:pt x="265191" y="288735"/>
                  </a:lnTo>
                  <a:lnTo>
                    <a:pt x="268998" y="285025"/>
                  </a:lnTo>
                  <a:lnTo>
                    <a:pt x="272685" y="281196"/>
                  </a:lnTo>
                  <a:lnTo>
                    <a:pt x="276249" y="277252"/>
                  </a:lnTo>
                  <a:lnTo>
                    <a:pt x="279686" y="273196"/>
                  </a:lnTo>
                  <a:lnTo>
                    <a:pt x="282992" y="269034"/>
                  </a:lnTo>
                  <a:lnTo>
                    <a:pt x="286164" y="264768"/>
                  </a:lnTo>
                  <a:lnTo>
                    <a:pt x="289198" y="260403"/>
                  </a:lnTo>
                  <a:lnTo>
                    <a:pt x="292093" y="255944"/>
                  </a:lnTo>
                  <a:lnTo>
                    <a:pt x="294844" y="251396"/>
                  </a:lnTo>
                  <a:lnTo>
                    <a:pt x="297449" y="246762"/>
                  </a:lnTo>
                  <a:lnTo>
                    <a:pt x="299905" y="242048"/>
                  </a:lnTo>
                  <a:lnTo>
                    <a:pt x="302211" y="237258"/>
                  </a:lnTo>
                  <a:lnTo>
                    <a:pt x="304362" y="232397"/>
                  </a:lnTo>
                  <a:lnTo>
                    <a:pt x="306359" y="227470"/>
                  </a:lnTo>
                  <a:lnTo>
                    <a:pt x="308197" y="222482"/>
                  </a:lnTo>
                  <a:lnTo>
                    <a:pt x="309876" y="217439"/>
                  </a:lnTo>
                  <a:lnTo>
                    <a:pt x="311394" y="212344"/>
                  </a:lnTo>
                  <a:lnTo>
                    <a:pt x="312749" y="207204"/>
                  </a:lnTo>
                  <a:lnTo>
                    <a:pt x="313940" y="202023"/>
                  </a:lnTo>
                  <a:lnTo>
                    <a:pt x="314966" y="196807"/>
                  </a:lnTo>
                  <a:lnTo>
                    <a:pt x="315825" y="191561"/>
                  </a:lnTo>
                  <a:lnTo>
                    <a:pt x="316517" y="186291"/>
                  </a:lnTo>
                  <a:lnTo>
                    <a:pt x="317041" y="181001"/>
                  </a:lnTo>
                  <a:lnTo>
                    <a:pt x="317396" y="175697"/>
                  </a:lnTo>
                  <a:lnTo>
                    <a:pt x="317583" y="170384"/>
                  </a:lnTo>
                  <a:lnTo>
                    <a:pt x="317601" y="165068"/>
                  </a:lnTo>
                  <a:lnTo>
                    <a:pt x="317450" y="159755"/>
                  </a:lnTo>
                  <a:lnTo>
                    <a:pt x="317130" y="154448"/>
                  </a:lnTo>
                  <a:lnTo>
                    <a:pt x="316641" y="149155"/>
                  </a:lnTo>
                  <a:lnTo>
                    <a:pt x="315984" y="143880"/>
                  </a:lnTo>
                  <a:lnTo>
                    <a:pt x="315160" y="138628"/>
                  </a:lnTo>
                  <a:lnTo>
                    <a:pt x="314170" y="133406"/>
                  </a:lnTo>
                  <a:lnTo>
                    <a:pt x="313013" y="128217"/>
                  </a:lnTo>
                  <a:lnTo>
                    <a:pt x="311693" y="123068"/>
                  </a:lnTo>
                  <a:lnTo>
                    <a:pt x="310209" y="117963"/>
                  </a:lnTo>
                  <a:lnTo>
                    <a:pt x="308564" y="112909"/>
                  </a:lnTo>
                  <a:lnTo>
                    <a:pt x="306759" y="107909"/>
                  </a:lnTo>
                  <a:lnTo>
                    <a:pt x="304795" y="102968"/>
                  </a:lnTo>
                  <a:lnTo>
                    <a:pt x="302676" y="98093"/>
                  </a:lnTo>
                  <a:lnTo>
                    <a:pt x="300403" y="93288"/>
                  </a:lnTo>
                  <a:lnTo>
                    <a:pt x="297978" y="88557"/>
                  </a:lnTo>
                  <a:lnTo>
                    <a:pt x="295404" y="83906"/>
                  </a:lnTo>
                  <a:lnTo>
                    <a:pt x="292684" y="79340"/>
                  </a:lnTo>
                  <a:lnTo>
                    <a:pt x="289819" y="74861"/>
                  </a:lnTo>
                  <a:lnTo>
                    <a:pt x="286814" y="70477"/>
                  </a:lnTo>
                  <a:lnTo>
                    <a:pt x="283671" y="66190"/>
                  </a:lnTo>
                  <a:lnTo>
                    <a:pt x="280393" y="62005"/>
                  </a:lnTo>
                  <a:lnTo>
                    <a:pt x="276983" y="57926"/>
                  </a:lnTo>
                  <a:lnTo>
                    <a:pt x="273446" y="53958"/>
                  </a:lnTo>
                  <a:lnTo>
                    <a:pt x="269784" y="50105"/>
                  </a:lnTo>
                  <a:lnTo>
                    <a:pt x="266002" y="46370"/>
                  </a:lnTo>
                  <a:lnTo>
                    <a:pt x="262102" y="42756"/>
                  </a:lnTo>
                  <a:lnTo>
                    <a:pt x="258090" y="39269"/>
                  </a:lnTo>
                  <a:lnTo>
                    <a:pt x="253969" y="35911"/>
                  </a:lnTo>
                  <a:lnTo>
                    <a:pt x="249744" y="32686"/>
                  </a:lnTo>
                  <a:lnTo>
                    <a:pt x="245418" y="29597"/>
                  </a:lnTo>
                  <a:lnTo>
                    <a:pt x="240995" y="26647"/>
                  </a:lnTo>
                  <a:lnTo>
                    <a:pt x="236482" y="23839"/>
                  </a:lnTo>
                  <a:lnTo>
                    <a:pt x="231881" y="21176"/>
                  </a:lnTo>
                  <a:lnTo>
                    <a:pt x="227198" y="18660"/>
                  </a:lnTo>
                  <a:lnTo>
                    <a:pt x="222437" y="16295"/>
                  </a:lnTo>
                  <a:lnTo>
                    <a:pt x="217604" y="14082"/>
                  </a:lnTo>
                  <a:lnTo>
                    <a:pt x="212703" y="12025"/>
                  </a:lnTo>
                  <a:lnTo>
                    <a:pt x="207738" y="10123"/>
                  </a:lnTo>
                  <a:lnTo>
                    <a:pt x="202716" y="8381"/>
                  </a:lnTo>
                  <a:lnTo>
                    <a:pt x="197641" y="6800"/>
                  </a:lnTo>
                  <a:lnTo>
                    <a:pt x="192518" y="5380"/>
                  </a:lnTo>
                  <a:lnTo>
                    <a:pt x="187353" y="4124"/>
                  </a:lnTo>
                  <a:lnTo>
                    <a:pt x="182150" y="3033"/>
                  </a:lnTo>
                  <a:lnTo>
                    <a:pt x="176915" y="2108"/>
                  </a:lnTo>
                  <a:lnTo>
                    <a:pt x="171654" y="1350"/>
                  </a:lnTo>
                  <a:lnTo>
                    <a:pt x="166371" y="760"/>
                  </a:lnTo>
                  <a:lnTo>
                    <a:pt x="161072" y="337"/>
                  </a:lnTo>
                  <a:lnTo>
                    <a:pt x="155762" y="84"/>
                  </a:lnTo>
                  <a:lnTo>
                    <a:pt x="150447" y="0"/>
                  </a:lnTo>
                  <a:lnTo>
                    <a:pt x="1504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33883" y="5399291"/>
              <a:ext cx="52332" cy="167167"/>
            </a:xfrm>
            <a:custGeom>
              <a:avLst/>
              <a:pathLst>
                <a:path w="52332" h="167167">
                  <a:moveTo>
                    <a:pt x="52332" y="0"/>
                  </a:moveTo>
                  <a:lnTo>
                    <a:pt x="46419" y="104"/>
                  </a:lnTo>
                  <a:lnTo>
                    <a:pt x="40513" y="418"/>
                  </a:lnTo>
                  <a:lnTo>
                    <a:pt x="34623" y="940"/>
                  </a:lnTo>
                  <a:lnTo>
                    <a:pt x="28754" y="1671"/>
                  </a:lnTo>
                  <a:lnTo>
                    <a:pt x="22915" y="2608"/>
                  </a:lnTo>
                  <a:lnTo>
                    <a:pt x="17113" y="3752"/>
                  </a:lnTo>
                  <a:lnTo>
                    <a:pt x="11355" y="5100"/>
                  </a:lnTo>
                  <a:lnTo>
                    <a:pt x="5648" y="6650"/>
                  </a:lnTo>
                  <a:lnTo>
                    <a:pt x="0" y="8402"/>
                  </a:lnTo>
                  <a:lnTo>
                    <a:pt x="5233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33883" y="5407694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33883" y="5407694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33883" y="5407694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33883" y="5407694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33883" y="5407694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33883" y="5407694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319060" y="5405616"/>
              <a:ext cx="334323" cy="328001"/>
            </a:xfrm>
            <a:custGeom>
              <a:avLst/>
              <a:pathLst>
                <a:path w="334323" h="328001">
                  <a:moveTo>
                    <a:pt x="114823" y="2077"/>
                  </a:moveTo>
                  <a:lnTo>
                    <a:pt x="109833" y="3810"/>
                  </a:lnTo>
                  <a:lnTo>
                    <a:pt x="104899" y="5700"/>
                  </a:lnTo>
                  <a:lnTo>
                    <a:pt x="100028" y="7745"/>
                  </a:lnTo>
                  <a:lnTo>
                    <a:pt x="95223" y="9943"/>
                  </a:lnTo>
                  <a:lnTo>
                    <a:pt x="90491" y="12291"/>
                  </a:lnTo>
                  <a:lnTo>
                    <a:pt x="85835" y="14788"/>
                  </a:lnTo>
                  <a:lnTo>
                    <a:pt x="81261" y="17430"/>
                  </a:lnTo>
                  <a:lnTo>
                    <a:pt x="76772" y="20216"/>
                  </a:lnTo>
                  <a:lnTo>
                    <a:pt x="72373" y="23142"/>
                  </a:lnTo>
                  <a:lnTo>
                    <a:pt x="68069" y="26206"/>
                  </a:lnTo>
                  <a:lnTo>
                    <a:pt x="63864" y="29405"/>
                  </a:lnTo>
                  <a:lnTo>
                    <a:pt x="59763" y="32734"/>
                  </a:lnTo>
                  <a:lnTo>
                    <a:pt x="55768" y="36192"/>
                  </a:lnTo>
                  <a:lnTo>
                    <a:pt x="51885" y="39774"/>
                  </a:lnTo>
                  <a:lnTo>
                    <a:pt x="48117" y="43477"/>
                  </a:lnTo>
                  <a:lnTo>
                    <a:pt x="44467" y="47297"/>
                  </a:lnTo>
                  <a:lnTo>
                    <a:pt x="40941" y="51230"/>
                  </a:lnTo>
                  <a:lnTo>
                    <a:pt x="37540" y="55273"/>
                  </a:lnTo>
                  <a:lnTo>
                    <a:pt x="34269" y="59422"/>
                  </a:lnTo>
                  <a:lnTo>
                    <a:pt x="31130" y="63672"/>
                  </a:lnTo>
                  <a:lnTo>
                    <a:pt x="28128" y="68018"/>
                  </a:lnTo>
                  <a:lnTo>
                    <a:pt x="25264" y="72458"/>
                  </a:lnTo>
                  <a:lnTo>
                    <a:pt x="22542" y="76986"/>
                  </a:lnTo>
                  <a:lnTo>
                    <a:pt x="19964" y="81597"/>
                  </a:lnTo>
                  <a:lnTo>
                    <a:pt x="17534" y="86288"/>
                  </a:lnTo>
                  <a:lnTo>
                    <a:pt x="15253" y="91053"/>
                  </a:lnTo>
                  <a:lnTo>
                    <a:pt x="13123" y="95888"/>
                  </a:lnTo>
                  <a:lnTo>
                    <a:pt x="11148" y="100788"/>
                  </a:lnTo>
                  <a:lnTo>
                    <a:pt x="9328" y="105747"/>
                  </a:lnTo>
                  <a:lnTo>
                    <a:pt x="7666" y="110762"/>
                  </a:lnTo>
                  <a:lnTo>
                    <a:pt x="6163" y="115827"/>
                  </a:lnTo>
                  <a:lnTo>
                    <a:pt x="4821" y="120937"/>
                  </a:lnTo>
                  <a:lnTo>
                    <a:pt x="3641" y="126086"/>
                  </a:lnTo>
                  <a:lnTo>
                    <a:pt x="2624" y="131271"/>
                  </a:lnTo>
                  <a:lnTo>
                    <a:pt x="1772" y="136485"/>
                  </a:lnTo>
                  <a:lnTo>
                    <a:pt x="1085" y="141723"/>
                  </a:lnTo>
                  <a:lnTo>
                    <a:pt x="564" y="146980"/>
                  </a:lnTo>
                  <a:lnTo>
                    <a:pt x="209" y="152251"/>
                  </a:lnTo>
                  <a:lnTo>
                    <a:pt x="21" y="157531"/>
                  </a:lnTo>
                  <a:lnTo>
                    <a:pt x="0" y="162814"/>
                  </a:lnTo>
                  <a:lnTo>
                    <a:pt x="145" y="168095"/>
                  </a:lnTo>
                  <a:lnTo>
                    <a:pt x="458" y="173369"/>
                  </a:lnTo>
                  <a:lnTo>
                    <a:pt x="937" y="178630"/>
                  </a:lnTo>
                  <a:lnTo>
                    <a:pt x="1582" y="183873"/>
                  </a:lnTo>
                  <a:lnTo>
                    <a:pt x="2392" y="189094"/>
                  </a:lnTo>
                  <a:lnTo>
                    <a:pt x="3367" y="194286"/>
                  </a:lnTo>
                  <a:lnTo>
                    <a:pt x="4506" y="199445"/>
                  </a:lnTo>
                  <a:lnTo>
                    <a:pt x="5807" y="204565"/>
                  </a:lnTo>
                  <a:lnTo>
                    <a:pt x="7269" y="209642"/>
                  </a:lnTo>
                  <a:lnTo>
                    <a:pt x="8891" y="214670"/>
                  </a:lnTo>
                  <a:lnTo>
                    <a:pt x="10671" y="219644"/>
                  </a:lnTo>
                  <a:lnTo>
                    <a:pt x="12607" y="224560"/>
                  </a:lnTo>
                  <a:lnTo>
                    <a:pt x="14698" y="229411"/>
                  </a:lnTo>
                  <a:lnTo>
                    <a:pt x="16941" y="234195"/>
                  </a:lnTo>
                  <a:lnTo>
                    <a:pt x="19334" y="238905"/>
                  </a:lnTo>
                  <a:lnTo>
                    <a:pt x="21874" y="243537"/>
                  </a:lnTo>
                  <a:lnTo>
                    <a:pt x="24560" y="248086"/>
                  </a:lnTo>
                  <a:lnTo>
                    <a:pt x="27388" y="252549"/>
                  </a:lnTo>
                  <a:lnTo>
                    <a:pt x="30356" y="256919"/>
                  </a:lnTo>
                  <a:lnTo>
                    <a:pt x="33460" y="261194"/>
                  </a:lnTo>
                  <a:lnTo>
                    <a:pt x="36698" y="265369"/>
                  </a:lnTo>
                  <a:lnTo>
                    <a:pt x="40066" y="269439"/>
                  </a:lnTo>
                  <a:lnTo>
                    <a:pt x="43561" y="273401"/>
                  </a:lnTo>
                  <a:lnTo>
                    <a:pt x="47179" y="277250"/>
                  </a:lnTo>
                  <a:lnTo>
                    <a:pt x="50918" y="280983"/>
                  </a:lnTo>
                  <a:lnTo>
                    <a:pt x="54772" y="284596"/>
                  </a:lnTo>
                  <a:lnTo>
                    <a:pt x="58739" y="288085"/>
                  </a:lnTo>
                  <a:lnTo>
                    <a:pt x="62814" y="291448"/>
                  </a:lnTo>
                  <a:lnTo>
                    <a:pt x="66993" y="294680"/>
                  </a:lnTo>
                  <a:lnTo>
                    <a:pt x="71272" y="297778"/>
                  </a:lnTo>
                  <a:lnTo>
                    <a:pt x="75647" y="300739"/>
                  </a:lnTo>
                  <a:lnTo>
                    <a:pt x="80113" y="303561"/>
                  </a:lnTo>
                  <a:lnTo>
                    <a:pt x="84667" y="306240"/>
                  </a:lnTo>
                  <a:lnTo>
                    <a:pt x="89302" y="308774"/>
                  </a:lnTo>
                  <a:lnTo>
                    <a:pt x="94016" y="311161"/>
                  </a:lnTo>
                  <a:lnTo>
                    <a:pt x="98802" y="313397"/>
                  </a:lnTo>
                  <a:lnTo>
                    <a:pt x="103657" y="315480"/>
                  </a:lnTo>
                  <a:lnTo>
                    <a:pt x="108575" y="317410"/>
                  </a:lnTo>
                  <a:lnTo>
                    <a:pt x="113552" y="319183"/>
                  </a:lnTo>
                  <a:lnTo>
                    <a:pt x="118582" y="320797"/>
                  </a:lnTo>
                  <a:lnTo>
                    <a:pt x="123661" y="322252"/>
                  </a:lnTo>
                  <a:lnTo>
                    <a:pt x="128783" y="323546"/>
                  </a:lnTo>
                  <a:lnTo>
                    <a:pt x="133943" y="324677"/>
                  </a:lnTo>
                  <a:lnTo>
                    <a:pt x="139137" y="325645"/>
                  </a:lnTo>
                  <a:lnTo>
                    <a:pt x="144359" y="326448"/>
                  </a:lnTo>
                  <a:lnTo>
                    <a:pt x="149603" y="327086"/>
                  </a:lnTo>
                  <a:lnTo>
                    <a:pt x="154865" y="327557"/>
                  </a:lnTo>
                  <a:lnTo>
                    <a:pt x="160139" y="327863"/>
                  </a:lnTo>
                  <a:lnTo>
                    <a:pt x="165421" y="328001"/>
                  </a:lnTo>
                  <a:lnTo>
                    <a:pt x="170704" y="327972"/>
                  </a:lnTo>
                  <a:lnTo>
                    <a:pt x="175983" y="327777"/>
                  </a:lnTo>
                  <a:lnTo>
                    <a:pt x="181254" y="327414"/>
                  </a:lnTo>
                  <a:lnTo>
                    <a:pt x="186510" y="326886"/>
                  </a:lnTo>
                  <a:lnTo>
                    <a:pt x="191747" y="326191"/>
                  </a:lnTo>
                  <a:lnTo>
                    <a:pt x="196960" y="325331"/>
                  </a:lnTo>
                  <a:lnTo>
                    <a:pt x="202143" y="324308"/>
                  </a:lnTo>
                  <a:lnTo>
                    <a:pt x="207291" y="323120"/>
                  </a:lnTo>
                  <a:lnTo>
                    <a:pt x="212398" y="321771"/>
                  </a:lnTo>
                  <a:lnTo>
                    <a:pt x="217461" y="320261"/>
                  </a:lnTo>
                  <a:lnTo>
                    <a:pt x="222474" y="318592"/>
                  </a:lnTo>
                  <a:lnTo>
                    <a:pt x="227431" y="316765"/>
                  </a:lnTo>
                  <a:lnTo>
                    <a:pt x="232328" y="314782"/>
                  </a:lnTo>
                  <a:lnTo>
                    <a:pt x="237159" y="312646"/>
                  </a:lnTo>
                  <a:lnTo>
                    <a:pt x="241921" y="310358"/>
                  </a:lnTo>
                  <a:lnTo>
                    <a:pt x="246609" y="307921"/>
                  </a:lnTo>
                  <a:lnTo>
                    <a:pt x="251217" y="305337"/>
                  </a:lnTo>
                  <a:lnTo>
                    <a:pt x="255741" y="302608"/>
                  </a:lnTo>
                  <a:lnTo>
                    <a:pt x="260176" y="299738"/>
                  </a:lnTo>
                  <a:lnTo>
                    <a:pt x="264519" y="296730"/>
                  </a:lnTo>
                  <a:lnTo>
                    <a:pt x="268764" y="293585"/>
                  </a:lnTo>
                  <a:lnTo>
                    <a:pt x="272908" y="290308"/>
                  </a:lnTo>
                  <a:lnTo>
                    <a:pt x="276946" y="286902"/>
                  </a:lnTo>
                  <a:lnTo>
                    <a:pt x="280875" y="283370"/>
                  </a:lnTo>
                  <a:lnTo>
                    <a:pt x="284690" y="279715"/>
                  </a:lnTo>
                  <a:lnTo>
                    <a:pt x="288387" y="275941"/>
                  </a:lnTo>
                  <a:lnTo>
                    <a:pt x="291964" y="272053"/>
                  </a:lnTo>
                  <a:lnTo>
                    <a:pt x="295416" y="268054"/>
                  </a:lnTo>
                  <a:lnTo>
                    <a:pt x="298739" y="263947"/>
                  </a:lnTo>
                  <a:lnTo>
                    <a:pt x="301932" y="259738"/>
                  </a:lnTo>
                  <a:lnTo>
                    <a:pt x="304989" y="255430"/>
                  </a:lnTo>
                  <a:lnTo>
                    <a:pt x="307909" y="251027"/>
                  </a:lnTo>
                  <a:lnTo>
                    <a:pt x="310689" y="246534"/>
                  </a:lnTo>
                  <a:lnTo>
                    <a:pt x="313325" y="241956"/>
                  </a:lnTo>
                  <a:lnTo>
                    <a:pt x="315815" y="237296"/>
                  </a:lnTo>
                  <a:lnTo>
                    <a:pt x="318157" y="232561"/>
                  </a:lnTo>
                  <a:lnTo>
                    <a:pt x="320348" y="227753"/>
                  </a:lnTo>
                  <a:lnTo>
                    <a:pt x="322385" y="222879"/>
                  </a:lnTo>
                  <a:lnTo>
                    <a:pt x="324268" y="217943"/>
                  </a:lnTo>
                  <a:lnTo>
                    <a:pt x="325994" y="212950"/>
                  </a:lnTo>
                  <a:lnTo>
                    <a:pt x="327561" y="207905"/>
                  </a:lnTo>
                  <a:lnTo>
                    <a:pt x="328968" y="202812"/>
                  </a:lnTo>
                  <a:lnTo>
                    <a:pt x="330214" y="197678"/>
                  </a:lnTo>
                  <a:lnTo>
                    <a:pt x="331296" y="192507"/>
                  </a:lnTo>
                  <a:lnTo>
                    <a:pt x="332215" y="187305"/>
                  </a:lnTo>
                  <a:lnTo>
                    <a:pt x="332969" y="182076"/>
                  </a:lnTo>
                  <a:lnTo>
                    <a:pt x="333557" y="176825"/>
                  </a:lnTo>
                  <a:lnTo>
                    <a:pt x="333979" y="171559"/>
                  </a:lnTo>
                  <a:lnTo>
                    <a:pt x="334234" y="166282"/>
                  </a:lnTo>
                  <a:lnTo>
                    <a:pt x="334323" y="161000"/>
                  </a:lnTo>
                  <a:lnTo>
                    <a:pt x="334244" y="155718"/>
                  </a:lnTo>
                  <a:lnTo>
                    <a:pt x="333999" y="150440"/>
                  </a:lnTo>
                  <a:lnTo>
                    <a:pt x="333587" y="145173"/>
                  </a:lnTo>
                  <a:lnTo>
                    <a:pt x="333009" y="139922"/>
                  </a:lnTo>
                  <a:lnTo>
                    <a:pt x="332265" y="134692"/>
                  </a:lnTo>
                  <a:lnTo>
                    <a:pt x="331356" y="129487"/>
                  </a:lnTo>
                  <a:lnTo>
                    <a:pt x="330283" y="124314"/>
                  </a:lnTo>
                  <a:lnTo>
                    <a:pt x="329047" y="119178"/>
                  </a:lnTo>
                  <a:lnTo>
                    <a:pt x="327650" y="114083"/>
                  </a:lnTo>
                  <a:lnTo>
                    <a:pt x="326092" y="109035"/>
                  </a:lnTo>
                  <a:lnTo>
                    <a:pt x="324376" y="104038"/>
                  </a:lnTo>
                  <a:lnTo>
                    <a:pt x="322502" y="99099"/>
                  </a:lnTo>
                  <a:lnTo>
                    <a:pt x="320474" y="94221"/>
                  </a:lnTo>
                  <a:lnTo>
                    <a:pt x="318292" y="89409"/>
                  </a:lnTo>
                  <a:lnTo>
                    <a:pt x="315959" y="84669"/>
                  </a:lnTo>
                  <a:lnTo>
                    <a:pt x="313478" y="80005"/>
                  </a:lnTo>
                  <a:lnTo>
                    <a:pt x="310850" y="75422"/>
                  </a:lnTo>
                  <a:lnTo>
                    <a:pt x="308079" y="70924"/>
                  </a:lnTo>
                  <a:lnTo>
                    <a:pt x="305168" y="66515"/>
                  </a:lnTo>
                  <a:lnTo>
                    <a:pt x="302118" y="62201"/>
                  </a:lnTo>
                  <a:lnTo>
                    <a:pt x="298934" y="57986"/>
                  </a:lnTo>
                  <a:lnTo>
                    <a:pt x="295618" y="53873"/>
                  </a:lnTo>
                  <a:lnTo>
                    <a:pt x="292173" y="49867"/>
                  </a:lnTo>
                  <a:lnTo>
                    <a:pt x="288604" y="45972"/>
                  </a:lnTo>
                  <a:lnTo>
                    <a:pt x="284914" y="42192"/>
                  </a:lnTo>
                  <a:lnTo>
                    <a:pt x="281106" y="38530"/>
                  </a:lnTo>
                  <a:lnTo>
                    <a:pt x="277184" y="34990"/>
                  </a:lnTo>
                  <a:lnTo>
                    <a:pt x="273152" y="31576"/>
                  </a:lnTo>
                  <a:lnTo>
                    <a:pt x="269014" y="28292"/>
                  </a:lnTo>
                  <a:lnTo>
                    <a:pt x="264775" y="25139"/>
                  </a:lnTo>
                  <a:lnTo>
                    <a:pt x="260438" y="22122"/>
                  </a:lnTo>
                  <a:lnTo>
                    <a:pt x="256008" y="19244"/>
                  </a:lnTo>
                  <a:lnTo>
                    <a:pt x="251489" y="16507"/>
                  </a:lnTo>
                  <a:lnTo>
                    <a:pt x="246886" y="13914"/>
                  </a:lnTo>
                  <a:lnTo>
                    <a:pt x="242203" y="11468"/>
                  </a:lnTo>
                  <a:lnTo>
                    <a:pt x="237446" y="9171"/>
                  </a:lnTo>
                  <a:lnTo>
                    <a:pt x="232618" y="7026"/>
                  </a:lnTo>
                  <a:lnTo>
                    <a:pt x="227725" y="5034"/>
                  </a:lnTo>
                  <a:lnTo>
                    <a:pt x="222771" y="3198"/>
                  </a:lnTo>
                  <a:lnTo>
                    <a:pt x="217762" y="1519"/>
                  </a:lnTo>
                  <a:lnTo>
                    <a:pt x="212702" y="0"/>
                  </a:lnTo>
                  <a:lnTo>
                    <a:pt x="167155" y="1608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86215" y="5399291"/>
              <a:ext cx="45546" cy="167167"/>
            </a:xfrm>
            <a:custGeom>
              <a:avLst/>
              <a:pathLst>
                <a:path w="45546" h="167167">
                  <a:moveTo>
                    <a:pt x="45546" y="6324"/>
                  </a:moveTo>
                  <a:lnTo>
                    <a:pt x="39172" y="4654"/>
                  </a:lnTo>
                  <a:lnTo>
                    <a:pt x="32737" y="3236"/>
                  </a:lnTo>
                  <a:lnTo>
                    <a:pt x="26250" y="2073"/>
                  </a:lnTo>
                  <a:lnTo>
                    <a:pt x="19723" y="1167"/>
                  </a:lnTo>
                  <a:lnTo>
                    <a:pt x="13166" y="519"/>
                  </a:lnTo>
                  <a:lnTo>
                    <a:pt x="6588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856386" y="5399291"/>
              <a:ext cx="184867" cy="334325"/>
            </a:xfrm>
            <a:custGeom>
              <a:avLst/>
              <a:pathLst>
                <a:path w="184867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566459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566459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23544" y="5566459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023544" y="5566459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023544" y="5566459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566459"/>
              <a:ext cx="115027" cy="166226"/>
            </a:xfrm>
            <a:custGeom>
              <a:avLst/>
              <a:pathLst>
                <a:path w="115027" h="166226">
                  <a:moveTo>
                    <a:pt x="17709" y="166226"/>
                  </a:moveTo>
                  <a:lnTo>
                    <a:pt x="23408" y="165520"/>
                  </a:lnTo>
                  <a:lnTo>
                    <a:pt x="29079" y="164618"/>
                  </a:lnTo>
                  <a:lnTo>
                    <a:pt x="34716" y="163522"/>
                  </a:lnTo>
                  <a:lnTo>
                    <a:pt x="40312" y="162233"/>
                  </a:lnTo>
                  <a:lnTo>
                    <a:pt x="45861" y="160753"/>
                  </a:lnTo>
                  <a:lnTo>
                    <a:pt x="51355" y="159083"/>
                  </a:lnTo>
                  <a:lnTo>
                    <a:pt x="56789" y="157225"/>
                  </a:lnTo>
                  <a:lnTo>
                    <a:pt x="62156" y="155182"/>
                  </a:lnTo>
                  <a:lnTo>
                    <a:pt x="67449" y="152955"/>
                  </a:lnTo>
                  <a:lnTo>
                    <a:pt x="72663" y="150548"/>
                  </a:lnTo>
                  <a:lnTo>
                    <a:pt x="77791" y="147964"/>
                  </a:lnTo>
                  <a:lnTo>
                    <a:pt x="82827" y="145205"/>
                  </a:lnTo>
                  <a:lnTo>
                    <a:pt x="87766" y="142274"/>
                  </a:lnTo>
                  <a:lnTo>
                    <a:pt x="92601" y="139175"/>
                  </a:lnTo>
                  <a:lnTo>
                    <a:pt x="97327" y="135913"/>
                  </a:lnTo>
                  <a:lnTo>
                    <a:pt x="101937" y="132490"/>
                  </a:lnTo>
                  <a:lnTo>
                    <a:pt x="106428" y="128910"/>
                  </a:lnTo>
                  <a:lnTo>
                    <a:pt x="110793" y="125179"/>
                  </a:lnTo>
                  <a:lnTo>
                    <a:pt x="115027" y="121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23544" y="5399291"/>
              <a:ext cx="167163" cy="288467"/>
            </a:xfrm>
            <a:custGeom>
              <a:avLst/>
              <a:pathLst>
                <a:path w="167163" h="288467">
                  <a:moveTo>
                    <a:pt x="115027" y="288467"/>
                  </a:moveTo>
                  <a:lnTo>
                    <a:pt x="118873" y="284701"/>
                  </a:lnTo>
                  <a:lnTo>
                    <a:pt x="122595" y="280813"/>
                  </a:lnTo>
                  <a:lnTo>
                    <a:pt x="126190" y="276807"/>
                  </a:lnTo>
                  <a:lnTo>
                    <a:pt x="129654" y="272688"/>
                  </a:lnTo>
                  <a:lnTo>
                    <a:pt x="132984" y="268459"/>
                  </a:lnTo>
                  <a:lnTo>
                    <a:pt x="136176" y="264125"/>
                  </a:lnTo>
                  <a:lnTo>
                    <a:pt x="139227" y="259691"/>
                  </a:lnTo>
                  <a:lnTo>
                    <a:pt x="142133" y="255161"/>
                  </a:lnTo>
                  <a:lnTo>
                    <a:pt x="144892" y="250539"/>
                  </a:lnTo>
                  <a:lnTo>
                    <a:pt x="147501" y="245832"/>
                  </a:lnTo>
                  <a:lnTo>
                    <a:pt x="149957" y="241042"/>
                  </a:lnTo>
                  <a:lnTo>
                    <a:pt x="152258" y="236176"/>
                  </a:lnTo>
                  <a:lnTo>
                    <a:pt x="154401" y="231239"/>
                  </a:lnTo>
                  <a:lnTo>
                    <a:pt x="156383" y="226235"/>
                  </a:lnTo>
                  <a:lnTo>
                    <a:pt x="158204" y="221170"/>
                  </a:lnTo>
                  <a:lnTo>
                    <a:pt x="159860" y="216049"/>
                  </a:lnTo>
                  <a:lnTo>
                    <a:pt x="161351" y="210877"/>
                  </a:lnTo>
                  <a:lnTo>
                    <a:pt x="162675" y="205660"/>
                  </a:lnTo>
                  <a:lnTo>
                    <a:pt x="163830" y="200403"/>
                  </a:lnTo>
                  <a:lnTo>
                    <a:pt x="164815" y="195111"/>
                  </a:lnTo>
                  <a:lnTo>
                    <a:pt x="165629" y="189791"/>
                  </a:lnTo>
                  <a:lnTo>
                    <a:pt x="166271" y="184447"/>
                  </a:lnTo>
                  <a:lnTo>
                    <a:pt x="166742" y="179085"/>
                  </a:lnTo>
                  <a:lnTo>
                    <a:pt x="167039" y="173711"/>
                  </a:lnTo>
                  <a:lnTo>
                    <a:pt x="167163" y="168330"/>
                  </a:lnTo>
                  <a:lnTo>
                    <a:pt x="167114" y="162948"/>
                  </a:lnTo>
                  <a:lnTo>
                    <a:pt x="166891" y="157570"/>
                  </a:lnTo>
                  <a:lnTo>
                    <a:pt x="166496" y="152202"/>
                  </a:lnTo>
                  <a:lnTo>
                    <a:pt x="165928" y="146850"/>
                  </a:lnTo>
                  <a:lnTo>
                    <a:pt x="165188" y="141518"/>
                  </a:lnTo>
                  <a:lnTo>
                    <a:pt x="164276" y="136214"/>
                  </a:lnTo>
                  <a:lnTo>
                    <a:pt x="163195" y="130941"/>
                  </a:lnTo>
                  <a:lnTo>
                    <a:pt x="161944" y="125706"/>
                  </a:lnTo>
                  <a:lnTo>
                    <a:pt x="160525" y="120514"/>
                  </a:lnTo>
                  <a:lnTo>
                    <a:pt x="158940" y="115370"/>
                  </a:lnTo>
                  <a:lnTo>
                    <a:pt x="157190" y="110280"/>
                  </a:lnTo>
                  <a:lnTo>
                    <a:pt x="155277" y="105249"/>
                  </a:lnTo>
                  <a:lnTo>
                    <a:pt x="153203" y="100282"/>
                  </a:lnTo>
                  <a:lnTo>
                    <a:pt x="150971" y="95385"/>
                  </a:lnTo>
                  <a:lnTo>
                    <a:pt x="148582" y="90562"/>
                  </a:lnTo>
                  <a:lnTo>
                    <a:pt x="146038" y="85818"/>
                  </a:lnTo>
                  <a:lnTo>
                    <a:pt x="143344" y="81159"/>
                  </a:lnTo>
                  <a:lnTo>
                    <a:pt x="140501" y="76589"/>
                  </a:lnTo>
                  <a:lnTo>
                    <a:pt x="137512" y="72112"/>
                  </a:lnTo>
                  <a:lnTo>
                    <a:pt x="134380" y="67735"/>
                  </a:lnTo>
                  <a:lnTo>
                    <a:pt x="131110" y="63460"/>
                  </a:lnTo>
                  <a:lnTo>
                    <a:pt x="127703" y="59293"/>
                  </a:lnTo>
                  <a:lnTo>
                    <a:pt x="124164" y="55238"/>
                  </a:lnTo>
                  <a:lnTo>
                    <a:pt x="120496" y="51298"/>
                  </a:lnTo>
                  <a:lnTo>
                    <a:pt x="116703" y="47479"/>
                  </a:lnTo>
                  <a:lnTo>
                    <a:pt x="112790" y="43784"/>
                  </a:lnTo>
                  <a:lnTo>
                    <a:pt x="108759" y="40217"/>
                  </a:lnTo>
                  <a:lnTo>
                    <a:pt x="104616" y="36781"/>
                  </a:lnTo>
                  <a:lnTo>
                    <a:pt x="100364" y="33481"/>
                  </a:lnTo>
                  <a:lnTo>
                    <a:pt x="96008" y="30319"/>
                  </a:lnTo>
                  <a:lnTo>
                    <a:pt x="91553" y="27299"/>
                  </a:lnTo>
                  <a:lnTo>
                    <a:pt x="87003" y="24424"/>
                  </a:lnTo>
                  <a:lnTo>
                    <a:pt x="82362" y="21698"/>
                  </a:lnTo>
                  <a:lnTo>
                    <a:pt x="77636" y="19121"/>
                  </a:lnTo>
                  <a:lnTo>
                    <a:pt x="72830" y="16699"/>
                  </a:lnTo>
                  <a:lnTo>
                    <a:pt x="67948" y="14432"/>
                  </a:lnTo>
                  <a:lnTo>
                    <a:pt x="62996" y="12324"/>
                  </a:lnTo>
                  <a:lnTo>
                    <a:pt x="57978" y="10376"/>
                  </a:lnTo>
                  <a:lnTo>
                    <a:pt x="52901" y="8591"/>
                  </a:lnTo>
                  <a:lnTo>
                    <a:pt x="47768" y="6970"/>
                  </a:lnTo>
                  <a:lnTo>
                    <a:pt x="42586" y="5515"/>
                  </a:lnTo>
                  <a:lnTo>
                    <a:pt x="37360" y="4228"/>
                  </a:lnTo>
                  <a:lnTo>
                    <a:pt x="32095" y="3109"/>
                  </a:lnTo>
                  <a:lnTo>
                    <a:pt x="26797" y="2161"/>
                  </a:lnTo>
                  <a:lnTo>
                    <a:pt x="21471" y="1384"/>
                  </a:lnTo>
                  <a:lnTo>
                    <a:pt x="16122" y="779"/>
                  </a:lnTo>
                  <a:lnTo>
                    <a:pt x="10757" y="346"/>
                  </a:lnTo>
                  <a:lnTo>
                    <a:pt x="538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09290" y="5269756"/>
              <a:ext cx="135967" cy="167167"/>
            </a:xfrm>
            <a:custGeom>
              <a:avLst/>
              <a:pathLst>
                <a:path w="135967" h="167167">
                  <a:moveTo>
                    <a:pt x="135967" y="0"/>
                  </a:moveTo>
                  <a:lnTo>
                    <a:pt x="130492" y="89"/>
                  </a:lnTo>
                  <a:lnTo>
                    <a:pt x="125024" y="358"/>
                  </a:lnTo>
                  <a:lnTo>
                    <a:pt x="119567" y="806"/>
                  </a:lnTo>
                  <a:lnTo>
                    <a:pt x="114127" y="1432"/>
                  </a:lnTo>
                  <a:lnTo>
                    <a:pt x="108711" y="2236"/>
                  </a:lnTo>
                  <a:lnTo>
                    <a:pt x="103324" y="3218"/>
                  </a:lnTo>
                  <a:lnTo>
                    <a:pt x="97973" y="4375"/>
                  </a:lnTo>
                  <a:lnTo>
                    <a:pt x="92662" y="5706"/>
                  </a:lnTo>
                  <a:lnTo>
                    <a:pt x="87397" y="7211"/>
                  </a:lnTo>
                  <a:lnTo>
                    <a:pt x="82185" y="8887"/>
                  </a:lnTo>
                  <a:lnTo>
                    <a:pt x="77030" y="10734"/>
                  </a:lnTo>
                  <a:lnTo>
                    <a:pt x="71938" y="12748"/>
                  </a:lnTo>
                  <a:lnTo>
                    <a:pt x="66916" y="14928"/>
                  </a:lnTo>
                  <a:lnTo>
                    <a:pt x="61967" y="17271"/>
                  </a:lnTo>
                  <a:lnTo>
                    <a:pt x="57097" y="19774"/>
                  </a:lnTo>
                  <a:lnTo>
                    <a:pt x="52313" y="22436"/>
                  </a:lnTo>
                  <a:lnTo>
                    <a:pt x="47618" y="25254"/>
                  </a:lnTo>
                  <a:lnTo>
                    <a:pt x="43018" y="28223"/>
                  </a:lnTo>
                  <a:lnTo>
                    <a:pt x="38517" y="31342"/>
                  </a:lnTo>
                  <a:lnTo>
                    <a:pt x="34121" y="34606"/>
                  </a:lnTo>
                  <a:lnTo>
                    <a:pt x="29834" y="38013"/>
                  </a:lnTo>
                  <a:lnTo>
                    <a:pt x="25662" y="41558"/>
                  </a:lnTo>
                  <a:lnTo>
                    <a:pt x="21607" y="45238"/>
                  </a:lnTo>
                  <a:lnTo>
                    <a:pt x="17675" y="49048"/>
                  </a:lnTo>
                  <a:lnTo>
                    <a:pt x="13870" y="52986"/>
                  </a:lnTo>
                  <a:lnTo>
                    <a:pt x="10197" y="57045"/>
                  </a:lnTo>
                  <a:lnTo>
                    <a:pt x="6658" y="61223"/>
                  </a:lnTo>
                  <a:lnTo>
                    <a:pt x="3257" y="65515"/>
                  </a:lnTo>
                  <a:lnTo>
                    <a:pt x="0" y="69916"/>
                  </a:lnTo>
                  <a:lnTo>
                    <a:pt x="1359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09290" y="5339672"/>
              <a:ext cx="135967" cy="97251"/>
            </a:xfrm>
            <a:custGeom>
              <a:avLst/>
              <a:pathLst>
                <a:path w="135967" h="97251">
                  <a:moveTo>
                    <a:pt x="0" y="0"/>
                  </a:moveTo>
                  <a:lnTo>
                    <a:pt x="135967" y="97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09290" y="5339672"/>
              <a:ext cx="135967" cy="97251"/>
            </a:xfrm>
            <a:custGeom>
              <a:avLst/>
              <a:pathLst>
                <a:path w="135967" h="97251">
                  <a:moveTo>
                    <a:pt x="0" y="0"/>
                  </a:moveTo>
                  <a:lnTo>
                    <a:pt x="135967" y="97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09290" y="5339672"/>
              <a:ext cx="135967" cy="97251"/>
            </a:xfrm>
            <a:custGeom>
              <a:avLst/>
              <a:pathLst>
                <a:path w="135967" h="97251">
                  <a:moveTo>
                    <a:pt x="0" y="0"/>
                  </a:moveTo>
                  <a:lnTo>
                    <a:pt x="135967" y="972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09290" y="5339672"/>
              <a:ext cx="135967" cy="97251"/>
            </a:xfrm>
            <a:custGeom>
              <a:avLst/>
              <a:pathLst>
                <a:path w="135967" h="97251">
                  <a:moveTo>
                    <a:pt x="0" y="0"/>
                  </a:moveTo>
                  <a:lnTo>
                    <a:pt x="135967" y="972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390478" y="5339672"/>
              <a:ext cx="154779" cy="97251"/>
            </a:xfrm>
            <a:custGeom>
              <a:avLst/>
              <a:pathLst>
                <a:path w="154779" h="97251">
                  <a:moveTo>
                    <a:pt x="18812" y="0"/>
                  </a:moveTo>
                  <a:lnTo>
                    <a:pt x="15131" y="5363"/>
                  </a:lnTo>
                  <a:lnTo>
                    <a:pt x="11662" y="10866"/>
                  </a:lnTo>
                  <a:lnTo>
                    <a:pt x="8409" y="16499"/>
                  </a:lnTo>
                  <a:lnTo>
                    <a:pt x="5378" y="22255"/>
                  </a:lnTo>
                  <a:lnTo>
                    <a:pt x="2574" y="28125"/>
                  </a:lnTo>
                  <a:lnTo>
                    <a:pt x="0" y="34099"/>
                  </a:lnTo>
                  <a:lnTo>
                    <a:pt x="154779" y="97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378095" y="5269756"/>
              <a:ext cx="334316" cy="334332"/>
            </a:xfrm>
            <a:custGeom>
              <a:avLst/>
              <a:pathLst>
                <a:path w="334316" h="334332">
                  <a:moveTo>
                    <a:pt x="12383" y="104015"/>
                  </a:moveTo>
                  <a:lnTo>
                    <a:pt x="10460" y="108949"/>
                  </a:lnTo>
                  <a:lnTo>
                    <a:pt x="8695" y="113941"/>
                  </a:lnTo>
                  <a:lnTo>
                    <a:pt x="7089" y="118986"/>
                  </a:lnTo>
                  <a:lnTo>
                    <a:pt x="5643" y="124080"/>
                  </a:lnTo>
                  <a:lnTo>
                    <a:pt x="4360" y="129217"/>
                  </a:lnTo>
                  <a:lnTo>
                    <a:pt x="3239" y="134392"/>
                  </a:lnTo>
                  <a:lnTo>
                    <a:pt x="2284" y="139600"/>
                  </a:lnTo>
                  <a:lnTo>
                    <a:pt x="1493" y="144836"/>
                  </a:lnTo>
                  <a:lnTo>
                    <a:pt x="869" y="150094"/>
                  </a:lnTo>
                  <a:lnTo>
                    <a:pt x="412" y="155369"/>
                  </a:lnTo>
                  <a:lnTo>
                    <a:pt x="122" y="160656"/>
                  </a:lnTo>
                  <a:lnTo>
                    <a:pt x="0" y="165949"/>
                  </a:lnTo>
                  <a:lnTo>
                    <a:pt x="45" y="171244"/>
                  </a:lnTo>
                  <a:lnTo>
                    <a:pt x="258" y="176535"/>
                  </a:lnTo>
                  <a:lnTo>
                    <a:pt x="638" y="181816"/>
                  </a:lnTo>
                  <a:lnTo>
                    <a:pt x="1186" y="187082"/>
                  </a:lnTo>
                  <a:lnTo>
                    <a:pt x="1900" y="192329"/>
                  </a:lnTo>
                  <a:lnTo>
                    <a:pt x="2779" y="197550"/>
                  </a:lnTo>
                  <a:lnTo>
                    <a:pt x="3824" y="202741"/>
                  </a:lnTo>
                  <a:lnTo>
                    <a:pt x="5033" y="207896"/>
                  </a:lnTo>
                  <a:lnTo>
                    <a:pt x="6404" y="213010"/>
                  </a:lnTo>
                  <a:lnTo>
                    <a:pt x="7936" y="218079"/>
                  </a:lnTo>
                  <a:lnTo>
                    <a:pt x="9629" y="223096"/>
                  </a:lnTo>
                  <a:lnTo>
                    <a:pt x="11479" y="228057"/>
                  </a:lnTo>
                  <a:lnTo>
                    <a:pt x="13486" y="232957"/>
                  </a:lnTo>
                  <a:lnTo>
                    <a:pt x="15646" y="237791"/>
                  </a:lnTo>
                  <a:lnTo>
                    <a:pt x="17959" y="242554"/>
                  </a:lnTo>
                  <a:lnTo>
                    <a:pt x="20421" y="247242"/>
                  </a:lnTo>
                  <a:lnTo>
                    <a:pt x="23031" y="251849"/>
                  </a:lnTo>
                  <a:lnTo>
                    <a:pt x="25785" y="256371"/>
                  </a:lnTo>
                  <a:lnTo>
                    <a:pt x="28681" y="260804"/>
                  </a:lnTo>
                  <a:lnTo>
                    <a:pt x="31716" y="265143"/>
                  </a:lnTo>
                  <a:lnTo>
                    <a:pt x="34887" y="269383"/>
                  </a:lnTo>
                  <a:lnTo>
                    <a:pt x="38191" y="273521"/>
                  </a:lnTo>
                  <a:lnTo>
                    <a:pt x="41624" y="277552"/>
                  </a:lnTo>
                  <a:lnTo>
                    <a:pt x="45183" y="281473"/>
                  </a:lnTo>
                  <a:lnTo>
                    <a:pt x="48864" y="285279"/>
                  </a:lnTo>
                  <a:lnTo>
                    <a:pt x="52664" y="288966"/>
                  </a:lnTo>
                  <a:lnTo>
                    <a:pt x="56579" y="292531"/>
                  </a:lnTo>
                  <a:lnTo>
                    <a:pt x="60604" y="295970"/>
                  </a:lnTo>
                  <a:lnTo>
                    <a:pt x="64737" y="299281"/>
                  </a:lnTo>
                  <a:lnTo>
                    <a:pt x="68973" y="302458"/>
                  </a:lnTo>
                  <a:lnTo>
                    <a:pt x="73307" y="305500"/>
                  </a:lnTo>
                  <a:lnTo>
                    <a:pt x="77735" y="308403"/>
                  </a:lnTo>
                  <a:lnTo>
                    <a:pt x="82253" y="311164"/>
                  </a:lnTo>
                  <a:lnTo>
                    <a:pt x="86856" y="313781"/>
                  </a:lnTo>
                  <a:lnTo>
                    <a:pt x="91539" y="316251"/>
                  </a:lnTo>
                  <a:lnTo>
                    <a:pt x="96299" y="318571"/>
                  </a:lnTo>
                  <a:lnTo>
                    <a:pt x="101129" y="320740"/>
                  </a:lnTo>
                  <a:lnTo>
                    <a:pt x="106026" y="322754"/>
                  </a:lnTo>
                  <a:lnTo>
                    <a:pt x="110984" y="324612"/>
                  </a:lnTo>
                  <a:lnTo>
                    <a:pt x="115999" y="326312"/>
                  </a:lnTo>
                  <a:lnTo>
                    <a:pt x="121065" y="327853"/>
                  </a:lnTo>
                  <a:lnTo>
                    <a:pt x="126177" y="329232"/>
                  </a:lnTo>
                  <a:lnTo>
                    <a:pt x="131330" y="330449"/>
                  </a:lnTo>
                  <a:lnTo>
                    <a:pt x="136519" y="331502"/>
                  </a:lnTo>
                  <a:lnTo>
                    <a:pt x="141739" y="332390"/>
                  </a:lnTo>
                  <a:lnTo>
                    <a:pt x="146985" y="333112"/>
                  </a:lnTo>
                  <a:lnTo>
                    <a:pt x="152250" y="333668"/>
                  </a:lnTo>
                  <a:lnTo>
                    <a:pt x="157531" y="334057"/>
                  </a:lnTo>
                  <a:lnTo>
                    <a:pt x="162821" y="334278"/>
                  </a:lnTo>
                  <a:lnTo>
                    <a:pt x="168116" y="334332"/>
                  </a:lnTo>
                  <a:lnTo>
                    <a:pt x="173409" y="334218"/>
                  </a:lnTo>
                  <a:lnTo>
                    <a:pt x="178697" y="333936"/>
                  </a:lnTo>
                  <a:lnTo>
                    <a:pt x="183973" y="333487"/>
                  </a:lnTo>
                  <a:lnTo>
                    <a:pt x="189232" y="332871"/>
                  </a:lnTo>
                  <a:lnTo>
                    <a:pt x="194469" y="332089"/>
                  </a:lnTo>
                  <a:lnTo>
                    <a:pt x="199678" y="331142"/>
                  </a:lnTo>
                  <a:lnTo>
                    <a:pt x="204855" y="330030"/>
                  </a:lnTo>
                  <a:lnTo>
                    <a:pt x="209994" y="328754"/>
                  </a:lnTo>
                  <a:lnTo>
                    <a:pt x="215090" y="327317"/>
                  </a:lnTo>
                  <a:lnTo>
                    <a:pt x="220138" y="325718"/>
                  </a:lnTo>
                  <a:lnTo>
                    <a:pt x="225133" y="323961"/>
                  </a:lnTo>
                  <a:lnTo>
                    <a:pt x="230069" y="322047"/>
                  </a:lnTo>
                  <a:lnTo>
                    <a:pt x="234943" y="319977"/>
                  </a:lnTo>
                  <a:lnTo>
                    <a:pt x="239748" y="317753"/>
                  </a:lnTo>
                  <a:lnTo>
                    <a:pt x="244481" y="315379"/>
                  </a:lnTo>
                  <a:lnTo>
                    <a:pt x="249136" y="312856"/>
                  </a:lnTo>
                  <a:lnTo>
                    <a:pt x="253709" y="310187"/>
                  </a:lnTo>
                  <a:lnTo>
                    <a:pt x="258195" y="307374"/>
                  </a:lnTo>
                  <a:lnTo>
                    <a:pt x="262590" y="304421"/>
                  </a:lnTo>
                  <a:lnTo>
                    <a:pt x="266889" y="301330"/>
                  </a:lnTo>
                  <a:lnTo>
                    <a:pt x="271088" y="298104"/>
                  </a:lnTo>
                  <a:lnTo>
                    <a:pt x="275183" y="294747"/>
                  </a:lnTo>
                  <a:lnTo>
                    <a:pt x="279169" y="291262"/>
                  </a:lnTo>
                  <a:lnTo>
                    <a:pt x="283043" y="287652"/>
                  </a:lnTo>
                  <a:lnTo>
                    <a:pt x="286800" y="283922"/>
                  </a:lnTo>
                  <a:lnTo>
                    <a:pt x="290438" y="280074"/>
                  </a:lnTo>
                  <a:lnTo>
                    <a:pt x="293952" y="276113"/>
                  </a:lnTo>
                  <a:lnTo>
                    <a:pt x="297339" y="272043"/>
                  </a:lnTo>
                  <a:lnTo>
                    <a:pt x="300595" y="267868"/>
                  </a:lnTo>
                  <a:lnTo>
                    <a:pt x="303717" y="263592"/>
                  </a:lnTo>
                  <a:lnTo>
                    <a:pt x="306703" y="259219"/>
                  </a:lnTo>
                  <a:lnTo>
                    <a:pt x="309548" y="254753"/>
                  </a:lnTo>
                  <a:lnTo>
                    <a:pt x="312250" y="250200"/>
                  </a:lnTo>
                  <a:lnTo>
                    <a:pt x="314807" y="245563"/>
                  </a:lnTo>
                  <a:lnTo>
                    <a:pt x="317216" y="240848"/>
                  </a:lnTo>
                  <a:lnTo>
                    <a:pt x="319474" y="236059"/>
                  </a:lnTo>
                  <a:lnTo>
                    <a:pt x="321580" y="231200"/>
                  </a:lnTo>
                  <a:lnTo>
                    <a:pt x="323530" y="226278"/>
                  </a:lnTo>
                  <a:lnTo>
                    <a:pt x="325324" y="221296"/>
                  </a:lnTo>
                  <a:lnTo>
                    <a:pt x="326959" y="216260"/>
                  </a:lnTo>
                  <a:lnTo>
                    <a:pt x="328433" y="211174"/>
                  </a:lnTo>
                  <a:lnTo>
                    <a:pt x="329746" y="206045"/>
                  </a:lnTo>
                  <a:lnTo>
                    <a:pt x="330896" y="200876"/>
                  </a:lnTo>
                  <a:lnTo>
                    <a:pt x="331881" y="195674"/>
                  </a:lnTo>
                  <a:lnTo>
                    <a:pt x="332702" y="190443"/>
                  </a:lnTo>
                  <a:lnTo>
                    <a:pt x="333356" y="185188"/>
                  </a:lnTo>
                  <a:lnTo>
                    <a:pt x="333843" y="179916"/>
                  </a:lnTo>
                  <a:lnTo>
                    <a:pt x="334163" y="174631"/>
                  </a:lnTo>
                  <a:lnTo>
                    <a:pt x="334316" y="169338"/>
                  </a:lnTo>
                  <a:lnTo>
                    <a:pt x="334301" y="164043"/>
                  </a:lnTo>
                  <a:lnTo>
                    <a:pt x="334118" y="158751"/>
                  </a:lnTo>
                  <a:lnTo>
                    <a:pt x="333768" y="153468"/>
                  </a:lnTo>
                  <a:lnTo>
                    <a:pt x="333250" y="148198"/>
                  </a:lnTo>
                  <a:lnTo>
                    <a:pt x="332566" y="142948"/>
                  </a:lnTo>
                  <a:lnTo>
                    <a:pt x="331716" y="137721"/>
                  </a:lnTo>
                  <a:lnTo>
                    <a:pt x="330701" y="132525"/>
                  </a:lnTo>
                  <a:lnTo>
                    <a:pt x="329522" y="127363"/>
                  </a:lnTo>
                  <a:lnTo>
                    <a:pt x="328180" y="122241"/>
                  </a:lnTo>
                  <a:lnTo>
                    <a:pt x="326676" y="117164"/>
                  </a:lnTo>
                  <a:lnTo>
                    <a:pt x="325013" y="112137"/>
                  </a:lnTo>
                  <a:lnTo>
                    <a:pt x="323191" y="107166"/>
                  </a:lnTo>
                  <a:lnTo>
                    <a:pt x="321212" y="102254"/>
                  </a:lnTo>
                  <a:lnTo>
                    <a:pt x="319079" y="97408"/>
                  </a:lnTo>
                  <a:lnTo>
                    <a:pt x="316794" y="92632"/>
                  </a:lnTo>
                  <a:lnTo>
                    <a:pt x="314358" y="87930"/>
                  </a:lnTo>
                  <a:lnTo>
                    <a:pt x="311775" y="83308"/>
                  </a:lnTo>
                  <a:lnTo>
                    <a:pt x="309046" y="78770"/>
                  </a:lnTo>
                  <a:lnTo>
                    <a:pt x="306176" y="74321"/>
                  </a:lnTo>
                  <a:lnTo>
                    <a:pt x="303165" y="69965"/>
                  </a:lnTo>
                  <a:lnTo>
                    <a:pt x="300019" y="65707"/>
                  </a:lnTo>
                  <a:lnTo>
                    <a:pt x="296739" y="61550"/>
                  </a:lnTo>
                  <a:lnTo>
                    <a:pt x="293329" y="57499"/>
                  </a:lnTo>
                  <a:lnTo>
                    <a:pt x="289792" y="53558"/>
                  </a:lnTo>
                  <a:lnTo>
                    <a:pt x="286133" y="49732"/>
                  </a:lnTo>
                  <a:lnTo>
                    <a:pt x="282354" y="46023"/>
                  </a:lnTo>
                  <a:lnTo>
                    <a:pt x="278459" y="42435"/>
                  </a:lnTo>
                  <a:lnTo>
                    <a:pt x="274453" y="38973"/>
                  </a:lnTo>
                  <a:lnTo>
                    <a:pt x="270340" y="35640"/>
                  </a:lnTo>
                  <a:lnTo>
                    <a:pt x="266122" y="32438"/>
                  </a:lnTo>
                  <a:lnTo>
                    <a:pt x="261806" y="29371"/>
                  </a:lnTo>
                  <a:lnTo>
                    <a:pt x="257394" y="26443"/>
                  </a:lnTo>
                  <a:lnTo>
                    <a:pt x="252892" y="23656"/>
                  </a:lnTo>
                  <a:lnTo>
                    <a:pt x="248304" y="21013"/>
                  </a:lnTo>
                  <a:lnTo>
                    <a:pt x="243635" y="18516"/>
                  </a:lnTo>
                  <a:lnTo>
                    <a:pt x="238888" y="16169"/>
                  </a:lnTo>
                  <a:lnTo>
                    <a:pt x="234070" y="13973"/>
                  </a:lnTo>
                  <a:lnTo>
                    <a:pt x="229185" y="11931"/>
                  </a:lnTo>
                  <a:lnTo>
                    <a:pt x="224238" y="10045"/>
                  </a:lnTo>
                  <a:lnTo>
                    <a:pt x="219233" y="8316"/>
                  </a:lnTo>
                  <a:lnTo>
                    <a:pt x="214176" y="6747"/>
                  </a:lnTo>
                  <a:lnTo>
                    <a:pt x="209072" y="5338"/>
                  </a:lnTo>
                  <a:lnTo>
                    <a:pt x="203926" y="4092"/>
                  </a:lnTo>
                  <a:lnTo>
                    <a:pt x="198742" y="3010"/>
                  </a:lnTo>
                  <a:lnTo>
                    <a:pt x="193528" y="2092"/>
                  </a:lnTo>
                  <a:lnTo>
                    <a:pt x="188286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3882" y="5018213"/>
              <a:ext cx="167157" cy="213567"/>
            </a:xfrm>
            <a:custGeom>
              <a:avLst/>
              <a:pathLst>
                <a:path w="167157" h="213567">
                  <a:moveTo>
                    <a:pt x="167157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7" y="793"/>
                  </a:lnTo>
                  <a:lnTo>
                    <a:pt x="145491" y="1409"/>
                  </a:lnTo>
                  <a:lnTo>
                    <a:pt x="140118" y="2201"/>
                  </a:lnTo>
                  <a:lnTo>
                    <a:pt x="134773" y="3166"/>
                  </a:lnTo>
                  <a:lnTo>
                    <a:pt x="129462" y="4305"/>
                  </a:lnTo>
                  <a:lnTo>
                    <a:pt x="124191" y="5615"/>
                  </a:lnTo>
                  <a:lnTo>
                    <a:pt x="118966" y="7096"/>
                  </a:lnTo>
                  <a:lnTo>
                    <a:pt x="113791" y="8746"/>
                  </a:lnTo>
                  <a:lnTo>
                    <a:pt x="108673" y="10564"/>
                  </a:lnTo>
                  <a:lnTo>
                    <a:pt x="103616" y="12546"/>
                  </a:lnTo>
                  <a:lnTo>
                    <a:pt x="98626" y="14692"/>
                  </a:lnTo>
                  <a:lnTo>
                    <a:pt x="93709" y="16999"/>
                  </a:lnTo>
                  <a:lnTo>
                    <a:pt x="88870" y="19464"/>
                  </a:lnTo>
                  <a:lnTo>
                    <a:pt x="84112" y="22085"/>
                  </a:lnTo>
                  <a:lnTo>
                    <a:pt x="79443" y="24860"/>
                  </a:lnTo>
                  <a:lnTo>
                    <a:pt x="74866" y="27784"/>
                  </a:lnTo>
                  <a:lnTo>
                    <a:pt x="70387" y="30856"/>
                  </a:lnTo>
                  <a:lnTo>
                    <a:pt x="66010" y="34072"/>
                  </a:lnTo>
                  <a:lnTo>
                    <a:pt x="61739" y="37428"/>
                  </a:lnTo>
                  <a:lnTo>
                    <a:pt x="57580" y="40921"/>
                  </a:lnTo>
                  <a:lnTo>
                    <a:pt x="53537" y="44547"/>
                  </a:lnTo>
                  <a:lnTo>
                    <a:pt x="49613" y="48303"/>
                  </a:lnTo>
                  <a:lnTo>
                    <a:pt x="45814" y="52185"/>
                  </a:lnTo>
                  <a:lnTo>
                    <a:pt x="42143" y="56187"/>
                  </a:lnTo>
                  <a:lnTo>
                    <a:pt x="38603" y="60307"/>
                  </a:lnTo>
                  <a:lnTo>
                    <a:pt x="35200" y="64540"/>
                  </a:lnTo>
                  <a:lnTo>
                    <a:pt x="31935" y="68881"/>
                  </a:lnTo>
                  <a:lnTo>
                    <a:pt x="28814" y="73325"/>
                  </a:lnTo>
                  <a:lnTo>
                    <a:pt x="25838" y="77869"/>
                  </a:lnTo>
                  <a:lnTo>
                    <a:pt x="23012" y="82507"/>
                  </a:lnTo>
                  <a:lnTo>
                    <a:pt x="20338" y="87235"/>
                  </a:lnTo>
                  <a:lnTo>
                    <a:pt x="17818" y="92047"/>
                  </a:lnTo>
                  <a:lnTo>
                    <a:pt x="15457" y="96938"/>
                  </a:lnTo>
                  <a:lnTo>
                    <a:pt x="13255" y="101903"/>
                  </a:lnTo>
                  <a:lnTo>
                    <a:pt x="11216" y="106937"/>
                  </a:lnTo>
                  <a:lnTo>
                    <a:pt x="9342" y="112035"/>
                  </a:lnTo>
                  <a:lnTo>
                    <a:pt x="7634" y="117191"/>
                  </a:lnTo>
                  <a:lnTo>
                    <a:pt x="6095" y="122399"/>
                  </a:lnTo>
                  <a:lnTo>
                    <a:pt x="4726" y="127655"/>
                  </a:lnTo>
                  <a:lnTo>
                    <a:pt x="3528" y="132953"/>
                  </a:lnTo>
                  <a:lnTo>
                    <a:pt x="2503" y="138287"/>
                  </a:lnTo>
                  <a:lnTo>
                    <a:pt x="1651" y="143651"/>
                  </a:lnTo>
                  <a:lnTo>
                    <a:pt x="975" y="149040"/>
                  </a:lnTo>
                  <a:lnTo>
                    <a:pt x="474" y="154448"/>
                  </a:lnTo>
                  <a:lnTo>
                    <a:pt x="148" y="159870"/>
                  </a:lnTo>
                  <a:lnTo>
                    <a:pt x="0" y="165299"/>
                  </a:lnTo>
                  <a:lnTo>
                    <a:pt x="27" y="170731"/>
                  </a:lnTo>
                  <a:lnTo>
                    <a:pt x="231" y="176158"/>
                  </a:lnTo>
                  <a:lnTo>
                    <a:pt x="611" y="181576"/>
                  </a:lnTo>
                  <a:lnTo>
                    <a:pt x="1167" y="186979"/>
                  </a:lnTo>
                  <a:lnTo>
                    <a:pt x="1899" y="192361"/>
                  </a:lnTo>
                  <a:lnTo>
                    <a:pt x="2804" y="197716"/>
                  </a:lnTo>
                  <a:lnTo>
                    <a:pt x="3883" y="203040"/>
                  </a:lnTo>
                  <a:lnTo>
                    <a:pt x="5135" y="208325"/>
                  </a:lnTo>
                  <a:lnTo>
                    <a:pt x="6558" y="213567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60440" y="5185380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60440" y="5185380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60440" y="5185380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60440" y="5185380"/>
              <a:ext cx="160598" cy="96528"/>
            </a:xfrm>
            <a:custGeom>
              <a:avLst/>
              <a:pathLst>
                <a:path w="160598" h="96528">
                  <a:moveTo>
                    <a:pt x="0" y="46399"/>
                  </a:moveTo>
                  <a:lnTo>
                    <a:pt x="1834" y="52332"/>
                  </a:lnTo>
                  <a:lnTo>
                    <a:pt x="3887" y="58192"/>
                  </a:lnTo>
                  <a:lnTo>
                    <a:pt x="6156" y="63972"/>
                  </a:lnTo>
                  <a:lnTo>
                    <a:pt x="8638" y="69663"/>
                  </a:lnTo>
                  <a:lnTo>
                    <a:pt x="11330" y="75259"/>
                  </a:lnTo>
                  <a:lnTo>
                    <a:pt x="14228" y="80751"/>
                  </a:lnTo>
                  <a:lnTo>
                    <a:pt x="17328" y="86131"/>
                  </a:lnTo>
                  <a:lnTo>
                    <a:pt x="20626" y="91392"/>
                  </a:lnTo>
                  <a:lnTo>
                    <a:pt x="24117" y="96528"/>
                  </a:lnTo>
                  <a:lnTo>
                    <a:pt x="16059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84557" y="5018213"/>
              <a:ext cx="303631" cy="334334"/>
            </a:xfrm>
            <a:custGeom>
              <a:avLst/>
              <a:pathLst>
                <a:path w="303631" h="334334">
                  <a:moveTo>
                    <a:pt x="0" y="263695"/>
                  </a:moveTo>
                  <a:lnTo>
                    <a:pt x="3133" y="267980"/>
                  </a:lnTo>
                  <a:lnTo>
                    <a:pt x="6402" y="272163"/>
                  </a:lnTo>
                  <a:lnTo>
                    <a:pt x="9801" y="276241"/>
                  </a:lnTo>
                  <a:lnTo>
                    <a:pt x="13329" y="280208"/>
                  </a:lnTo>
                  <a:lnTo>
                    <a:pt x="16980" y="284062"/>
                  </a:lnTo>
                  <a:lnTo>
                    <a:pt x="20752" y="287797"/>
                  </a:lnTo>
                  <a:lnTo>
                    <a:pt x="24641" y="291411"/>
                  </a:lnTo>
                  <a:lnTo>
                    <a:pt x="28642" y="294900"/>
                  </a:lnTo>
                  <a:lnTo>
                    <a:pt x="32753" y="298260"/>
                  </a:lnTo>
                  <a:lnTo>
                    <a:pt x="36967" y="301487"/>
                  </a:lnTo>
                  <a:lnTo>
                    <a:pt x="41283" y="304579"/>
                  </a:lnTo>
                  <a:lnTo>
                    <a:pt x="45694" y="307533"/>
                  </a:lnTo>
                  <a:lnTo>
                    <a:pt x="50197" y="310345"/>
                  </a:lnTo>
                  <a:lnTo>
                    <a:pt x="54786" y="313012"/>
                  </a:lnTo>
                  <a:lnTo>
                    <a:pt x="59459" y="315533"/>
                  </a:lnTo>
                  <a:lnTo>
                    <a:pt x="64209" y="317904"/>
                  </a:lnTo>
                  <a:lnTo>
                    <a:pt x="69031" y="320123"/>
                  </a:lnTo>
                  <a:lnTo>
                    <a:pt x="73922" y="322187"/>
                  </a:lnTo>
                  <a:lnTo>
                    <a:pt x="78876" y="324096"/>
                  </a:lnTo>
                  <a:lnTo>
                    <a:pt x="83888" y="325846"/>
                  </a:lnTo>
                  <a:lnTo>
                    <a:pt x="88953" y="327436"/>
                  </a:lnTo>
                  <a:lnTo>
                    <a:pt x="94066" y="328864"/>
                  </a:lnTo>
                  <a:lnTo>
                    <a:pt x="99222" y="330129"/>
                  </a:lnTo>
                  <a:lnTo>
                    <a:pt x="104415" y="331230"/>
                  </a:lnTo>
                  <a:lnTo>
                    <a:pt x="109641" y="332166"/>
                  </a:lnTo>
                  <a:lnTo>
                    <a:pt x="114893" y="332935"/>
                  </a:lnTo>
                  <a:lnTo>
                    <a:pt x="120168" y="333536"/>
                  </a:lnTo>
                  <a:lnTo>
                    <a:pt x="125459" y="333971"/>
                  </a:lnTo>
                  <a:lnTo>
                    <a:pt x="130761" y="334236"/>
                  </a:lnTo>
                  <a:lnTo>
                    <a:pt x="136069" y="334334"/>
                  </a:lnTo>
                  <a:lnTo>
                    <a:pt x="141377" y="334263"/>
                  </a:lnTo>
                  <a:lnTo>
                    <a:pt x="146680" y="334023"/>
                  </a:lnTo>
                  <a:lnTo>
                    <a:pt x="151973" y="333615"/>
                  </a:lnTo>
                  <a:lnTo>
                    <a:pt x="157251" y="333039"/>
                  </a:lnTo>
                  <a:lnTo>
                    <a:pt x="162507" y="332296"/>
                  </a:lnTo>
                  <a:lnTo>
                    <a:pt x="167737" y="331386"/>
                  </a:lnTo>
                  <a:lnTo>
                    <a:pt x="172936" y="330311"/>
                  </a:lnTo>
                  <a:lnTo>
                    <a:pt x="178098" y="329071"/>
                  </a:lnTo>
                  <a:lnTo>
                    <a:pt x="183218" y="327668"/>
                  </a:lnTo>
                  <a:lnTo>
                    <a:pt x="188291" y="326103"/>
                  </a:lnTo>
                  <a:lnTo>
                    <a:pt x="193311" y="324378"/>
                  </a:lnTo>
                  <a:lnTo>
                    <a:pt x="198274" y="322494"/>
                  </a:lnTo>
                  <a:lnTo>
                    <a:pt x="203175" y="320454"/>
                  </a:lnTo>
                  <a:lnTo>
                    <a:pt x="208009" y="318259"/>
                  </a:lnTo>
                  <a:lnTo>
                    <a:pt x="212770" y="315911"/>
                  </a:lnTo>
                  <a:lnTo>
                    <a:pt x="217455" y="313414"/>
                  </a:lnTo>
                  <a:lnTo>
                    <a:pt x="222058" y="310769"/>
                  </a:lnTo>
                  <a:lnTo>
                    <a:pt x="226575" y="307979"/>
                  </a:lnTo>
                  <a:lnTo>
                    <a:pt x="231000" y="305048"/>
                  </a:lnTo>
                  <a:lnTo>
                    <a:pt x="235331" y="301977"/>
                  </a:lnTo>
                  <a:lnTo>
                    <a:pt x="239562" y="298770"/>
                  </a:lnTo>
                  <a:lnTo>
                    <a:pt x="243688" y="295431"/>
                  </a:lnTo>
                  <a:lnTo>
                    <a:pt x="247707" y="291962"/>
                  </a:lnTo>
                  <a:lnTo>
                    <a:pt x="251614" y="288367"/>
                  </a:lnTo>
                  <a:lnTo>
                    <a:pt x="255404" y="284650"/>
                  </a:lnTo>
                  <a:lnTo>
                    <a:pt x="259074" y="280815"/>
                  </a:lnTo>
                  <a:lnTo>
                    <a:pt x="262621" y="276865"/>
                  </a:lnTo>
                  <a:lnTo>
                    <a:pt x="266041" y="272804"/>
                  </a:lnTo>
                  <a:lnTo>
                    <a:pt x="269330" y="268637"/>
                  </a:lnTo>
                  <a:lnTo>
                    <a:pt x="272485" y="264368"/>
                  </a:lnTo>
                  <a:lnTo>
                    <a:pt x="275503" y="260000"/>
                  </a:lnTo>
                  <a:lnTo>
                    <a:pt x="278380" y="255539"/>
                  </a:lnTo>
                  <a:lnTo>
                    <a:pt x="281115" y="250989"/>
                  </a:lnTo>
                  <a:lnTo>
                    <a:pt x="283703" y="246354"/>
                  </a:lnTo>
                  <a:lnTo>
                    <a:pt x="286144" y="241639"/>
                  </a:lnTo>
                  <a:lnTo>
                    <a:pt x="288433" y="236850"/>
                  </a:lnTo>
                  <a:lnTo>
                    <a:pt x="290569" y="231990"/>
                  </a:lnTo>
                  <a:lnTo>
                    <a:pt x="292549" y="227064"/>
                  </a:lnTo>
                  <a:lnTo>
                    <a:pt x="294373" y="222078"/>
                  </a:lnTo>
                  <a:lnTo>
                    <a:pt x="296037" y="217037"/>
                  </a:lnTo>
                  <a:lnTo>
                    <a:pt x="297540" y="211946"/>
                  </a:lnTo>
                  <a:lnTo>
                    <a:pt x="298880" y="206809"/>
                  </a:lnTo>
                  <a:lnTo>
                    <a:pt x="300057" y="201632"/>
                  </a:lnTo>
                  <a:lnTo>
                    <a:pt x="301069" y="196421"/>
                  </a:lnTo>
                  <a:lnTo>
                    <a:pt x="301915" y="191180"/>
                  </a:lnTo>
                  <a:lnTo>
                    <a:pt x="302594" y="185915"/>
                  </a:lnTo>
                  <a:lnTo>
                    <a:pt x="303106" y="180631"/>
                  </a:lnTo>
                  <a:lnTo>
                    <a:pt x="303449" y="175333"/>
                  </a:lnTo>
                  <a:lnTo>
                    <a:pt x="303624" y="170028"/>
                  </a:lnTo>
                  <a:lnTo>
                    <a:pt x="303631" y="164719"/>
                  </a:lnTo>
                  <a:lnTo>
                    <a:pt x="303469" y="159413"/>
                  </a:lnTo>
                  <a:lnTo>
                    <a:pt x="303138" y="154114"/>
                  </a:lnTo>
                  <a:lnTo>
                    <a:pt x="302640" y="148829"/>
                  </a:lnTo>
                  <a:lnTo>
                    <a:pt x="301974" y="143562"/>
                  </a:lnTo>
                  <a:lnTo>
                    <a:pt x="301141" y="138319"/>
                  </a:lnTo>
                  <a:lnTo>
                    <a:pt x="300142" y="133105"/>
                  </a:lnTo>
                  <a:lnTo>
                    <a:pt x="298978" y="127926"/>
                  </a:lnTo>
                  <a:lnTo>
                    <a:pt x="297650" y="122786"/>
                  </a:lnTo>
                  <a:lnTo>
                    <a:pt x="296159" y="117691"/>
                  </a:lnTo>
                  <a:lnTo>
                    <a:pt x="294508" y="112645"/>
                  </a:lnTo>
                  <a:lnTo>
                    <a:pt x="292697" y="107655"/>
                  </a:lnTo>
                  <a:lnTo>
                    <a:pt x="290728" y="102725"/>
                  </a:lnTo>
                  <a:lnTo>
                    <a:pt x="288604" y="97860"/>
                  </a:lnTo>
                  <a:lnTo>
                    <a:pt x="286327" y="93064"/>
                  </a:lnTo>
                  <a:lnTo>
                    <a:pt x="283898" y="88344"/>
                  </a:lnTo>
                  <a:lnTo>
                    <a:pt x="281321" y="83702"/>
                  </a:lnTo>
                  <a:lnTo>
                    <a:pt x="278598" y="79145"/>
                  </a:lnTo>
                  <a:lnTo>
                    <a:pt x="275731" y="74677"/>
                  </a:lnTo>
                  <a:lnTo>
                    <a:pt x="272724" y="70302"/>
                  </a:lnTo>
                  <a:lnTo>
                    <a:pt x="269580" y="66025"/>
                  </a:lnTo>
                  <a:lnTo>
                    <a:pt x="266301" y="61850"/>
                  </a:lnTo>
                  <a:lnTo>
                    <a:pt x="262892" y="57781"/>
                  </a:lnTo>
                  <a:lnTo>
                    <a:pt x="259355" y="53822"/>
                  </a:lnTo>
                  <a:lnTo>
                    <a:pt x="255694" y="49977"/>
                  </a:lnTo>
                  <a:lnTo>
                    <a:pt x="251912" y="46251"/>
                  </a:lnTo>
                  <a:lnTo>
                    <a:pt x="248015" y="42647"/>
                  </a:lnTo>
                  <a:lnTo>
                    <a:pt x="244005" y="39168"/>
                  </a:lnTo>
                  <a:lnTo>
                    <a:pt x="239886" y="35819"/>
                  </a:lnTo>
                  <a:lnTo>
                    <a:pt x="235663" y="32601"/>
                  </a:lnTo>
                  <a:lnTo>
                    <a:pt x="231340" y="29520"/>
                  </a:lnTo>
                  <a:lnTo>
                    <a:pt x="226922" y="26577"/>
                  </a:lnTo>
                  <a:lnTo>
                    <a:pt x="222412" y="23776"/>
                  </a:lnTo>
                  <a:lnTo>
                    <a:pt x="217816" y="21120"/>
                  </a:lnTo>
                  <a:lnTo>
                    <a:pt x="213137" y="18611"/>
                  </a:lnTo>
                  <a:lnTo>
                    <a:pt x="208382" y="16252"/>
                  </a:lnTo>
                  <a:lnTo>
                    <a:pt x="203553" y="14045"/>
                  </a:lnTo>
                  <a:lnTo>
                    <a:pt x="198658" y="11993"/>
                  </a:lnTo>
                  <a:lnTo>
                    <a:pt x="193699" y="10097"/>
                  </a:lnTo>
                  <a:lnTo>
                    <a:pt x="188683" y="8359"/>
                  </a:lnTo>
                  <a:lnTo>
                    <a:pt x="183614" y="6782"/>
                  </a:lnTo>
                  <a:lnTo>
                    <a:pt x="178497" y="5366"/>
                  </a:lnTo>
                  <a:lnTo>
                    <a:pt x="173338" y="4113"/>
                  </a:lnTo>
                  <a:lnTo>
                    <a:pt x="168142" y="3025"/>
                  </a:lnTo>
                  <a:lnTo>
                    <a:pt x="162915" y="2103"/>
                  </a:lnTo>
                  <a:lnTo>
                    <a:pt x="157660" y="1347"/>
                  </a:lnTo>
                  <a:lnTo>
                    <a:pt x="152384" y="758"/>
                  </a:lnTo>
                  <a:lnTo>
                    <a:pt x="147092" y="337"/>
                  </a:lnTo>
                  <a:lnTo>
                    <a:pt x="141789" y="84"/>
                  </a:lnTo>
                  <a:lnTo>
                    <a:pt x="136481" y="0"/>
                  </a:lnTo>
                  <a:lnTo>
                    <a:pt x="13648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256072" y="4659281"/>
              <a:ext cx="167162" cy="328249"/>
            </a:xfrm>
            <a:custGeom>
              <a:avLst/>
              <a:pathLst>
                <a:path w="167162" h="328249">
                  <a:moveTo>
                    <a:pt x="167162" y="0"/>
                  </a:moveTo>
                  <a:lnTo>
                    <a:pt x="161830" y="85"/>
                  </a:lnTo>
                  <a:lnTo>
                    <a:pt x="156504" y="340"/>
                  </a:lnTo>
                  <a:lnTo>
                    <a:pt x="151189" y="764"/>
                  </a:lnTo>
                  <a:lnTo>
                    <a:pt x="145890" y="1358"/>
                  </a:lnTo>
                  <a:lnTo>
                    <a:pt x="140612" y="2121"/>
                  </a:lnTo>
                  <a:lnTo>
                    <a:pt x="135362" y="3052"/>
                  </a:lnTo>
                  <a:lnTo>
                    <a:pt x="130144" y="4150"/>
                  </a:lnTo>
                  <a:lnTo>
                    <a:pt x="124963" y="5413"/>
                  </a:lnTo>
                  <a:lnTo>
                    <a:pt x="119826" y="6842"/>
                  </a:lnTo>
                  <a:lnTo>
                    <a:pt x="114736" y="8433"/>
                  </a:lnTo>
                  <a:lnTo>
                    <a:pt x="109700" y="10186"/>
                  </a:lnTo>
                  <a:lnTo>
                    <a:pt x="104723" y="12098"/>
                  </a:lnTo>
                  <a:lnTo>
                    <a:pt x="99809" y="14169"/>
                  </a:lnTo>
                  <a:lnTo>
                    <a:pt x="94963" y="16395"/>
                  </a:lnTo>
                  <a:lnTo>
                    <a:pt x="90191" y="18774"/>
                  </a:lnTo>
                  <a:lnTo>
                    <a:pt x="85498" y="21304"/>
                  </a:lnTo>
                  <a:lnTo>
                    <a:pt x="80887" y="23983"/>
                  </a:lnTo>
                  <a:lnTo>
                    <a:pt x="76364" y="26808"/>
                  </a:lnTo>
                  <a:lnTo>
                    <a:pt x="71934" y="29775"/>
                  </a:lnTo>
                  <a:lnTo>
                    <a:pt x="67600" y="32882"/>
                  </a:lnTo>
                  <a:lnTo>
                    <a:pt x="63368" y="36126"/>
                  </a:lnTo>
                  <a:lnTo>
                    <a:pt x="59241" y="39503"/>
                  </a:lnTo>
                  <a:lnTo>
                    <a:pt x="55225" y="43010"/>
                  </a:lnTo>
                  <a:lnTo>
                    <a:pt x="51322" y="46643"/>
                  </a:lnTo>
                  <a:lnTo>
                    <a:pt x="47537" y="50399"/>
                  </a:lnTo>
                  <a:lnTo>
                    <a:pt x="43873" y="54274"/>
                  </a:lnTo>
                  <a:lnTo>
                    <a:pt x="40335" y="58263"/>
                  </a:lnTo>
                  <a:lnTo>
                    <a:pt x="36927" y="62364"/>
                  </a:lnTo>
                  <a:lnTo>
                    <a:pt x="33650" y="66571"/>
                  </a:lnTo>
                  <a:lnTo>
                    <a:pt x="30510" y="70880"/>
                  </a:lnTo>
                  <a:lnTo>
                    <a:pt x="27508" y="75288"/>
                  </a:lnTo>
                  <a:lnTo>
                    <a:pt x="24649" y="79789"/>
                  </a:lnTo>
                  <a:lnTo>
                    <a:pt x="21935" y="84378"/>
                  </a:lnTo>
                  <a:lnTo>
                    <a:pt x="19368" y="89052"/>
                  </a:lnTo>
                  <a:lnTo>
                    <a:pt x="16952" y="93806"/>
                  </a:lnTo>
                  <a:lnTo>
                    <a:pt x="14688" y="98634"/>
                  </a:lnTo>
                  <a:lnTo>
                    <a:pt x="12580" y="103532"/>
                  </a:lnTo>
                  <a:lnTo>
                    <a:pt x="10629" y="108494"/>
                  </a:lnTo>
                  <a:lnTo>
                    <a:pt x="8838" y="113517"/>
                  </a:lnTo>
                  <a:lnTo>
                    <a:pt x="7207" y="118594"/>
                  </a:lnTo>
                  <a:lnTo>
                    <a:pt x="5739" y="123720"/>
                  </a:lnTo>
                  <a:lnTo>
                    <a:pt x="4436" y="128890"/>
                  </a:lnTo>
                  <a:lnTo>
                    <a:pt x="3298" y="134100"/>
                  </a:lnTo>
                  <a:lnTo>
                    <a:pt x="2326" y="139343"/>
                  </a:lnTo>
                  <a:lnTo>
                    <a:pt x="1523" y="144614"/>
                  </a:lnTo>
                  <a:lnTo>
                    <a:pt x="888" y="149909"/>
                  </a:lnTo>
                  <a:lnTo>
                    <a:pt x="422" y="155221"/>
                  </a:lnTo>
                  <a:lnTo>
                    <a:pt x="126" y="160545"/>
                  </a:lnTo>
                  <a:lnTo>
                    <a:pt x="0" y="165876"/>
                  </a:lnTo>
                  <a:lnTo>
                    <a:pt x="43" y="171208"/>
                  </a:lnTo>
                  <a:lnTo>
                    <a:pt x="257" y="176536"/>
                  </a:lnTo>
                  <a:lnTo>
                    <a:pt x="641" y="181854"/>
                  </a:lnTo>
                  <a:lnTo>
                    <a:pt x="1194" y="187158"/>
                  </a:lnTo>
                  <a:lnTo>
                    <a:pt x="1916" y="192441"/>
                  </a:lnTo>
                  <a:lnTo>
                    <a:pt x="2806" y="197699"/>
                  </a:lnTo>
                  <a:lnTo>
                    <a:pt x="3864" y="202925"/>
                  </a:lnTo>
                  <a:lnTo>
                    <a:pt x="5087" y="208115"/>
                  </a:lnTo>
                  <a:lnTo>
                    <a:pt x="6476" y="213263"/>
                  </a:lnTo>
                  <a:lnTo>
                    <a:pt x="8028" y="218365"/>
                  </a:lnTo>
                  <a:lnTo>
                    <a:pt x="9742" y="223414"/>
                  </a:lnTo>
                  <a:lnTo>
                    <a:pt x="11616" y="228407"/>
                  </a:lnTo>
                  <a:lnTo>
                    <a:pt x="13648" y="233336"/>
                  </a:lnTo>
                  <a:lnTo>
                    <a:pt x="15836" y="238199"/>
                  </a:lnTo>
                  <a:lnTo>
                    <a:pt x="18179" y="242989"/>
                  </a:lnTo>
                  <a:lnTo>
                    <a:pt x="20673" y="247702"/>
                  </a:lnTo>
                  <a:lnTo>
                    <a:pt x="23316" y="252333"/>
                  </a:lnTo>
                  <a:lnTo>
                    <a:pt x="26106" y="256878"/>
                  </a:lnTo>
                  <a:lnTo>
                    <a:pt x="29039" y="261331"/>
                  </a:lnTo>
                  <a:lnTo>
                    <a:pt x="32112" y="265688"/>
                  </a:lnTo>
                  <a:lnTo>
                    <a:pt x="35323" y="269946"/>
                  </a:lnTo>
                  <a:lnTo>
                    <a:pt x="38668" y="274098"/>
                  </a:lnTo>
                  <a:lnTo>
                    <a:pt x="42144" y="278142"/>
                  </a:lnTo>
                  <a:lnTo>
                    <a:pt x="45747" y="282073"/>
                  </a:lnTo>
                  <a:lnTo>
                    <a:pt x="49474" y="285887"/>
                  </a:lnTo>
                  <a:lnTo>
                    <a:pt x="53320" y="289580"/>
                  </a:lnTo>
                  <a:lnTo>
                    <a:pt x="57282" y="293149"/>
                  </a:lnTo>
                  <a:lnTo>
                    <a:pt x="61356" y="296589"/>
                  </a:lnTo>
                  <a:lnTo>
                    <a:pt x="65538" y="299898"/>
                  </a:lnTo>
                  <a:lnTo>
                    <a:pt x="69823" y="303071"/>
                  </a:lnTo>
                  <a:lnTo>
                    <a:pt x="74207" y="306107"/>
                  </a:lnTo>
                  <a:lnTo>
                    <a:pt x="78685" y="309001"/>
                  </a:lnTo>
                  <a:lnTo>
                    <a:pt x="83254" y="311751"/>
                  </a:lnTo>
                  <a:lnTo>
                    <a:pt x="87908" y="314353"/>
                  </a:lnTo>
                  <a:lnTo>
                    <a:pt x="92643" y="316806"/>
                  </a:lnTo>
                  <a:lnTo>
                    <a:pt x="97453" y="319107"/>
                  </a:lnTo>
                  <a:lnTo>
                    <a:pt x="102335" y="321253"/>
                  </a:lnTo>
                  <a:lnTo>
                    <a:pt x="107282" y="323242"/>
                  </a:lnTo>
                  <a:lnTo>
                    <a:pt x="112290" y="325072"/>
                  </a:lnTo>
                  <a:lnTo>
                    <a:pt x="117355" y="326742"/>
                  </a:lnTo>
                  <a:lnTo>
                    <a:pt x="122469" y="328249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78542" y="4826449"/>
              <a:ext cx="44692" cy="161082"/>
            </a:xfrm>
            <a:custGeom>
              <a:avLst/>
              <a:pathLst>
                <a:path w="44692" h="161082">
                  <a:moveTo>
                    <a:pt x="0" y="161082"/>
                  </a:moveTo>
                  <a:lnTo>
                    <a:pt x="4469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78542" y="4826449"/>
              <a:ext cx="44692" cy="161082"/>
            </a:xfrm>
            <a:custGeom>
              <a:avLst/>
              <a:pathLst>
                <a:path w="44692" h="161082">
                  <a:moveTo>
                    <a:pt x="0" y="161082"/>
                  </a:moveTo>
                  <a:lnTo>
                    <a:pt x="4469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78542" y="4826449"/>
              <a:ext cx="91092" cy="167165"/>
            </a:xfrm>
            <a:custGeom>
              <a:avLst/>
              <a:pathLst>
                <a:path w="91092" h="167165">
                  <a:moveTo>
                    <a:pt x="0" y="161082"/>
                  </a:moveTo>
                  <a:lnTo>
                    <a:pt x="5581" y="162527"/>
                  </a:lnTo>
                  <a:lnTo>
                    <a:pt x="11210" y="163779"/>
                  </a:lnTo>
                  <a:lnTo>
                    <a:pt x="16878" y="164837"/>
                  </a:lnTo>
                  <a:lnTo>
                    <a:pt x="22579" y="165698"/>
                  </a:lnTo>
                  <a:lnTo>
                    <a:pt x="28307" y="166362"/>
                  </a:lnTo>
                  <a:lnTo>
                    <a:pt x="34054" y="166828"/>
                  </a:lnTo>
                  <a:lnTo>
                    <a:pt x="39814" y="167096"/>
                  </a:lnTo>
                  <a:lnTo>
                    <a:pt x="45579" y="167165"/>
                  </a:lnTo>
                  <a:lnTo>
                    <a:pt x="51344" y="167035"/>
                  </a:lnTo>
                  <a:lnTo>
                    <a:pt x="57100" y="166706"/>
                  </a:lnTo>
                  <a:lnTo>
                    <a:pt x="62842" y="166179"/>
                  </a:lnTo>
                  <a:lnTo>
                    <a:pt x="68562" y="165454"/>
                  </a:lnTo>
                  <a:lnTo>
                    <a:pt x="74254" y="164532"/>
                  </a:lnTo>
                  <a:lnTo>
                    <a:pt x="79911" y="163415"/>
                  </a:lnTo>
                  <a:lnTo>
                    <a:pt x="85526" y="162103"/>
                  </a:lnTo>
                  <a:lnTo>
                    <a:pt x="91092" y="160598"/>
                  </a:lnTo>
                  <a:lnTo>
                    <a:pt x="446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23235" y="4659281"/>
              <a:ext cx="167152" cy="327766"/>
            </a:xfrm>
            <a:custGeom>
              <a:avLst/>
              <a:pathLst>
                <a:path w="167152" h="327766">
                  <a:moveTo>
                    <a:pt x="46399" y="327766"/>
                  </a:moveTo>
                  <a:lnTo>
                    <a:pt x="51479" y="326210"/>
                  </a:lnTo>
                  <a:lnTo>
                    <a:pt x="56507" y="324494"/>
                  </a:lnTo>
                  <a:lnTo>
                    <a:pt x="61477" y="322619"/>
                  </a:lnTo>
                  <a:lnTo>
                    <a:pt x="66386" y="320587"/>
                  </a:lnTo>
                  <a:lnTo>
                    <a:pt x="71228" y="318400"/>
                  </a:lnTo>
                  <a:lnTo>
                    <a:pt x="75997" y="316060"/>
                  </a:lnTo>
                  <a:lnTo>
                    <a:pt x="80690" y="313570"/>
                  </a:lnTo>
                  <a:lnTo>
                    <a:pt x="85302" y="310932"/>
                  </a:lnTo>
                  <a:lnTo>
                    <a:pt x="89827" y="308149"/>
                  </a:lnTo>
                  <a:lnTo>
                    <a:pt x="94261" y="305224"/>
                  </a:lnTo>
                  <a:lnTo>
                    <a:pt x="98601" y="302159"/>
                  </a:lnTo>
                  <a:lnTo>
                    <a:pt x="102840" y="298957"/>
                  </a:lnTo>
                  <a:lnTo>
                    <a:pt x="106976" y="295623"/>
                  </a:lnTo>
                  <a:lnTo>
                    <a:pt x="111004" y="292159"/>
                  </a:lnTo>
                  <a:lnTo>
                    <a:pt x="114920" y="288568"/>
                  </a:lnTo>
                  <a:lnTo>
                    <a:pt x="118719" y="284855"/>
                  </a:lnTo>
                  <a:lnTo>
                    <a:pt x="122399" y="281023"/>
                  </a:lnTo>
                  <a:lnTo>
                    <a:pt x="125955" y="277077"/>
                  </a:lnTo>
                  <a:lnTo>
                    <a:pt x="129384" y="273019"/>
                  </a:lnTo>
                  <a:lnTo>
                    <a:pt x="132682" y="268854"/>
                  </a:lnTo>
                  <a:lnTo>
                    <a:pt x="135847" y="264586"/>
                  </a:lnTo>
                  <a:lnTo>
                    <a:pt x="138874" y="260220"/>
                  </a:lnTo>
                  <a:lnTo>
                    <a:pt x="141760" y="255761"/>
                  </a:lnTo>
                  <a:lnTo>
                    <a:pt x="144504" y="251211"/>
                  </a:lnTo>
                  <a:lnTo>
                    <a:pt x="147102" y="246577"/>
                  </a:lnTo>
                  <a:lnTo>
                    <a:pt x="149551" y="241863"/>
                  </a:lnTo>
                  <a:lnTo>
                    <a:pt x="151849" y="237073"/>
                  </a:lnTo>
                  <a:lnTo>
                    <a:pt x="153993" y="232212"/>
                  </a:lnTo>
                  <a:lnTo>
                    <a:pt x="155982" y="227286"/>
                  </a:lnTo>
                  <a:lnTo>
                    <a:pt x="157814" y="222299"/>
                  </a:lnTo>
                  <a:lnTo>
                    <a:pt x="159486" y="217257"/>
                  </a:lnTo>
                  <a:lnTo>
                    <a:pt x="160997" y="212163"/>
                  </a:lnTo>
                  <a:lnTo>
                    <a:pt x="162346" y="207025"/>
                  </a:lnTo>
                  <a:lnTo>
                    <a:pt x="163530" y="201846"/>
                  </a:lnTo>
                  <a:lnTo>
                    <a:pt x="164550" y="196632"/>
                  </a:lnTo>
                  <a:lnTo>
                    <a:pt x="165403" y="191388"/>
                  </a:lnTo>
                  <a:lnTo>
                    <a:pt x="166089" y="186120"/>
                  </a:lnTo>
                  <a:lnTo>
                    <a:pt x="166607" y="180833"/>
                  </a:lnTo>
                  <a:lnTo>
                    <a:pt x="166958" y="175532"/>
                  </a:lnTo>
                  <a:lnTo>
                    <a:pt x="167139" y="170222"/>
                  </a:lnTo>
                  <a:lnTo>
                    <a:pt x="167152" y="164910"/>
                  </a:lnTo>
                  <a:lnTo>
                    <a:pt x="166996" y="159599"/>
                  </a:lnTo>
                  <a:lnTo>
                    <a:pt x="166671" y="154297"/>
                  </a:lnTo>
                  <a:lnTo>
                    <a:pt x="166178" y="149007"/>
                  </a:lnTo>
                  <a:lnTo>
                    <a:pt x="165517" y="143736"/>
                  </a:lnTo>
                  <a:lnTo>
                    <a:pt x="164689" y="138488"/>
                  </a:lnTo>
                  <a:lnTo>
                    <a:pt x="163694" y="133269"/>
                  </a:lnTo>
                  <a:lnTo>
                    <a:pt x="162534" y="128085"/>
                  </a:lnTo>
                  <a:lnTo>
                    <a:pt x="161210" y="122940"/>
                  </a:lnTo>
                  <a:lnTo>
                    <a:pt x="159724" y="117840"/>
                  </a:lnTo>
                  <a:lnTo>
                    <a:pt x="158075" y="112789"/>
                  </a:lnTo>
                  <a:lnTo>
                    <a:pt x="156268" y="107794"/>
                  </a:lnTo>
                  <a:lnTo>
                    <a:pt x="154302" y="102858"/>
                  </a:lnTo>
                  <a:lnTo>
                    <a:pt x="152181" y="97987"/>
                  </a:lnTo>
                  <a:lnTo>
                    <a:pt x="149906" y="93186"/>
                  </a:lnTo>
                  <a:lnTo>
                    <a:pt x="147479" y="88460"/>
                  </a:lnTo>
                  <a:lnTo>
                    <a:pt x="144904" y="83814"/>
                  </a:lnTo>
                  <a:lnTo>
                    <a:pt x="142182" y="79251"/>
                  </a:lnTo>
                  <a:lnTo>
                    <a:pt x="139316" y="74778"/>
                  </a:lnTo>
                  <a:lnTo>
                    <a:pt x="136310" y="70397"/>
                  </a:lnTo>
                  <a:lnTo>
                    <a:pt x="133166" y="66115"/>
                  </a:lnTo>
                  <a:lnTo>
                    <a:pt x="129888" y="61934"/>
                  </a:lnTo>
                  <a:lnTo>
                    <a:pt x="126479" y="57860"/>
                  </a:lnTo>
                  <a:lnTo>
                    <a:pt x="122941" y="53896"/>
                  </a:lnTo>
                  <a:lnTo>
                    <a:pt x="119280" y="50047"/>
                  </a:lnTo>
                  <a:lnTo>
                    <a:pt x="115498" y="46316"/>
                  </a:lnTo>
                  <a:lnTo>
                    <a:pt x="111600" y="42707"/>
                  </a:lnTo>
                  <a:lnTo>
                    <a:pt x="107589" y="39223"/>
                  </a:lnTo>
                  <a:lnTo>
                    <a:pt x="103469" y="35869"/>
                  </a:lnTo>
                  <a:lnTo>
                    <a:pt x="99244" y="32648"/>
                  </a:lnTo>
                  <a:lnTo>
                    <a:pt x="94920" y="29562"/>
                  </a:lnTo>
                  <a:lnTo>
                    <a:pt x="90499" y="26615"/>
                  </a:lnTo>
                  <a:lnTo>
                    <a:pt x="85987" y="23811"/>
                  </a:lnTo>
                  <a:lnTo>
                    <a:pt x="81388" y="21151"/>
                  </a:lnTo>
                  <a:lnTo>
                    <a:pt x="76708" y="18638"/>
                  </a:lnTo>
                  <a:lnTo>
                    <a:pt x="71949" y="16276"/>
                  </a:lnTo>
                  <a:lnTo>
                    <a:pt x="67118" y="14065"/>
                  </a:lnTo>
                  <a:lnTo>
                    <a:pt x="62219" y="12010"/>
                  </a:lnTo>
                  <a:lnTo>
                    <a:pt x="57257" y="10111"/>
                  </a:lnTo>
                  <a:lnTo>
                    <a:pt x="52238" y="8371"/>
                  </a:lnTo>
                  <a:lnTo>
                    <a:pt x="47166" y="6791"/>
                  </a:lnTo>
                  <a:lnTo>
                    <a:pt x="42046" y="5374"/>
                  </a:lnTo>
                  <a:lnTo>
                    <a:pt x="36883" y="4119"/>
                  </a:lnTo>
                  <a:lnTo>
                    <a:pt x="31684" y="3030"/>
                  </a:lnTo>
                  <a:lnTo>
                    <a:pt x="26452" y="2106"/>
                  </a:lnTo>
                  <a:lnTo>
                    <a:pt x="21194" y="1348"/>
                  </a:lnTo>
                  <a:lnTo>
                    <a:pt x="15914" y="759"/>
                  </a:lnTo>
                  <a:lnTo>
                    <a:pt x="10618" y="337"/>
                  </a:lnTo>
                  <a:lnTo>
                    <a:pt x="531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561307" y="4213821"/>
              <a:ext cx="232772" cy="334323"/>
            </a:xfrm>
            <a:custGeom>
              <a:avLst/>
              <a:pathLst>
                <a:path w="232772" h="334323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2" y="766"/>
                  </a:lnTo>
                  <a:lnTo>
                    <a:pt x="145867" y="1362"/>
                  </a:lnTo>
                  <a:lnTo>
                    <a:pt x="140584" y="2126"/>
                  </a:lnTo>
                  <a:lnTo>
                    <a:pt x="135328" y="3059"/>
                  </a:lnTo>
                  <a:lnTo>
                    <a:pt x="130104" y="4159"/>
                  </a:lnTo>
                  <a:lnTo>
                    <a:pt x="124918" y="5426"/>
                  </a:lnTo>
                  <a:lnTo>
                    <a:pt x="119775" y="6857"/>
                  </a:lnTo>
                  <a:lnTo>
                    <a:pt x="114680" y="8452"/>
                  </a:lnTo>
                  <a:lnTo>
                    <a:pt x="109639" y="10209"/>
                  </a:lnTo>
                  <a:lnTo>
                    <a:pt x="104657" y="12126"/>
                  </a:lnTo>
                  <a:lnTo>
                    <a:pt x="99738" y="14201"/>
                  </a:lnTo>
                  <a:lnTo>
                    <a:pt x="94888" y="16432"/>
                  </a:lnTo>
                  <a:lnTo>
                    <a:pt x="90112" y="18816"/>
                  </a:lnTo>
                  <a:lnTo>
                    <a:pt x="85414" y="21352"/>
                  </a:lnTo>
                  <a:lnTo>
                    <a:pt x="80800" y="24037"/>
                  </a:lnTo>
                  <a:lnTo>
                    <a:pt x="76274" y="26868"/>
                  </a:lnTo>
                  <a:lnTo>
                    <a:pt x="71840" y="29841"/>
                  </a:lnTo>
                  <a:lnTo>
                    <a:pt x="67504" y="32955"/>
                  </a:lnTo>
                  <a:lnTo>
                    <a:pt x="63269" y="36206"/>
                  </a:lnTo>
                  <a:lnTo>
                    <a:pt x="59141" y="39590"/>
                  </a:lnTo>
                  <a:lnTo>
                    <a:pt x="55122" y="43104"/>
                  </a:lnTo>
                  <a:lnTo>
                    <a:pt x="51218" y="46745"/>
                  </a:lnTo>
                  <a:lnTo>
                    <a:pt x="47432" y="50509"/>
                  </a:lnTo>
                  <a:lnTo>
                    <a:pt x="43768" y="54391"/>
                  </a:lnTo>
                  <a:lnTo>
                    <a:pt x="40230" y="58389"/>
                  </a:lnTo>
                  <a:lnTo>
                    <a:pt x="36821" y="62498"/>
                  </a:lnTo>
                  <a:lnTo>
                    <a:pt x="33545" y="66713"/>
                  </a:lnTo>
                  <a:lnTo>
                    <a:pt x="30406" y="71031"/>
                  </a:lnTo>
                  <a:lnTo>
                    <a:pt x="27406" y="75446"/>
                  </a:lnTo>
                  <a:lnTo>
                    <a:pt x="24549" y="79956"/>
                  </a:lnTo>
                  <a:lnTo>
                    <a:pt x="21837" y="84554"/>
                  </a:lnTo>
                  <a:lnTo>
                    <a:pt x="19273" y="89237"/>
                  </a:lnTo>
                  <a:lnTo>
                    <a:pt x="16860" y="93999"/>
                  </a:lnTo>
                  <a:lnTo>
                    <a:pt x="14600" y="98835"/>
                  </a:lnTo>
                  <a:lnTo>
                    <a:pt x="12496" y="103742"/>
                  </a:lnTo>
                  <a:lnTo>
                    <a:pt x="10550" y="108713"/>
                  </a:lnTo>
                  <a:lnTo>
                    <a:pt x="8763" y="113743"/>
                  </a:lnTo>
                  <a:lnTo>
                    <a:pt x="7138" y="118828"/>
                  </a:lnTo>
                  <a:lnTo>
                    <a:pt x="5676" y="123963"/>
                  </a:lnTo>
                  <a:lnTo>
                    <a:pt x="4379" y="129141"/>
                  </a:lnTo>
                  <a:lnTo>
                    <a:pt x="3248" y="134358"/>
                  </a:lnTo>
                  <a:lnTo>
                    <a:pt x="2284" y="139609"/>
                  </a:lnTo>
                  <a:lnTo>
                    <a:pt x="1488" y="144888"/>
                  </a:lnTo>
                  <a:lnTo>
                    <a:pt x="861" y="150189"/>
                  </a:lnTo>
                  <a:lnTo>
                    <a:pt x="404" y="155508"/>
                  </a:lnTo>
                  <a:lnTo>
                    <a:pt x="116" y="160839"/>
                  </a:lnTo>
                  <a:lnTo>
                    <a:pt x="0" y="166176"/>
                  </a:lnTo>
                  <a:lnTo>
                    <a:pt x="53" y="171514"/>
                  </a:lnTo>
                  <a:lnTo>
                    <a:pt x="277" y="176848"/>
                  </a:lnTo>
                  <a:lnTo>
                    <a:pt x="671" y="182172"/>
                  </a:lnTo>
                  <a:lnTo>
                    <a:pt x="1235" y="187480"/>
                  </a:lnTo>
                  <a:lnTo>
                    <a:pt x="1969" y="192768"/>
                  </a:lnTo>
                  <a:lnTo>
                    <a:pt x="2870" y="198030"/>
                  </a:lnTo>
                  <a:lnTo>
                    <a:pt x="3940" y="203260"/>
                  </a:lnTo>
                  <a:lnTo>
                    <a:pt x="5175" y="208454"/>
                  </a:lnTo>
                  <a:lnTo>
                    <a:pt x="6576" y="213605"/>
                  </a:lnTo>
                  <a:lnTo>
                    <a:pt x="8141" y="218709"/>
                  </a:lnTo>
                  <a:lnTo>
                    <a:pt x="9868" y="223760"/>
                  </a:lnTo>
                  <a:lnTo>
                    <a:pt x="11755" y="228754"/>
                  </a:lnTo>
                  <a:lnTo>
                    <a:pt x="13801" y="233685"/>
                  </a:lnTo>
                  <a:lnTo>
                    <a:pt x="16003" y="238548"/>
                  </a:lnTo>
                  <a:lnTo>
                    <a:pt x="18359" y="243338"/>
                  </a:lnTo>
                  <a:lnTo>
                    <a:pt x="20867" y="248051"/>
                  </a:lnTo>
                  <a:lnTo>
                    <a:pt x="23525" y="252681"/>
                  </a:lnTo>
                  <a:lnTo>
                    <a:pt x="26328" y="257224"/>
                  </a:lnTo>
                  <a:lnTo>
                    <a:pt x="29276" y="261675"/>
                  </a:lnTo>
                  <a:lnTo>
                    <a:pt x="32364" y="266030"/>
                  </a:lnTo>
                  <a:lnTo>
                    <a:pt x="35589" y="270284"/>
                  </a:lnTo>
                  <a:lnTo>
                    <a:pt x="38949" y="274432"/>
                  </a:lnTo>
                  <a:lnTo>
                    <a:pt x="42439" y="278472"/>
                  </a:lnTo>
                  <a:lnTo>
                    <a:pt x="46057" y="282397"/>
                  </a:lnTo>
                  <a:lnTo>
                    <a:pt x="49798" y="286206"/>
                  </a:lnTo>
                  <a:lnTo>
                    <a:pt x="53659" y="289892"/>
                  </a:lnTo>
                  <a:lnTo>
                    <a:pt x="57636" y="293454"/>
                  </a:lnTo>
                  <a:lnTo>
                    <a:pt x="61724" y="296887"/>
                  </a:lnTo>
                  <a:lnTo>
                    <a:pt x="65920" y="300188"/>
                  </a:lnTo>
                  <a:lnTo>
                    <a:pt x="70219" y="303353"/>
                  </a:lnTo>
                  <a:lnTo>
                    <a:pt x="74617" y="306379"/>
                  </a:lnTo>
                  <a:lnTo>
                    <a:pt x="79109" y="309263"/>
                  </a:lnTo>
                  <a:lnTo>
                    <a:pt x="83691" y="312002"/>
                  </a:lnTo>
                  <a:lnTo>
                    <a:pt x="88358" y="314594"/>
                  </a:lnTo>
                  <a:lnTo>
                    <a:pt x="93106" y="317035"/>
                  </a:lnTo>
                  <a:lnTo>
                    <a:pt x="97929" y="319323"/>
                  </a:lnTo>
                  <a:lnTo>
                    <a:pt x="102823" y="321456"/>
                  </a:lnTo>
                  <a:lnTo>
                    <a:pt x="107782" y="323432"/>
                  </a:lnTo>
                  <a:lnTo>
                    <a:pt x="112802" y="325248"/>
                  </a:lnTo>
                  <a:lnTo>
                    <a:pt x="117877" y="326904"/>
                  </a:lnTo>
                  <a:lnTo>
                    <a:pt x="123003" y="328396"/>
                  </a:lnTo>
                  <a:lnTo>
                    <a:pt x="128174" y="329724"/>
                  </a:lnTo>
                  <a:lnTo>
                    <a:pt x="133384" y="330886"/>
                  </a:lnTo>
                  <a:lnTo>
                    <a:pt x="138629" y="331881"/>
                  </a:lnTo>
                  <a:lnTo>
                    <a:pt x="143903" y="332708"/>
                  </a:lnTo>
                  <a:lnTo>
                    <a:pt x="149201" y="333366"/>
                  </a:lnTo>
                  <a:lnTo>
                    <a:pt x="154517" y="333855"/>
                  </a:lnTo>
                  <a:lnTo>
                    <a:pt x="159846" y="334174"/>
                  </a:lnTo>
                  <a:lnTo>
                    <a:pt x="165182" y="334323"/>
                  </a:lnTo>
                  <a:lnTo>
                    <a:pt x="170520" y="334301"/>
                  </a:lnTo>
                  <a:lnTo>
                    <a:pt x="175855" y="334108"/>
                  </a:lnTo>
                  <a:lnTo>
                    <a:pt x="181182" y="333746"/>
                  </a:lnTo>
                  <a:lnTo>
                    <a:pt x="186493" y="333213"/>
                  </a:lnTo>
                  <a:lnTo>
                    <a:pt x="191785" y="332511"/>
                  </a:lnTo>
                  <a:lnTo>
                    <a:pt x="197052" y="331641"/>
                  </a:lnTo>
                  <a:lnTo>
                    <a:pt x="202289" y="330603"/>
                  </a:lnTo>
                  <a:lnTo>
                    <a:pt x="207490" y="329398"/>
                  </a:lnTo>
                  <a:lnTo>
                    <a:pt x="212649" y="328027"/>
                  </a:lnTo>
                  <a:lnTo>
                    <a:pt x="217762" y="326493"/>
                  </a:lnTo>
                  <a:lnTo>
                    <a:pt x="222824" y="324796"/>
                  </a:lnTo>
                  <a:lnTo>
                    <a:pt x="227829" y="322938"/>
                  </a:lnTo>
                  <a:lnTo>
                    <a:pt x="232772" y="320922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380988"/>
              <a:ext cx="65607" cy="153754"/>
            </a:xfrm>
            <a:custGeom>
              <a:avLst/>
              <a:pathLst>
                <a:path w="65607" h="153754">
                  <a:moveTo>
                    <a:pt x="65607" y="153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380988"/>
              <a:ext cx="147218" cy="153754"/>
            </a:xfrm>
            <a:custGeom>
              <a:avLst/>
              <a:pathLst>
                <a:path w="147218" h="153754">
                  <a:moveTo>
                    <a:pt x="65607" y="153754"/>
                  </a:moveTo>
                  <a:lnTo>
                    <a:pt x="70750" y="151457"/>
                  </a:lnTo>
                  <a:lnTo>
                    <a:pt x="75813" y="148987"/>
                  </a:lnTo>
                  <a:lnTo>
                    <a:pt x="80789" y="146348"/>
                  </a:lnTo>
                  <a:lnTo>
                    <a:pt x="85674" y="143543"/>
                  </a:lnTo>
                  <a:lnTo>
                    <a:pt x="90462" y="140575"/>
                  </a:lnTo>
                  <a:lnTo>
                    <a:pt x="95147" y="137448"/>
                  </a:lnTo>
                  <a:lnTo>
                    <a:pt x="99723" y="134164"/>
                  </a:lnTo>
                  <a:lnTo>
                    <a:pt x="104187" y="130728"/>
                  </a:lnTo>
                  <a:lnTo>
                    <a:pt x="108532" y="127143"/>
                  </a:lnTo>
                  <a:lnTo>
                    <a:pt x="112754" y="123415"/>
                  </a:lnTo>
                  <a:lnTo>
                    <a:pt x="116848" y="119546"/>
                  </a:lnTo>
                  <a:lnTo>
                    <a:pt x="120810" y="115541"/>
                  </a:lnTo>
                  <a:lnTo>
                    <a:pt x="124634" y="111405"/>
                  </a:lnTo>
                  <a:lnTo>
                    <a:pt x="128317" y="107143"/>
                  </a:lnTo>
                  <a:lnTo>
                    <a:pt x="131854" y="102759"/>
                  </a:lnTo>
                  <a:lnTo>
                    <a:pt x="135241" y="98258"/>
                  </a:lnTo>
                  <a:lnTo>
                    <a:pt x="138474" y="93646"/>
                  </a:lnTo>
                  <a:lnTo>
                    <a:pt x="141551" y="88927"/>
                  </a:lnTo>
                  <a:lnTo>
                    <a:pt x="144467" y="84108"/>
                  </a:lnTo>
                  <a:lnTo>
                    <a:pt x="147218" y="79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213821"/>
              <a:ext cx="167159" cy="246360"/>
            </a:xfrm>
            <a:custGeom>
              <a:avLst/>
              <a:pathLst>
                <a:path w="167159" h="246360">
                  <a:moveTo>
                    <a:pt x="147218" y="246360"/>
                  </a:moveTo>
                  <a:lnTo>
                    <a:pt x="149696" y="241571"/>
                  </a:lnTo>
                  <a:lnTo>
                    <a:pt x="152017" y="236705"/>
                  </a:lnTo>
                  <a:lnTo>
                    <a:pt x="154181" y="231766"/>
                  </a:lnTo>
                  <a:lnTo>
                    <a:pt x="156184" y="226760"/>
                  </a:lnTo>
                  <a:lnTo>
                    <a:pt x="158025" y="221692"/>
                  </a:lnTo>
                  <a:lnTo>
                    <a:pt x="159701" y="216568"/>
                  </a:lnTo>
                  <a:lnTo>
                    <a:pt x="161211" y="211392"/>
                  </a:lnTo>
                  <a:lnTo>
                    <a:pt x="162553" y="206170"/>
                  </a:lnTo>
                  <a:lnTo>
                    <a:pt x="163727" y="200907"/>
                  </a:lnTo>
                  <a:lnTo>
                    <a:pt x="164729" y="195610"/>
                  </a:lnTo>
                  <a:lnTo>
                    <a:pt x="165561" y="190282"/>
                  </a:lnTo>
                  <a:lnTo>
                    <a:pt x="166220" y="184931"/>
                  </a:lnTo>
                  <a:lnTo>
                    <a:pt x="166707" y="179561"/>
                  </a:lnTo>
                  <a:lnTo>
                    <a:pt x="167020" y="174179"/>
                  </a:lnTo>
                  <a:lnTo>
                    <a:pt x="167159" y="168789"/>
                  </a:lnTo>
                  <a:lnTo>
                    <a:pt x="167124" y="163397"/>
                  </a:lnTo>
                  <a:lnTo>
                    <a:pt x="166916" y="158009"/>
                  </a:lnTo>
                  <a:lnTo>
                    <a:pt x="166534" y="152631"/>
                  </a:lnTo>
                  <a:lnTo>
                    <a:pt x="165978" y="147268"/>
                  </a:lnTo>
                  <a:lnTo>
                    <a:pt x="165250" y="141926"/>
                  </a:lnTo>
                  <a:lnTo>
                    <a:pt x="164350" y="136610"/>
                  </a:lnTo>
                  <a:lnTo>
                    <a:pt x="163279" y="131325"/>
                  </a:lnTo>
                  <a:lnTo>
                    <a:pt x="162039" y="126078"/>
                  </a:lnTo>
                  <a:lnTo>
                    <a:pt x="160629" y="120874"/>
                  </a:lnTo>
                  <a:lnTo>
                    <a:pt x="159053" y="115718"/>
                  </a:lnTo>
                  <a:lnTo>
                    <a:pt x="157311" y="110615"/>
                  </a:lnTo>
                  <a:lnTo>
                    <a:pt x="155405" y="105571"/>
                  </a:lnTo>
                  <a:lnTo>
                    <a:pt x="153338" y="100592"/>
                  </a:lnTo>
                  <a:lnTo>
                    <a:pt x="151111" y="95681"/>
                  </a:lnTo>
                  <a:lnTo>
                    <a:pt x="148727" y="90845"/>
                  </a:lnTo>
                  <a:lnTo>
                    <a:pt x="146188" y="86088"/>
                  </a:lnTo>
                  <a:lnTo>
                    <a:pt x="143498" y="81416"/>
                  </a:lnTo>
                  <a:lnTo>
                    <a:pt x="140658" y="76833"/>
                  </a:lnTo>
                  <a:lnTo>
                    <a:pt x="137671" y="72344"/>
                  </a:lnTo>
                  <a:lnTo>
                    <a:pt x="134542" y="67953"/>
                  </a:lnTo>
                  <a:lnTo>
                    <a:pt x="131272" y="63666"/>
                  </a:lnTo>
                  <a:lnTo>
                    <a:pt x="127866" y="59486"/>
                  </a:lnTo>
                  <a:lnTo>
                    <a:pt x="124327" y="55419"/>
                  </a:lnTo>
                  <a:lnTo>
                    <a:pt x="120658" y="51467"/>
                  </a:lnTo>
                  <a:lnTo>
                    <a:pt x="116864" y="47636"/>
                  </a:lnTo>
                  <a:lnTo>
                    <a:pt x="112949" y="43930"/>
                  </a:lnTo>
                  <a:lnTo>
                    <a:pt x="108916" y="40351"/>
                  </a:lnTo>
                  <a:lnTo>
                    <a:pt x="104769" y="36905"/>
                  </a:lnTo>
                  <a:lnTo>
                    <a:pt x="100514" y="33594"/>
                  </a:lnTo>
                  <a:lnTo>
                    <a:pt x="96154" y="30422"/>
                  </a:lnTo>
                  <a:lnTo>
                    <a:pt x="91694" y="27392"/>
                  </a:lnTo>
                  <a:lnTo>
                    <a:pt x="87139" y="24507"/>
                  </a:lnTo>
                  <a:lnTo>
                    <a:pt x="82492" y="21771"/>
                  </a:lnTo>
                  <a:lnTo>
                    <a:pt x="77761" y="19187"/>
                  </a:lnTo>
                  <a:lnTo>
                    <a:pt x="72948" y="16756"/>
                  </a:lnTo>
                  <a:lnTo>
                    <a:pt x="68059" y="14482"/>
                  </a:lnTo>
                  <a:lnTo>
                    <a:pt x="63100" y="12366"/>
                  </a:lnTo>
                  <a:lnTo>
                    <a:pt x="58075" y="10412"/>
                  </a:lnTo>
                  <a:lnTo>
                    <a:pt x="52989" y="8620"/>
                  </a:lnTo>
                  <a:lnTo>
                    <a:pt x="47849" y="6994"/>
                  </a:lnTo>
                  <a:lnTo>
                    <a:pt x="42658" y="5534"/>
                  </a:lnTo>
                  <a:lnTo>
                    <a:pt x="37424" y="4242"/>
                  </a:lnTo>
                  <a:lnTo>
                    <a:pt x="32150" y="3120"/>
                  </a:lnTo>
                  <a:lnTo>
                    <a:pt x="26843" y="2169"/>
                  </a:lnTo>
                  <a:lnTo>
                    <a:pt x="21508" y="1389"/>
                  </a:lnTo>
                  <a:lnTo>
                    <a:pt x="16150" y="782"/>
                  </a:lnTo>
                  <a:lnTo>
                    <a:pt x="10776" y="347"/>
                  </a:lnTo>
                  <a:lnTo>
                    <a:pt x="539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751853" y="3707720"/>
              <a:ext cx="210995" cy="334325"/>
            </a:xfrm>
            <a:custGeom>
              <a:avLst/>
              <a:pathLst>
                <a:path w="210995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95409" y="331930"/>
                  </a:lnTo>
                  <a:lnTo>
                    <a:pt x="200640" y="330947"/>
                  </a:lnTo>
                  <a:lnTo>
                    <a:pt x="205837" y="329798"/>
                  </a:lnTo>
                  <a:lnTo>
                    <a:pt x="210995" y="32848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41"/>
              <a:ext cx="167166" cy="328463"/>
            </a:xfrm>
            <a:custGeom>
              <a:avLst/>
              <a:pathLst>
                <a:path w="167166" h="328463">
                  <a:moveTo>
                    <a:pt x="43837" y="328463"/>
                  </a:moveTo>
                  <a:lnTo>
                    <a:pt x="48941" y="326989"/>
                  </a:lnTo>
                  <a:lnTo>
                    <a:pt x="53995" y="325353"/>
                  </a:lnTo>
                  <a:lnTo>
                    <a:pt x="58995" y="323557"/>
                  </a:lnTo>
                  <a:lnTo>
                    <a:pt x="63935" y="321603"/>
                  </a:lnTo>
                  <a:lnTo>
                    <a:pt x="68811" y="319494"/>
                  </a:lnTo>
                  <a:lnTo>
                    <a:pt x="73617" y="317230"/>
                  </a:lnTo>
                  <a:lnTo>
                    <a:pt x="78349" y="314815"/>
                  </a:lnTo>
                  <a:lnTo>
                    <a:pt x="83002" y="312251"/>
                  </a:lnTo>
                  <a:lnTo>
                    <a:pt x="87571" y="309540"/>
                  </a:lnTo>
                  <a:lnTo>
                    <a:pt x="92052" y="306686"/>
                  </a:lnTo>
                  <a:lnTo>
                    <a:pt x="96439" y="303690"/>
                  </a:lnTo>
                  <a:lnTo>
                    <a:pt x="100729" y="300557"/>
                  </a:lnTo>
                  <a:lnTo>
                    <a:pt x="104918" y="297288"/>
                  </a:lnTo>
                  <a:lnTo>
                    <a:pt x="109000" y="293889"/>
                  </a:lnTo>
                  <a:lnTo>
                    <a:pt x="112973" y="290361"/>
                  </a:lnTo>
                  <a:lnTo>
                    <a:pt x="116831" y="286709"/>
                  </a:lnTo>
                  <a:lnTo>
                    <a:pt x="120571" y="282936"/>
                  </a:lnTo>
                  <a:lnTo>
                    <a:pt x="124190" y="279047"/>
                  </a:lnTo>
                  <a:lnTo>
                    <a:pt x="127683" y="275044"/>
                  </a:lnTo>
                  <a:lnTo>
                    <a:pt x="131047" y="270932"/>
                  </a:lnTo>
                  <a:lnTo>
                    <a:pt x="134278" y="266715"/>
                  </a:lnTo>
                  <a:lnTo>
                    <a:pt x="137375" y="262398"/>
                  </a:lnTo>
                  <a:lnTo>
                    <a:pt x="140332" y="257985"/>
                  </a:lnTo>
                  <a:lnTo>
                    <a:pt x="143148" y="253480"/>
                  </a:lnTo>
                  <a:lnTo>
                    <a:pt x="145819" y="248888"/>
                  </a:lnTo>
                  <a:lnTo>
                    <a:pt x="148343" y="244213"/>
                  </a:lnTo>
                  <a:lnTo>
                    <a:pt x="150716" y="239460"/>
                  </a:lnTo>
                  <a:lnTo>
                    <a:pt x="152938" y="234634"/>
                  </a:lnTo>
                  <a:lnTo>
                    <a:pt x="155006" y="229740"/>
                  </a:lnTo>
                  <a:lnTo>
                    <a:pt x="156916" y="224783"/>
                  </a:lnTo>
                  <a:lnTo>
                    <a:pt x="158669" y="219768"/>
                  </a:lnTo>
                  <a:lnTo>
                    <a:pt x="160261" y="214699"/>
                  </a:lnTo>
                  <a:lnTo>
                    <a:pt x="161691" y="209583"/>
                  </a:lnTo>
                  <a:lnTo>
                    <a:pt x="162958" y="204424"/>
                  </a:lnTo>
                  <a:lnTo>
                    <a:pt x="164060" y="199227"/>
                  </a:lnTo>
                  <a:lnTo>
                    <a:pt x="164996" y="193997"/>
                  </a:lnTo>
                  <a:lnTo>
                    <a:pt x="165766" y="188741"/>
                  </a:lnTo>
                  <a:lnTo>
                    <a:pt x="166369" y="183462"/>
                  </a:lnTo>
                  <a:lnTo>
                    <a:pt x="166803" y="178168"/>
                  </a:lnTo>
                  <a:lnTo>
                    <a:pt x="167069" y="172862"/>
                  </a:lnTo>
                  <a:lnTo>
                    <a:pt x="167166" y="167550"/>
                  </a:lnTo>
                  <a:lnTo>
                    <a:pt x="167095" y="162238"/>
                  </a:lnTo>
                  <a:lnTo>
                    <a:pt x="166855" y="156931"/>
                  </a:lnTo>
                  <a:lnTo>
                    <a:pt x="166446" y="151634"/>
                  </a:lnTo>
                  <a:lnTo>
                    <a:pt x="165869" y="146353"/>
                  </a:lnTo>
                  <a:lnTo>
                    <a:pt x="165124" y="141092"/>
                  </a:lnTo>
                  <a:lnTo>
                    <a:pt x="164213" y="135858"/>
                  </a:lnTo>
                  <a:lnTo>
                    <a:pt x="163136" y="130656"/>
                  </a:lnTo>
                  <a:lnTo>
                    <a:pt x="161894" y="125491"/>
                  </a:lnTo>
                  <a:lnTo>
                    <a:pt x="160489" y="120367"/>
                  </a:lnTo>
                  <a:lnTo>
                    <a:pt x="158921" y="115291"/>
                  </a:lnTo>
                  <a:lnTo>
                    <a:pt x="157193" y="110268"/>
                  </a:lnTo>
                  <a:lnTo>
                    <a:pt x="155306" y="105301"/>
                  </a:lnTo>
                  <a:lnTo>
                    <a:pt x="153263" y="100398"/>
                  </a:lnTo>
                  <a:lnTo>
                    <a:pt x="151064" y="95561"/>
                  </a:lnTo>
                  <a:lnTo>
                    <a:pt x="148713" y="90797"/>
                  </a:lnTo>
                  <a:lnTo>
                    <a:pt x="146212" y="86110"/>
                  </a:lnTo>
                  <a:lnTo>
                    <a:pt x="143563" y="81505"/>
                  </a:lnTo>
                  <a:lnTo>
                    <a:pt x="140770" y="76986"/>
                  </a:lnTo>
                  <a:lnTo>
                    <a:pt x="137834" y="72559"/>
                  </a:lnTo>
                  <a:lnTo>
                    <a:pt x="134758" y="68227"/>
                  </a:lnTo>
                  <a:lnTo>
                    <a:pt x="131547" y="63994"/>
                  </a:lnTo>
                  <a:lnTo>
                    <a:pt x="128203" y="59866"/>
                  </a:lnTo>
                  <a:lnTo>
                    <a:pt x="124729" y="55847"/>
                  </a:lnTo>
                  <a:lnTo>
                    <a:pt x="121129" y="51940"/>
                  </a:lnTo>
                  <a:lnTo>
                    <a:pt x="117408" y="48149"/>
                  </a:lnTo>
                  <a:lnTo>
                    <a:pt x="113567" y="44478"/>
                  </a:lnTo>
                  <a:lnTo>
                    <a:pt x="109612" y="40931"/>
                  </a:lnTo>
                  <a:lnTo>
                    <a:pt x="105546" y="37512"/>
                  </a:lnTo>
                  <a:lnTo>
                    <a:pt x="101373" y="34223"/>
                  </a:lnTo>
                  <a:lnTo>
                    <a:pt x="97098" y="31069"/>
                  </a:lnTo>
                  <a:lnTo>
                    <a:pt x="92725" y="28053"/>
                  </a:lnTo>
                  <a:lnTo>
                    <a:pt x="88259" y="25176"/>
                  </a:lnTo>
                  <a:lnTo>
                    <a:pt x="83703" y="22444"/>
                  </a:lnTo>
                  <a:lnTo>
                    <a:pt x="79062" y="19857"/>
                  </a:lnTo>
                  <a:lnTo>
                    <a:pt x="74342" y="17419"/>
                  </a:lnTo>
                  <a:lnTo>
                    <a:pt x="69547" y="15132"/>
                  </a:lnTo>
                  <a:lnTo>
                    <a:pt x="64681" y="12999"/>
                  </a:lnTo>
                  <a:lnTo>
                    <a:pt x="59750" y="11022"/>
                  </a:lnTo>
                  <a:lnTo>
                    <a:pt x="54759" y="9202"/>
                  </a:lnTo>
                  <a:lnTo>
                    <a:pt x="49713" y="7541"/>
                  </a:lnTo>
                  <a:lnTo>
                    <a:pt x="44616" y="6042"/>
                  </a:lnTo>
                  <a:lnTo>
                    <a:pt x="39474" y="4706"/>
                  </a:lnTo>
                  <a:lnTo>
                    <a:pt x="34293" y="3534"/>
                  </a:lnTo>
                  <a:lnTo>
                    <a:pt x="29076" y="2527"/>
                  </a:lnTo>
                  <a:lnTo>
                    <a:pt x="23831" y="1686"/>
                  </a:lnTo>
                  <a:lnTo>
                    <a:pt x="18561" y="1012"/>
                  </a:lnTo>
                  <a:lnTo>
                    <a:pt x="13273" y="506"/>
                  </a:lnTo>
                  <a:lnTo>
                    <a:pt x="7971" y="168"/>
                  </a:lnTo>
                  <a:lnTo>
                    <a:pt x="2661" y="0"/>
                  </a:lnTo>
                  <a:lnTo>
                    <a:pt x="0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20"/>
              <a:ext cx="2661" cy="167167"/>
            </a:xfrm>
            <a:custGeom>
              <a:avLst/>
              <a:pathLst>
                <a:path w="2661" h="167167">
                  <a:moveTo>
                    <a:pt x="2661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tx82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2025-06-05T15:14:54Z</dcterms:modified>
  <cp:category/>
</cp:coreProperties>
</file>