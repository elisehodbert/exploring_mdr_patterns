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692866" y="3088065"/>
              <a:ext cx="4124027" cy="239790"/>
            </a:xfrm>
            <a:custGeom>
              <a:avLst/>
              <a:pathLst>
                <a:path w="4124027" h="239790">
                  <a:moveTo>
                    <a:pt x="4124027" y="239790"/>
                  </a:moveTo>
                  <a:lnTo>
                    <a:pt x="0" y="0"/>
                  </a:lnTo>
                </a:path>
              </a:pathLst>
            </a:custGeom>
            <a:ln w="29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92866" y="3347263"/>
              <a:ext cx="4124027" cy="239790"/>
            </a:xfrm>
            <a:custGeom>
              <a:avLst/>
              <a:pathLst>
                <a:path w="4124027" h="239790">
                  <a:moveTo>
                    <a:pt x="4124027" y="0"/>
                  </a:moveTo>
                  <a:lnTo>
                    <a:pt x="0" y="239790"/>
                  </a:lnTo>
                </a:path>
              </a:pathLst>
            </a:custGeom>
            <a:ln w="252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810369" y="3366540"/>
              <a:ext cx="4008773" cy="705658"/>
            </a:xfrm>
            <a:custGeom>
              <a:avLst/>
              <a:pathLst>
                <a:path w="4008773" h="705658">
                  <a:moveTo>
                    <a:pt x="4008773" y="0"/>
                  </a:moveTo>
                  <a:lnTo>
                    <a:pt x="0" y="705658"/>
                  </a:lnTo>
                </a:path>
              </a:pathLst>
            </a:custGeom>
            <a:ln w="29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038950" y="3385429"/>
              <a:ext cx="3784661" cy="1131136"/>
            </a:xfrm>
            <a:custGeom>
              <a:avLst/>
              <a:pathLst>
                <a:path w="3784661" h="1131136">
                  <a:moveTo>
                    <a:pt x="3784661" y="0"/>
                  </a:moveTo>
                  <a:lnTo>
                    <a:pt x="0" y="1131136"/>
                  </a:lnTo>
                </a:path>
              </a:pathLst>
            </a:custGeom>
            <a:ln w="49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942934" y="2988702"/>
              <a:ext cx="21405" cy="182824"/>
            </a:xfrm>
            <a:custGeom>
              <a:avLst/>
              <a:pathLst>
                <a:path w="21405" h="182824">
                  <a:moveTo>
                    <a:pt x="21405" y="182824"/>
                  </a:moveTo>
                  <a:lnTo>
                    <a:pt x="0" y="0"/>
                  </a:lnTo>
                </a:path>
              </a:pathLst>
            </a:custGeom>
            <a:ln w="361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784506" y="3500206"/>
              <a:ext cx="160659" cy="676729"/>
            </a:xfrm>
            <a:custGeom>
              <a:avLst/>
              <a:pathLst>
                <a:path w="160659" h="676729">
                  <a:moveTo>
                    <a:pt x="160659" y="0"/>
                  </a:moveTo>
                  <a:lnTo>
                    <a:pt x="0" y="676729"/>
                  </a:lnTo>
                </a:path>
              </a:pathLst>
            </a:custGeom>
            <a:ln w="244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617949" y="1543600"/>
              <a:ext cx="919170" cy="1395166"/>
            </a:xfrm>
            <a:custGeom>
              <a:avLst/>
              <a:pathLst>
                <a:path w="919170" h="1395166">
                  <a:moveTo>
                    <a:pt x="919170" y="0"/>
                  </a:moveTo>
                  <a:lnTo>
                    <a:pt x="0" y="1395166"/>
                  </a:lnTo>
                </a:path>
              </a:pathLst>
            </a:custGeom>
            <a:ln w="761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601106" y="1553340"/>
              <a:ext cx="952855" cy="1894082"/>
            </a:xfrm>
            <a:custGeom>
              <a:avLst/>
              <a:pathLst>
                <a:path w="952855" h="1894082">
                  <a:moveTo>
                    <a:pt x="952855" y="0"/>
                  </a:moveTo>
                  <a:lnTo>
                    <a:pt x="0" y="1894082"/>
                  </a:lnTo>
                </a:path>
              </a:pathLst>
            </a:custGeom>
            <a:ln w="27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686348" y="1561060"/>
              <a:ext cx="1392067" cy="3818202"/>
            </a:xfrm>
            <a:custGeom>
              <a:avLst/>
              <a:pathLst>
                <a:path w="1392067" h="3818202">
                  <a:moveTo>
                    <a:pt x="0" y="0"/>
                  </a:moveTo>
                  <a:lnTo>
                    <a:pt x="1392067" y="3818202"/>
                  </a:lnTo>
                </a:path>
              </a:pathLst>
            </a:custGeom>
            <a:ln w="26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702993" y="1561060"/>
              <a:ext cx="868834" cy="2383065"/>
            </a:xfrm>
            <a:custGeom>
              <a:avLst/>
              <a:pathLst>
                <a:path w="868834" h="2383065">
                  <a:moveTo>
                    <a:pt x="868834" y="0"/>
                  </a:moveTo>
                  <a:lnTo>
                    <a:pt x="0" y="2383065"/>
                  </a:lnTo>
                </a:path>
              </a:pathLst>
            </a:custGeom>
            <a:ln w="244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17396" y="1566652"/>
              <a:ext cx="673078" cy="2835136"/>
            </a:xfrm>
            <a:custGeom>
              <a:avLst/>
              <a:pathLst>
                <a:path w="673078" h="2835136">
                  <a:moveTo>
                    <a:pt x="673078" y="0"/>
                  </a:moveTo>
                  <a:lnTo>
                    <a:pt x="0" y="2835136"/>
                  </a:lnTo>
                </a:path>
              </a:pathLst>
            </a:custGeom>
            <a:ln w="26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32006" y="1570038"/>
              <a:ext cx="377643" cy="3225478"/>
            </a:xfrm>
            <a:custGeom>
              <a:avLst/>
              <a:pathLst>
                <a:path w="377643" h="3225478">
                  <a:moveTo>
                    <a:pt x="377643" y="0"/>
                  </a:moveTo>
                  <a:lnTo>
                    <a:pt x="0" y="3225478"/>
                  </a:lnTo>
                </a:path>
              </a:pathLst>
            </a:custGeom>
            <a:ln w="29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753293" y="1531973"/>
              <a:ext cx="768235" cy="913998"/>
            </a:xfrm>
            <a:custGeom>
              <a:avLst/>
              <a:pathLst>
                <a:path w="768235" h="913998">
                  <a:moveTo>
                    <a:pt x="768235" y="0"/>
                  </a:moveTo>
                  <a:lnTo>
                    <a:pt x="0" y="913998"/>
                  </a:lnTo>
                </a:path>
              </a:pathLst>
            </a:custGeom>
            <a:ln w="1770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704214" y="1553340"/>
              <a:ext cx="1853794" cy="3684963"/>
            </a:xfrm>
            <a:custGeom>
              <a:avLst/>
              <a:pathLst>
                <a:path w="1853794" h="3684963">
                  <a:moveTo>
                    <a:pt x="0" y="0"/>
                  </a:moveTo>
                  <a:lnTo>
                    <a:pt x="1853794" y="3684963"/>
                  </a:lnTo>
                </a:path>
              </a:pathLst>
            </a:custGeom>
            <a:ln w="29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36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721057" y="1543600"/>
              <a:ext cx="2269814" cy="3445246"/>
            </a:xfrm>
            <a:custGeom>
              <a:avLst/>
              <a:pathLst>
                <a:path w="2269814" h="3445246">
                  <a:moveTo>
                    <a:pt x="0" y="0"/>
                  </a:moveTo>
                  <a:lnTo>
                    <a:pt x="2269814" y="3445246"/>
                  </a:lnTo>
                </a:path>
              </a:pathLst>
            </a:custGeom>
            <a:ln w="34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29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564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27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29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670813" y="1370958"/>
              <a:ext cx="2817489" cy="1623926"/>
            </a:xfrm>
            <a:custGeom>
              <a:avLst/>
              <a:pathLst>
                <a:path w="2817489" h="1623926">
                  <a:moveTo>
                    <a:pt x="2817489" y="0"/>
                  </a:moveTo>
                  <a:lnTo>
                    <a:pt x="0" y="1623926"/>
                  </a:lnTo>
                </a:path>
              </a:pathLst>
            </a:custGeom>
            <a:ln w="1058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660150" y="1387197"/>
              <a:ext cx="2838815" cy="2109844"/>
            </a:xfrm>
            <a:custGeom>
              <a:avLst/>
              <a:pathLst>
                <a:path w="2838815" h="2109844">
                  <a:moveTo>
                    <a:pt x="2838815" y="0"/>
                  </a:moveTo>
                  <a:lnTo>
                    <a:pt x="0" y="2109844"/>
                  </a:lnTo>
                </a:path>
              </a:pathLst>
            </a:custGeom>
            <a:ln w="29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29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767423" y="1402094"/>
              <a:ext cx="2744021" cy="2584471"/>
            </a:xfrm>
            <a:custGeom>
              <a:avLst/>
              <a:pathLst>
                <a:path w="2744021" h="2584471">
                  <a:moveTo>
                    <a:pt x="2744021" y="0"/>
                  </a:moveTo>
                  <a:lnTo>
                    <a:pt x="0" y="2584471"/>
                  </a:lnTo>
                </a:path>
              </a:pathLst>
            </a:custGeom>
            <a:ln w="101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986343" y="1415448"/>
              <a:ext cx="2539232" cy="3021019"/>
            </a:xfrm>
            <a:custGeom>
              <a:avLst/>
              <a:pathLst>
                <a:path w="2539232" h="3021019">
                  <a:moveTo>
                    <a:pt x="2539232" y="0"/>
                  </a:moveTo>
                  <a:lnTo>
                    <a:pt x="0" y="3021019"/>
                  </a:lnTo>
                </a:path>
              </a:pathLst>
            </a:custGeom>
            <a:ln w="28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038950" y="1335350"/>
              <a:ext cx="2434018" cy="727464"/>
            </a:xfrm>
            <a:custGeom>
              <a:avLst/>
              <a:pathLst>
                <a:path w="2434018" h="727464">
                  <a:moveTo>
                    <a:pt x="2434018" y="0"/>
                  </a:moveTo>
                  <a:lnTo>
                    <a:pt x="0" y="727464"/>
                  </a:lnTo>
                </a:path>
              </a:pathLst>
            </a:custGeom>
            <a:ln w="29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304535" y="1427075"/>
              <a:ext cx="2236631" cy="3394879"/>
            </a:xfrm>
            <a:custGeom>
              <a:avLst/>
              <a:pathLst>
                <a:path w="2236631" h="3394879">
                  <a:moveTo>
                    <a:pt x="2236631" y="0"/>
                  </a:moveTo>
                  <a:lnTo>
                    <a:pt x="0" y="3394879"/>
                  </a:lnTo>
                </a:path>
              </a:pathLst>
            </a:custGeom>
            <a:ln w="1148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799270" y="1353597"/>
              <a:ext cx="2680328" cy="1154224"/>
            </a:xfrm>
            <a:custGeom>
              <a:avLst/>
              <a:pathLst>
                <a:path w="2680328" h="1154224">
                  <a:moveTo>
                    <a:pt x="2680328" y="0"/>
                  </a:moveTo>
                  <a:lnTo>
                    <a:pt x="0" y="1154224"/>
                  </a:lnTo>
                </a:path>
              </a:pathLst>
            </a:custGeom>
            <a:ln w="315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633135" y="1454647"/>
              <a:ext cx="0" cy="3765824"/>
            </a:xfrm>
            <a:custGeom>
              <a:avLst/>
              <a:pathLst>
                <a:path w="0" h="3765824">
                  <a:moveTo>
                    <a:pt x="0" y="0"/>
                  </a:moveTo>
                  <a:lnTo>
                    <a:pt x="0" y="3765824"/>
                  </a:lnTo>
                </a:path>
              </a:pathLst>
            </a:custGeom>
            <a:ln w="29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1139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35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652574" y="1453513"/>
              <a:ext cx="410826" cy="3508894"/>
            </a:xfrm>
            <a:custGeom>
              <a:avLst/>
              <a:pathLst>
                <a:path w="410826" h="3508894">
                  <a:moveTo>
                    <a:pt x="0" y="0"/>
                  </a:moveTo>
                  <a:lnTo>
                    <a:pt x="410826" y="3508894"/>
                  </a:lnTo>
                </a:path>
              </a:pathLst>
            </a:custGeom>
            <a:ln w="29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1204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272780" y="1208382"/>
              <a:ext cx="1193469" cy="69394"/>
            </a:xfrm>
            <a:custGeom>
              <a:avLst/>
              <a:pathLst>
                <a:path w="1193469" h="69394">
                  <a:moveTo>
                    <a:pt x="1193469" y="69394"/>
                  </a:moveTo>
                  <a:lnTo>
                    <a:pt x="0" y="0"/>
                  </a:lnTo>
                </a:path>
              </a:pathLst>
            </a:custGeom>
            <a:ln w="35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29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1204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35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525980" y="3245529"/>
              <a:ext cx="0" cy="184060"/>
            </a:xfrm>
            <a:custGeom>
              <a:avLst/>
              <a:pathLst>
                <a:path w="0" h="184060">
                  <a:moveTo>
                    <a:pt x="0" y="0"/>
                  </a:moveTo>
                  <a:lnTo>
                    <a:pt x="0" y="184060"/>
                  </a:lnTo>
                </a:path>
              </a:pathLst>
            </a:custGeom>
            <a:ln w="27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47670" y="3192976"/>
              <a:ext cx="2366315" cy="2228726"/>
            </a:xfrm>
            <a:custGeom>
              <a:avLst/>
              <a:pathLst>
                <a:path w="2366315" h="2228726">
                  <a:moveTo>
                    <a:pt x="0" y="0"/>
                  </a:moveTo>
                  <a:lnTo>
                    <a:pt x="2366315" y="2228726"/>
                  </a:lnTo>
                </a:path>
              </a:pathLst>
            </a:custGeom>
            <a:ln w="29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545420" y="3244395"/>
              <a:ext cx="80874" cy="690751"/>
            </a:xfrm>
            <a:custGeom>
              <a:avLst/>
              <a:pathLst>
                <a:path w="80874" h="690751">
                  <a:moveTo>
                    <a:pt x="0" y="0"/>
                  </a:moveTo>
                  <a:lnTo>
                    <a:pt x="80874" y="690751"/>
                  </a:lnTo>
                </a:path>
              </a:pathLst>
            </a:custGeom>
            <a:ln w="277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564594" y="3241008"/>
              <a:ext cx="275576" cy="1160780"/>
            </a:xfrm>
            <a:custGeom>
              <a:avLst/>
              <a:pathLst>
                <a:path w="275576" h="1160780">
                  <a:moveTo>
                    <a:pt x="0" y="0"/>
                  </a:moveTo>
                  <a:lnTo>
                    <a:pt x="275576" y="1160780"/>
                  </a:lnTo>
                </a:path>
              </a:pathLst>
            </a:custGeom>
            <a:ln w="252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583240" y="3235416"/>
              <a:ext cx="572065" cy="1569078"/>
            </a:xfrm>
            <a:custGeom>
              <a:avLst/>
              <a:pathLst>
                <a:path w="572065" h="1569078">
                  <a:moveTo>
                    <a:pt x="0" y="0"/>
                  </a:moveTo>
                  <a:lnTo>
                    <a:pt x="572065" y="1569078"/>
                  </a:lnTo>
                </a:path>
              </a:pathLst>
            </a:custGeom>
            <a:ln w="23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60150" y="3178078"/>
              <a:ext cx="2838815" cy="2109844"/>
            </a:xfrm>
            <a:custGeom>
              <a:avLst/>
              <a:pathLst>
                <a:path w="2838815" h="2109844">
                  <a:moveTo>
                    <a:pt x="0" y="0"/>
                  </a:moveTo>
                  <a:lnTo>
                    <a:pt x="2838815" y="2109844"/>
                  </a:lnTo>
                </a:path>
              </a:pathLst>
            </a:custGeom>
            <a:ln w="1058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686147" y="3126231"/>
              <a:ext cx="3899578" cy="1165481"/>
            </a:xfrm>
            <a:custGeom>
              <a:avLst/>
              <a:pathLst>
                <a:path w="3899578" h="1165481">
                  <a:moveTo>
                    <a:pt x="0" y="0"/>
                  </a:moveTo>
                  <a:lnTo>
                    <a:pt x="3899578" y="1165481"/>
                  </a:lnTo>
                </a:path>
              </a:pathLst>
            </a:custGeom>
            <a:ln w="252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70813" y="3161839"/>
              <a:ext cx="3267194" cy="1883124"/>
            </a:xfrm>
            <a:custGeom>
              <a:avLst/>
              <a:pathLst>
                <a:path w="3267194" h="1883124">
                  <a:moveTo>
                    <a:pt x="0" y="0"/>
                  </a:moveTo>
                  <a:lnTo>
                    <a:pt x="3267194" y="1883124"/>
                  </a:lnTo>
                </a:path>
              </a:pathLst>
            </a:custGeom>
            <a:ln w="26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79517" y="3144479"/>
              <a:ext cx="3627493" cy="1562100"/>
            </a:xfrm>
            <a:custGeom>
              <a:avLst/>
              <a:pathLst>
                <a:path w="3627493" h="1562100">
                  <a:moveTo>
                    <a:pt x="0" y="0"/>
                  </a:moveTo>
                  <a:lnTo>
                    <a:pt x="3627493" y="1562100"/>
                  </a:lnTo>
                </a:path>
              </a:pathLst>
            </a:custGeom>
            <a:ln w="99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90616" y="3107342"/>
              <a:ext cx="4068242" cy="716127"/>
            </a:xfrm>
            <a:custGeom>
              <a:avLst/>
              <a:pathLst>
                <a:path w="4068242" h="716127">
                  <a:moveTo>
                    <a:pt x="0" y="0"/>
                  </a:moveTo>
                  <a:lnTo>
                    <a:pt x="4068242" y="716127"/>
                  </a:lnTo>
                </a:path>
              </a:pathLst>
            </a:custGeom>
            <a:ln w="252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60150" y="3696474"/>
              <a:ext cx="2341355" cy="1740125"/>
            </a:xfrm>
            <a:custGeom>
              <a:avLst/>
              <a:pathLst>
                <a:path w="2341355" h="1740125">
                  <a:moveTo>
                    <a:pt x="0" y="0"/>
                  </a:moveTo>
                  <a:lnTo>
                    <a:pt x="2341355" y="1740125"/>
                  </a:lnTo>
                </a:path>
              </a:pathLst>
            </a:custGeom>
            <a:ln w="27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564594" y="3759404"/>
              <a:ext cx="42526" cy="179128"/>
            </a:xfrm>
            <a:custGeom>
              <a:avLst/>
              <a:pathLst>
                <a:path w="42526" h="179128">
                  <a:moveTo>
                    <a:pt x="0" y="0"/>
                  </a:moveTo>
                  <a:lnTo>
                    <a:pt x="42526" y="179128"/>
                  </a:lnTo>
                </a:path>
              </a:pathLst>
            </a:custGeom>
            <a:ln w="1148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583240" y="3753812"/>
              <a:ext cx="238282" cy="653568"/>
            </a:xfrm>
            <a:custGeom>
              <a:avLst/>
              <a:pathLst>
                <a:path w="238282" h="653568">
                  <a:moveTo>
                    <a:pt x="0" y="0"/>
                  </a:moveTo>
                  <a:lnTo>
                    <a:pt x="238282" y="653568"/>
                  </a:lnTo>
                </a:path>
              </a:pathLst>
            </a:custGeom>
            <a:ln w="252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601106" y="3746093"/>
              <a:ext cx="536333" cy="1066121"/>
            </a:xfrm>
            <a:custGeom>
              <a:avLst/>
              <a:pathLst>
                <a:path w="536333" h="1066121">
                  <a:moveTo>
                    <a:pt x="0" y="0"/>
                  </a:moveTo>
                  <a:lnTo>
                    <a:pt x="536333" y="1066121"/>
                  </a:lnTo>
                </a:path>
              </a:pathLst>
            </a:custGeom>
            <a:ln w="28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670813" y="3680235"/>
              <a:ext cx="2817489" cy="1623926"/>
            </a:xfrm>
            <a:custGeom>
              <a:avLst/>
              <a:pathLst>
                <a:path w="2817489" h="1623926">
                  <a:moveTo>
                    <a:pt x="0" y="0"/>
                  </a:moveTo>
                  <a:lnTo>
                    <a:pt x="2817489" y="1623926"/>
                  </a:lnTo>
                </a:path>
              </a:pathLst>
            </a:custGeom>
            <a:ln w="1204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690616" y="3625738"/>
              <a:ext cx="3890639" cy="684864"/>
            </a:xfrm>
            <a:custGeom>
              <a:avLst/>
              <a:pathLst>
                <a:path w="3890639" h="684864">
                  <a:moveTo>
                    <a:pt x="0" y="0"/>
                  </a:moveTo>
                  <a:lnTo>
                    <a:pt x="3890639" y="684864"/>
                  </a:lnTo>
                </a:path>
              </a:pathLst>
            </a:custGeom>
            <a:ln w="252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679517" y="3662875"/>
              <a:ext cx="3249786" cy="1399449"/>
            </a:xfrm>
            <a:custGeom>
              <a:avLst/>
              <a:pathLst>
                <a:path w="3249786" h="1399449">
                  <a:moveTo>
                    <a:pt x="0" y="0"/>
                  </a:moveTo>
                  <a:lnTo>
                    <a:pt x="3249786" y="1399449"/>
                  </a:lnTo>
                </a:path>
              </a:pathLst>
            </a:custGeom>
            <a:ln w="28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686147" y="3644627"/>
              <a:ext cx="3614232" cy="1080199"/>
            </a:xfrm>
            <a:custGeom>
              <a:avLst/>
              <a:pathLst>
                <a:path w="3614232" h="1080199">
                  <a:moveTo>
                    <a:pt x="0" y="0"/>
                  </a:moveTo>
                  <a:lnTo>
                    <a:pt x="3614232" y="1080199"/>
                  </a:lnTo>
                </a:path>
              </a:pathLst>
            </a:custGeom>
            <a:ln w="1204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692866" y="3606461"/>
              <a:ext cx="4063743" cy="236285"/>
            </a:xfrm>
            <a:custGeom>
              <a:avLst/>
              <a:pathLst>
                <a:path w="4063743" h="236285">
                  <a:moveTo>
                    <a:pt x="0" y="0"/>
                  </a:moveTo>
                  <a:lnTo>
                    <a:pt x="4063743" y="236285"/>
                  </a:lnTo>
                </a:path>
              </a:pathLst>
            </a:custGeom>
            <a:ln w="122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5295843" y="5435509"/>
              <a:ext cx="177125" cy="52938"/>
            </a:xfrm>
            <a:custGeom>
              <a:avLst/>
              <a:pathLst>
                <a:path w="177125" h="52938">
                  <a:moveTo>
                    <a:pt x="0" y="52938"/>
                  </a:moveTo>
                  <a:lnTo>
                    <a:pt x="177125" y="0"/>
                  </a:lnTo>
                </a:path>
              </a:pathLst>
            </a:custGeom>
            <a:ln w="1966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269845" y="4439300"/>
              <a:ext cx="1341877" cy="997300"/>
            </a:xfrm>
            <a:custGeom>
              <a:avLst/>
              <a:pathLst>
                <a:path w="1341877" h="997300">
                  <a:moveTo>
                    <a:pt x="0" y="997300"/>
                  </a:moveTo>
                  <a:lnTo>
                    <a:pt x="1341877" y="0"/>
                  </a:lnTo>
                </a:path>
              </a:pathLst>
            </a:custGeom>
            <a:ln w="244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174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280508" y="4856174"/>
              <a:ext cx="1035205" cy="596665"/>
            </a:xfrm>
            <a:custGeom>
              <a:avLst/>
              <a:pathLst>
                <a:path w="1035205" h="596665">
                  <a:moveTo>
                    <a:pt x="0" y="596665"/>
                  </a:moveTo>
                  <a:lnTo>
                    <a:pt x="1035205" y="0"/>
                  </a:lnTo>
                </a:path>
              </a:pathLst>
            </a:custGeom>
            <a:ln w="40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5257366" y="3967065"/>
              <a:ext cx="1544438" cy="1454637"/>
            </a:xfrm>
            <a:custGeom>
              <a:avLst/>
              <a:pathLst>
                <a:path w="1544438" h="1454637">
                  <a:moveTo>
                    <a:pt x="0" y="1454637"/>
                  </a:moveTo>
                  <a:lnTo>
                    <a:pt x="1544438" y="0"/>
                  </a:lnTo>
                </a:path>
              </a:pathLst>
            </a:custGeom>
            <a:ln w="29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790566" y="4184657"/>
              <a:ext cx="2200277" cy="1268181"/>
            </a:xfrm>
            <a:custGeom>
              <a:avLst/>
              <a:pathLst>
                <a:path w="2200277" h="1268181">
                  <a:moveTo>
                    <a:pt x="0" y="0"/>
                  </a:moveTo>
                  <a:lnTo>
                    <a:pt x="2200277" y="1268181"/>
                  </a:lnTo>
                </a:path>
              </a:pathLst>
            </a:custGeom>
            <a:ln w="29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720859" y="4250515"/>
              <a:ext cx="82797" cy="164584"/>
            </a:xfrm>
            <a:custGeom>
              <a:avLst/>
              <a:pathLst>
                <a:path w="82797" h="164584">
                  <a:moveTo>
                    <a:pt x="0" y="0"/>
                  </a:moveTo>
                  <a:lnTo>
                    <a:pt x="82797" y="164584"/>
                  </a:lnTo>
                </a:path>
              </a:pathLst>
            </a:custGeom>
            <a:ln w="172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737702" y="4240775"/>
              <a:ext cx="382895" cy="581179"/>
            </a:xfrm>
            <a:custGeom>
              <a:avLst/>
              <a:pathLst>
                <a:path w="382895" h="581179">
                  <a:moveTo>
                    <a:pt x="0" y="0"/>
                  </a:moveTo>
                  <a:lnTo>
                    <a:pt x="382895" y="581179"/>
                  </a:lnTo>
                </a:path>
              </a:pathLst>
            </a:custGeom>
            <a:ln w="40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799270" y="4167297"/>
              <a:ext cx="2680328" cy="1154224"/>
            </a:xfrm>
            <a:custGeom>
              <a:avLst/>
              <a:pathLst>
                <a:path w="2680328" h="1154224">
                  <a:moveTo>
                    <a:pt x="0" y="0"/>
                  </a:moveTo>
                  <a:lnTo>
                    <a:pt x="2680328" y="1154224"/>
                  </a:lnTo>
                </a:path>
              </a:pathLst>
            </a:custGeom>
            <a:ln w="29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812619" y="4110883"/>
              <a:ext cx="3766388" cy="218995"/>
            </a:xfrm>
            <a:custGeom>
              <a:avLst/>
              <a:pathLst>
                <a:path w="3766388" h="218995">
                  <a:moveTo>
                    <a:pt x="0" y="0"/>
                  </a:moveTo>
                  <a:lnTo>
                    <a:pt x="3766388" y="218995"/>
                  </a:lnTo>
                </a:path>
              </a:pathLst>
            </a:custGeom>
            <a:ln w="211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805900" y="4149050"/>
              <a:ext cx="3116772" cy="931521"/>
            </a:xfrm>
            <a:custGeom>
              <a:avLst/>
              <a:pathLst>
                <a:path w="3116772" h="931521">
                  <a:moveTo>
                    <a:pt x="0" y="0"/>
                  </a:moveTo>
                  <a:lnTo>
                    <a:pt x="3116772" y="931521"/>
                  </a:lnTo>
                </a:path>
              </a:pathLst>
            </a:custGeom>
            <a:ln w="445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810369" y="4130161"/>
              <a:ext cx="3485540" cy="613555"/>
            </a:xfrm>
            <a:custGeom>
              <a:avLst/>
              <a:pathLst>
                <a:path w="3485540" h="613555">
                  <a:moveTo>
                    <a:pt x="0" y="0"/>
                  </a:moveTo>
                  <a:lnTo>
                    <a:pt x="3485540" y="613555"/>
                  </a:lnTo>
                </a:path>
              </a:pathLst>
            </a:custGeom>
            <a:ln w="212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812619" y="3862154"/>
              <a:ext cx="3943990" cy="229322"/>
            </a:xfrm>
            <a:custGeom>
              <a:avLst/>
              <a:pathLst>
                <a:path w="3943990" h="229322">
                  <a:moveTo>
                    <a:pt x="0" y="229322"/>
                  </a:moveTo>
                  <a:lnTo>
                    <a:pt x="3943990" y="0"/>
                  </a:lnTo>
                </a:path>
              </a:pathLst>
            </a:custGeom>
            <a:ln w="426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3032320" y="4630552"/>
              <a:ext cx="1949819" cy="839647"/>
            </a:xfrm>
            <a:custGeom>
              <a:avLst/>
              <a:pathLst>
                <a:path w="1949819" h="839647">
                  <a:moveTo>
                    <a:pt x="0" y="0"/>
                  </a:moveTo>
                  <a:lnTo>
                    <a:pt x="1949819" y="839647"/>
                  </a:lnTo>
                </a:path>
              </a:pathLst>
            </a:custGeom>
            <a:ln w="29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986343" y="4692403"/>
              <a:ext cx="118663" cy="141178"/>
            </a:xfrm>
            <a:custGeom>
              <a:avLst/>
              <a:pathLst>
                <a:path w="118663" h="141178">
                  <a:moveTo>
                    <a:pt x="0" y="0"/>
                  </a:moveTo>
                  <a:lnTo>
                    <a:pt x="118663" y="141178"/>
                  </a:lnTo>
                </a:path>
              </a:pathLst>
            </a:custGeom>
            <a:ln w="29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3038950" y="4612305"/>
              <a:ext cx="2434018" cy="727464"/>
            </a:xfrm>
            <a:custGeom>
              <a:avLst/>
              <a:pathLst>
                <a:path w="2434018" h="727464">
                  <a:moveTo>
                    <a:pt x="0" y="0"/>
                  </a:moveTo>
                  <a:lnTo>
                    <a:pt x="2434018" y="727464"/>
                  </a:lnTo>
                </a:path>
              </a:pathLst>
            </a:custGeom>
            <a:ln w="218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3045669" y="4349286"/>
              <a:ext cx="3533338" cy="205445"/>
            </a:xfrm>
            <a:custGeom>
              <a:avLst/>
              <a:pathLst>
                <a:path w="3533338" h="205445">
                  <a:moveTo>
                    <a:pt x="0" y="205445"/>
                  </a:moveTo>
                  <a:lnTo>
                    <a:pt x="3533338" y="0"/>
                  </a:lnTo>
                </a:path>
              </a:pathLst>
            </a:custGeom>
            <a:ln w="45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3043419" y="4593416"/>
              <a:ext cx="2874784" cy="506044"/>
            </a:xfrm>
            <a:custGeom>
              <a:avLst/>
              <a:pathLst>
                <a:path w="2874784" h="506044">
                  <a:moveTo>
                    <a:pt x="0" y="0"/>
                  </a:moveTo>
                  <a:lnTo>
                    <a:pt x="2874784" y="506044"/>
                  </a:lnTo>
                </a:path>
              </a:pathLst>
            </a:custGeom>
            <a:ln w="29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3045669" y="4574139"/>
              <a:ext cx="3247992" cy="188853"/>
            </a:xfrm>
            <a:custGeom>
              <a:avLst/>
              <a:pathLst>
                <a:path w="3247992" h="188853">
                  <a:moveTo>
                    <a:pt x="0" y="0"/>
                  </a:moveTo>
                  <a:lnTo>
                    <a:pt x="3247992" y="188853"/>
                  </a:lnTo>
                </a:path>
              </a:pathLst>
            </a:custGeom>
            <a:ln w="218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043419" y="3881431"/>
              <a:ext cx="3715439" cy="654023"/>
            </a:xfrm>
            <a:custGeom>
              <a:avLst/>
              <a:pathLst>
                <a:path w="3715439" h="654023">
                  <a:moveTo>
                    <a:pt x="0" y="654023"/>
                  </a:moveTo>
                  <a:lnTo>
                    <a:pt x="3715439" y="0"/>
                  </a:lnTo>
                </a:path>
              </a:pathLst>
            </a:custGeom>
            <a:ln w="45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583240" y="2267739"/>
              <a:ext cx="238282" cy="653568"/>
            </a:xfrm>
            <a:custGeom>
              <a:avLst/>
              <a:pathLst>
                <a:path w="238282" h="653568">
                  <a:moveTo>
                    <a:pt x="238282" y="0"/>
                  </a:moveTo>
                  <a:lnTo>
                    <a:pt x="0" y="653568"/>
                  </a:lnTo>
                </a:path>
              </a:pathLst>
            </a:custGeom>
            <a:ln w="49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2564594" y="2273330"/>
              <a:ext cx="275576" cy="1160780"/>
            </a:xfrm>
            <a:custGeom>
              <a:avLst/>
              <a:pathLst>
                <a:path w="275576" h="1160780">
                  <a:moveTo>
                    <a:pt x="275576" y="0"/>
                  </a:moveTo>
                  <a:lnTo>
                    <a:pt x="0" y="1160780"/>
                  </a:lnTo>
                </a:path>
              </a:pathLst>
            </a:custGeom>
            <a:ln w="1137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2970752" y="2250279"/>
              <a:ext cx="2072955" cy="3146443"/>
            </a:xfrm>
            <a:custGeom>
              <a:avLst/>
              <a:pathLst>
                <a:path w="2072955" h="3146443">
                  <a:moveTo>
                    <a:pt x="0" y="0"/>
                  </a:moveTo>
                  <a:lnTo>
                    <a:pt x="2072955" y="3146443"/>
                  </a:lnTo>
                </a:path>
              </a:pathLst>
            </a:custGeom>
            <a:ln w="32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2665173" y="2276717"/>
              <a:ext cx="194171" cy="1658429"/>
            </a:xfrm>
            <a:custGeom>
              <a:avLst/>
              <a:pathLst>
                <a:path w="194171" h="1658429">
                  <a:moveTo>
                    <a:pt x="194171" y="0"/>
                  </a:moveTo>
                  <a:lnTo>
                    <a:pt x="0" y="1658429"/>
                  </a:lnTo>
                </a:path>
              </a:pathLst>
            </a:custGeom>
            <a:ln w="49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2878783" y="2277851"/>
              <a:ext cx="0" cy="2119416"/>
            </a:xfrm>
            <a:custGeom>
              <a:avLst/>
              <a:pathLst>
                <a:path w="0" h="2119416">
                  <a:moveTo>
                    <a:pt x="0" y="0"/>
                  </a:moveTo>
                  <a:lnTo>
                    <a:pt x="0" y="2119416"/>
                  </a:lnTo>
                </a:path>
              </a:pathLst>
            </a:custGeom>
            <a:ln w="171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2898223" y="2276717"/>
              <a:ext cx="294904" cy="2518799"/>
            </a:xfrm>
            <a:custGeom>
              <a:avLst/>
              <a:pathLst>
                <a:path w="294904" h="2518799">
                  <a:moveTo>
                    <a:pt x="0" y="0"/>
                  </a:moveTo>
                  <a:lnTo>
                    <a:pt x="294904" y="2518799"/>
                  </a:lnTo>
                </a:path>
              </a:pathLst>
            </a:custGeom>
            <a:ln w="45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2986343" y="2238652"/>
              <a:ext cx="2539232" cy="3021019"/>
            </a:xfrm>
            <a:custGeom>
              <a:avLst/>
              <a:pathLst>
                <a:path w="2539232" h="3021019">
                  <a:moveTo>
                    <a:pt x="0" y="0"/>
                  </a:moveTo>
                  <a:lnTo>
                    <a:pt x="2539232" y="3021019"/>
                  </a:lnTo>
                </a:path>
              </a:pathLst>
            </a:custGeom>
            <a:ln w="49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023616" y="2194161"/>
              <a:ext cx="3577444" cy="2061944"/>
            </a:xfrm>
            <a:custGeom>
              <a:avLst/>
              <a:pathLst>
                <a:path w="3577444" h="2061944">
                  <a:moveTo>
                    <a:pt x="0" y="0"/>
                  </a:moveTo>
                  <a:lnTo>
                    <a:pt x="3577444" y="2061944"/>
                  </a:lnTo>
                </a:path>
              </a:pathLst>
            </a:custGeom>
            <a:ln w="1595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000473" y="2225298"/>
              <a:ext cx="2960676" cy="2788528"/>
            </a:xfrm>
            <a:custGeom>
              <a:avLst/>
              <a:pathLst>
                <a:path w="2960676" h="2788528">
                  <a:moveTo>
                    <a:pt x="0" y="0"/>
                  </a:moveTo>
                  <a:lnTo>
                    <a:pt x="2960676" y="2788528"/>
                  </a:lnTo>
                </a:path>
              </a:pathLst>
            </a:custGeom>
            <a:ln w="366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372733" y="5009419"/>
              <a:ext cx="1602775" cy="479027"/>
            </a:xfrm>
            <a:custGeom>
              <a:avLst/>
              <a:pathLst>
                <a:path w="1602775" h="479027">
                  <a:moveTo>
                    <a:pt x="0" y="0"/>
                  </a:moveTo>
                  <a:lnTo>
                    <a:pt x="1602775" y="479027"/>
                  </a:lnTo>
                </a:path>
              </a:pathLst>
            </a:custGeom>
            <a:ln w="174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3377202" y="4990530"/>
              <a:ext cx="2091296" cy="368128"/>
            </a:xfrm>
            <a:custGeom>
              <a:avLst/>
              <a:pathLst>
                <a:path w="2091296" h="368128">
                  <a:moveTo>
                    <a:pt x="0" y="0"/>
                  </a:moveTo>
                  <a:lnTo>
                    <a:pt x="2091296" y="368128"/>
                  </a:lnTo>
                </a:path>
              </a:pathLst>
            </a:custGeom>
            <a:ln w="47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3377202" y="4368564"/>
              <a:ext cx="3204053" cy="564005"/>
            </a:xfrm>
            <a:custGeom>
              <a:avLst/>
              <a:pathLst>
                <a:path w="3204053" h="564005">
                  <a:moveTo>
                    <a:pt x="0" y="564005"/>
                  </a:moveTo>
                  <a:lnTo>
                    <a:pt x="3204053" y="0"/>
                  </a:lnTo>
                </a:path>
              </a:pathLst>
            </a:custGeom>
            <a:ln w="49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3379452" y="4971253"/>
              <a:ext cx="2536502" cy="147484"/>
            </a:xfrm>
            <a:custGeom>
              <a:avLst/>
              <a:pathLst>
                <a:path w="2536502" h="147484">
                  <a:moveTo>
                    <a:pt x="0" y="0"/>
                  </a:moveTo>
                  <a:lnTo>
                    <a:pt x="2536502" y="147484"/>
                  </a:lnTo>
                </a:path>
              </a:pathLst>
            </a:custGeom>
            <a:ln w="49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3379452" y="4782400"/>
              <a:ext cx="2914209" cy="169446"/>
            </a:xfrm>
            <a:custGeom>
              <a:avLst/>
              <a:pathLst>
                <a:path w="2914209" h="169446">
                  <a:moveTo>
                    <a:pt x="0" y="169446"/>
                  </a:moveTo>
                  <a:lnTo>
                    <a:pt x="2914209" y="0"/>
                  </a:lnTo>
                </a:path>
              </a:pathLst>
            </a:custGeom>
            <a:ln w="172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3372733" y="3900320"/>
              <a:ext cx="3390594" cy="1013360"/>
            </a:xfrm>
            <a:custGeom>
              <a:avLst/>
              <a:pathLst>
                <a:path w="3390594" h="1013360">
                  <a:moveTo>
                    <a:pt x="0" y="1013360"/>
                  </a:moveTo>
                  <a:lnTo>
                    <a:pt x="3390594" y="0"/>
                  </a:lnTo>
                </a:path>
              </a:pathLst>
            </a:custGeom>
            <a:ln w="52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564594" y="2736586"/>
              <a:ext cx="42526" cy="179128"/>
            </a:xfrm>
            <a:custGeom>
              <a:avLst/>
              <a:pathLst>
                <a:path w="42526" h="179128">
                  <a:moveTo>
                    <a:pt x="42526" y="0"/>
                  </a:moveTo>
                  <a:lnTo>
                    <a:pt x="0" y="179128"/>
                  </a:lnTo>
                </a:path>
              </a:pathLst>
            </a:custGeom>
            <a:ln w="49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2545420" y="2739972"/>
              <a:ext cx="80874" cy="690751"/>
            </a:xfrm>
            <a:custGeom>
              <a:avLst/>
              <a:pathLst>
                <a:path w="80874" h="690751">
                  <a:moveTo>
                    <a:pt x="80874" y="0"/>
                  </a:moveTo>
                  <a:lnTo>
                    <a:pt x="0" y="690751"/>
                  </a:lnTo>
                </a:path>
              </a:pathLst>
            </a:custGeom>
            <a:ln w="211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2645733" y="2741107"/>
              <a:ext cx="0" cy="1192905"/>
            </a:xfrm>
            <a:custGeom>
              <a:avLst/>
              <a:pathLst>
                <a:path w="0" h="1192905">
                  <a:moveTo>
                    <a:pt x="0" y="0"/>
                  </a:moveTo>
                  <a:lnTo>
                    <a:pt x="0" y="1192905"/>
                  </a:lnTo>
                </a:path>
              </a:pathLst>
            </a:custGeom>
            <a:ln w="58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2665173" y="2739972"/>
              <a:ext cx="194171" cy="1658429"/>
            </a:xfrm>
            <a:custGeom>
              <a:avLst/>
              <a:pathLst>
                <a:path w="194171" h="1658429">
                  <a:moveTo>
                    <a:pt x="0" y="0"/>
                  </a:moveTo>
                  <a:lnTo>
                    <a:pt x="194171" y="1658429"/>
                  </a:lnTo>
                </a:path>
              </a:pathLst>
            </a:custGeom>
            <a:ln w="212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2799270" y="2640056"/>
              <a:ext cx="3793086" cy="1633409"/>
            </a:xfrm>
            <a:custGeom>
              <a:avLst/>
              <a:pathLst>
                <a:path w="3793086" h="1633409">
                  <a:moveTo>
                    <a:pt x="0" y="0"/>
                  </a:moveTo>
                  <a:lnTo>
                    <a:pt x="3793086" y="1633409"/>
                  </a:lnTo>
                </a:path>
              </a:pathLst>
            </a:custGeom>
            <a:ln w="590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790566" y="2657417"/>
              <a:ext cx="3525148" cy="2031801"/>
            </a:xfrm>
            <a:custGeom>
              <a:avLst/>
              <a:pathLst>
                <a:path w="3525148" h="2031801">
                  <a:moveTo>
                    <a:pt x="0" y="0"/>
                  </a:moveTo>
                  <a:lnTo>
                    <a:pt x="3525148" y="2031801"/>
                  </a:lnTo>
                </a:path>
              </a:pathLst>
            </a:custGeom>
            <a:ln w="49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3782625" y="1470122"/>
              <a:ext cx="2987333" cy="1286429"/>
            </a:xfrm>
            <a:custGeom>
              <a:avLst/>
              <a:pathLst>
                <a:path w="2987333" h="1286429">
                  <a:moveTo>
                    <a:pt x="2987333" y="1286429"/>
                  </a:moveTo>
                  <a:lnTo>
                    <a:pt x="0" y="0"/>
                  </a:lnTo>
                </a:path>
              </a:pathLst>
            </a:custGeom>
            <a:ln w="49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5740695" y="1415448"/>
              <a:ext cx="1075239" cy="1279252"/>
            </a:xfrm>
            <a:custGeom>
              <a:avLst/>
              <a:pathLst>
                <a:path w="1075239" h="1279252">
                  <a:moveTo>
                    <a:pt x="1075239" y="1279252"/>
                  </a:moveTo>
                  <a:lnTo>
                    <a:pt x="0" y="0"/>
                  </a:lnTo>
                </a:path>
              </a:pathLst>
            </a:custGeom>
            <a:ln w="218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2692866" y="2832372"/>
              <a:ext cx="4063743" cy="236285"/>
            </a:xfrm>
            <a:custGeom>
              <a:avLst/>
              <a:pathLst>
                <a:path w="4063743" h="236285">
                  <a:moveTo>
                    <a:pt x="4063743" y="0"/>
                  </a:moveTo>
                  <a:lnTo>
                    <a:pt x="0" y="236285"/>
                  </a:lnTo>
                </a:path>
              </a:pathLst>
            </a:custGeom>
            <a:ln w="62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2690616" y="2851650"/>
              <a:ext cx="4068242" cy="716127"/>
            </a:xfrm>
            <a:custGeom>
              <a:avLst/>
              <a:pathLst>
                <a:path w="4068242" h="716127">
                  <a:moveTo>
                    <a:pt x="4068242" y="0"/>
                  </a:moveTo>
                  <a:lnTo>
                    <a:pt x="0" y="716127"/>
                  </a:lnTo>
                </a:path>
              </a:pathLst>
            </a:custGeom>
            <a:ln w="49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227644" y="2962264"/>
              <a:ext cx="1603881" cy="2434458"/>
            </a:xfrm>
            <a:custGeom>
              <a:avLst/>
              <a:pathLst>
                <a:path w="1603881" h="2434458">
                  <a:moveTo>
                    <a:pt x="1603881" y="0"/>
                  </a:moveTo>
                  <a:lnTo>
                    <a:pt x="0" y="2434458"/>
                  </a:lnTo>
                </a:path>
              </a:pathLst>
            </a:custGeom>
            <a:ln w="218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2805900" y="2870539"/>
              <a:ext cx="3957427" cy="1182771"/>
            </a:xfrm>
            <a:custGeom>
              <a:avLst/>
              <a:pathLst>
                <a:path w="3957427" h="1182771">
                  <a:moveTo>
                    <a:pt x="3957427" y="0"/>
                  </a:moveTo>
                  <a:lnTo>
                    <a:pt x="0" y="1182771"/>
                  </a:lnTo>
                </a:path>
              </a:pathLst>
            </a:custGeom>
            <a:ln w="62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3032320" y="2888786"/>
              <a:ext cx="3737638" cy="1609532"/>
            </a:xfrm>
            <a:custGeom>
              <a:avLst/>
              <a:pathLst>
                <a:path w="3737638" h="1609532">
                  <a:moveTo>
                    <a:pt x="3737638" y="0"/>
                  </a:moveTo>
                  <a:lnTo>
                    <a:pt x="0" y="1609532"/>
                  </a:lnTo>
                </a:path>
              </a:pathLst>
            </a:custGeom>
            <a:ln w="44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3357399" y="2906146"/>
              <a:ext cx="3421263" cy="1971925"/>
            </a:xfrm>
            <a:custGeom>
              <a:avLst/>
              <a:pathLst>
                <a:path w="3421263" h="1971925">
                  <a:moveTo>
                    <a:pt x="3421263" y="0"/>
                  </a:moveTo>
                  <a:lnTo>
                    <a:pt x="0" y="1971925"/>
                  </a:lnTo>
                </a:path>
              </a:pathLst>
            </a:custGeom>
            <a:ln w="915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5708261" y="2972004"/>
              <a:ext cx="1140107" cy="2266299"/>
            </a:xfrm>
            <a:custGeom>
              <a:avLst/>
              <a:pathLst>
                <a:path w="1140107" h="2266299">
                  <a:moveTo>
                    <a:pt x="1140107" y="0"/>
                  </a:moveTo>
                  <a:lnTo>
                    <a:pt x="0" y="2266299"/>
                  </a:lnTo>
                </a:path>
              </a:pathLst>
            </a:custGeom>
            <a:ln w="172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6765332" y="2988702"/>
              <a:ext cx="138723" cy="1184847"/>
            </a:xfrm>
            <a:custGeom>
              <a:avLst/>
              <a:pathLst>
                <a:path w="138723" h="1184847">
                  <a:moveTo>
                    <a:pt x="138723" y="0"/>
                  </a:moveTo>
                  <a:lnTo>
                    <a:pt x="0" y="1184847"/>
                  </a:lnTo>
                </a:path>
              </a:pathLst>
            </a:custGeom>
            <a:ln w="361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6140100" y="2979724"/>
              <a:ext cx="726134" cy="1991662"/>
            </a:xfrm>
            <a:custGeom>
              <a:avLst/>
              <a:pathLst>
                <a:path w="726134" h="1991662">
                  <a:moveTo>
                    <a:pt x="726134" y="0"/>
                  </a:moveTo>
                  <a:lnTo>
                    <a:pt x="0" y="1991662"/>
                  </a:lnTo>
                </a:path>
              </a:pathLst>
            </a:custGeom>
            <a:ln w="40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6499160" y="2985316"/>
              <a:ext cx="385721" cy="1624733"/>
            </a:xfrm>
            <a:custGeom>
              <a:avLst/>
              <a:pathLst>
                <a:path w="385721" h="1624733">
                  <a:moveTo>
                    <a:pt x="385721" y="0"/>
                  </a:moveTo>
                  <a:lnTo>
                    <a:pt x="0" y="1624733"/>
                  </a:lnTo>
                </a:path>
              </a:pathLst>
            </a:custGeom>
            <a:ln w="1595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257366" y="1253417"/>
              <a:ext cx="1544438" cy="1454637"/>
            </a:xfrm>
            <a:custGeom>
              <a:avLst/>
              <a:pathLst>
                <a:path w="1544438" h="1454637">
                  <a:moveTo>
                    <a:pt x="1544438" y="1454637"/>
                  </a:moveTo>
                  <a:lnTo>
                    <a:pt x="0" y="0"/>
                  </a:lnTo>
                </a:path>
              </a:pathLst>
            </a:custGeom>
            <a:ln w="44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6803153" y="2492591"/>
              <a:ext cx="63081" cy="173023"/>
            </a:xfrm>
            <a:custGeom>
              <a:avLst/>
              <a:pathLst>
                <a:path w="63081" h="173023">
                  <a:moveTo>
                    <a:pt x="63081" y="173023"/>
                  </a:moveTo>
                  <a:lnTo>
                    <a:pt x="0" y="0"/>
                  </a:lnTo>
                </a:path>
              </a:pathLst>
            </a:custGeom>
            <a:ln w="174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6923495" y="2989836"/>
              <a:ext cx="0" cy="695446"/>
            </a:xfrm>
            <a:custGeom>
              <a:avLst/>
              <a:pathLst>
                <a:path w="0" h="695446">
                  <a:moveTo>
                    <a:pt x="0" y="0"/>
                  </a:moveTo>
                  <a:lnTo>
                    <a:pt x="0" y="695446"/>
                  </a:lnTo>
                </a:path>
              </a:pathLst>
            </a:custGeom>
            <a:ln w="361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5754825" y="4454197"/>
              <a:ext cx="869377" cy="818827"/>
            </a:xfrm>
            <a:custGeom>
              <a:avLst/>
              <a:pathLst>
                <a:path w="869377" h="818827">
                  <a:moveTo>
                    <a:pt x="0" y="818827"/>
                  </a:moveTo>
                  <a:lnTo>
                    <a:pt x="869377" y="0"/>
                  </a:lnTo>
                </a:path>
              </a:pathLst>
            </a:custGeom>
            <a:ln w="361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5777968" y="5211919"/>
              <a:ext cx="160039" cy="92242"/>
            </a:xfrm>
            <a:custGeom>
              <a:avLst/>
              <a:pathLst>
                <a:path w="160039" h="92242">
                  <a:moveTo>
                    <a:pt x="0" y="92242"/>
                  </a:moveTo>
                  <a:lnTo>
                    <a:pt x="160039" y="0"/>
                  </a:lnTo>
                </a:path>
              </a:pathLst>
            </a:custGeom>
            <a:ln w="46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5767305" y="4872413"/>
              <a:ext cx="559071" cy="415509"/>
            </a:xfrm>
            <a:custGeom>
              <a:avLst/>
              <a:pathLst>
                <a:path w="559071" h="415509">
                  <a:moveTo>
                    <a:pt x="0" y="415509"/>
                  </a:moveTo>
                  <a:lnTo>
                    <a:pt x="559071" y="0"/>
                  </a:lnTo>
                </a:path>
              </a:pathLst>
            </a:custGeom>
            <a:ln w="172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5740695" y="3980418"/>
              <a:ext cx="1075239" cy="1279252"/>
            </a:xfrm>
            <a:custGeom>
              <a:avLst/>
              <a:pathLst>
                <a:path w="1075239" h="1279252">
                  <a:moveTo>
                    <a:pt x="0" y="1279252"/>
                  </a:moveTo>
                  <a:lnTo>
                    <a:pt x="1075239" y="0"/>
                  </a:lnTo>
                </a:path>
              </a:pathLst>
            </a:custGeom>
            <a:ln w="361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576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2647670" y="1223275"/>
              <a:ext cx="1847919" cy="1740472"/>
            </a:xfrm>
            <a:custGeom>
              <a:avLst/>
              <a:pathLst>
                <a:path w="1847919" h="1740472">
                  <a:moveTo>
                    <a:pt x="1847919" y="0"/>
                  </a:moveTo>
                  <a:lnTo>
                    <a:pt x="0" y="1740472"/>
                  </a:lnTo>
                </a:path>
              </a:pathLst>
            </a:custGeom>
            <a:ln w="211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2633540" y="1236628"/>
              <a:ext cx="1876179" cy="2232161"/>
            </a:xfrm>
            <a:custGeom>
              <a:avLst/>
              <a:pathLst>
                <a:path w="1876179" h="2232161">
                  <a:moveTo>
                    <a:pt x="1876179" y="0"/>
                  </a:moveTo>
                  <a:lnTo>
                    <a:pt x="0" y="2232161"/>
                  </a:lnTo>
                </a:path>
              </a:pathLst>
            </a:custGeom>
            <a:ln w="58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2737702" y="1248255"/>
              <a:ext cx="1787609" cy="2713329"/>
            </a:xfrm>
            <a:custGeom>
              <a:avLst/>
              <a:pathLst>
                <a:path w="1787609" h="2713329">
                  <a:moveTo>
                    <a:pt x="1787609" y="0"/>
                  </a:moveTo>
                  <a:lnTo>
                    <a:pt x="0" y="2713329"/>
                  </a:lnTo>
                </a:path>
              </a:pathLst>
            </a:custGeom>
            <a:ln w="212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2953909" y="1257996"/>
              <a:ext cx="1588244" cy="3157104"/>
            </a:xfrm>
            <a:custGeom>
              <a:avLst/>
              <a:pathLst>
                <a:path w="1588244" h="3157104">
                  <a:moveTo>
                    <a:pt x="1588244" y="0"/>
                  </a:moveTo>
                  <a:lnTo>
                    <a:pt x="0" y="3157104"/>
                  </a:lnTo>
                </a:path>
              </a:pathLst>
            </a:custGeom>
            <a:ln w="36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4709248" y="1248255"/>
              <a:ext cx="1944675" cy="2951732"/>
            </a:xfrm>
            <a:custGeom>
              <a:avLst/>
              <a:pathLst>
                <a:path w="1944675" h="2951732">
                  <a:moveTo>
                    <a:pt x="0" y="0"/>
                  </a:moveTo>
                  <a:lnTo>
                    <a:pt x="1944675" y="2951732"/>
                  </a:lnTo>
                </a:path>
              </a:pathLst>
            </a:custGeom>
            <a:ln w="36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60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6190400" y="4467551"/>
              <a:ext cx="447932" cy="532922"/>
            </a:xfrm>
            <a:custGeom>
              <a:avLst/>
              <a:pathLst>
                <a:path w="447932" h="532922">
                  <a:moveTo>
                    <a:pt x="0" y="532922"/>
                  </a:moveTo>
                  <a:lnTo>
                    <a:pt x="447932" y="0"/>
                  </a:lnTo>
                </a:path>
              </a:pathLst>
            </a:custGeom>
            <a:ln w="218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6204530" y="4887311"/>
              <a:ext cx="134326" cy="126515"/>
            </a:xfrm>
            <a:custGeom>
              <a:avLst/>
              <a:pathLst>
                <a:path w="134326" h="126515">
                  <a:moveTo>
                    <a:pt x="0" y="126515"/>
                  </a:moveTo>
                  <a:lnTo>
                    <a:pt x="134326" y="0"/>
                  </a:lnTo>
                </a:path>
              </a:pathLst>
            </a:custGeom>
            <a:ln w="361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6174809" y="3992045"/>
              <a:ext cx="656717" cy="996801"/>
            </a:xfrm>
            <a:custGeom>
              <a:avLst/>
              <a:pathLst>
                <a:path w="656717" h="996801">
                  <a:moveTo>
                    <a:pt x="0" y="996801"/>
                  </a:moveTo>
                  <a:lnTo>
                    <a:pt x="656717" y="0"/>
                  </a:lnTo>
                </a:path>
              </a:pathLst>
            </a:custGeom>
            <a:ln w="60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218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244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3782625" y="1264796"/>
              <a:ext cx="169732" cy="73091"/>
            </a:xfrm>
            <a:custGeom>
              <a:avLst/>
              <a:pathLst>
                <a:path w="169732" h="73091">
                  <a:moveTo>
                    <a:pt x="169732" y="0"/>
                  </a:moveTo>
                  <a:lnTo>
                    <a:pt x="0" y="73091"/>
                  </a:lnTo>
                </a:path>
              </a:pathLst>
            </a:custGeom>
            <a:ln w="272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2633540" y="1326647"/>
              <a:ext cx="1364794" cy="1623746"/>
            </a:xfrm>
            <a:custGeom>
              <a:avLst/>
              <a:pathLst>
                <a:path w="1364794" h="1623746">
                  <a:moveTo>
                    <a:pt x="1364794" y="0"/>
                  </a:moveTo>
                  <a:lnTo>
                    <a:pt x="0" y="1623746"/>
                  </a:lnTo>
                </a:path>
              </a:pathLst>
            </a:custGeom>
            <a:ln w="191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2617949" y="1338274"/>
              <a:ext cx="1395976" cy="2118888"/>
            </a:xfrm>
            <a:custGeom>
              <a:avLst/>
              <a:pathLst>
                <a:path w="1395976" h="2118888">
                  <a:moveTo>
                    <a:pt x="1395976" y="0"/>
                  </a:moveTo>
                  <a:lnTo>
                    <a:pt x="0" y="2118888"/>
                  </a:lnTo>
                </a:path>
              </a:pathLst>
            </a:custGeom>
            <a:ln w="191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2720859" y="1348014"/>
              <a:ext cx="1309909" cy="2603830"/>
            </a:xfrm>
            <a:custGeom>
              <a:avLst/>
              <a:pathLst>
                <a:path w="1309909" h="2603830">
                  <a:moveTo>
                    <a:pt x="1309909" y="0"/>
                  </a:moveTo>
                  <a:lnTo>
                    <a:pt x="0" y="2603830"/>
                  </a:lnTo>
                </a:path>
              </a:pathLst>
            </a:custGeom>
            <a:ln w="1770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2936043" y="1355734"/>
              <a:ext cx="1112590" cy="3051646"/>
            </a:xfrm>
            <a:custGeom>
              <a:avLst/>
              <a:pathLst>
                <a:path w="1112590" h="3051646">
                  <a:moveTo>
                    <a:pt x="1112590" y="0"/>
                  </a:moveTo>
                  <a:lnTo>
                    <a:pt x="0" y="3051646"/>
                  </a:lnTo>
                </a:path>
              </a:pathLst>
            </a:custGeom>
            <a:ln w="245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4213454" y="1326647"/>
              <a:ext cx="2424878" cy="2884968"/>
            </a:xfrm>
            <a:custGeom>
              <a:avLst/>
              <a:pathLst>
                <a:path w="2424878" h="2884968">
                  <a:moveTo>
                    <a:pt x="0" y="0"/>
                  </a:moveTo>
                  <a:lnTo>
                    <a:pt x="2424878" y="2884968"/>
                  </a:lnTo>
                </a:path>
              </a:pathLst>
            </a:custGeom>
            <a:ln w="246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4197863" y="1338274"/>
              <a:ext cx="2170714" cy="3294827"/>
            </a:xfrm>
            <a:custGeom>
              <a:avLst/>
              <a:pathLst>
                <a:path w="2170714" h="3294827">
                  <a:moveTo>
                    <a:pt x="0" y="0"/>
                  </a:moveTo>
                  <a:lnTo>
                    <a:pt x="2170714" y="3294827"/>
                  </a:lnTo>
                </a:path>
              </a:pathLst>
            </a:custGeom>
            <a:ln w="287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4227584" y="1313293"/>
              <a:ext cx="2574220" cy="2424542"/>
            </a:xfrm>
            <a:custGeom>
              <a:avLst/>
              <a:pathLst>
                <a:path w="2574220" h="2424542">
                  <a:moveTo>
                    <a:pt x="0" y="0"/>
                  </a:moveTo>
                  <a:lnTo>
                    <a:pt x="2574220" y="2424542"/>
                  </a:lnTo>
                </a:path>
              </a:pathLst>
            </a:custGeom>
            <a:ln w="244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564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660150" y="1238519"/>
              <a:ext cx="2341355" cy="1740125"/>
            </a:xfrm>
            <a:custGeom>
              <a:avLst/>
              <a:pathLst>
                <a:path w="2341355" h="1740125">
                  <a:moveTo>
                    <a:pt x="2341355" y="0"/>
                  </a:moveTo>
                  <a:lnTo>
                    <a:pt x="0" y="1740125"/>
                  </a:lnTo>
                </a:path>
              </a:pathLst>
            </a:custGeom>
            <a:ln w="23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647670" y="1253417"/>
              <a:ext cx="2366315" cy="2228726"/>
            </a:xfrm>
            <a:custGeom>
              <a:avLst/>
              <a:pathLst>
                <a:path w="2366315" h="2228726">
                  <a:moveTo>
                    <a:pt x="2366315" y="0"/>
                  </a:moveTo>
                  <a:lnTo>
                    <a:pt x="0" y="2228726"/>
                  </a:lnTo>
                </a:path>
              </a:pathLst>
            </a:custGeom>
            <a:ln w="244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5135676" y="1305970"/>
              <a:ext cx="0" cy="4063179"/>
            </a:xfrm>
            <a:custGeom>
              <a:avLst/>
              <a:pathLst>
                <a:path w="0" h="4063179">
                  <a:moveTo>
                    <a:pt x="0" y="0"/>
                  </a:moveTo>
                  <a:lnTo>
                    <a:pt x="0" y="4063179"/>
                  </a:lnTo>
                </a:path>
              </a:pathLst>
            </a:custGeom>
            <a:ln w="1031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2753293" y="1266770"/>
              <a:ext cx="2274822" cy="2706441"/>
            </a:xfrm>
            <a:custGeom>
              <a:avLst/>
              <a:pathLst>
                <a:path w="2274822" h="2706441">
                  <a:moveTo>
                    <a:pt x="2274822" y="0"/>
                  </a:moveTo>
                  <a:lnTo>
                    <a:pt x="0" y="2706441"/>
                  </a:lnTo>
                </a:path>
              </a:pathLst>
            </a:custGeom>
            <a:ln w="35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2970752" y="1278397"/>
              <a:ext cx="2072955" cy="3146443"/>
            </a:xfrm>
            <a:custGeom>
              <a:avLst/>
              <a:pathLst>
                <a:path w="2072955" h="3146443">
                  <a:moveTo>
                    <a:pt x="2072955" y="0"/>
                  </a:moveTo>
                  <a:lnTo>
                    <a:pt x="0" y="3146443"/>
                  </a:lnTo>
                </a:path>
              </a:pathLst>
            </a:custGeom>
            <a:ln w="244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3032320" y="1204919"/>
              <a:ext cx="1949819" cy="839647"/>
            </a:xfrm>
            <a:custGeom>
              <a:avLst/>
              <a:pathLst>
                <a:path w="1949819" h="839647">
                  <a:moveTo>
                    <a:pt x="1949819" y="0"/>
                  </a:moveTo>
                  <a:lnTo>
                    <a:pt x="0" y="839647"/>
                  </a:lnTo>
                </a:path>
              </a:pathLst>
            </a:custGeom>
            <a:ln w="244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3287692" y="1288138"/>
              <a:ext cx="1772857" cy="3524076"/>
            </a:xfrm>
            <a:custGeom>
              <a:avLst/>
              <a:pathLst>
                <a:path w="1772857" h="3524076">
                  <a:moveTo>
                    <a:pt x="1772857" y="0"/>
                  </a:moveTo>
                  <a:lnTo>
                    <a:pt x="0" y="3524076"/>
                  </a:lnTo>
                </a:path>
              </a:pathLst>
            </a:custGeom>
            <a:ln w="1318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2790566" y="1222280"/>
              <a:ext cx="2200277" cy="1268181"/>
            </a:xfrm>
            <a:custGeom>
              <a:avLst/>
              <a:pathLst>
                <a:path w="2200277" h="1268181">
                  <a:moveTo>
                    <a:pt x="2200277" y="0"/>
                  </a:moveTo>
                  <a:lnTo>
                    <a:pt x="0" y="1268181"/>
                  </a:lnTo>
                </a:path>
              </a:pathLst>
            </a:custGeom>
            <a:ln w="535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5155115" y="1304836"/>
              <a:ext cx="458580" cy="3916770"/>
            </a:xfrm>
            <a:custGeom>
              <a:avLst/>
              <a:pathLst>
                <a:path w="458580" h="3916770">
                  <a:moveTo>
                    <a:pt x="0" y="0"/>
                  </a:moveTo>
                  <a:lnTo>
                    <a:pt x="458580" y="3916770"/>
                  </a:lnTo>
                </a:path>
              </a:pathLst>
            </a:custGeom>
            <a:ln w="244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4784165" y="1118364"/>
              <a:ext cx="184624" cy="10734"/>
            </a:xfrm>
            <a:custGeom>
              <a:avLst/>
              <a:pathLst>
                <a:path w="184624" h="10734">
                  <a:moveTo>
                    <a:pt x="184624" y="10734"/>
                  </a:moveTo>
                  <a:lnTo>
                    <a:pt x="0" y="0"/>
                  </a:lnTo>
                </a:path>
              </a:pathLst>
            </a:custGeom>
            <a:ln w="280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123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5174289" y="1301449"/>
              <a:ext cx="869937" cy="3664345"/>
            </a:xfrm>
            <a:custGeom>
              <a:avLst/>
              <a:pathLst>
                <a:path w="869937" h="3664345">
                  <a:moveTo>
                    <a:pt x="0" y="0"/>
                  </a:moveTo>
                  <a:lnTo>
                    <a:pt x="869937" y="3664345"/>
                  </a:lnTo>
                </a:path>
              </a:pathLst>
            </a:custGeom>
            <a:ln w="244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277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4272780" y="1148506"/>
              <a:ext cx="696010" cy="40469"/>
            </a:xfrm>
            <a:custGeom>
              <a:avLst/>
              <a:pathLst>
                <a:path w="696010" h="40469">
                  <a:moveTo>
                    <a:pt x="696010" y="0"/>
                  </a:moveTo>
                  <a:lnTo>
                    <a:pt x="0" y="40469"/>
                  </a:lnTo>
                </a:path>
              </a:pathLst>
            </a:custGeom>
            <a:ln w="1770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301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2896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5754825" y="1402094"/>
              <a:ext cx="869377" cy="818827"/>
            </a:xfrm>
            <a:custGeom>
              <a:avLst/>
              <a:pathLst>
                <a:path w="869377" h="818827">
                  <a:moveTo>
                    <a:pt x="869377" y="818827"/>
                  </a:moveTo>
                  <a:lnTo>
                    <a:pt x="0" y="0"/>
                  </a:lnTo>
                </a:path>
              </a:pathLst>
            </a:custGeom>
            <a:ln w="244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2686147" y="2383406"/>
              <a:ext cx="3899578" cy="1165481"/>
            </a:xfrm>
            <a:custGeom>
              <a:avLst/>
              <a:pathLst>
                <a:path w="3899578" h="1165481">
                  <a:moveTo>
                    <a:pt x="3899578" y="0"/>
                  </a:moveTo>
                  <a:lnTo>
                    <a:pt x="0" y="1165481"/>
                  </a:lnTo>
                </a:path>
              </a:pathLst>
            </a:custGeom>
            <a:ln w="2543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5210802" y="2484871"/>
              <a:ext cx="1459964" cy="2902110"/>
            </a:xfrm>
            <a:custGeom>
              <a:avLst/>
              <a:pathLst>
                <a:path w="1459964" h="2902110">
                  <a:moveTo>
                    <a:pt x="1459964" y="0"/>
                  </a:moveTo>
                  <a:lnTo>
                    <a:pt x="0" y="2902110"/>
                  </a:lnTo>
                </a:path>
              </a:pathLst>
            </a:custGeom>
            <a:ln w="152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2799270" y="2401653"/>
              <a:ext cx="3793086" cy="1633409"/>
            </a:xfrm>
            <a:custGeom>
              <a:avLst/>
              <a:pathLst>
                <a:path w="3793086" h="1633409">
                  <a:moveTo>
                    <a:pt x="3793086" y="0"/>
                  </a:moveTo>
                  <a:lnTo>
                    <a:pt x="0" y="1633409"/>
                  </a:lnTo>
                </a:path>
              </a:pathLst>
            </a:custGeom>
            <a:ln w="244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3023616" y="2419014"/>
              <a:ext cx="3577444" cy="2061944"/>
            </a:xfrm>
            <a:custGeom>
              <a:avLst/>
              <a:pathLst>
                <a:path w="3577444" h="2061944">
                  <a:moveTo>
                    <a:pt x="3577444" y="0"/>
                  </a:moveTo>
                  <a:lnTo>
                    <a:pt x="0" y="2061944"/>
                  </a:lnTo>
                </a:path>
              </a:pathLst>
            </a:custGeom>
            <a:ln w="352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3346736" y="2435253"/>
              <a:ext cx="3264986" cy="2426580"/>
            </a:xfrm>
            <a:custGeom>
              <a:avLst/>
              <a:pathLst>
                <a:path w="3264986" h="2426580">
                  <a:moveTo>
                    <a:pt x="3264986" y="0"/>
                  </a:moveTo>
                  <a:lnTo>
                    <a:pt x="0" y="2426580"/>
                  </a:lnTo>
                </a:path>
              </a:pathLst>
            </a:custGeom>
            <a:ln w="304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5690395" y="2492591"/>
              <a:ext cx="998236" cy="2737993"/>
            </a:xfrm>
            <a:custGeom>
              <a:avLst/>
              <a:pathLst>
                <a:path w="998236" h="2737993">
                  <a:moveTo>
                    <a:pt x="998236" y="0"/>
                  </a:moveTo>
                  <a:lnTo>
                    <a:pt x="0" y="2737993"/>
                  </a:lnTo>
                </a:path>
              </a:pathLst>
            </a:custGeom>
            <a:ln w="244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6745892" y="2502704"/>
              <a:ext cx="0" cy="1669711"/>
            </a:xfrm>
            <a:custGeom>
              <a:avLst/>
              <a:pathLst>
                <a:path w="0" h="1669711">
                  <a:moveTo>
                    <a:pt x="0" y="0"/>
                  </a:moveTo>
                  <a:lnTo>
                    <a:pt x="0" y="1669711"/>
                  </a:lnTo>
                </a:path>
              </a:pathLst>
            </a:custGeom>
            <a:ln w="363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5269845" y="1238519"/>
              <a:ext cx="1341877" cy="997300"/>
            </a:xfrm>
            <a:custGeom>
              <a:avLst/>
              <a:pathLst>
                <a:path w="1341877" h="997300">
                  <a:moveTo>
                    <a:pt x="1341877" y="997300"/>
                  </a:moveTo>
                  <a:lnTo>
                    <a:pt x="0" y="0"/>
                  </a:lnTo>
                </a:path>
              </a:pathLst>
            </a:custGeom>
            <a:ln w="3241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2601106" y="1862905"/>
              <a:ext cx="536333" cy="1066121"/>
            </a:xfrm>
            <a:custGeom>
              <a:avLst/>
              <a:pathLst>
                <a:path w="536333" h="1066121">
                  <a:moveTo>
                    <a:pt x="536333" y="0"/>
                  </a:moveTo>
                  <a:lnTo>
                    <a:pt x="0" y="1066121"/>
                  </a:lnTo>
                </a:path>
              </a:pathLst>
            </a:custGeom>
            <a:ln w="244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2583240" y="1870624"/>
              <a:ext cx="572065" cy="1569078"/>
            </a:xfrm>
            <a:custGeom>
              <a:avLst/>
              <a:pathLst>
                <a:path w="572065" h="1569078">
                  <a:moveTo>
                    <a:pt x="572065" y="0"/>
                  </a:moveTo>
                  <a:lnTo>
                    <a:pt x="0" y="1569078"/>
                  </a:lnTo>
                </a:path>
              </a:pathLst>
            </a:custGeom>
            <a:ln w="363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2684347" y="1876216"/>
              <a:ext cx="489606" cy="2062316"/>
            </a:xfrm>
            <a:custGeom>
              <a:avLst/>
              <a:pathLst>
                <a:path w="489606" h="2062316">
                  <a:moveTo>
                    <a:pt x="489606" y="0"/>
                  </a:moveTo>
                  <a:lnTo>
                    <a:pt x="0" y="2062316"/>
                  </a:lnTo>
                </a:path>
              </a:pathLst>
            </a:custGeom>
            <a:ln w="323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2898223" y="1879603"/>
              <a:ext cx="294904" cy="2518799"/>
            </a:xfrm>
            <a:custGeom>
              <a:avLst/>
              <a:pathLst>
                <a:path w="294904" h="2518799">
                  <a:moveTo>
                    <a:pt x="294904" y="0"/>
                  </a:moveTo>
                  <a:lnTo>
                    <a:pt x="0" y="2518799"/>
                  </a:lnTo>
                </a:path>
              </a:pathLst>
            </a:custGeom>
            <a:ln w="244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3346736" y="1813286"/>
              <a:ext cx="3264986" cy="2426580"/>
            </a:xfrm>
            <a:custGeom>
              <a:avLst/>
              <a:pathLst>
                <a:path w="3264986" h="2426580">
                  <a:moveTo>
                    <a:pt x="0" y="0"/>
                  </a:moveTo>
                  <a:lnTo>
                    <a:pt x="3264986" y="2426580"/>
                  </a:lnTo>
                </a:path>
              </a:pathLst>
            </a:custGeom>
            <a:ln w="363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3334256" y="1828184"/>
              <a:ext cx="3004599" cy="2829898"/>
            </a:xfrm>
            <a:custGeom>
              <a:avLst/>
              <a:pathLst>
                <a:path w="3004599" h="2829898">
                  <a:moveTo>
                    <a:pt x="0" y="0"/>
                  </a:moveTo>
                  <a:lnTo>
                    <a:pt x="3004599" y="2829898"/>
                  </a:lnTo>
                </a:path>
              </a:pathLst>
            </a:custGeom>
            <a:ln w="323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3357399" y="1797047"/>
              <a:ext cx="3421263" cy="1971925"/>
            </a:xfrm>
            <a:custGeom>
              <a:avLst/>
              <a:pathLst>
                <a:path w="3421263" h="1971925">
                  <a:moveTo>
                    <a:pt x="0" y="0"/>
                  </a:moveTo>
                  <a:lnTo>
                    <a:pt x="3421263" y="1971925"/>
                  </a:lnTo>
                </a:path>
              </a:pathLst>
            </a:custGeom>
            <a:ln w="244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922529" y="3170392"/>
              <a:ext cx="61249" cy="167167"/>
            </a:xfrm>
            <a:custGeom>
              <a:avLst/>
              <a:pathLst>
                <a:path w="61249" h="167167">
                  <a:moveTo>
                    <a:pt x="61249" y="0"/>
                  </a:moveTo>
                  <a:lnTo>
                    <a:pt x="54980" y="117"/>
                  </a:lnTo>
                  <a:lnTo>
                    <a:pt x="48719" y="470"/>
                  </a:lnTo>
                  <a:lnTo>
                    <a:pt x="42476" y="1057"/>
                  </a:lnTo>
                  <a:lnTo>
                    <a:pt x="36259" y="1878"/>
                  </a:lnTo>
                  <a:lnTo>
                    <a:pt x="30078" y="2931"/>
                  </a:lnTo>
                  <a:lnTo>
                    <a:pt x="23940" y="4216"/>
                  </a:lnTo>
                  <a:lnTo>
                    <a:pt x="17855" y="5730"/>
                  </a:lnTo>
                  <a:lnTo>
                    <a:pt x="11831" y="7471"/>
                  </a:lnTo>
                  <a:lnTo>
                    <a:pt x="5876" y="9437"/>
                  </a:lnTo>
                  <a:lnTo>
                    <a:pt x="0" y="11625"/>
                  </a:lnTo>
                  <a:lnTo>
                    <a:pt x="6124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22529" y="3182017"/>
              <a:ext cx="61249" cy="155542"/>
            </a:xfrm>
            <a:custGeom>
              <a:avLst/>
              <a:pathLst>
                <a:path w="61249" h="155542">
                  <a:moveTo>
                    <a:pt x="0" y="0"/>
                  </a:moveTo>
                  <a:lnTo>
                    <a:pt x="61249" y="15554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22529" y="3182017"/>
              <a:ext cx="61249" cy="155542"/>
            </a:xfrm>
            <a:custGeom>
              <a:avLst/>
              <a:pathLst>
                <a:path w="61249" h="155542">
                  <a:moveTo>
                    <a:pt x="0" y="0"/>
                  </a:moveTo>
                  <a:lnTo>
                    <a:pt x="61249" y="15554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22529" y="3182017"/>
              <a:ext cx="61249" cy="155542"/>
            </a:xfrm>
            <a:custGeom>
              <a:avLst/>
              <a:pathLst>
                <a:path w="61249" h="155542">
                  <a:moveTo>
                    <a:pt x="0" y="0"/>
                  </a:moveTo>
                  <a:lnTo>
                    <a:pt x="61249" y="15554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922529" y="3182017"/>
              <a:ext cx="61249" cy="155542"/>
            </a:xfrm>
            <a:custGeom>
              <a:avLst/>
              <a:pathLst>
                <a:path w="61249" h="155542">
                  <a:moveTo>
                    <a:pt x="0" y="0"/>
                  </a:moveTo>
                  <a:lnTo>
                    <a:pt x="61249" y="1555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922529" y="3182017"/>
              <a:ext cx="61249" cy="155542"/>
            </a:xfrm>
            <a:custGeom>
              <a:avLst/>
              <a:pathLst>
                <a:path w="61249" h="155542">
                  <a:moveTo>
                    <a:pt x="0" y="0"/>
                  </a:moveTo>
                  <a:lnTo>
                    <a:pt x="61249" y="1555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922529" y="3182017"/>
              <a:ext cx="61249" cy="155542"/>
            </a:xfrm>
            <a:custGeom>
              <a:avLst/>
              <a:pathLst>
                <a:path w="61249" h="155542">
                  <a:moveTo>
                    <a:pt x="0" y="0"/>
                  </a:moveTo>
                  <a:lnTo>
                    <a:pt x="61249" y="1555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922529" y="3182017"/>
              <a:ext cx="61249" cy="155542"/>
            </a:xfrm>
            <a:custGeom>
              <a:avLst/>
              <a:pathLst>
                <a:path w="61249" h="155542">
                  <a:moveTo>
                    <a:pt x="0" y="0"/>
                  </a:moveTo>
                  <a:lnTo>
                    <a:pt x="61249" y="1555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22529" y="3182017"/>
              <a:ext cx="61249" cy="155542"/>
            </a:xfrm>
            <a:custGeom>
              <a:avLst/>
              <a:pathLst>
                <a:path w="61249" h="155542">
                  <a:moveTo>
                    <a:pt x="0" y="0"/>
                  </a:moveTo>
                  <a:lnTo>
                    <a:pt x="61249" y="1555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922529" y="3182017"/>
              <a:ext cx="61249" cy="155542"/>
            </a:xfrm>
            <a:custGeom>
              <a:avLst/>
              <a:pathLst>
                <a:path w="61249" h="155542">
                  <a:moveTo>
                    <a:pt x="0" y="0"/>
                  </a:moveTo>
                  <a:lnTo>
                    <a:pt x="61249" y="1555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922529" y="3182017"/>
              <a:ext cx="61249" cy="155542"/>
            </a:xfrm>
            <a:custGeom>
              <a:avLst/>
              <a:pathLst>
                <a:path w="61249" h="155542">
                  <a:moveTo>
                    <a:pt x="0" y="0"/>
                  </a:moveTo>
                  <a:lnTo>
                    <a:pt x="61249" y="1555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922529" y="3182017"/>
              <a:ext cx="61249" cy="155542"/>
            </a:xfrm>
            <a:custGeom>
              <a:avLst/>
              <a:pathLst>
                <a:path w="61249" h="155542">
                  <a:moveTo>
                    <a:pt x="0" y="0"/>
                  </a:moveTo>
                  <a:lnTo>
                    <a:pt x="61249" y="1555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922529" y="3182017"/>
              <a:ext cx="61249" cy="155542"/>
            </a:xfrm>
            <a:custGeom>
              <a:avLst/>
              <a:pathLst>
                <a:path w="61249" h="155542">
                  <a:moveTo>
                    <a:pt x="0" y="0"/>
                  </a:moveTo>
                  <a:lnTo>
                    <a:pt x="61249" y="1555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922529" y="3182017"/>
              <a:ext cx="61249" cy="155542"/>
            </a:xfrm>
            <a:custGeom>
              <a:avLst/>
              <a:pathLst>
                <a:path w="61249" h="155542">
                  <a:moveTo>
                    <a:pt x="0" y="0"/>
                  </a:moveTo>
                  <a:lnTo>
                    <a:pt x="61249" y="1555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922529" y="3182017"/>
              <a:ext cx="61249" cy="155542"/>
            </a:xfrm>
            <a:custGeom>
              <a:avLst/>
              <a:pathLst>
                <a:path w="61249" h="155542">
                  <a:moveTo>
                    <a:pt x="0" y="0"/>
                  </a:moveTo>
                  <a:lnTo>
                    <a:pt x="61249" y="1555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922529" y="3182017"/>
              <a:ext cx="61249" cy="155542"/>
            </a:xfrm>
            <a:custGeom>
              <a:avLst/>
              <a:pathLst>
                <a:path w="61249" h="155542">
                  <a:moveTo>
                    <a:pt x="0" y="0"/>
                  </a:moveTo>
                  <a:lnTo>
                    <a:pt x="61249" y="1555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922529" y="3182017"/>
              <a:ext cx="61249" cy="155542"/>
            </a:xfrm>
            <a:custGeom>
              <a:avLst/>
              <a:pathLst>
                <a:path w="61249" h="155542">
                  <a:moveTo>
                    <a:pt x="0" y="0"/>
                  </a:moveTo>
                  <a:lnTo>
                    <a:pt x="61249" y="1555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922529" y="3182017"/>
              <a:ext cx="61249" cy="155542"/>
            </a:xfrm>
            <a:custGeom>
              <a:avLst/>
              <a:pathLst>
                <a:path w="61249" h="155542">
                  <a:moveTo>
                    <a:pt x="0" y="0"/>
                  </a:moveTo>
                  <a:lnTo>
                    <a:pt x="61249" y="1555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922529" y="3182017"/>
              <a:ext cx="61249" cy="155542"/>
            </a:xfrm>
            <a:custGeom>
              <a:avLst/>
              <a:pathLst>
                <a:path w="61249" h="155542">
                  <a:moveTo>
                    <a:pt x="0" y="0"/>
                  </a:moveTo>
                  <a:lnTo>
                    <a:pt x="61249" y="1555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922529" y="3182017"/>
              <a:ext cx="61249" cy="155542"/>
            </a:xfrm>
            <a:custGeom>
              <a:avLst/>
              <a:pathLst>
                <a:path w="61249" h="155542">
                  <a:moveTo>
                    <a:pt x="0" y="0"/>
                  </a:moveTo>
                  <a:lnTo>
                    <a:pt x="61249" y="1555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922529" y="3182017"/>
              <a:ext cx="61249" cy="155542"/>
            </a:xfrm>
            <a:custGeom>
              <a:avLst/>
              <a:pathLst>
                <a:path w="61249" h="155542">
                  <a:moveTo>
                    <a:pt x="0" y="0"/>
                  </a:moveTo>
                  <a:lnTo>
                    <a:pt x="61249" y="1555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922529" y="3182017"/>
              <a:ext cx="61249" cy="155542"/>
            </a:xfrm>
            <a:custGeom>
              <a:avLst/>
              <a:pathLst>
                <a:path w="61249" h="155542">
                  <a:moveTo>
                    <a:pt x="0" y="0"/>
                  </a:moveTo>
                  <a:lnTo>
                    <a:pt x="61249" y="1555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922529" y="3182017"/>
              <a:ext cx="61249" cy="155542"/>
            </a:xfrm>
            <a:custGeom>
              <a:avLst/>
              <a:pathLst>
                <a:path w="61249" h="155542">
                  <a:moveTo>
                    <a:pt x="0" y="0"/>
                  </a:moveTo>
                  <a:lnTo>
                    <a:pt x="61249" y="1555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922529" y="3182017"/>
              <a:ext cx="61249" cy="155542"/>
            </a:xfrm>
            <a:custGeom>
              <a:avLst/>
              <a:pathLst>
                <a:path w="61249" h="155542">
                  <a:moveTo>
                    <a:pt x="0" y="0"/>
                  </a:moveTo>
                  <a:lnTo>
                    <a:pt x="61249" y="1555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922529" y="3182017"/>
              <a:ext cx="61249" cy="155542"/>
            </a:xfrm>
            <a:custGeom>
              <a:avLst/>
              <a:pathLst>
                <a:path w="61249" h="155542">
                  <a:moveTo>
                    <a:pt x="0" y="0"/>
                  </a:moveTo>
                  <a:lnTo>
                    <a:pt x="61249" y="1555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922529" y="3182017"/>
              <a:ext cx="61249" cy="155542"/>
            </a:xfrm>
            <a:custGeom>
              <a:avLst/>
              <a:pathLst>
                <a:path w="61249" h="155542">
                  <a:moveTo>
                    <a:pt x="0" y="0"/>
                  </a:moveTo>
                  <a:lnTo>
                    <a:pt x="61249" y="1555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922529" y="3182017"/>
              <a:ext cx="61249" cy="155542"/>
            </a:xfrm>
            <a:custGeom>
              <a:avLst/>
              <a:pathLst>
                <a:path w="61249" h="155542">
                  <a:moveTo>
                    <a:pt x="0" y="0"/>
                  </a:moveTo>
                  <a:lnTo>
                    <a:pt x="61249" y="1555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816618" y="3170405"/>
              <a:ext cx="334326" cy="334315"/>
            </a:xfrm>
            <a:custGeom>
              <a:avLst/>
              <a:pathLst>
                <a:path w="334326" h="334315">
                  <a:moveTo>
                    <a:pt x="105911" y="11612"/>
                  </a:moveTo>
                  <a:lnTo>
                    <a:pt x="101012" y="13631"/>
                  </a:lnTo>
                  <a:lnTo>
                    <a:pt x="96180" y="15804"/>
                  </a:lnTo>
                  <a:lnTo>
                    <a:pt x="91419" y="18130"/>
                  </a:lnTo>
                  <a:lnTo>
                    <a:pt x="86734" y="20605"/>
                  </a:lnTo>
                  <a:lnTo>
                    <a:pt x="82130" y="23228"/>
                  </a:lnTo>
                  <a:lnTo>
                    <a:pt x="77612" y="25995"/>
                  </a:lnTo>
                  <a:lnTo>
                    <a:pt x="73183" y="28904"/>
                  </a:lnTo>
                  <a:lnTo>
                    <a:pt x="68849" y="31951"/>
                  </a:lnTo>
                  <a:lnTo>
                    <a:pt x="64613" y="35135"/>
                  </a:lnTo>
                  <a:lnTo>
                    <a:pt x="60481" y="38451"/>
                  </a:lnTo>
                  <a:lnTo>
                    <a:pt x="56456" y="41897"/>
                  </a:lnTo>
                  <a:lnTo>
                    <a:pt x="52542" y="45468"/>
                  </a:lnTo>
                  <a:lnTo>
                    <a:pt x="48743" y="49162"/>
                  </a:lnTo>
                  <a:lnTo>
                    <a:pt x="45063" y="52974"/>
                  </a:lnTo>
                  <a:lnTo>
                    <a:pt x="41506" y="56901"/>
                  </a:lnTo>
                  <a:lnTo>
                    <a:pt x="38075" y="60938"/>
                  </a:lnTo>
                  <a:lnTo>
                    <a:pt x="34773" y="65083"/>
                  </a:lnTo>
                  <a:lnTo>
                    <a:pt x="31605" y="69330"/>
                  </a:lnTo>
                  <a:lnTo>
                    <a:pt x="28573" y="73675"/>
                  </a:lnTo>
                  <a:lnTo>
                    <a:pt x="25680" y="78114"/>
                  </a:lnTo>
                  <a:lnTo>
                    <a:pt x="22929" y="82642"/>
                  </a:lnTo>
                  <a:lnTo>
                    <a:pt x="20323" y="87256"/>
                  </a:lnTo>
                  <a:lnTo>
                    <a:pt x="17865" y="91949"/>
                  </a:lnTo>
                  <a:lnTo>
                    <a:pt x="15556" y="96719"/>
                  </a:lnTo>
                  <a:lnTo>
                    <a:pt x="13400" y="101559"/>
                  </a:lnTo>
                  <a:lnTo>
                    <a:pt x="11399" y="106464"/>
                  </a:lnTo>
                  <a:lnTo>
                    <a:pt x="9554" y="111431"/>
                  </a:lnTo>
                  <a:lnTo>
                    <a:pt x="7867" y="116454"/>
                  </a:lnTo>
                  <a:lnTo>
                    <a:pt x="6340" y="121528"/>
                  </a:lnTo>
                  <a:lnTo>
                    <a:pt x="4975" y="126648"/>
                  </a:lnTo>
                  <a:lnTo>
                    <a:pt x="3773" y="131808"/>
                  </a:lnTo>
                  <a:lnTo>
                    <a:pt x="2734" y="137004"/>
                  </a:lnTo>
                  <a:lnTo>
                    <a:pt x="1862" y="142230"/>
                  </a:lnTo>
                  <a:lnTo>
                    <a:pt x="1155" y="147481"/>
                  </a:lnTo>
                  <a:lnTo>
                    <a:pt x="615" y="152752"/>
                  </a:lnTo>
                  <a:lnTo>
                    <a:pt x="242" y="158037"/>
                  </a:lnTo>
                  <a:lnTo>
                    <a:pt x="37" y="163332"/>
                  </a:lnTo>
                  <a:lnTo>
                    <a:pt x="0" y="168630"/>
                  </a:lnTo>
                  <a:lnTo>
                    <a:pt x="130" y="173927"/>
                  </a:lnTo>
                  <a:lnTo>
                    <a:pt x="429" y="179217"/>
                  </a:lnTo>
                  <a:lnTo>
                    <a:pt x="895" y="184495"/>
                  </a:lnTo>
                  <a:lnTo>
                    <a:pt x="1528" y="189756"/>
                  </a:lnTo>
                  <a:lnTo>
                    <a:pt x="2327" y="194993"/>
                  </a:lnTo>
                  <a:lnTo>
                    <a:pt x="3292" y="200203"/>
                  </a:lnTo>
                  <a:lnTo>
                    <a:pt x="4422" y="205380"/>
                  </a:lnTo>
                  <a:lnTo>
                    <a:pt x="5715" y="210518"/>
                  </a:lnTo>
                  <a:lnTo>
                    <a:pt x="7171" y="215613"/>
                  </a:lnTo>
                  <a:lnTo>
                    <a:pt x="8787" y="220659"/>
                  </a:lnTo>
                  <a:lnTo>
                    <a:pt x="10562" y="225651"/>
                  </a:lnTo>
                  <a:lnTo>
                    <a:pt x="12495" y="230585"/>
                  </a:lnTo>
                  <a:lnTo>
                    <a:pt x="14583" y="235455"/>
                  </a:lnTo>
                  <a:lnTo>
                    <a:pt x="16824" y="240256"/>
                  </a:lnTo>
                  <a:lnTo>
                    <a:pt x="19216" y="244984"/>
                  </a:lnTo>
                  <a:lnTo>
                    <a:pt x="21757" y="249633"/>
                  </a:lnTo>
                  <a:lnTo>
                    <a:pt x="24444" y="254200"/>
                  </a:lnTo>
                  <a:lnTo>
                    <a:pt x="27274" y="258679"/>
                  </a:lnTo>
                  <a:lnTo>
                    <a:pt x="30245" y="263066"/>
                  </a:lnTo>
                  <a:lnTo>
                    <a:pt x="33353" y="267357"/>
                  </a:lnTo>
                  <a:lnTo>
                    <a:pt x="36596" y="271547"/>
                  </a:lnTo>
                  <a:lnTo>
                    <a:pt x="39970" y="275633"/>
                  </a:lnTo>
                  <a:lnTo>
                    <a:pt x="43472" y="279609"/>
                  </a:lnTo>
                  <a:lnTo>
                    <a:pt x="47098" y="283473"/>
                  </a:lnTo>
                  <a:lnTo>
                    <a:pt x="50845" y="287219"/>
                  </a:lnTo>
                  <a:lnTo>
                    <a:pt x="54708" y="290845"/>
                  </a:lnTo>
                  <a:lnTo>
                    <a:pt x="58685" y="294347"/>
                  </a:lnTo>
                  <a:lnTo>
                    <a:pt x="62770" y="297721"/>
                  </a:lnTo>
                  <a:lnTo>
                    <a:pt x="66961" y="300963"/>
                  </a:lnTo>
                  <a:lnTo>
                    <a:pt x="71252" y="304072"/>
                  </a:lnTo>
                  <a:lnTo>
                    <a:pt x="75639" y="307043"/>
                  </a:lnTo>
                  <a:lnTo>
                    <a:pt x="80118" y="309873"/>
                  </a:lnTo>
                  <a:lnTo>
                    <a:pt x="84685" y="312560"/>
                  </a:lnTo>
                  <a:lnTo>
                    <a:pt x="89335" y="315100"/>
                  </a:lnTo>
                  <a:lnTo>
                    <a:pt x="94062" y="317492"/>
                  </a:lnTo>
                  <a:lnTo>
                    <a:pt x="98863" y="319734"/>
                  </a:lnTo>
                  <a:lnTo>
                    <a:pt x="103733" y="321821"/>
                  </a:lnTo>
                  <a:lnTo>
                    <a:pt x="108667" y="323754"/>
                  </a:lnTo>
                  <a:lnTo>
                    <a:pt x="113659" y="325529"/>
                  </a:lnTo>
                  <a:lnTo>
                    <a:pt x="118705" y="327145"/>
                  </a:lnTo>
                  <a:lnTo>
                    <a:pt x="123800" y="328600"/>
                  </a:lnTo>
                  <a:lnTo>
                    <a:pt x="128938" y="329893"/>
                  </a:lnTo>
                  <a:lnTo>
                    <a:pt x="134115" y="331023"/>
                  </a:lnTo>
                  <a:lnTo>
                    <a:pt x="139325" y="331988"/>
                  </a:lnTo>
                  <a:lnTo>
                    <a:pt x="144563" y="332787"/>
                  </a:lnTo>
                  <a:lnTo>
                    <a:pt x="149823" y="333420"/>
                  </a:lnTo>
                  <a:lnTo>
                    <a:pt x="155101" y="333886"/>
                  </a:lnTo>
                  <a:lnTo>
                    <a:pt x="160391" y="334184"/>
                  </a:lnTo>
                  <a:lnTo>
                    <a:pt x="165688" y="334315"/>
                  </a:lnTo>
                  <a:lnTo>
                    <a:pt x="170987" y="334278"/>
                  </a:lnTo>
                  <a:lnTo>
                    <a:pt x="176281" y="334073"/>
                  </a:lnTo>
                  <a:lnTo>
                    <a:pt x="181567" y="333700"/>
                  </a:lnTo>
                  <a:lnTo>
                    <a:pt x="186838" y="333159"/>
                  </a:lnTo>
                  <a:lnTo>
                    <a:pt x="192089" y="332452"/>
                  </a:lnTo>
                  <a:lnTo>
                    <a:pt x="197315" y="331579"/>
                  </a:lnTo>
                  <a:lnTo>
                    <a:pt x="202511" y="330541"/>
                  </a:lnTo>
                  <a:lnTo>
                    <a:pt x="207671" y="329339"/>
                  </a:lnTo>
                  <a:lnTo>
                    <a:pt x="212790" y="327973"/>
                  </a:lnTo>
                  <a:lnTo>
                    <a:pt x="217864" y="326447"/>
                  </a:lnTo>
                  <a:lnTo>
                    <a:pt x="222887" y="324760"/>
                  </a:lnTo>
                  <a:lnTo>
                    <a:pt x="227854" y="322914"/>
                  </a:lnTo>
                  <a:lnTo>
                    <a:pt x="232760" y="320913"/>
                  </a:lnTo>
                  <a:lnTo>
                    <a:pt x="237600" y="318757"/>
                  </a:lnTo>
                  <a:lnTo>
                    <a:pt x="242369" y="316448"/>
                  </a:lnTo>
                  <a:lnTo>
                    <a:pt x="247062" y="313990"/>
                  </a:lnTo>
                  <a:lnTo>
                    <a:pt x="251676" y="311384"/>
                  </a:lnTo>
                  <a:lnTo>
                    <a:pt x="256204" y="308633"/>
                  </a:lnTo>
                  <a:lnTo>
                    <a:pt x="260643" y="305740"/>
                  </a:lnTo>
                  <a:lnTo>
                    <a:pt x="264988" y="302707"/>
                  </a:lnTo>
                  <a:lnTo>
                    <a:pt x="269235" y="299539"/>
                  </a:lnTo>
                  <a:lnTo>
                    <a:pt x="273379" y="296238"/>
                  </a:lnTo>
                  <a:lnTo>
                    <a:pt x="277417" y="292806"/>
                  </a:lnTo>
                  <a:lnTo>
                    <a:pt x="281344" y="289249"/>
                  </a:lnTo>
                  <a:lnTo>
                    <a:pt x="285156" y="285569"/>
                  </a:lnTo>
                  <a:lnTo>
                    <a:pt x="288849" y="281770"/>
                  </a:lnTo>
                  <a:lnTo>
                    <a:pt x="292420" y="277856"/>
                  </a:lnTo>
                  <a:lnTo>
                    <a:pt x="295866" y="273831"/>
                  </a:lnTo>
                  <a:lnTo>
                    <a:pt x="299182" y="269698"/>
                  </a:lnTo>
                  <a:lnTo>
                    <a:pt x="302365" y="265463"/>
                  </a:lnTo>
                  <a:lnTo>
                    <a:pt x="305413" y="261128"/>
                  </a:lnTo>
                  <a:lnTo>
                    <a:pt x="308322" y="256700"/>
                  </a:lnTo>
                  <a:lnTo>
                    <a:pt x="311089" y="252181"/>
                  </a:lnTo>
                  <a:lnTo>
                    <a:pt x="313711" y="247577"/>
                  </a:lnTo>
                  <a:lnTo>
                    <a:pt x="316186" y="242892"/>
                  </a:lnTo>
                  <a:lnTo>
                    <a:pt x="318512" y="238131"/>
                  </a:lnTo>
                  <a:lnTo>
                    <a:pt x="320685" y="233299"/>
                  </a:lnTo>
                  <a:lnTo>
                    <a:pt x="322704" y="228400"/>
                  </a:lnTo>
                  <a:lnTo>
                    <a:pt x="324567" y="223440"/>
                  </a:lnTo>
                  <a:lnTo>
                    <a:pt x="326272" y="218423"/>
                  </a:lnTo>
                  <a:lnTo>
                    <a:pt x="327817" y="213355"/>
                  </a:lnTo>
                  <a:lnTo>
                    <a:pt x="329200" y="208240"/>
                  </a:lnTo>
                  <a:lnTo>
                    <a:pt x="330421" y="203084"/>
                  </a:lnTo>
                  <a:lnTo>
                    <a:pt x="331478" y="197892"/>
                  </a:lnTo>
                  <a:lnTo>
                    <a:pt x="332369" y="192669"/>
                  </a:lnTo>
                  <a:lnTo>
                    <a:pt x="333095" y="187421"/>
                  </a:lnTo>
                  <a:lnTo>
                    <a:pt x="333654" y="182152"/>
                  </a:lnTo>
                  <a:lnTo>
                    <a:pt x="334045" y="176868"/>
                  </a:lnTo>
                  <a:lnTo>
                    <a:pt x="334269" y="171574"/>
                  </a:lnTo>
                  <a:lnTo>
                    <a:pt x="334326" y="166276"/>
                  </a:lnTo>
                  <a:lnTo>
                    <a:pt x="334214" y="160978"/>
                  </a:lnTo>
                  <a:lnTo>
                    <a:pt x="333934" y="155687"/>
                  </a:lnTo>
                  <a:lnTo>
                    <a:pt x="333487" y="150408"/>
                  </a:lnTo>
                  <a:lnTo>
                    <a:pt x="332873" y="145145"/>
                  </a:lnTo>
                  <a:lnTo>
                    <a:pt x="332092" y="139904"/>
                  </a:lnTo>
                  <a:lnTo>
                    <a:pt x="331145" y="134691"/>
                  </a:lnTo>
                  <a:lnTo>
                    <a:pt x="330034" y="129510"/>
                  </a:lnTo>
                  <a:lnTo>
                    <a:pt x="328759" y="124367"/>
                  </a:lnTo>
                  <a:lnTo>
                    <a:pt x="327322" y="119267"/>
                  </a:lnTo>
                  <a:lnTo>
                    <a:pt x="325724" y="114216"/>
                  </a:lnTo>
                  <a:lnTo>
                    <a:pt x="323967" y="109217"/>
                  </a:lnTo>
                  <a:lnTo>
                    <a:pt x="322052" y="104277"/>
                  </a:lnTo>
                  <a:lnTo>
                    <a:pt x="319981" y="99399"/>
                  </a:lnTo>
                  <a:lnTo>
                    <a:pt x="317757" y="94590"/>
                  </a:lnTo>
                  <a:lnTo>
                    <a:pt x="315382" y="89854"/>
                  </a:lnTo>
                  <a:lnTo>
                    <a:pt x="312858" y="85195"/>
                  </a:lnTo>
                  <a:lnTo>
                    <a:pt x="310187" y="80619"/>
                  </a:lnTo>
                  <a:lnTo>
                    <a:pt x="307373" y="76130"/>
                  </a:lnTo>
                  <a:lnTo>
                    <a:pt x="304418" y="71732"/>
                  </a:lnTo>
                  <a:lnTo>
                    <a:pt x="301325" y="67430"/>
                  </a:lnTo>
                  <a:lnTo>
                    <a:pt x="298097" y="63228"/>
                  </a:lnTo>
                  <a:lnTo>
                    <a:pt x="294738" y="59131"/>
                  </a:lnTo>
                  <a:lnTo>
                    <a:pt x="291250" y="55142"/>
                  </a:lnTo>
                  <a:lnTo>
                    <a:pt x="287638" y="51266"/>
                  </a:lnTo>
                  <a:lnTo>
                    <a:pt x="283905" y="47506"/>
                  </a:lnTo>
                  <a:lnTo>
                    <a:pt x="280054" y="43866"/>
                  </a:lnTo>
                  <a:lnTo>
                    <a:pt x="276090" y="40350"/>
                  </a:lnTo>
                  <a:lnTo>
                    <a:pt x="272017" y="36962"/>
                  </a:lnTo>
                  <a:lnTo>
                    <a:pt x="267838" y="33704"/>
                  </a:lnTo>
                  <a:lnTo>
                    <a:pt x="263558" y="30580"/>
                  </a:lnTo>
                  <a:lnTo>
                    <a:pt x="259181" y="27594"/>
                  </a:lnTo>
                  <a:lnTo>
                    <a:pt x="254712" y="24748"/>
                  </a:lnTo>
                  <a:lnTo>
                    <a:pt x="250155" y="22044"/>
                  </a:lnTo>
                  <a:lnTo>
                    <a:pt x="245515" y="19487"/>
                  </a:lnTo>
                  <a:lnTo>
                    <a:pt x="240795" y="17078"/>
                  </a:lnTo>
                  <a:lnTo>
                    <a:pt x="236002" y="14820"/>
                  </a:lnTo>
                  <a:lnTo>
                    <a:pt x="231140" y="12715"/>
                  </a:lnTo>
                  <a:lnTo>
                    <a:pt x="226213" y="10765"/>
                  </a:lnTo>
                  <a:lnTo>
                    <a:pt x="221227" y="8972"/>
                  </a:lnTo>
                  <a:lnTo>
                    <a:pt x="216187" y="7338"/>
                  </a:lnTo>
                  <a:lnTo>
                    <a:pt x="211098" y="5864"/>
                  </a:lnTo>
                  <a:lnTo>
                    <a:pt x="205964" y="4553"/>
                  </a:lnTo>
                  <a:lnTo>
                    <a:pt x="200791" y="3405"/>
                  </a:lnTo>
                  <a:lnTo>
                    <a:pt x="195585" y="2421"/>
                  </a:lnTo>
                  <a:lnTo>
                    <a:pt x="190350" y="1603"/>
                  </a:lnTo>
                  <a:lnTo>
                    <a:pt x="185092" y="951"/>
                  </a:lnTo>
                  <a:lnTo>
                    <a:pt x="179815" y="466"/>
                  </a:lnTo>
                  <a:lnTo>
                    <a:pt x="174526" y="149"/>
                  </a:lnTo>
                  <a:lnTo>
                    <a:pt x="169230" y="0"/>
                  </a:lnTo>
                  <a:lnTo>
                    <a:pt x="167160" y="1671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983779" y="3170392"/>
              <a:ext cx="2069" cy="167167"/>
            </a:xfrm>
            <a:custGeom>
              <a:avLst/>
              <a:pathLst>
                <a:path w="2069" h="167167">
                  <a:moveTo>
                    <a:pt x="2069" y="1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57613" y="2655501"/>
              <a:ext cx="165881" cy="167167"/>
            </a:xfrm>
            <a:custGeom>
              <a:avLst/>
              <a:pathLst>
                <a:path w="165881" h="167167">
                  <a:moveTo>
                    <a:pt x="165881" y="0"/>
                  </a:moveTo>
                  <a:lnTo>
                    <a:pt x="160508" y="86"/>
                  </a:lnTo>
                  <a:lnTo>
                    <a:pt x="155140" y="345"/>
                  </a:lnTo>
                  <a:lnTo>
                    <a:pt x="149783" y="776"/>
                  </a:lnTo>
                  <a:lnTo>
                    <a:pt x="144444" y="1380"/>
                  </a:lnTo>
                  <a:lnTo>
                    <a:pt x="139126" y="2154"/>
                  </a:lnTo>
                  <a:lnTo>
                    <a:pt x="133836" y="3100"/>
                  </a:lnTo>
                  <a:lnTo>
                    <a:pt x="128579" y="4215"/>
                  </a:lnTo>
                  <a:lnTo>
                    <a:pt x="123360" y="5498"/>
                  </a:lnTo>
                  <a:lnTo>
                    <a:pt x="118185" y="6948"/>
                  </a:lnTo>
                  <a:lnTo>
                    <a:pt x="113060" y="8564"/>
                  </a:lnTo>
                  <a:lnTo>
                    <a:pt x="107990" y="10344"/>
                  </a:lnTo>
                  <a:lnTo>
                    <a:pt x="102979" y="12286"/>
                  </a:lnTo>
                  <a:lnTo>
                    <a:pt x="98033" y="14387"/>
                  </a:lnTo>
                  <a:lnTo>
                    <a:pt x="93157" y="16647"/>
                  </a:lnTo>
                  <a:lnTo>
                    <a:pt x="88357" y="19063"/>
                  </a:lnTo>
                  <a:lnTo>
                    <a:pt x="83636" y="21631"/>
                  </a:lnTo>
                  <a:lnTo>
                    <a:pt x="79001" y="24350"/>
                  </a:lnTo>
                  <a:lnTo>
                    <a:pt x="74455" y="27216"/>
                  </a:lnTo>
                  <a:lnTo>
                    <a:pt x="70004" y="30227"/>
                  </a:lnTo>
                  <a:lnTo>
                    <a:pt x="65652" y="33380"/>
                  </a:lnTo>
                  <a:lnTo>
                    <a:pt x="61403" y="36670"/>
                  </a:lnTo>
                  <a:lnTo>
                    <a:pt x="57263" y="40096"/>
                  </a:lnTo>
                  <a:lnTo>
                    <a:pt x="53234" y="43653"/>
                  </a:lnTo>
                  <a:lnTo>
                    <a:pt x="49322" y="47338"/>
                  </a:lnTo>
                  <a:lnTo>
                    <a:pt x="45531" y="51146"/>
                  </a:lnTo>
                  <a:lnTo>
                    <a:pt x="41864" y="55074"/>
                  </a:lnTo>
                  <a:lnTo>
                    <a:pt x="38325" y="59119"/>
                  </a:lnTo>
                  <a:lnTo>
                    <a:pt x="34918" y="63274"/>
                  </a:lnTo>
                  <a:lnTo>
                    <a:pt x="31646" y="67538"/>
                  </a:lnTo>
                  <a:lnTo>
                    <a:pt x="28513" y="71904"/>
                  </a:lnTo>
                  <a:lnTo>
                    <a:pt x="25522" y="76369"/>
                  </a:lnTo>
                  <a:lnTo>
                    <a:pt x="22676" y="80927"/>
                  </a:lnTo>
                  <a:lnTo>
                    <a:pt x="19978" y="85575"/>
                  </a:lnTo>
                  <a:lnTo>
                    <a:pt x="17431" y="90306"/>
                  </a:lnTo>
                  <a:lnTo>
                    <a:pt x="15037" y="95118"/>
                  </a:lnTo>
                  <a:lnTo>
                    <a:pt x="12799" y="100004"/>
                  </a:lnTo>
                  <a:lnTo>
                    <a:pt x="10719" y="104959"/>
                  </a:lnTo>
                  <a:lnTo>
                    <a:pt x="8800" y="109978"/>
                  </a:lnTo>
                  <a:lnTo>
                    <a:pt x="7043" y="115057"/>
                  </a:lnTo>
                  <a:lnTo>
                    <a:pt x="5450" y="120189"/>
                  </a:lnTo>
                  <a:lnTo>
                    <a:pt x="4023" y="125370"/>
                  </a:lnTo>
                  <a:lnTo>
                    <a:pt x="2763" y="130594"/>
                  </a:lnTo>
                  <a:lnTo>
                    <a:pt x="1672" y="135856"/>
                  </a:lnTo>
                  <a:lnTo>
                    <a:pt x="750" y="141151"/>
                  </a:lnTo>
                  <a:lnTo>
                    <a:pt x="0" y="146472"/>
                  </a:lnTo>
                  <a:lnTo>
                    <a:pt x="16588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757613" y="2801974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756328" y="2681221"/>
              <a:ext cx="334332" cy="308597"/>
            </a:xfrm>
            <a:custGeom>
              <a:avLst/>
              <a:pathLst>
                <a:path w="334332" h="308597">
                  <a:moveTo>
                    <a:pt x="1285" y="120753"/>
                  </a:moveTo>
                  <a:lnTo>
                    <a:pt x="713" y="126015"/>
                  </a:lnTo>
                  <a:lnTo>
                    <a:pt x="308" y="131292"/>
                  </a:lnTo>
                  <a:lnTo>
                    <a:pt x="70" y="136579"/>
                  </a:lnTo>
                  <a:lnTo>
                    <a:pt x="0" y="141871"/>
                  </a:lnTo>
                  <a:lnTo>
                    <a:pt x="97" y="147163"/>
                  </a:lnTo>
                  <a:lnTo>
                    <a:pt x="361" y="152449"/>
                  </a:lnTo>
                  <a:lnTo>
                    <a:pt x="793" y="157724"/>
                  </a:lnTo>
                  <a:lnTo>
                    <a:pt x="1392" y="162983"/>
                  </a:lnTo>
                  <a:lnTo>
                    <a:pt x="2157" y="168220"/>
                  </a:lnTo>
                  <a:lnTo>
                    <a:pt x="3087" y="173430"/>
                  </a:lnTo>
                  <a:lnTo>
                    <a:pt x="4182" y="178609"/>
                  </a:lnTo>
                  <a:lnTo>
                    <a:pt x="5440" y="183750"/>
                  </a:lnTo>
                  <a:lnTo>
                    <a:pt x="6860" y="188848"/>
                  </a:lnTo>
                  <a:lnTo>
                    <a:pt x="8441" y="193899"/>
                  </a:lnTo>
                  <a:lnTo>
                    <a:pt x="10181" y="198898"/>
                  </a:lnTo>
                  <a:lnTo>
                    <a:pt x="12078" y="203839"/>
                  </a:lnTo>
                  <a:lnTo>
                    <a:pt x="14131" y="208717"/>
                  </a:lnTo>
                  <a:lnTo>
                    <a:pt x="16337" y="213528"/>
                  </a:lnTo>
                  <a:lnTo>
                    <a:pt x="18695" y="218267"/>
                  </a:lnTo>
                  <a:lnTo>
                    <a:pt x="21201" y="222928"/>
                  </a:lnTo>
                  <a:lnTo>
                    <a:pt x="23854" y="227508"/>
                  </a:lnTo>
                  <a:lnTo>
                    <a:pt x="26650" y="232002"/>
                  </a:lnTo>
                  <a:lnTo>
                    <a:pt x="29587" y="236405"/>
                  </a:lnTo>
                  <a:lnTo>
                    <a:pt x="32662" y="240713"/>
                  </a:lnTo>
                  <a:lnTo>
                    <a:pt x="35872" y="244921"/>
                  </a:lnTo>
                  <a:lnTo>
                    <a:pt x="39213" y="249026"/>
                  </a:lnTo>
                  <a:lnTo>
                    <a:pt x="42683" y="253022"/>
                  </a:lnTo>
                  <a:lnTo>
                    <a:pt x="46278" y="256907"/>
                  </a:lnTo>
                  <a:lnTo>
                    <a:pt x="49993" y="260676"/>
                  </a:lnTo>
                  <a:lnTo>
                    <a:pt x="53827" y="264326"/>
                  </a:lnTo>
                  <a:lnTo>
                    <a:pt x="57773" y="267852"/>
                  </a:lnTo>
                  <a:lnTo>
                    <a:pt x="61830" y="271252"/>
                  </a:lnTo>
                  <a:lnTo>
                    <a:pt x="65992" y="274522"/>
                  </a:lnTo>
                  <a:lnTo>
                    <a:pt x="70255" y="277658"/>
                  </a:lnTo>
                  <a:lnTo>
                    <a:pt x="74616" y="280658"/>
                  </a:lnTo>
                  <a:lnTo>
                    <a:pt x="79069" y="283518"/>
                  </a:lnTo>
                  <a:lnTo>
                    <a:pt x="83611" y="286235"/>
                  </a:lnTo>
                  <a:lnTo>
                    <a:pt x="88236" y="288808"/>
                  </a:lnTo>
                  <a:lnTo>
                    <a:pt x="92941" y="291233"/>
                  </a:lnTo>
                  <a:lnTo>
                    <a:pt x="97720" y="293507"/>
                  </a:lnTo>
                  <a:lnTo>
                    <a:pt x="102568" y="295630"/>
                  </a:lnTo>
                  <a:lnTo>
                    <a:pt x="107482" y="297597"/>
                  </a:lnTo>
                  <a:lnTo>
                    <a:pt x="112455" y="299409"/>
                  </a:lnTo>
                  <a:lnTo>
                    <a:pt x="117483" y="301061"/>
                  </a:lnTo>
                  <a:lnTo>
                    <a:pt x="122561" y="302554"/>
                  </a:lnTo>
                  <a:lnTo>
                    <a:pt x="127683" y="303886"/>
                  </a:lnTo>
                  <a:lnTo>
                    <a:pt x="132845" y="305054"/>
                  </a:lnTo>
                  <a:lnTo>
                    <a:pt x="138042" y="306059"/>
                  </a:lnTo>
                  <a:lnTo>
                    <a:pt x="143268" y="306898"/>
                  </a:lnTo>
                  <a:lnTo>
                    <a:pt x="148517" y="307572"/>
                  </a:lnTo>
                  <a:lnTo>
                    <a:pt x="153786" y="308079"/>
                  </a:lnTo>
                  <a:lnTo>
                    <a:pt x="159067" y="308419"/>
                  </a:lnTo>
                  <a:lnTo>
                    <a:pt x="164357" y="308592"/>
                  </a:lnTo>
                  <a:lnTo>
                    <a:pt x="169650" y="308597"/>
                  </a:lnTo>
                  <a:lnTo>
                    <a:pt x="174940" y="308434"/>
                  </a:lnTo>
                  <a:lnTo>
                    <a:pt x="180223" y="308105"/>
                  </a:lnTo>
                  <a:lnTo>
                    <a:pt x="185492" y="307608"/>
                  </a:lnTo>
                  <a:lnTo>
                    <a:pt x="190743" y="306944"/>
                  </a:lnTo>
                  <a:lnTo>
                    <a:pt x="195970" y="306115"/>
                  </a:lnTo>
                  <a:lnTo>
                    <a:pt x="201169" y="305121"/>
                  </a:lnTo>
                  <a:lnTo>
                    <a:pt x="206333" y="303962"/>
                  </a:lnTo>
                  <a:lnTo>
                    <a:pt x="211458" y="302641"/>
                  </a:lnTo>
                  <a:lnTo>
                    <a:pt x="216539" y="301158"/>
                  </a:lnTo>
                  <a:lnTo>
                    <a:pt x="221570" y="299515"/>
                  </a:lnTo>
                  <a:lnTo>
                    <a:pt x="226547" y="297713"/>
                  </a:lnTo>
                  <a:lnTo>
                    <a:pt x="231464" y="295755"/>
                  </a:lnTo>
                  <a:lnTo>
                    <a:pt x="236316" y="293642"/>
                  </a:lnTo>
                  <a:lnTo>
                    <a:pt x="241100" y="291377"/>
                  </a:lnTo>
                  <a:lnTo>
                    <a:pt x="245809" y="288961"/>
                  </a:lnTo>
                  <a:lnTo>
                    <a:pt x="250440" y="286398"/>
                  </a:lnTo>
                  <a:lnTo>
                    <a:pt x="254987" y="283689"/>
                  </a:lnTo>
                  <a:lnTo>
                    <a:pt x="259445" y="280838"/>
                  </a:lnTo>
                  <a:lnTo>
                    <a:pt x="263812" y="277846"/>
                  </a:lnTo>
                  <a:lnTo>
                    <a:pt x="268081" y="274719"/>
                  </a:lnTo>
                  <a:lnTo>
                    <a:pt x="272250" y="271457"/>
                  </a:lnTo>
                  <a:lnTo>
                    <a:pt x="276313" y="268065"/>
                  </a:lnTo>
                  <a:lnTo>
                    <a:pt x="280267" y="264547"/>
                  </a:lnTo>
                  <a:lnTo>
                    <a:pt x="284107" y="260904"/>
                  </a:lnTo>
                  <a:lnTo>
                    <a:pt x="287830" y="257143"/>
                  </a:lnTo>
                  <a:lnTo>
                    <a:pt x="291432" y="253265"/>
                  </a:lnTo>
                  <a:lnTo>
                    <a:pt x="294909" y="249275"/>
                  </a:lnTo>
                  <a:lnTo>
                    <a:pt x="298259" y="245177"/>
                  </a:lnTo>
                  <a:lnTo>
                    <a:pt x="301477" y="240975"/>
                  </a:lnTo>
                  <a:lnTo>
                    <a:pt x="304560" y="236673"/>
                  </a:lnTo>
                  <a:lnTo>
                    <a:pt x="307506" y="232276"/>
                  </a:lnTo>
                  <a:lnTo>
                    <a:pt x="310311" y="227788"/>
                  </a:lnTo>
                  <a:lnTo>
                    <a:pt x="312973" y="223213"/>
                  </a:lnTo>
                  <a:lnTo>
                    <a:pt x="315488" y="218556"/>
                  </a:lnTo>
                  <a:lnTo>
                    <a:pt x="317855" y="213822"/>
                  </a:lnTo>
                  <a:lnTo>
                    <a:pt x="320070" y="209015"/>
                  </a:lnTo>
                  <a:lnTo>
                    <a:pt x="322133" y="204141"/>
                  </a:lnTo>
                  <a:lnTo>
                    <a:pt x="324040" y="199204"/>
                  </a:lnTo>
                  <a:lnTo>
                    <a:pt x="325789" y="194209"/>
                  </a:lnTo>
                  <a:lnTo>
                    <a:pt x="327380" y="189161"/>
                  </a:lnTo>
                  <a:lnTo>
                    <a:pt x="328810" y="184065"/>
                  </a:lnTo>
                  <a:lnTo>
                    <a:pt x="330078" y="178926"/>
                  </a:lnTo>
                  <a:lnTo>
                    <a:pt x="331183" y="173750"/>
                  </a:lnTo>
                  <a:lnTo>
                    <a:pt x="332124" y="168542"/>
                  </a:lnTo>
                  <a:lnTo>
                    <a:pt x="332899" y="163306"/>
                  </a:lnTo>
                  <a:lnTo>
                    <a:pt x="333508" y="158048"/>
                  </a:lnTo>
                  <a:lnTo>
                    <a:pt x="333950" y="152774"/>
                  </a:lnTo>
                  <a:lnTo>
                    <a:pt x="334225" y="147489"/>
                  </a:lnTo>
                  <a:lnTo>
                    <a:pt x="334332" y="142197"/>
                  </a:lnTo>
                  <a:lnTo>
                    <a:pt x="334272" y="136905"/>
                  </a:lnTo>
                  <a:lnTo>
                    <a:pt x="334045" y="131617"/>
                  </a:lnTo>
                  <a:lnTo>
                    <a:pt x="333650" y="126339"/>
                  </a:lnTo>
                  <a:lnTo>
                    <a:pt x="333088" y="121076"/>
                  </a:lnTo>
                  <a:lnTo>
                    <a:pt x="332360" y="115834"/>
                  </a:lnTo>
                  <a:lnTo>
                    <a:pt x="331466" y="110617"/>
                  </a:lnTo>
                  <a:lnTo>
                    <a:pt x="330408" y="105431"/>
                  </a:lnTo>
                  <a:lnTo>
                    <a:pt x="329186" y="100282"/>
                  </a:lnTo>
                  <a:lnTo>
                    <a:pt x="327801" y="95173"/>
                  </a:lnTo>
                  <a:lnTo>
                    <a:pt x="326256" y="90111"/>
                  </a:lnTo>
                  <a:lnTo>
                    <a:pt x="324551" y="85100"/>
                  </a:lnTo>
                  <a:lnTo>
                    <a:pt x="322688" y="80146"/>
                  </a:lnTo>
                  <a:lnTo>
                    <a:pt x="320670" y="75254"/>
                  </a:lnTo>
                  <a:lnTo>
                    <a:pt x="318497" y="70427"/>
                  </a:lnTo>
                  <a:lnTo>
                    <a:pt x="316173" y="65672"/>
                  </a:lnTo>
                  <a:lnTo>
                    <a:pt x="313700" y="60993"/>
                  </a:lnTo>
                  <a:lnTo>
                    <a:pt x="311079" y="56395"/>
                  </a:lnTo>
                  <a:lnTo>
                    <a:pt x="308315" y="51881"/>
                  </a:lnTo>
                  <a:lnTo>
                    <a:pt x="305408" y="47458"/>
                  </a:lnTo>
                  <a:lnTo>
                    <a:pt x="302364" y="43129"/>
                  </a:lnTo>
                  <a:lnTo>
                    <a:pt x="299184" y="38898"/>
                  </a:lnTo>
                  <a:lnTo>
                    <a:pt x="295871" y="34770"/>
                  </a:lnTo>
                  <a:lnTo>
                    <a:pt x="292429" y="30749"/>
                  </a:lnTo>
                  <a:lnTo>
                    <a:pt x="288862" y="26839"/>
                  </a:lnTo>
                  <a:lnTo>
                    <a:pt x="285173" y="23044"/>
                  </a:lnTo>
                  <a:lnTo>
                    <a:pt x="281365" y="19368"/>
                  </a:lnTo>
                  <a:lnTo>
                    <a:pt x="277444" y="15814"/>
                  </a:lnTo>
                  <a:lnTo>
                    <a:pt x="273411" y="12386"/>
                  </a:lnTo>
                  <a:lnTo>
                    <a:pt x="269272" y="9087"/>
                  </a:lnTo>
                  <a:lnTo>
                    <a:pt x="265031" y="5921"/>
                  </a:lnTo>
                  <a:lnTo>
                    <a:pt x="260691" y="2891"/>
                  </a:lnTo>
                  <a:lnTo>
                    <a:pt x="256258" y="0"/>
                  </a:lnTo>
                  <a:lnTo>
                    <a:pt x="167166" y="1414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923495" y="2655501"/>
              <a:ext cx="89091" cy="167167"/>
            </a:xfrm>
            <a:custGeom>
              <a:avLst/>
              <a:pathLst>
                <a:path w="89091" h="167167">
                  <a:moveTo>
                    <a:pt x="89091" y="25719"/>
                  </a:moveTo>
                  <a:lnTo>
                    <a:pt x="84068" y="22677"/>
                  </a:lnTo>
                  <a:lnTo>
                    <a:pt x="78941" y="19813"/>
                  </a:lnTo>
                  <a:lnTo>
                    <a:pt x="73717" y="17131"/>
                  </a:lnTo>
                  <a:lnTo>
                    <a:pt x="68402" y="14635"/>
                  </a:lnTo>
                  <a:lnTo>
                    <a:pt x="63002" y="12326"/>
                  </a:lnTo>
                  <a:lnTo>
                    <a:pt x="57525" y="10209"/>
                  </a:lnTo>
                  <a:lnTo>
                    <a:pt x="51977" y="8286"/>
                  </a:lnTo>
                  <a:lnTo>
                    <a:pt x="46364" y="6558"/>
                  </a:lnTo>
                  <a:lnTo>
                    <a:pt x="40695" y="5029"/>
                  </a:lnTo>
                  <a:lnTo>
                    <a:pt x="34975" y="3699"/>
                  </a:lnTo>
                  <a:lnTo>
                    <a:pt x="29212" y="2572"/>
                  </a:lnTo>
                  <a:lnTo>
                    <a:pt x="23413" y="1647"/>
                  </a:lnTo>
                  <a:lnTo>
                    <a:pt x="17585" y="927"/>
                  </a:lnTo>
                  <a:lnTo>
                    <a:pt x="11735" y="412"/>
                  </a:lnTo>
                  <a:lnTo>
                    <a:pt x="5871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699229" y="2168369"/>
              <a:ext cx="46663" cy="167167"/>
            </a:xfrm>
            <a:custGeom>
              <a:avLst/>
              <a:pathLst>
                <a:path w="46663" h="167167">
                  <a:moveTo>
                    <a:pt x="46663" y="0"/>
                  </a:moveTo>
                  <a:lnTo>
                    <a:pt x="40752" y="104"/>
                  </a:lnTo>
                  <a:lnTo>
                    <a:pt x="34850" y="417"/>
                  </a:lnTo>
                  <a:lnTo>
                    <a:pt x="28962" y="939"/>
                  </a:lnTo>
                  <a:lnTo>
                    <a:pt x="23096" y="1669"/>
                  </a:lnTo>
                  <a:lnTo>
                    <a:pt x="17259" y="2606"/>
                  </a:lnTo>
                  <a:lnTo>
                    <a:pt x="11460" y="3748"/>
                  </a:lnTo>
                  <a:lnTo>
                    <a:pt x="5704" y="5095"/>
                  </a:lnTo>
                  <a:lnTo>
                    <a:pt x="0" y="6644"/>
                  </a:lnTo>
                  <a:lnTo>
                    <a:pt x="4666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699229" y="2175013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699229" y="2175013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699229" y="2175013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699229" y="2175013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699229" y="2175013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699229" y="2175013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699229" y="2175013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699229" y="2175013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699229" y="2175013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699229" y="2175013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699229" y="2175013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699229" y="2175013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699229" y="2175013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699229" y="2175013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699229" y="2175013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699229" y="2175013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699229" y="2175013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699229" y="2175013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699229" y="2175013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699229" y="2175013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699229" y="2175013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699229" y="2175013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699229" y="2175013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699229" y="2175013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578744" y="2175013"/>
              <a:ext cx="262793" cy="327688"/>
            </a:xfrm>
            <a:custGeom>
              <a:avLst/>
              <a:pathLst>
                <a:path w="262793" h="327688">
                  <a:moveTo>
                    <a:pt x="120484" y="0"/>
                  </a:moveTo>
                  <a:lnTo>
                    <a:pt x="115402" y="1565"/>
                  </a:lnTo>
                  <a:lnTo>
                    <a:pt x="110372" y="3292"/>
                  </a:lnTo>
                  <a:lnTo>
                    <a:pt x="105399" y="5177"/>
                  </a:lnTo>
                  <a:lnTo>
                    <a:pt x="100489" y="7220"/>
                  </a:lnTo>
                  <a:lnTo>
                    <a:pt x="95646" y="9418"/>
                  </a:lnTo>
                  <a:lnTo>
                    <a:pt x="90876" y="11769"/>
                  </a:lnTo>
                  <a:lnTo>
                    <a:pt x="86182" y="14270"/>
                  </a:lnTo>
                  <a:lnTo>
                    <a:pt x="81571" y="16920"/>
                  </a:lnTo>
                  <a:lnTo>
                    <a:pt x="77047" y="19714"/>
                  </a:lnTo>
                  <a:lnTo>
                    <a:pt x="72613" y="22652"/>
                  </a:lnTo>
                  <a:lnTo>
                    <a:pt x="68275" y="25729"/>
                  </a:lnTo>
                  <a:lnTo>
                    <a:pt x="64038" y="28942"/>
                  </a:lnTo>
                  <a:lnTo>
                    <a:pt x="59904" y="32288"/>
                  </a:lnTo>
                  <a:lnTo>
                    <a:pt x="55880" y="35765"/>
                  </a:lnTo>
                  <a:lnTo>
                    <a:pt x="51967" y="39367"/>
                  </a:lnTo>
                  <a:lnTo>
                    <a:pt x="48172" y="43092"/>
                  </a:lnTo>
                  <a:lnTo>
                    <a:pt x="44497" y="46936"/>
                  </a:lnTo>
                  <a:lnTo>
                    <a:pt x="40946" y="50895"/>
                  </a:lnTo>
                  <a:lnTo>
                    <a:pt x="37522" y="54965"/>
                  </a:lnTo>
                  <a:lnTo>
                    <a:pt x="34230" y="59142"/>
                  </a:lnTo>
                  <a:lnTo>
                    <a:pt x="31073" y="63421"/>
                  </a:lnTo>
                  <a:lnTo>
                    <a:pt x="28053" y="67799"/>
                  </a:lnTo>
                  <a:lnTo>
                    <a:pt x="25174" y="72270"/>
                  </a:lnTo>
                  <a:lnTo>
                    <a:pt x="22438" y="76831"/>
                  </a:lnTo>
                  <a:lnTo>
                    <a:pt x="19849" y="81476"/>
                  </a:lnTo>
                  <a:lnTo>
                    <a:pt x="17409" y="86202"/>
                  </a:lnTo>
                  <a:lnTo>
                    <a:pt x="15121" y="91003"/>
                  </a:lnTo>
                  <a:lnTo>
                    <a:pt x="12987" y="95874"/>
                  </a:lnTo>
                  <a:lnTo>
                    <a:pt x="11008" y="100810"/>
                  </a:lnTo>
                  <a:lnTo>
                    <a:pt x="9188" y="105807"/>
                  </a:lnTo>
                  <a:lnTo>
                    <a:pt x="7527" y="110859"/>
                  </a:lnTo>
                  <a:lnTo>
                    <a:pt x="6028" y="115962"/>
                  </a:lnTo>
                  <a:lnTo>
                    <a:pt x="4692" y="121110"/>
                  </a:lnTo>
                  <a:lnTo>
                    <a:pt x="3521" y="126297"/>
                  </a:lnTo>
                  <a:lnTo>
                    <a:pt x="2515" y="131519"/>
                  </a:lnTo>
                  <a:lnTo>
                    <a:pt x="1676" y="136771"/>
                  </a:lnTo>
                  <a:lnTo>
                    <a:pt x="1004" y="142047"/>
                  </a:lnTo>
                  <a:lnTo>
                    <a:pt x="500" y="147341"/>
                  </a:lnTo>
                  <a:lnTo>
                    <a:pt x="165" y="152649"/>
                  </a:lnTo>
                  <a:lnTo>
                    <a:pt x="0" y="157964"/>
                  </a:lnTo>
                  <a:lnTo>
                    <a:pt x="3" y="163282"/>
                  </a:lnTo>
                  <a:lnTo>
                    <a:pt x="175" y="168598"/>
                  </a:lnTo>
                  <a:lnTo>
                    <a:pt x="516" y="173905"/>
                  </a:lnTo>
                  <a:lnTo>
                    <a:pt x="1027" y="179199"/>
                  </a:lnTo>
                  <a:lnTo>
                    <a:pt x="1705" y="184473"/>
                  </a:lnTo>
                  <a:lnTo>
                    <a:pt x="2550" y="189724"/>
                  </a:lnTo>
                  <a:lnTo>
                    <a:pt x="3562" y="194945"/>
                  </a:lnTo>
                  <a:lnTo>
                    <a:pt x="4740" y="200131"/>
                  </a:lnTo>
                  <a:lnTo>
                    <a:pt x="6082" y="205277"/>
                  </a:lnTo>
                  <a:lnTo>
                    <a:pt x="7587" y="210378"/>
                  </a:lnTo>
                  <a:lnTo>
                    <a:pt x="9254" y="215428"/>
                  </a:lnTo>
                  <a:lnTo>
                    <a:pt x="11081" y="220423"/>
                  </a:lnTo>
                  <a:lnTo>
                    <a:pt x="13065" y="225357"/>
                  </a:lnTo>
                  <a:lnTo>
                    <a:pt x="15205" y="230225"/>
                  </a:lnTo>
                  <a:lnTo>
                    <a:pt x="17499" y="235023"/>
                  </a:lnTo>
                  <a:lnTo>
                    <a:pt x="19945" y="239746"/>
                  </a:lnTo>
                  <a:lnTo>
                    <a:pt x="22540" y="244388"/>
                  </a:lnTo>
                  <a:lnTo>
                    <a:pt x="25280" y="248946"/>
                  </a:lnTo>
                  <a:lnTo>
                    <a:pt x="28165" y="253414"/>
                  </a:lnTo>
                  <a:lnTo>
                    <a:pt x="31190" y="257788"/>
                  </a:lnTo>
                  <a:lnTo>
                    <a:pt x="34353" y="262063"/>
                  </a:lnTo>
                  <a:lnTo>
                    <a:pt x="37650" y="266236"/>
                  </a:lnTo>
                  <a:lnTo>
                    <a:pt x="41078" y="270302"/>
                  </a:lnTo>
                  <a:lnTo>
                    <a:pt x="44634" y="274256"/>
                  </a:lnTo>
                  <a:lnTo>
                    <a:pt x="48314" y="278096"/>
                  </a:lnTo>
                  <a:lnTo>
                    <a:pt x="52114" y="281816"/>
                  </a:lnTo>
                  <a:lnTo>
                    <a:pt x="56031" y="285414"/>
                  </a:lnTo>
                  <a:lnTo>
                    <a:pt x="60060" y="288885"/>
                  </a:lnTo>
                  <a:lnTo>
                    <a:pt x="64197" y="292227"/>
                  </a:lnTo>
                  <a:lnTo>
                    <a:pt x="68439" y="295435"/>
                  </a:lnTo>
                  <a:lnTo>
                    <a:pt x="72780" y="298507"/>
                  </a:lnTo>
                  <a:lnTo>
                    <a:pt x="77217" y="301439"/>
                  </a:lnTo>
                  <a:lnTo>
                    <a:pt x="81745" y="304228"/>
                  </a:lnTo>
                  <a:lnTo>
                    <a:pt x="86359" y="306872"/>
                  </a:lnTo>
                  <a:lnTo>
                    <a:pt x="91056" y="309368"/>
                  </a:lnTo>
                  <a:lnTo>
                    <a:pt x="95829" y="311713"/>
                  </a:lnTo>
                  <a:lnTo>
                    <a:pt x="100674" y="313905"/>
                  </a:lnTo>
                  <a:lnTo>
                    <a:pt x="105587" y="315942"/>
                  </a:lnTo>
                  <a:lnTo>
                    <a:pt x="110562" y="317821"/>
                  </a:lnTo>
                  <a:lnTo>
                    <a:pt x="115594" y="319542"/>
                  </a:lnTo>
                  <a:lnTo>
                    <a:pt x="120679" y="321101"/>
                  </a:lnTo>
                  <a:lnTo>
                    <a:pt x="125810" y="322498"/>
                  </a:lnTo>
                  <a:lnTo>
                    <a:pt x="130983" y="323731"/>
                  </a:lnTo>
                  <a:lnTo>
                    <a:pt x="136193" y="324799"/>
                  </a:lnTo>
                  <a:lnTo>
                    <a:pt x="141434" y="325700"/>
                  </a:lnTo>
                  <a:lnTo>
                    <a:pt x="146702" y="326435"/>
                  </a:lnTo>
                  <a:lnTo>
                    <a:pt x="151990" y="327001"/>
                  </a:lnTo>
                  <a:lnTo>
                    <a:pt x="157293" y="327399"/>
                  </a:lnTo>
                  <a:lnTo>
                    <a:pt x="162606" y="327628"/>
                  </a:lnTo>
                  <a:lnTo>
                    <a:pt x="167924" y="327688"/>
                  </a:lnTo>
                  <a:lnTo>
                    <a:pt x="173241" y="327578"/>
                  </a:lnTo>
                  <a:lnTo>
                    <a:pt x="178552" y="327300"/>
                  </a:lnTo>
                  <a:lnTo>
                    <a:pt x="183851" y="326853"/>
                  </a:lnTo>
                  <a:lnTo>
                    <a:pt x="189134" y="326237"/>
                  </a:lnTo>
                  <a:lnTo>
                    <a:pt x="194394" y="325454"/>
                  </a:lnTo>
                  <a:lnTo>
                    <a:pt x="199627" y="324504"/>
                  </a:lnTo>
                  <a:lnTo>
                    <a:pt x="204826" y="323388"/>
                  </a:lnTo>
                  <a:lnTo>
                    <a:pt x="209988" y="322107"/>
                  </a:lnTo>
                  <a:lnTo>
                    <a:pt x="215106" y="320662"/>
                  </a:lnTo>
                  <a:lnTo>
                    <a:pt x="220176" y="319056"/>
                  </a:lnTo>
                  <a:lnTo>
                    <a:pt x="225192" y="317289"/>
                  </a:lnTo>
                  <a:lnTo>
                    <a:pt x="230149" y="315363"/>
                  </a:lnTo>
                  <a:lnTo>
                    <a:pt x="235043" y="313281"/>
                  </a:lnTo>
                  <a:lnTo>
                    <a:pt x="239868" y="311044"/>
                  </a:lnTo>
                  <a:lnTo>
                    <a:pt x="244619" y="308654"/>
                  </a:lnTo>
                  <a:lnTo>
                    <a:pt x="249292" y="306115"/>
                  </a:lnTo>
                  <a:lnTo>
                    <a:pt x="253881" y="303428"/>
                  </a:lnTo>
                  <a:lnTo>
                    <a:pt x="258383" y="300597"/>
                  </a:lnTo>
                  <a:lnTo>
                    <a:pt x="262793" y="297624"/>
                  </a:lnTo>
                  <a:lnTo>
                    <a:pt x="167147" y="1605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745892" y="2168369"/>
              <a:ext cx="167167" cy="304269"/>
            </a:xfrm>
            <a:custGeom>
              <a:avLst/>
              <a:pathLst>
                <a:path w="167167" h="304269">
                  <a:moveTo>
                    <a:pt x="95645" y="304269"/>
                  </a:moveTo>
                  <a:lnTo>
                    <a:pt x="99990" y="301133"/>
                  </a:lnTo>
                  <a:lnTo>
                    <a:pt x="104232" y="297859"/>
                  </a:lnTo>
                  <a:lnTo>
                    <a:pt x="108368" y="294451"/>
                  </a:lnTo>
                  <a:lnTo>
                    <a:pt x="112392" y="290913"/>
                  </a:lnTo>
                  <a:lnTo>
                    <a:pt x="116300" y="287247"/>
                  </a:lnTo>
                  <a:lnTo>
                    <a:pt x="120089" y="283458"/>
                  </a:lnTo>
                  <a:lnTo>
                    <a:pt x="123754" y="279549"/>
                  </a:lnTo>
                  <a:lnTo>
                    <a:pt x="127293" y="275525"/>
                  </a:lnTo>
                  <a:lnTo>
                    <a:pt x="130700" y="271389"/>
                  </a:lnTo>
                  <a:lnTo>
                    <a:pt x="133974" y="267146"/>
                  </a:lnTo>
                  <a:lnTo>
                    <a:pt x="137109" y="262801"/>
                  </a:lnTo>
                  <a:lnTo>
                    <a:pt x="140104" y="258357"/>
                  </a:lnTo>
                  <a:lnTo>
                    <a:pt x="142955" y="253820"/>
                  </a:lnTo>
                  <a:lnTo>
                    <a:pt x="145659" y="249194"/>
                  </a:lnTo>
                  <a:lnTo>
                    <a:pt x="148213" y="244483"/>
                  </a:lnTo>
                  <a:lnTo>
                    <a:pt x="150615" y="239693"/>
                  </a:lnTo>
                  <a:lnTo>
                    <a:pt x="152862" y="234828"/>
                  </a:lnTo>
                  <a:lnTo>
                    <a:pt x="154952" y="229894"/>
                  </a:lnTo>
                  <a:lnTo>
                    <a:pt x="156883" y="224895"/>
                  </a:lnTo>
                  <a:lnTo>
                    <a:pt x="158652" y="219838"/>
                  </a:lnTo>
                  <a:lnTo>
                    <a:pt x="160259" y="214725"/>
                  </a:lnTo>
                  <a:lnTo>
                    <a:pt x="161701" y="209565"/>
                  </a:lnTo>
                  <a:lnTo>
                    <a:pt x="162977" y="204360"/>
                  </a:lnTo>
                  <a:lnTo>
                    <a:pt x="164085" y="199117"/>
                  </a:lnTo>
                  <a:lnTo>
                    <a:pt x="165025" y="193842"/>
                  </a:lnTo>
                  <a:lnTo>
                    <a:pt x="165795" y="188539"/>
                  </a:lnTo>
                  <a:lnTo>
                    <a:pt x="166395" y="183214"/>
                  </a:lnTo>
                  <a:lnTo>
                    <a:pt x="166824" y="177873"/>
                  </a:lnTo>
                  <a:lnTo>
                    <a:pt x="167081" y="172520"/>
                  </a:lnTo>
                  <a:lnTo>
                    <a:pt x="167167" y="167162"/>
                  </a:lnTo>
                  <a:lnTo>
                    <a:pt x="167081" y="161804"/>
                  </a:lnTo>
                  <a:lnTo>
                    <a:pt x="166823" y="156452"/>
                  </a:lnTo>
                  <a:lnTo>
                    <a:pt x="166394" y="151111"/>
                  </a:lnTo>
                  <a:lnTo>
                    <a:pt x="165794" y="145786"/>
                  </a:lnTo>
                  <a:lnTo>
                    <a:pt x="165023" y="140483"/>
                  </a:lnTo>
                  <a:lnTo>
                    <a:pt x="164083" y="135207"/>
                  </a:lnTo>
                  <a:lnTo>
                    <a:pt x="162975" y="129965"/>
                  </a:lnTo>
                  <a:lnTo>
                    <a:pt x="161699" y="124760"/>
                  </a:lnTo>
                  <a:lnTo>
                    <a:pt x="160256" y="119600"/>
                  </a:lnTo>
                  <a:lnTo>
                    <a:pt x="158650" y="114488"/>
                  </a:lnTo>
                  <a:lnTo>
                    <a:pt x="156880" y="109430"/>
                  </a:lnTo>
                  <a:lnTo>
                    <a:pt x="154949" y="104431"/>
                  </a:lnTo>
                  <a:lnTo>
                    <a:pt x="152858" y="99497"/>
                  </a:lnTo>
                  <a:lnTo>
                    <a:pt x="150611" y="94633"/>
                  </a:lnTo>
                  <a:lnTo>
                    <a:pt x="148209" y="89843"/>
                  </a:lnTo>
                  <a:lnTo>
                    <a:pt x="145654" y="85132"/>
                  </a:lnTo>
                  <a:lnTo>
                    <a:pt x="142950" y="80506"/>
                  </a:lnTo>
                  <a:lnTo>
                    <a:pt x="140099" y="75969"/>
                  </a:lnTo>
                  <a:lnTo>
                    <a:pt x="137104" y="71525"/>
                  </a:lnTo>
                  <a:lnTo>
                    <a:pt x="133968" y="67180"/>
                  </a:lnTo>
                  <a:lnTo>
                    <a:pt x="130695" y="62938"/>
                  </a:lnTo>
                  <a:lnTo>
                    <a:pt x="127287" y="58802"/>
                  </a:lnTo>
                  <a:lnTo>
                    <a:pt x="123748" y="54778"/>
                  </a:lnTo>
                  <a:lnTo>
                    <a:pt x="120082" y="50870"/>
                  </a:lnTo>
                  <a:lnTo>
                    <a:pt x="116293" y="47081"/>
                  </a:lnTo>
                  <a:lnTo>
                    <a:pt x="112385" y="43415"/>
                  </a:lnTo>
                  <a:lnTo>
                    <a:pt x="108361" y="39877"/>
                  </a:lnTo>
                  <a:lnTo>
                    <a:pt x="104225" y="36469"/>
                  </a:lnTo>
                  <a:lnTo>
                    <a:pt x="99983" y="33196"/>
                  </a:lnTo>
                  <a:lnTo>
                    <a:pt x="95637" y="30060"/>
                  </a:lnTo>
                  <a:lnTo>
                    <a:pt x="91194" y="27065"/>
                  </a:lnTo>
                  <a:lnTo>
                    <a:pt x="86656" y="24214"/>
                  </a:lnTo>
                  <a:lnTo>
                    <a:pt x="82030" y="21510"/>
                  </a:lnTo>
                  <a:lnTo>
                    <a:pt x="77320" y="18956"/>
                  </a:lnTo>
                  <a:lnTo>
                    <a:pt x="72530" y="16554"/>
                  </a:lnTo>
                  <a:lnTo>
                    <a:pt x="67665" y="14306"/>
                  </a:lnTo>
                  <a:lnTo>
                    <a:pt x="62731" y="12216"/>
                  </a:lnTo>
                  <a:lnTo>
                    <a:pt x="57732" y="10285"/>
                  </a:lnTo>
                  <a:lnTo>
                    <a:pt x="52674" y="8515"/>
                  </a:lnTo>
                  <a:lnTo>
                    <a:pt x="47562" y="6909"/>
                  </a:lnTo>
                  <a:lnTo>
                    <a:pt x="42402" y="5467"/>
                  </a:lnTo>
                  <a:lnTo>
                    <a:pt x="37197" y="4191"/>
                  </a:lnTo>
                  <a:lnTo>
                    <a:pt x="31954" y="3082"/>
                  </a:lnTo>
                  <a:lnTo>
                    <a:pt x="26679" y="2142"/>
                  </a:lnTo>
                  <a:lnTo>
                    <a:pt x="21376" y="1372"/>
                  </a:lnTo>
                  <a:lnTo>
                    <a:pt x="16051" y="772"/>
                  </a:lnTo>
                  <a:lnTo>
                    <a:pt x="10710" y="343"/>
                  </a:lnTo>
                  <a:lnTo>
                    <a:pt x="5357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411405" y="1735255"/>
              <a:ext cx="49141" cy="167167"/>
            </a:xfrm>
            <a:custGeom>
              <a:avLst/>
              <a:pathLst>
                <a:path w="49141" h="167167">
                  <a:moveTo>
                    <a:pt x="49141" y="0"/>
                  </a:moveTo>
                  <a:lnTo>
                    <a:pt x="42908" y="116"/>
                  </a:lnTo>
                  <a:lnTo>
                    <a:pt x="36683" y="464"/>
                  </a:lnTo>
                  <a:lnTo>
                    <a:pt x="30476" y="1045"/>
                  </a:lnTo>
                  <a:lnTo>
                    <a:pt x="24294" y="1856"/>
                  </a:lnTo>
                  <a:lnTo>
                    <a:pt x="18147" y="2898"/>
                  </a:lnTo>
                  <a:lnTo>
                    <a:pt x="12044" y="4168"/>
                  </a:lnTo>
                  <a:lnTo>
                    <a:pt x="5992" y="5664"/>
                  </a:lnTo>
                  <a:lnTo>
                    <a:pt x="0" y="7386"/>
                  </a:lnTo>
                  <a:lnTo>
                    <a:pt x="4914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411405" y="1742641"/>
              <a:ext cx="49141" cy="159781"/>
            </a:xfrm>
            <a:custGeom>
              <a:avLst/>
              <a:pathLst>
                <a:path w="49141" h="159781">
                  <a:moveTo>
                    <a:pt x="0" y="0"/>
                  </a:moveTo>
                  <a:lnTo>
                    <a:pt x="49141" y="15978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411405" y="1742641"/>
              <a:ext cx="49141" cy="159781"/>
            </a:xfrm>
            <a:custGeom>
              <a:avLst/>
              <a:pathLst>
                <a:path w="49141" h="159781">
                  <a:moveTo>
                    <a:pt x="0" y="0"/>
                  </a:moveTo>
                  <a:lnTo>
                    <a:pt x="49141" y="15978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411405" y="1742641"/>
              <a:ext cx="49141" cy="159781"/>
            </a:xfrm>
            <a:custGeom>
              <a:avLst/>
              <a:pathLst>
                <a:path w="49141" h="159781">
                  <a:moveTo>
                    <a:pt x="0" y="0"/>
                  </a:moveTo>
                  <a:lnTo>
                    <a:pt x="49141" y="15978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411405" y="1742641"/>
              <a:ext cx="49141" cy="159781"/>
            </a:xfrm>
            <a:custGeom>
              <a:avLst/>
              <a:pathLst>
                <a:path w="49141" h="159781">
                  <a:moveTo>
                    <a:pt x="0" y="0"/>
                  </a:moveTo>
                  <a:lnTo>
                    <a:pt x="49141" y="15978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411405" y="1742641"/>
              <a:ext cx="49141" cy="159781"/>
            </a:xfrm>
            <a:custGeom>
              <a:avLst/>
              <a:pathLst>
                <a:path w="49141" h="159781">
                  <a:moveTo>
                    <a:pt x="0" y="0"/>
                  </a:moveTo>
                  <a:lnTo>
                    <a:pt x="49141" y="15978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411405" y="1742641"/>
              <a:ext cx="49141" cy="159781"/>
            </a:xfrm>
            <a:custGeom>
              <a:avLst/>
              <a:pathLst>
                <a:path w="49141" h="159781">
                  <a:moveTo>
                    <a:pt x="0" y="0"/>
                  </a:moveTo>
                  <a:lnTo>
                    <a:pt x="49141" y="15978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411405" y="1742641"/>
              <a:ext cx="49141" cy="159781"/>
            </a:xfrm>
            <a:custGeom>
              <a:avLst/>
              <a:pathLst>
                <a:path w="49141" h="159781">
                  <a:moveTo>
                    <a:pt x="0" y="0"/>
                  </a:moveTo>
                  <a:lnTo>
                    <a:pt x="49141" y="15978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411405" y="1742641"/>
              <a:ext cx="49141" cy="159781"/>
            </a:xfrm>
            <a:custGeom>
              <a:avLst/>
              <a:pathLst>
                <a:path w="49141" h="159781">
                  <a:moveTo>
                    <a:pt x="0" y="0"/>
                  </a:moveTo>
                  <a:lnTo>
                    <a:pt x="49141" y="15978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411405" y="1742641"/>
              <a:ext cx="49141" cy="159781"/>
            </a:xfrm>
            <a:custGeom>
              <a:avLst/>
              <a:pathLst>
                <a:path w="49141" h="159781">
                  <a:moveTo>
                    <a:pt x="0" y="0"/>
                  </a:moveTo>
                  <a:lnTo>
                    <a:pt x="49141" y="15978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411405" y="1742641"/>
              <a:ext cx="49141" cy="159781"/>
            </a:xfrm>
            <a:custGeom>
              <a:avLst/>
              <a:pathLst>
                <a:path w="49141" h="159781">
                  <a:moveTo>
                    <a:pt x="0" y="0"/>
                  </a:moveTo>
                  <a:lnTo>
                    <a:pt x="49141" y="1597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411405" y="1742641"/>
              <a:ext cx="49141" cy="159781"/>
            </a:xfrm>
            <a:custGeom>
              <a:avLst/>
              <a:pathLst>
                <a:path w="49141" h="159781">
                  <a:moveTo>
                    <a:pt x="0" y="0"/>
                  </a:moveTo>
                  <a:lnTo>
                    <a:pt x="49141" y="1597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411405" y="1742641"/>
              <a:ext cx="49141" cy="159781"/>
            </a:xfrm>
            <a:custGeom>
              <a:avLst/>
              <a:pathLst>
                <a:path w="49141" h="159781">
                  <a:moveTo>
                    <a:pt x="0" y="0"/>
                  </a:moveTo>
                  <a:lnTo>
                    <a:pt x="49141" y="1597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411405" y="1742641"/>
              <a:ext cx="49141" cy="159781"/>
            </a:xfrm>
            <a:custGeom>
              <a:avLst/>
              <a:pathLst>
                <a:path w="49141" h="159781">
                  <a:moveTo>
                    <a:pt x="0" y="0"/>
                  </a:moveTo>
                  <a:lnTo>
                    <a:pt x="49141" y="1597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411405" y="1742641"/>
              <a:ext cx="49141" cy="159781"/>
            </a:xfrm>
            <a:custGeom>
              <a:avLst/>
              <a:pathLst>
                <a:path w="49141" h="159781">
                  <a:moveTo>
                    <a:pt x="0" y="0"/>
                  </a:moveTo>
                  <a:lnTo>
                    <a:pt x="49141" y="15978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411405" y="1742641"/>
              <a:ext cx="49141" cy="159781"/>
            </a:xfrm>
            <a:custGeom>
              <a:avLst/>
              <a:pathLst>
                <a:path w="49141" h="159781">
                  <a:moveTo>
                    <a:pt x="0" y="0"/>
                  </a:moveTo>
                  <a:lnTo>
                    <a:pt x="49141" y="1597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411405" y="1742641"/>
              <a:ext cx="49141" cy="159781"/>
            </a:xfrm>
            <a:custGeom>
              <a:avLst/>
              <a:pathLst>
                <a:path w="49141" h="159781">
                  <a:moveTo>
                    <a:pt x="0" y="0"/>
                  </a:moveTo>
                  <a:lnTo>
                    <a:pt x="49141" y="1597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411405" y="1742641"/>
              <a:ext cx="49141" cy="159781"/>
            </a:xfrm>
            <a:custGeom>
              <a:avLst/>
              <a:pathLst>
                <a:path w="49141" h="159781">
                  <a:moveTo>
                    <a:pt x="0" y="0"/>
                  </a:moveTo>
                  <a:lnTo>
                    <a:pt x="49141" y="15978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411405" y="1742641"/>
              <a:ext cx="49141" cy="159781"/>
            </a:xfrm>
            <a:custGeom>
              <a:avLst/>
              <a:pathLst>
                <a:path w="49141" h="159781">
                  <a:moveTo>
                    <a:pt x="0" y="0"/>
                  </a:moveTo>
                  <a:lnTo>
                    <a:pt x="49141" y="1597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411405" y="1742641"/>
              <a:ext cx="49141" cy="159781"/>
            </a:xfrm>
            <a:custGeom>
              <a:avLst/>
              <a:pathLst>
                <a:path w="49141" h="159781">
                  <a:moveTo>
                    <a:pt x="0" y="0"/>
                  </a:moveTo>
                  <a:lnTo>
                    <a:pt x="49141" y="1597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411405" y="1742641"/>
              <a:ext cx="49141" cy="159781"/>
            </a:xfrm>
            <a:custGeom>
              <a:avLst/>
              <a:pathLst>
                <a:path w="49141" h="159781">
                  <a:moveTo>
                    <a:pt x="0" y="0"/>
                  </a:moveTo>
                  <a:lnTo>
                    <a:pt x="49141" y="1597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411405" y="1742641"/>
              <a:ext cx="49141" cy="159781"/>
            </a:xfrm>
            <a:custGeom>
              <a:avLst/>
              <a:pathLst>
                <a:path w="49141" h="159781">
                  <a:moveTo>
                    <a:pt x="0" y="0"/>
                  </a:moveTo>
                  <a:lnTo>
                    <a:pt x="49141" y="1597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411405" y="1742641"/>
              <a:ext cx="49141" cy="159781"/>
            </a:xfrm>
            <a:custGeom>
              <a:avLst/>
              <a:pathLst>
                <a:path w="49141" h="159781">
                  <a:moveTo>
                    <a:pt x="0" y="0"/>
                  </a:moveTo>
                  <a:lnTo>
                    <a:pt x="49141" y="15978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411405" y="1742641"/>
              <a:ext cx="49141" cy="159781"/>
            </a:xfrm>
            <a:custGeom>
              <a:avLst/>
              <a:pathLst>
                <a:path w="49141" h="159781">
                  <a:moveTo>
                    <a:pt x="0" y="0"/>
                  </a:moveTo>
                  <a:lnTo>
                    <a:pt x="49141" y="15978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6293381" y="1742641"/>
              <a:ext cx="334325" cy="326942"/>
            </a:xfrm>
            <a:custGeom>
              <a:avLst/>
              <a:pathLst>
                <a:path w="334325" h="326942">
                  <a:moveTo>
                    <a:pt x="118023" y="0"/>
                  </a:moveTo>
                  <a:lnTo>
                    <a:pt x="112985" y="1637"/>
                  </a:lnTo>
                  <a:lnTo>
                    <a:pt x="108002" y="3433"/>
                  </a:lnTo>
                  <a:lnTo>
                    <a:pt x="103078" y="5386"/>
                  </a:lnTo>
                  <a:lnTo>
                    <a:pt x="98218" y="7494"/>
                  </a:lnTo>
                  <a:lnTo>
                    <a:pt x="93428" y="9755"/>
                  </a:lnTo>
                  <a:lnTo>
                    <a:pt x="88711" y="12167"/>
                  </a:lnTo>
                  <a:lnTo>
                    <a:pt x="84074" y="14726"/>
                  </a:lnTo>
                  <a:lnTo>
                    <a:pt x="79519" y="17432"/>
                  </a:lnTo>
                  <a:lnTo>
                    <a:pt x="75053" y="20280"/>
                  </a:lnTo>
                  <a:lnTo>
                    <a:pt x="70679" y="23269"/>
                  </a:lnTo>
                  <a:lnTo>
                    <a:pt x="66403" y="26394"/>
                  </a:lnTo>
                  <a:lnTo>
                    <a:pt x="62227" y="29654"/>
                  </a:lnTo>
                  <a:lnTo>
                    <a:pt x="58157" y="33044"/>
                  </a:lnTo>
                  <a:lnTo>
                    <a:pt x="54196" y="36562"/>
                  </a:lnTo>
                  <a:lnTo>
                    <a:pt x="50348" y="40203"/>
                  </a:lnTo>
                  <a:lnTo>
                    <a:pt x="46618" y="43964"/>
                  </a:lnTo>
                  <a:lnTo>
                    <a:pt x="43009" y="47842"/>
                  </a:lnTo>
                  <a:lnTo>
                    <a:pt x="39525" y="51832"/>
                  </a:lnTo>
                  <a:lnTo>
                    <a:pt x="36169" y="55930"/>
                  </a:lnTo>
                  <a:lnTo>
                    <a:pt x="32944" y="60133"/>
                  </a:lnTo>
                  <a:lnTo>
                    <a:pt x="29854" y="64436"/>
                  </a:lnTo>
                  <a:lnTo>
                    <a:pt x="26902" y="68834"/>
                  </a:lnTo>
                  <a:lnTo>
                    <a:pt x="24091" y="73324"/>
                  </a:lnTo>
                  <a:lnTo>
                    <a:pt x="21424" y="77900"/>
                  </a:lnTo>
                  <a:lnTo>
                    <a:pt x="18902" y="82559"/>
                  </a:lnTo>
                  <a:lnTo>
                    <a:pt x="16530" y="87296"/>
                  </a:lnTo>
                  <a:lnTo>
                    <a:pt x="14309" y="92105"/>
                  </a:lnTo>
                  <a:lnTo>
                    <a:pt x="12242" y="96982"/>
                  </a:lnTo>
                  <a:lnTo>
                    <a:pt x="10330" y="101922"/>
                  </a:lnTo>
                  <a:lnTo>
                    <a:pt x="8575" y="106920"/>
                  </a:lnTo>
                  <a:lnTo>
                    <a:pt x="6980" y="111972"/>
                  </a:lnTo>
                  <a:lnTo>
                    <a:pt x="5546" y="117071"/>
                  </a:lnTo>
                  <a:lnTo>
                    <a:pt x="4274" y="122213"/>
                  </a:lnTo>
                  <a:lnTo>
                    <a:pt x="3165" y="127393"/>
                  </a:lnTo>
                  <a:lnTo>
                    <a:pt x="2221" y="132606"/>
                  </a:lnTo>
                  <a:lnTo>
                    <a:pt x="1443" y="137845"/>
                  </a:lnTo>
                  <a:lnTo>
                    <a:pt x="831" y="143107"/>
                  </a:lnTo>
                  <a:lnTo>
                    <a:pt x="386" y="148386"/>
                  </a:lnTo>
                  <a:lnTo>
                    <a:pt x="109" y="153676"/>
                  </a:lnTo>
                  <a:lnTo>
                    <a:pt x="0" y="158972"/>
                  </a:lnTo>
                  <a:lnTo>
                    <a:pt x="58" y="164269"/>
                  </a:lnTo>
                  <a:lnTo>
                    <a:pt x="284" y="169561"/>
                  </a:lnTo>
                  <a:lnTo>
                    <a:pt x="678" y="174844"/>
                  </a:lnTo>
                  <a:lnTo>
                    <a:pt x="1238" y="180111"/>
                  </a:lnTo>
                  <a:lnTo>
                    <a:pt x="1966" y="185358"/>
                  </a:lnTo>
                  <a:lnTo>
                    <a:pt x="2859" y="190580"/>
                  </a:lnTo>
                  <a:lnTo>
                    <a:pt x="3918" y="195770"/>
                  </a:lnTo>
                  <a:lnTo>
                    <a:pt x="5140" y="200925"/>
                  </a:lnTo>
                  <a:lnTo>
                    <a:pt x="6525" y="206038"/>
                  </a:lnTo>
                  <a:lnTo>
                    <a:pt x="8071" y="211104"/>
                  </a:lnTo>
                  <a:lnTo>
                    <a:pt x="9777" y="216119"/>
                  </a:lnTo>
                  <a:lnTo>
                    <a:pt x="11641" y="221078"/>
                  </a:lnTo>
                  <a:lnTo>
                    <a:pt x="13661" y="225974"/>
                  </a:lnTo>
                  <a:lnTo>
                    <a:pt x="15836" y="230805"/>
                  </a:lnTo>
                  <a:lnTo>
                    <a:pt x="18162" y="235564"/>
                  </a:lnTo>
                  <a:lnTo>
                    <a:pt x="20638" y="240247"/>
                  </a:lnTo>
                  <a:lnTo>
                    <a:pt x="23261" y="244849"/>
                  </a:lnTo>
                  <a:lnTo>
                    <a:pt x="26029" y="249366"/>
                  </a:lnTo>
                  <a:lnTo>
                    <a:pt x="28938" y="253793"/>
                  </a:lnTo>
                  <a:lnTo>
                    <a:pt x="31986" y="258125"/>
                  </a:lnTo>
                  <a:lnTo>
                    <a:pt x="35170" y="262359"/>
                  </a:lnTo>
                  <a:lnTo>
                    <a:pt x="38486" y="266490"/>
                  </a:lnTo>
                  <a:lnTo>
                    <a:pt x="41932" y="270513"/>
                  </a:lnTo>
                  <a:lnTo>
                    <a:pt x="45503" y="274425"/>
                  </a:lnTo>
                  <a:lnTo>
                    <a:pt x="49197" y="278223"/>
                  </a:lnTo>
                  <a:lnTo>
                    <a:pt x="53009" y="281901"/>
                  </a:lnTo>
                  <a:lnTo>
                    <a:pt x="56935" y="285456"/>
                  </a:lnTo>
                  <a:lnTo>
                    <a:pt x="60973" y="288886"/>
                  </a:lnTo>
                  <a:lnTo>
                    <a:pt x="65117" y="292186"/>
                  </a:lnTo>
                  <a:lnTo>
                    <a:pt x="69363" y="295353"/>
                  </a:lnTo>
                  <a:lnTo>
                    <a:pt x="73708" y="298383"/>
                  </a:lnTo>
                  <a:lnTo>
                    <a:pt x="78146" y="301275"/>
                  </a:lnTo>
                  <a:lnTo>
                    <a:pt x="82674" y="304024"/>
                  </a:lnTo>
                  <a:lnTo>
                    <a:pt x="87286" y="306629"/>
                  </a:lnTo>
                  <a:lnTo>
                    <a:pt x="91979" y="309086"/>
                  </a:lnTo>
                  <a:lnTo>
                    <a:pt x="96748" y="311393"/>
                  </a:lnTo>
                  <a:lnTo>
                    <a:pt x="101587" y="313548"/>
                  </a:lnTo>
                  <a:lnTo>
                    <a:pt x="106492" y="315549"/>
                  </a:lnTo>
                  <a:lnTo>
                    <a:pt x="111458" y="317393"/>
                  </a:lnTo>
                  <a:lnTo>
                    <a:pt x="116479" y="319079"/>
                  </a:lnTo>
                  <a:lnTo>
                    <a:pt x="121552" y="320605"/>
                  </a:lnTo>
                  <a:lnTo>
                    <a:pt x="126671" y="321969"/>
                  </a:lnTo>
                  <a:lnTo>
                    <a:pt x="131830" y="323171"/>
                  </a:lnTo>
                  <a:lnTo>
                    <a:pt x="137024" y="324209"/>
                  </a:lnTo>
                  <a:lnTo>
                    <a:pt x="142249" y="325081"/>
                  </a:lnTo>
                  <a:lnTo>
                    <a:pt x="147499" y="325787"/>
                  </a:lnTo>
                  <a:lnTo>
                    <a:pt x="152769" y="326327"/>
                  </a:lnTo>
                  <a:lnTo>
                    <a:pt x="158053" y="326700"/>
                  </a:lnTo>
                  <a:lnTo>
                    <a:pt x="163346" y="326905"/>
                  </a:lnTo>
                  <a:lnTo>
                    <a:pt x="168644" y="326942"/>
                  </a:lnTo>
                  <a:lnTo>
                    <a:pt x="173939" y="326811"/>
                  </a:lnTo>
                  <a:lnTo>
                    <a:pt x="179228" y="326512"/>
                  </a:lnTo>
                  <a:lnTo>
                    <a:pt x="184505" y="326046"/>
                  </a:lnTo>
                  <a:lnTo>
                    <a:pt x="189764" y="325414"/>
                  </a:lnTo>
                  <a:lnTo>
                    <a:pt x="195001" y="324614"/>
                  </a:lnTo>
                  <a:lnTo>
                    <a:pt x="200209" y="323650"/>
                  </a:lnTo>
                  <a:lnTo>
                    <a:pt x="205385" y="322520"/>
                  </a:lnTo>
                  <a:lnTo>
                    <a:pt x="210522" y="321228"/>
                  </a:lnTo>
                  <a:lnTo>
                    <a:pt x="215615" y="319773"/>
                  </a:lnTo>
                  <a:lnTo>
                    <a:pt x="220660" y="318158"/>
                  </a:lnTo>
                  <a:lnTo>
                    <a:pt x="225652" y="316383"/>
                  </a:lnTo>
                  <a:lnTo>
                    <a:pt x="230584" y="314451"/>
                  </a:lnTo>
                  <a:lnTo>
                    <a:pt x="235453" y="312364"/>
                  </a:lnTo>
                  <a:lnTo>
                    <a:pt x="240253" y="310124"/>
                  </a:lnTo>
                  <a:lnTo>
                    <a:pt x="244980" y="307733"/>
                  </a:lnTo>
                  <a:lnTo>
                    <a:pt x="249629" y="305193"/>
                  </a:lnTo>
                  <a:lnTo>
                    <a:pt x="254194" y="302507"/>
                  </a:lnTo>
                  <a:lnTo>
                    <a:pt x="258673" y="299678"/>
                  </a:lnTo>
                  <a:lnTo>
                    <a:pt x="263060" y="296708"/>
                  </a:lnTo>
                  <a:lnTo>
                    <a:pt x="267350" y="293601"/>
                  </a:lnTo>
                  <a:lnTo>
                    <a:pt x="271540" y="290360"/>
                  </a:lnTo>
                  <a:lnTo>
                    <a:pt x="275624" y="286987"/>
                  </a:lnTo>
                  <a:lnTo>
                    <a:pt x="279600" y="283487"/>
                  </a:lnTo>
                  <a:lnTo>
                    <a:pt x="283464" y="279862"/>
                  </a:lnTo>
                  <a:lnTo>
                    <a:pt x="287210" y="276117"/>
                  </a:lnTo>
                  <a:lnTo>
                    <a:pt x="290836" y="272255"/>
                  </a:lnTo>
                  <a:lnTo>
                    <a:pt x="294337" y="268280"/>
                  </a:lnTo>
                  <a:lnTo>
                    <a:pt x="297711" y="264197"/>
                  </a:lnTo>
                  <a:lnTo>
                    <a:pt x="300954" y="260008"/>
                  </a:lnTo>
                  <a:lnTo>
                    <a:pt x="304062" y="255719"/>
                  </a:lnTo>
                  <a:lnTo>
                    <a:pt x="307033" y="251333"/>
                  </a:lnTo>
                  <a:lnTo>
                    <a:pt x="309864" y="246855"/>
                  </a:lnTo>
                  <a:lnTo>
                    <a:pt x="312551" y="242290"/>
                  </a:lnTo>
                  <a:lnTo>
                    <a:pt x="315092" y="237642"/>
                  </a:lnTo>
                  <a:lnTo>
                    <a:pt x="317485" y="232916"/>
                  </a:lnTo>
                  <a:lnTo>
                    <a:pt x="319727" y="228117"/>
                  </a:lnTo>
                  <a:lnTo>
                    <a:pt x="321815" y="223249"/>
                  </a:lnTo>
                  <a:lnTo>
                    <a:pt x="323749" y="218317"/>
                  </a:lnTo>
                  <a:lnTo>
                    <a:pt x="325525" y="213326"/>
                  </a:lnTo>
                  <a:lnTo>
                    <a:pt x="327142" y="208282"/>
                  </a:lnTo>
                  <a:lnTo>
                    <a:pt x="328598" y="203189"/>
                  </a:lnTo>
                  <a:lnTo>
                    <a:pt x="329893" y="198052"/>
                  </a:lnTo>
                  <a:lnTo>
                    <a:pt x="331023" y="192877"/>
                  </a:lnTo>
                  <a:lnTo>
                    <a:pt x="331990" y="187669"/>
                  </a:lnTo>
                  <a:lnTo>
                    <a:pt x="332791" y="182432"/>
                  </a:lnTo>
                  <a:lnTo>
                    <a:pt x="333425" y="177173"/>
                  </a:lnTo>
                  <a:lnTo>
                    <a:pt x="333893" y="171897"/>
                  </a:lnTo>
                  <a:lnTo>
                    <a:pt x="334193" y="166608"/>
                  </a:lnTo>
                  <a:lnTo>
                    <a:pt x="334325" y="161312"/>
                  </a:lnTo>
                  <a:lnTo>
                    <a:pt x="334290" y="156015"/>
                  </a:lnTo>
                  <a:lnTo>
                    <a:pt x="334087" y="150722"/>
                  </a:lnTo>
                  <a:lnTo>
                    <a:pt x="333716" y="145438"/>
                  </a:lnTo>
                  <a:lnTo>
                    <a:pt x="333178" y="140168"/>
                  </a:lnTo>
                  <a:lnTo>
                    <a:pt x="332473" y="134918"/>
                  </a:lnTo>
                  <a:lnTo>
                    <a:pt x="331602" y="129692"/>
                  </a:lnTo>
                  <a:lnTo>
                    <a:pt x="330566" y="124497"/>
                  </a:lnTo>
                  <a:lnTo>
                    <a:pt x="329366" y="119338"/>
                  </a:lnTo>
                  <a:lnTo>
                    <a:pt x="328004" y="114219"/>
                  </a:lnTo>
                  <a:lnTo>
                    <a:pt x="326479" y="109146"/>
                  </a:lnTo>
                  <a:lnTo>
                    <a:pt x="324795" y="104123"/>
                  </a:lnTo>
                  <a:lnTo>
                    <a:pt x="322952" y="99157"/>
                  </a:lnTo>
                  <a:lnTo>
                    <a:pt x="320953" y="94251"/>
                  </a:lnTo>
                  <a:lnTo>
                    <a:pt x="318800" y="89412"/>
                  </a:lnTo>
                  <a:lnTo>
                    <a:pt x="316494" y="84642"/>
                  </a:lnTo>
                  <a:lnTo>
                    <a:pt x="314038" y="79949"/>
                  </a:lnTo>
                  <a:lnTo>
                    <a:pt x="311435" y="75335"/>
                  </a:lnTo>
                  <a:lnTo>
                    <a:pt x="308687" y="70807"/>
                  </a:lnTo>
                  <a:lnTo>
                    <a:pt x="305797" y="66367"/>
                  </a:lnTo>
                  <a:lnTo>
                    <a:pt x="302768" y="62022"/>
                  </a:lnTo>
                  <a:lnTo>
                    <a:pt x="299602" y="57774"/>
                  </a:lnTo>
                  <a:lnTo>
                    <a:pt x="296304" y="53629"/>
                  </a:lnTo>
                  <a:lnTo>
                    <a:pt x="292876" y="49591"/>
                  </a:lnTo>
                  <a:lnTo>
                    <a:pt x="289321" y="45663"/>
                  </a:lnTo>
                  <a:lnTo>
                    <a:pt x="285644" y="41850"/>
                  </a:lnTo>
                  <a:lnTo>
                    <a:pt x="281848" y="38155"/>
                  </a:lnTo>
                  <a:lnTo>
                    <a:pt x="277937" y="34583"/>
                  </a:lnTo>
                  <a:lnTo>
                    <a:pt x="273914" y="31136"/>
                  </a:lnTo>
                  <a:lnTo>
                    <a:pt x="269785" y="27818"/>
                  </a:lnTo>
                  <a:lnTo>
                    <a:pt x="265552" y="24633"/>
                  </a:lnTo>
                  <a:lnTo>
                    <a:pt x="261221" y="21584"/>
                  </a:lnTo>
                  <a:lnTo>
                    <a:pt x="256795" y="18673"/>
                  </a:lnTo>
                  <a:lnTo>
                    <a:pt x="252279" y="15904"/>
                  </a:lnTo>
                  <a:lnTo>
                    <a:pt x="247678" y="13279"/>
                  </a:lnTo>
                  <a:lnTo>
                    <a:pt x="242995" y="10802"/>
                  </a:lnTo>
                  <a:lnTo>
                    <a:pt x="238237" y="8474"/>
                  </a:lnTo>
                  <a:lnTo>
                    <a:pt x="233407" y="6298"/>
                  </a:lnTo>
                  <a:lnTo>
                    <a:pt x="228511" y="4276"/>
                  </a:lnTo>
                  <a:lnTo>
                    <a:pt x="167165" y="1597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6460546" y="1735255"/>
              <a:ext cx="61345" cy="167167"/>
            </a:xfrm>
            <a:custGeom>
              <a:avLst/>
              <a:pathLst>
                <a:path w="61345" h="167167">
                  <a:moveTo>
                    <a:pt x="61345" y="11663"/>
                  </a:moveTo>
                  <a:lnTo>
                    <a:pt x="55460" y="9468"/>
                  </a:lnTo>
                  <a:lnTo>
                    <a:pt x="49497" y="7496"/>
                  </a:lnTo>
                  <a:lnTo>
                    <a:pt x="43464" y="5749"/>
                  </a:lnTo>
                  <a:lnTo>
                    <a:pt x="37369" y="4230"/>
                  </a:lnTo>
                  <a:lnTo>
                    <a:pt x="31222" y="2941"/>
                  </a:lnTo>
                  <a:lnTo>
                    <a:pt x="25030" y="1884"/>
                  </a:lnTo>
                  <a:lnTo>
                    <a:pt x="18804" y="1060"/>
                  </a:lnTo>
                  <a:lnTo>
                    <a:pt x="12550" y="471"/>
                  </a:lnTo>
                  <a:lnTo>
                    <a:pt x="6279" y="1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5915687" y="1379510"/>
              <a:ext cx="327919" cy="334332"/>
            </a:xfrm>
            <a:custGeom>
              <a:avLst/>
              <a:pathLst>
                <a:path w="327919" h="334332">
                  <a:moveTo>
                    <a:pt x="167153" y="0"/>
                  </a:moveTo>
                  <a:lnTo>
                    <a:pt x="161858" y="83"/>
                  </a:lnTo>
                  <a:lnTo>
                    <a:pt x="156569" y="335"/>
                  </a:lnTo>
                  <a:lnTo>
                    <a:pt x="151291" y="754"/>
                  </a:lnTo>
                  <a:lnTo>
                    <a:pt x="146028" y="1340"/>
                  </a:lnTo>
                  <a:lnTo>
                    <a:pt x="140787" y="2092"/>
                  </a:lnTo>
                  <a:lnTo>
                    <a:pt x="135572" y="3010"/>
                  </a:lnTo>
                  <a:lnTo>
                    <a:pt x="130388" y="4092"/>
                  </a:lnTo>
                  <a:lnTo>
                    <a:pt x="125242" y="5338"/>
                  </a:lnTo>
                  <a:lnTo>
                    <a:pt x="120138" y="6747"/>
                  </a:lnTo>
                  <a:lnTo>
                    <a:pt x="115081" y="8317"/>
                  </a:lnTo>
                  <a:lnTo>
                    <a:pt x="110076" y="10045"/>
                  </a:lnTo>
                  <a:lnTo>
                    <a:pt x="105128" y="11932"/>
                  </a:lnTo>
                  <a:lnTo>
                    <a:pt x="100243" y="13974"/>
                  </a:lnTo>
                  <a:lnTo>
                    <a:pt x="95424" y="16170"/>
                  </a:lnTo>
                  <a:lnTo>
                    <a:pt x="90678" y="18518"/>
                  </a:lnTo>
                  <a:lnTo>
                    <a:pt x="86008" y="21014"/>
                  </a:lnTo>
                  <a:lnTo>
                    <a:pt x="81420" y="23658"/>
                  </a:lnTo>
                  <a:lnTo>
                    <a:pt x="76918" y="26445"/>
                  </a:lnTo>
                  <a:lnTo>
                    <a:pt x="72507" y="29373"/>
                  </a:lnTo>
                  <a:lnTo>
                    <a:pt x="68190" y="32440"/>
                  </a:lnTo>
                  <a:lnTo>
                    <a:pt x="63973" y="35642"/>
                  </a:lnTo>
                  <a:lnTo>
                    <a:pt x="59859" y="38976"/>
                  </a:lnTo>
                  <a:lnTo>
                    <a:pt x="55853" y="42438"/>
                  </a:lnTo>
                  <a:lnTo>
                    <a:pt x="51958" y="46026"/>
                  </a:lnTo>
                  <a:lnTo>
                    <a:pt x="48179" y="49735"/>
                  </a:lnTo>
                  <a:lnTo>
                    <a:pt x="44520" y="53562"/>
                  </a:lnTo>
                  <a:lnTo>
                    <a:pt x="40983" y="57503"/>
                  </a:lnTo>
                  <a:lnTo>
                    <a:pt x="37573" y="61554"/>
                  </a:lnTo>
                  <a:lnTo>
                    <a:pt x="34293" y="65711"/>
                  </a:lnTo>
                  <a:lnTo>
                    <a:pt x="31147" y="69970"/>
                  </a:lnTo>
                  <a:lnTo>
                    <a:pt x="28136" y="74326"/>
                  </a:lnTo>
                  <a:lnTo>
                    <a:pt x="25266" y="78776"/>
                  </a:lnTo>
                  <a:lnTo>
                    <a:pt x="22537" y="83314"/>
                  </a:lnTo>
                  <a:lnTo>
                    <a:pt x="19954" y="87936"/>
                  </a:lnTo>
                  <a:lnTo>
                    <a:pt x="17519" y="92638"/>
                  </a:lnTo>
                  <a:lnTo>
                    <a:pt x="15233" y="97414"/>
                  </a:lnTo>
                  <a:lnTo>
                    <a:pt x="13100" y="102261"/>
                  </a:lnTo>
                  <a:lnTo>
                    <a:pt x="11122" y="107172"/>
                  </a:lnTo>
                  <a:lnTo>
                    <a:pt x="9300" y="112144"/>
                  </a:lnTo>
                  <a:lnTo>
                    <a:pt x="7637" y="117171"/>
                  </a:lnTo>
                  <a:lnTo>
                    <a:pt x="6133" y="122248"/>
                  </a:lnTo>
                  <a:lnTo>
                    <a:pt x="4791" y="127371"/>
                  </a:lnTo>
                  <a:lnTo>
                    <a:pt x="3612" y="132533"/>
                  </a:lnTo>
                  <a:lnTo>
                    <a:pt x="2598" y="137730"/>
                  </a:lnTo>
                  <a:lnTo>
                    <a:pt x="1748" y="142956"/>
                  </a:lnTo>
                  <a:lnTo>
                    <a:pt x="1064" y="148207"/>
                  </a:lnTo>
                  <a:lnTo>
                    <a:pt x="547" y="153477"/>
                  </a:lnTo>
                  <a:lnTo>
                    <a:pt x="197" y="158760"/>
                  </a:lnTo>
                  <a:lnTo>
                    <a:pt x="14" y="164052"/>
                  </a:lnTo>
                  <a:lnTo>
                    <a:pt x="0" y="169347"/>
                  </a:lnTo>
                  <a:lnTo>
                    <a:pt x="152" y="174640"/>
                  </a:lnTo>
                  <a:lnTo>
                    <a:pt x="473" y="179926"/>
                  </a:lnTo>
                  <a:lnTo>
                    <a:pt x="961" y="185198"/>
                  </a:lnTo>
                  <a:lnTo>
                    <a:pt x="1615" y="190453"/>
                  </a:lnTo>
                  <a:lnTo>
                    <a:pt x="2436" y="195684"/>
                  </a:lnTo>
                  <a:lnTo>
                    <a:pt x="3421" y="200886"/>
                  </a:lnTo>
                  <a:lnTo>
                    <a:pt x="4571" y="206055"/>
                  </a:lnTo>
                  <a:lnTo>
                    <a:pt x="5885" y="211185"/>
                  </a:lnTo>
                  <a:lnTo>
                    <a:pt x="7360" y="216270"/>
                  </a:lnTo>
                  <a:lnTo>
                    <a:pt x="8995" y="221307"/>
                  </a:lnTo>
                  <a:lnTo>
                    <a:pt x="10789" y="226289"/>
                  </a:lnTo>
                  <a:lnTo>
                    <a:pt x="12740" y="231211"/>
                  </a:lnTo>
                  <a:lnTo>
                    <a:pt x="14846" y="236070"/>
                  </a:lnTo>
                  <a:lnTo>
                    <a:pt x="17105" y="240859"/>
                  </a:lnTo>
                  <a:lnTo>
                    <a:pt x="19514" y="245574"/>
                  </a:lnTo>
                  <a:lnTo>
                    <a:pt x="22071" y="250211"/>
                  </a:lnTo>
                  <a:lnTo>
                    <a:pt x="24774" y="254764"/>
                  </a:lnTo>
                  <a:lnTo>
                    <a:pt x="27620" y="259229"/>
                  </a:lnTo>
                  <a:lnTo>
                    <a:pt x="30605" y="263602"/>
                  </a:lnTo>
                  <a:lnTo>
                    <a:pt x="33728" y="267879"/>
                  </a:lnTo>
                  <a:lnTo>
                    <a:pt x="36985" y="272054"/>
                  </a:lnTo>
                  <a:lnTo>
                    <a:pt x="40372" y="276124"/>
                  </a:lnTo>
                  <a:lnTo>
                    <a:pt x="43887" y="280085"/>
                  </a:lnTo>
                  <a:lnTo>
                    <a:pt x="47525" y="283932"/>
                  </a:lnTo>
                  <a:lnTo>
                    <a:pt x="51283" y="287662"/>
                  </a:lnTo>
                  <a:lnTo>
                    <a:pt x="55157" y="291272"/>
                  </a:lnTo>
                  <a:lnTo>
                    <a:pt x="59144" y="294756"/>
                  </a:lnTo>
                  <a:lnTo>
                    <a:pt x="63239" y="298113"/>
                  </a:lnTo>
                  <a:lnTo>
                    <a:pt x="67438" y="301339"/>
                  </a:lnTo>
                  <a:lnTo>
                    <a:pt x="71738" y="304429"/>
                  </a:lnTo>
                  <a:lnTo>
                    <a:pt x="76133" y="307382"/>
                  </a:lnTo>
                  <a:lnTo>
                    <a:pt x="80620" y="310195"/>
                  </a:lnTo>
                  <a:lnTo>
                    <a:pt x="85193" y="312864"/>
                  </a:lnTo>
                  <a:lnTo>
                    <a:pt x="89848" y="315386"/>
                  </a:lnTo>
                  <a:lnTo>
                    <a:pt x="94582" y="317760"/>
                  </a:lnTo>
                  <a:lnTo>
                    <a:pt x="99387" y="319983"/>
                  </a:lnTo>
                  <a:lnTo>
                    <a:pt x="104261" y="322053"/>
                  </a:lnTo>
                  <a:lnTo>
                    <a:pt x="109198" y="323967"/>
                  </a:lnTo>
                  <a:lnTo>
                    <a:pt x="114194" y="325724"/>
                  </a:lnTo>
                  <a:lnTo>
                    <a:pt x="119242" y="327322"/>
                  </a:lnTo>
                  <a:lnTo>
                    <a:pt x="124338" y="328759"/>
                  </a:lnTo>
                  <a:lnTo>
                    <a:pt x="129478" y="330034"/>
                  </a:lnTo>
                  <a:lnTo>
                    <a:pt x="134655" y="331145"/>
                  </a:lnTo>
                  <a:lnTo>
                    <a:pt x="139864" y="332092"/>
                  </a:lnTo>
                  <a:lnTo>
                    <a:pt x="145102" y="332874"/>
                  </a:lnTo>
                  <a:lnTo>
                    <a:pt x="150361" y="333489"/>
                  </a:lnTo>
                  <a:lnTo>
                    <a:pt x="155637" y="333937"/>
                  </a:lnTo>
                  <a:lnTo>
                    <a:pt x="160925" y="334218"/>
                  </a:lnTo>
                  <a:lnTo>
                    <a:pt x="166218" y="334332"/>
                  </a:lnTo>
                  <a:lnTo>
                    <a:pt x="171513" y="334278"/>
                  </a:lnTo>
                  <a:lnTo>
                    <a:pt x="176804" y="334056"/>
                  </a:lnTo>
                  <a:lnTo>
                    <a:pt x="182084" y="333666"/>
                  </a:lnTo>
                  <a:lnTo>
                    <a:pt x="187350" y="333110"/>
                  </a:lnTo>
                  <a:lnTo>
                    <a:pt x="192596" y="332387"/>
                  </a:lnTo>
                  <a:lnTo>
                    <a:pt x="197816" y="331498"/>
                  </a:lnTo>
                  <a:lnTo>
                    <a:pt x="203005" y="330445"/>
                  </a:lnTo>
                  <a:lnTo>
                    <a:pt x="208158" y="329227"/>
                  </a:lnTo>
                  <a:lnTo>
                    <a:pt x="213270" y="327847"/>
                  </a:lnTo>
                  <a:lnTo>
                    <a:pt x="218336" y="326306"/>
                  </a:lnTo>
                  <a:lnTo>
                    <a:pt x="223351" y="324605"/>
                  </a:lnTo>
                  <a:lnTo>
                    <a:pt x="228309" y="322746"/>
                  </a:lnTo>
                  <a:lnTo>
                    <a:pt x="233206" y="320731"/>
                  </a:lnTo>
                  <a:lnTo>
                    <a:pt x="238036" y="318562"/>
                  </a:lnTo>
                  <a:lnTo>
                    <a:pt x="242795" y="316241"/>
                  </a:lnTo>
                  <a:lnTo>
                    <a:pt x="247479" y="313771"/>
                  </a:lnTo>
                  <a:lnTo>
                    <a:pt x="252082" y="311153"/>
                  </a:lnTo>
                  <a:lnTo>
                    <a:pt x="256599" y="308391"/>
                  </a:lnTo>
                  <a:lnTo>
                    <a:pt x="261027" y="305487"/>
                  </a:lnTo>
                  <a:lnTo>
                    <a:pt x="265361" y="302445"/>
                  </a:lnTo>
                  <a:lnTo>
                    <a:pt x="269596" y="299266"/>
                  </a:lnTo>
                  <a:lnTo>
                    <a:pt x="273729" y="295956"/>
                  </a:lnTo>
                  <a:lnTo>
                    <a:pt x="277754" y="292516"/>
                  </a:lnTo>
                  <a:lnTo>
                    <a:pt x="281669" y="288950"/>
                  </a:lnTo>
                  <a:lnTo>
                    <a:pt x="285468" y="285262"/>
                  </a:lnTo>
                  <a:lnTo>
                    <a:pt x="289149" y="281455"/>
                  </a:lnTo>
                  <a:lnTo>
                    <a:pt x="292708" y="277534"/>
                  </a:lnTo>
                  <a:lnTo>
                    <a:pt x="296140" y="273502"/>
                  </a:lnTo>
                  <a:lnTo>
                    <a:pt x="299443" y="269364"/>
                  </a:lnTo>
                  <a:lnTo>
                    <a:pt x="302614" y="265123"/>
                  </a:lnTo>
                  <a:lnTo>
                    <a:pt x="305648" y="260783"/>
                  </a:lnTo>
                  <a:lnTo>
                    <a:pt x="308543" y="256350"/>
                  </a:lnTo>
                  <a:lnTo>
                    <a:pt x="311297" y="251827"/>
                  </a:lnTo>
                  <a:lnTo>
                    <a:pt x="313906" y="247219"/>
                  </a:lnTo>
                  <a:lnTo>
                    <a:pt x="316368" y="242531"/>
                  </a:lnTo>
                  <a:lnTo>
                    <a:pt x="318680" y="237768"/>
                  </a:lnTo>
                  <a:lnTo>
                    <a:pt x="320840" y="232933"/>
                  </a:lnTo>
                  <a:lnTo>
                    <a:pt x="322846" y="228033"/>
                  </a:lnTo>
                  <a:lnTo>
                    <a:pt x="324695" y="223071"/>
                  </a:lnTo>
                  <a:lnTo>
                    <a:pt x="326387" y="218053"/>
                  </a:lnTo>
                  <a:lnTo>
                    <a:pt x="327919" y="212985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6082840" y="1546678"/>
              <a:ext cx="160765" cy="45817"/>
            </a:xfrm>
            <a:custGeom>
              <a:avLst/>
              <a:pathLst>
                <a:path w="160765" h="45817">
                  <a:moveTo>
                    <a:pt x="160765" y="4581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082840" y="1546678"/>
              <a:ext cx="160765" cy="45817"/>
            </a:xfrm>
            <a:custGeom>
              <a:avLst/>
              <a:pathLst>
                <a:path w="160765" h="45817">
                  <a:moveTo>
                    <a:pt x="160765" y="4581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6082840" y="1546678"/>
              <a:ext cx="160765" cy="45817"/>
            </a:xfrm>
            <a:custGeom>
              <a:avLst/>
              <a:pathLst>
                <a:path w="160765" h="45817">
                  <a:moveTo>
                    <a:pt x="160765" y="4581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6082840" y="1546678"/>
              <a:ext cx="160765" cy="45817"/>
            </a:xfrm>
            <a:custGeom>
              <a:avLst/>
              <a:pathLst>
                <a:path w="160765" h="45817">
                  <a:moveTo>
                    <a:pt x="160765" y="4581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6082840" y="1546678"/>
              <a:ext cx="160765" cy="45817"/>
            </a:xfrm>
            <a:custGeom>
              <a:avLst/>
              <a:pathLst>
                <a:path w="160765" h="45817">
                  <a:moveTo>
                    <a:pt x="160765" y="4581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6082840" y="1546678"/>
              <a:ext cx="160765" cy="45817"/>
            </a:xfrm>
            <a:custGeom>
              <a:avLst/>
              <a:pathLst>
                <a:path w="160765" h="45817">
                  <a:moveTo>
                    <a:pt x="160765" y="4581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6082840" y="1546678"/>
              <a:ext cx="160765" cy="45817"/>
            </a:xfrm>
            <a:custGeom>
              <a:avLst/>
              <a:pathLst>
                <a:path w="160765" h="45817">
                  <a:moveTo>
                    <a:pt x="160765" y="4581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6082840" y="1546678"/>
              <a:ext cx="160765" cy="45817"/>
            </a:xfrm>
            <a:custGeom>
              <a:avLst/>
              <a:pathLst>
                <a:path w="160765" h="45817">
                  <a:moveTo>
                    <a:pt x="160765" y="4581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082840" y="1546678"/>
              <a:ext cx="160765" cy="45817"/>
            </a:xfrm>
            <a:custGeom>
              <a:avLst/>
              <a:pathLst>
                <a:path w="160765" h="45817">
                  <a:moveTo>
                    <a:pt x="160765" y="4581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6082840" y="1546678"/>
              <a:ext cx="160765" cy="45817"/>
            </a:xfrm>
            <a:custGeom>
              <a:avLst/>
              <a:pathLst>
                <a:path w="160765" h="45817">
                  <a:moveTo>
                    <a:pt x="160765" y="4581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6082840" y="1546678"/>
              <a:ext cx="160765" cy="45817"/>
            </a:xfrm>
            <a:custGeom>
              <a:avLst/>
              <a:pathLst>
                <a:path w="160765" h="45817">
                  <a:moveTo>
                    <a:pt x="160765" y="4581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082840" y="1546678"/>
              <a:ext cx="160765" cy="45817"/>
            </a:xfrm>
            <a:custGeom>
              <a:avLst/>
              <a:pathLst>
                <a:path w="160765" h="45817">
                  <a:moveTo>
                    <a:pt x="160765" y="4581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6082840" y="1546678"/>
              <a:ext cx="160765" cy="45817"/>
            </a:xfrm>
            <a:custGeom>
              <a:avLst/>
              <a:pathLst>
                <a:path w="160765" h="45817">
                  <a:moveTo>
                    <a:pt x="160765" y="4581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6082840" y="1546678"/>
              <a:ext cx="160765" cy="45817"/>
            </a:xfrm>
            <a:custGeom>
              <a:avLst/>
              <a:pathLst>
                <a:path w="160765" h="45817">
                  <a:moveTo>
                    <a:pt x="160765" y="4581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6082840" y="1546678"/>
              <a:ext cx="160765" cy="45817"/>
            </a:xfrm>
            <a:custGeom>
              <a:avLst/>
              <a:pathLst>
                <a:path w="160765" h="45817">
                  <a:moveTo>
                    <a:pt x="160765" y="4581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6082840" y="1546678"/>
              <a:ext cx="160765" cy="45817"/>
            </a:xfrm>
            <a:custGeom>
              <a:avLst/>
              <a:pathLst>
                <a:path w="160765" h="45817">
                  <a:moveTo>
                    <a:pt x="160765" y="4581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6082840" y="1546678"/>
              <a:ext cx="160765" cy="45817"/>
            </a:xfrm>
            <a:custGeom>
              <a:avLst/>
              <a:pathLst>
                <a:path w="160765" h="45817">
                  <a:moveTo>
                    <a:pt x="160765" y="4581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6082840" y="1546678"/>
              <a:ext cx="160765" cy="45817"/>
            </a:xfrm>
            <a:custGeom>
              <a:avLst/>
              <a:pathLst>
                <a:path w="160765" h="45817">
                  <a:moveTo>
                    <a:pt x="160765" y="4581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6082840" y="1546678"/>
              <a:ext cx="160765" cy="45817"/>
            </a:xfrm>
            <a:custGeom>
              <a:avLst/>
              <a:pathLst>
                <a:path w="160765" h="45817">
                  <a:moveTo>
                    <a:pt x="160765" y="4581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6082840" y="1546678"/>
              <a:ext cx="160765" cy="45817"/>
            </a:xfrm>
            <a:custGeom>
              <a:avLst/>
              <a:pathLst>
                <a:path w="160765" h="45817">
                  <a:moveTo>
                    <a:pt x="160765" y="4581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6082840" y="1546678"/>
              <a:ext cx="160765" cy="45817"/>
            </a:xfrm>
            <a:custGeom>
              <a:avLst/>
              <a:pathLst>
                <a:path w="160765" h="45817">
                  <a:moveTo>
                    <a:pt x="160765" y="4581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6082840" y="1546678"/>
              <a:ext cx="160765" cy="45817"/>
            </a:xfrm>
            <a:custGeom>
              <a:avLst/>
              <a:pathLst>
                <a:path w="160765" h="45817">
                  <a:moveTo>
                    <a:pt x="160765" y="4581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6082840" y="1546678"/>
              <a:ext cx="161018" cy="45817"/>
            </a:xfrm>
            <a:custGeom>
              <a:avLst/>
              <a:pathLst>
                <a:path w="161018" h="45817">
                  <a:moveTo>
                    <a:pt x="160765" y="45817"/>
                  </a:moveTo>
                  <a:lnTo>
                    <a:pt x="161018" y="449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6082840" y="1379510"/>
              <a:ext cx="167152" cy="212088"/>
            </a:xfrm>
            <a:custGeom>
              <a:avLst/>
              <a:pathLst>
                <a:path w="167152" h="212088">
                  <a:moveTo>
                    <a:pt x="161018" y="212088"/>
                  </a:moveTo>
                  <a:lnTo>
                    <a:pt x="162386" y="206860"/>
                  </a:lnTo>
                  <a:lnTo>
                    <a:pt x="163584" y="201590"/>
                  </a:lnTo>
                  <a:lnTo>
                    <a:pt x="164612" y="196284"/>
                  </a:lnTo>
                  <a:lnTo>
                    <a:pt x="165467" y="190948"/>
                  </a:lnTo>
                  <a:lnTo>
                    <a:pt x="166149" y="185587"/>
                  </a:lnTo>
                  <a:lnTo>
                    <a:pt x="166658" y="180206"/>
                  </a:lnTo>
                  <a:lnTo>
                    <a:pt x="166992" y="174812"/>
                  </a:lnTo>
                  <a:lnTo>
                    <a:pt x="167152" y="169410"/>
                  </a:lnTo>
                  <a:lnTo>
                    <a:pt x="167137" y="164005"/>
                  </a:lnTo>
                  <a:lnTo>
                    <a:pt x="166948" y="158604"/>
                  </a:lnTo>
                  <a:lnTo>
                    <a:pt x="166583" y="153212"/>
                  </a:lnTo>
                  <a:lnTo>
                    <a:pt x="166045" y="147835"/>
                  </a:lnTo>
                  <a:lnTo>
                    <a:pt x="165334" y="142477"/>
                  </a:lnTo>
                  <a:lnTo>
                    <a:pt x="164449" y="137146"/>
                  </a:lnTo>
                  <a:lnTo>
                    <a:pt x="163393" y="131845"/>
                  </a:lnTo>
                  <a:lnTo>
                    <a:pt x="162166" y="126582"/>
                  </a:lnTo>
                  <a:lnTo>
                    <a:pt x="160769" y="121361"/>
                  </a:lnTo>
                  <a:lnTo>
                    <a:pt x="159204" y="116188"/>
                  </a:lnTo>
                  <a:lnTo>
                    <a:pt x="157473" y="111069"/>
                  </a:lnTo>
                  <a:lnTo>
                    <a:pt x="155577" y="106008"/>
                  </a:lnTo>
                  <a:lnTo>
                    <a:pt x="153519" y="101011"/>
                  </a:lnTo>
                  <a:lnTo>
                    <a:pt x="151300" y="96083"/>
                  </a:lnTo>
                  <a:lnTo>
                    <a:pt x="148923" y="91229"/>
                  </a:lnTo>
                  <a:lnTo>
                    <a:pt x="146391" y="86454"/>
                  </a:lnTo>
                  <a:lnTo>
                    <a:pt x="143705" y="81765"/>
                  </a:lnTo>
                  <a:lnTo>
                    <a:pt x="140870" y="77164"/>
                  </a:lnTo>
                  <a:lnTo>
                    <a:pt x="137887" y="72657"/>
                  </a:lnTo>
                  <a:lnTo>
                    <a:pt x="134760" y="68249"/>
                  </a:lnTo>
                  <a:lnTo>
                    <a:pt x="131492" y="63945"/>
                  </a:lnTo>
                  <a:lnTo>
                    <a:pt x="128086" y="59748"/>
                  </a:lnTo>
                  <a:lnTo>
                    <a:pt x="124547" y="55664"/>
                  </a:lnTo>
                  <a:lnTo>
                    <a:pt x="120877" y="51696"/>
                  </a:lnTo>
                  <a:lnTo>
                    <a:pt x="117082" y="47849"/>
                  </a:lnTo>
                  <a:lnTo>
                    <a:pt x="113163" y="44127"/>
                  </a:lnTo>
                  <a:lnTo>
                    <a:pt x="109127" y="40533"/>
                  </a:lnTo>
                  <a:lnTo>
                    <a:pt x="104977" y="37072"/>
                  </a:lnTo>
                  <a:lnTo>
                    <a:pt x="100716" y="33746"/>
                  </a:lnTo>
                  <a:lnTo>
                    <a:pt x="96351" y="30560"/>
                  </a:lnTo>
                  <a:lnTo>
                    <a:pt x="91885" y="27517"/>
                  </a:lnTo>
                  <a:lnTo>
                    <a:pt x="87322" y="24620"/>
                  </a:lnTo>
                  <a:lnTo>
                    <a:pt x="82669" y="21872"/>
                  </a:lnTo>
                  <a:lnTo>
                    <a:pt x="77929" y="19275"/>
                  </a:lnTo>
                  <a:lnTo>
                    <a:pt x="73108" y="16833"/>
                  </a:lnTo>
                  <a:lnTo>
                    <a:pt x="68210" y="14549"/>
                  </a:lnTo>
                  <a:lnTo>
                    <a:pt x="63241" y="12424"/>
                  </a:lnTo>
                  <a:lnTo>
                    <a:pt x="58206" y="10460"/>
                  </a:lnTo>
                  <a:lnTo>
                    <a:pt x="53110" y="8661"/>
                  </a:lnTo>
                  <a:lnTo>
                    <a:pt x="47958" y="7027"/>
                  </a:lnTo>
                  <a:lnTo>
                    <a:pt x="42756" y="5560"/>
                  </a:lnTo>
                  <a:lnTo>
                    <a:pt x="37510" y="4262"/>
                  </a:lnTo>
                  <a:lnTo>
                    <a:pt x="32225" y="3135"/>
                  </a:lnTo>
                  <a:lnTo>
                    <a:pt x="26905" y="2179"/>
                  </a:lnTo>
                  <a:lnTo>
                    <a:pt x="21558" y="1395"/>
                  </a:lnTo>
                  <a:lnTo>
                    <a:pt x="16188" y="785"/>
                  </a:lnTo>
                  <a:lnTo>
                    <a:pt x="10801" y="349"/>
                  </a:lnTo>
                  <a:lnTo>
                    <a:pt x="5403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465987" y="1120312"/>
              <a:ext cx="334299" cy="334334"/>
            </a:xfrm>
            <a:custGeom>
              <a:avLst/>
              <a:pathLst>
                <a:path w="334299" h="334334">
                  <a:moveTo>
                    <a:pt x="167148" y="0"/>
                  </a:moveTo>
                  <a:lnTo>
                    <a:pt x="161842" y="84"/>
                  </a:lnTo>
                  <a:lnTo>
                    <a:pt x="156541" y="336"/>
                  </a:lnTo>
                  <a:lnTo>
                    <a:pt x="151251" y="757"/>
                  </a:lnTo>
                  <a:lnTo>
                    <a:pt x="145977" y="1345"/>
                  </a:lnTo>
                  <a:lnTo>
                    <a:pt x="140724" y="2101"/>
                  </a:lnTo>
                  <a:lnTo>
                    <a:pt x="135498" y="3023"/>
                  </a:lnTo>
                  <a:lnTo>
                    <a:pt x="130304" y="4110"/>
                  </a:lnTo>
                  <a:lnTo>
                    <a:pt x="125147" y="5362"/>
                  </a:lnTo>
                  <a:lnTo>
                    <a:pt x="120032" y="6776"/>
                  </a:lnTo>
                  <a:lnTo>
                    <a:pt x="114965" y="8353"/>
                  </a:lnTo>
                  <a:lnTo>
                    <a:pt x="109951" y="10089"/>
                  </a:lnTo>
                  <a:lnTo>
                    <a:pt x="104994" y="11984"/>
                  </a:lnTo>
                  <a:lnTo>
                    <a:pt x="100099" y="14035"/>
                  </a:lnTo>
                  <a:lnTo>
                    <a:pt x="95273" y="16240"/>
                  </a:lnTo>
                  <a:lnTo>
                    <a:pt x="90518" y="18597"/>
                  </a:lnTo>
                  <a:lnTo>
                    <a:pt x="85841" y="21105"/>
                  </a:lnTo>
                  <a:lnTo>
                    <a:pt x="81246" y="23759"/>
                  </a:lnTo>
                  <a:lnTo>
                    <a:pt x="76737" y="26558"/>
                  </a:lnTo>
                  <a:lnTo>
                    <a:pt x="72320" y="29498"/>
                  </a:lnTo>
                  <a:lnTo>
                    <a:pt x="67998" y="32577"/>
                  </a:lnTo>
                  <a:lnTo>
                    <a:pt x="63776" y="35792"/>
                  </a:lnTo>
                  <a:lnTo>
                    <a:pt x="59658" y="39140"/>
                  </a:lnTo>
                  <a:lnTo>
                    <a:pt x="55649" y="42616"/>
                  </a:lnTo>
                  <a:lnTo>
                    <a:pt x="51751" y="46218"/>
                  </a:lnTo>
                  <a:lnTo>
                    <a:pt x="47971" y="49942"/>
                  </a:lnTo>
                  <a:lnTo>
                    <a:pt x="44310" y="53783"/>
                  </a:lnTo>
                  <a:lnTo>
                    <a:pt x="40773" y="57739"/>
                  </a:lnTo>
                  <a:lnTo>
                    <a:pt x="37363" y="61806"/>
                  </a:lnTo>
                  <a:lnTo>
                    <a:pt x="34084" y="65978"/>
                  </a:lnTo>
                  <a:lnTo>
                    <a:pt x="30940" y="70253"/>
                  </a:lnTo>
                  <a:lnTo>
                    <a:pt x="27932" y="74625"/>
                  </a:lnTo>
                  <a:lnTo>
                    <a:pt x="25065" y="79091"/>
                  </a:lnTo>
                  <a:lnTo>
                    <a:pt x="22341" y="83645"/>
                  </a:lnTo>
                  <a:lnTo>
                    <a:pt x="19763" y="88283"/>
                  </a:lnTo>
                  <a:lnTo>
                    <a:pt x="17333" y="93001"/>
                  </a:lnTo>
                  <a:lnTo>
                    <a:pt x="15055" y="97794"/>
                  </a:lnTo>
                  <a:lnTo>
                    <a:pt x="12929" y="102656"/>
                  </a:lnTo>
                  <a:lnTo>
                    <a:pt x="10959" y="107584"/>
                  </a:lnTo>
                  <a:lnTo>
                    <a:pt x="9147" y="112571"/>
                  </a:lnTo>
                  <a:lnTo>
                    <a:pt x="7493" y="117614"/>
                  </a:lnTo>
                  <a:lnTo>
                    <a:pt x="6001" y="122706"/>
                  </a:lnTo>
                  <a:lnTo>
                    <a:pt x="4671" y="127844"/>
                  </a:lnTo>
                  <a:lnTo>
                    <a:pt x="3505" y="133021"/>
                  </a:lnTo>
                  <a:lnTo>
                    <a:pt x="2503" y="138232"/>
                  </a:lnTo>
                  <a:lnTo>
                    <a:pt x="1668" y="143472"/>
                  </a:lnTo>
                  <a:lnTo>
                    <a:pt x="999" y="148737"/>
                  </a:lnTo>
                  <a:lnTo>
                    <a:pt x="498" y="154020"/>
                  </a:lnTo>
                  <a:lnTo>
                    <a:pt x="165" y="159316"/>
                  </a:lnTo>
                  <a:lnTo>
                    <a:pt x="0" y="164620"/>
                  </a:lnTo>
                  <a:lnTo>
                    <a:pt x="3" y="169927"/>
                  </a:lnTo>
                  <a:lnTo>
                    <a:pt x="175" y="175231"/>
                  </a:lnTo>
                  <a:lnTo>
                    <a:pt x="515" y="180527"/>
                  </a:lnTo>
                  <a:lnTo>
                    <a:pt x="1023" y="185809"/>
                  </a:lnTo>
                  <a:lnTo>
                    <a:pt x="1698" y="191072"/>
                  </a:lnTo>
                  <a:lnTo>
                    <a:pt x="2540" y="196312"/>
                  </a:lnTo>
                  <a:lnTo>
                    <a:pt x="3548" y="201522"/>
                  </a:lnTo>
                  <a:lnTo>
                    <a:pt x="4721" y="206697"/>
                  </a:lnTo>
                  <a:lnTo>
                    <a:pt x="6058" y="211833"/>
                  </a:lnTo>
                  <a:lnTo>
                    <a:pt x="7557" y="216924"/>
                  </a:lnTo>
                  <a:lnTo>
                    <a:pt x="9216" y="221964"/>
                  </a:lnTo>
                  <a:lnTo>
                    <a:pt x="11035" y="226949"/>
                  </a:lnTo>
                  <a:lnTo>
                    <a:pt x="13012" y="231874"/>
                  </a:lnTo>
                  <a:lnTo>
                    <a:pt x="15143" y="236734"/>
                  </a:lnTo>
                  <a:lnTo>
                    <a:pt x="17428" y="241524"/>
                  </a:lnTo>
                  <a:lnTo>
                    <a:pt x="19863" y="246239"/>
                  </a:lnTo>
                  <a:lnTo>
                    <a:pt x="22447" y="250874"/>
                  </a:lnTo>
                  <a:lnTo>
                    <a:pt x="25177" y="255424"/>
                  </a:lnTo>
                  <a:lnTo>
                    <a:pt x="28050" y="259886"/>
                  </a:lnTo>
                  <a:lnTo>
                    <a:pt x="31063" y="264254"/>
                  </a:lnTo>
                  <a:lnTo>
                    <a:pt x="34213" y="268525"/>
                  </a:lnTo>
                  <a:lnTo>
                    <a:pt x="37498" y="272693"/>
                  </a:lnTo>
                  <a:lnTo>
                    <a:pt x="40912" y="276755"/>
                  </a:lnTo>
                  <a:lnTo>
                    <a:pt x="44454" y="280707"/>
                  </a:lnTo>
                  <a:lnTo>
                    <a:pt x="48120" y="284544"/>
                  </a:lnTo>
                  <a:lnTo>
                    <a:pt x="51906" y="288263"/>
                  </a:lnTo>
                  <a:lnTo>
                    <a:pt x="55807" y="291860"/>
                  </a:lnTo>
                  <a:lnTo>
                    <a:pt x="59821" y="295331"/>
                  </a:lnTo>
                  <a:lnTo>
                    <a:pt x="63943" y="298673"/>
                  </a:lnTo>
                  <a:lnTo>
                    <a:pt x="68170" y="301883"/>
                  </a:lnTo>
                  <a:lnTo>
                    <a:pt x="72495" y="304956"/>
                  </a:lnTo>
                  <a:lnTo>
                    <a:pt x="76917" y="307891"/>
                  </a:lnTo>
                  <a:lnTo>
                    <a:pt x="81429" y="310684"/>
                  </a:lnTo>
                  <a:lnTo>
                    <a:pt x="86027" y="313333"/>
                  </a:lnTo>
                  <a:lnTo>
                    <a:pt x="90708" y="315834"/>
                  </a:lnTo>
                  <a:lnTo>
                    <a:pt x="95465" y="318185"/>
                  </a:lnTo>
                  <a:lnTo>
                    <a:pt x="100295" y="320385"/>
                  </a:lnTo>
                  <a:lnTo>
                    <a:pt x="105192" y="322429"/>
                  </a:lnTo>
                  <a:lnTo>
                    <a:pt x="110151" y="324318"/>
                  </a:lnTo>
                  <a:lnTo>
                    <a:pt x="115168" y="326048"/>
                  </a:lnTo>
                  <a:lnTo>
                    <a:pt x="120237" y="327617"/>
                  </a:lnTo>
                  <a:lnTo>
                    <a:pt x="125353" y="329026"/>
                  </a:lnTo>
                  <a:lnTo>
                    <a:pt x="130512" y="330271"/>
                  </a:lnTo>
                  <a:lnTo>
                    <a:pt x="135707" y="331351"/>
                  </a:lnTo>
                  <a:lnTo>
                    <a:pt x="140935" y="332266"/>
                  </a:lnTo>
                  <a:lnTo>
                    <a:pt x="146188" y="333015"/>
                  </a:lnTo>
                  <a:lnTo>
                    <a:pt x="151463" y="333597"/>
                  </a:lnTo>
                  <a:lnTo>
                    <a:pt x="156753" y="334011"/>
                  </a:lnTo>
                  <a:lnTo>
                    <a:pt x="162054" y="334257"/>
                  </a:lnTo>
                  <a:lnTo>
                    <a:pt x="167361" y="334334"/>
                  </a:lnTo>
                  <a:lnTo>
                    <a:pt x="172667" y="334243"/>
                  </a:lnTo>
                  <a:lnTo>
                    <a:pt x="177967" y="333984"/>
                  </a:lnTo>
                  <a:lnTo>
                    <a:pt x="183256" y="333556"/>
                  </a:lnTo>
                  <a:lnTo>
                    <a:pt x="188530" y="332961"/>
                  </a:lnTo>
                  <a:lnTo>
                    <a:pt x="193781" y="332199"/>
                  </a:lnTo>
                  <a:lnTo>
                    <a:pt x="199006" y="331271"/>
                  </a:lnTo>
                  <a:lnTo>
                    <a:pt x="204199" y="330177"/>
                  </a:lnTo>
                  <a:lnTo>
                    <a:pt x="209354" y="328918"/>
                  </a:lnTo>
                  <a:lnTo>
                    <a:pt x="214467" y="327497"/>
                  </a:lnTo>
                  <a:lnTo>
                    <a:pt x="219532" y="325915"/>
                  </a:lnTo>
                  <a:lnTo>
                    <a:pt x="224545" y="324172"/>
                  </a:lnTo>
                  <a:lnTo>
                    <a:pt x="229499" y="322271"/>
                  </a:lnTo>
                  <a:lnTo>
                    <a:pt x="234391" y="320214"/>
                  </a:lnTo>
                  <a:lnTo>
                    <a:pt x="239215" y="318002"/>
                  </a:lnTo>
                  <a:lnTo>
                    <a:pt x="243966" y="315639"/>
                  </a:lnTo>
                  <a:lnTo>
                    <a:pt x="248640" y="313126"/>
                  </a:lnTo>
                  <a:lnTo>
                    <a:pt x="253232" y="310465"/>
                  </a:lnTo>
                  <a:lnTo>
                    <a:pt x="257737" y="307661"/>
                  </a:lnTo>
                  <a:lnTo>
                    <a:pt x="262151" y="304715"/>
                  </a:lnTo>
                  <a:lnTo>
                    <a:pt x="266469" y="301630"/>
                  </a:lnTo>
                  <a:lnTo>
                    <a:pt x="270686" y="298410"/>
                  </a:lnTo>
                  <a:lnTo>
                    <a:pt x="274800" y="295057"/>
                  </a:lnTo>
                  <a:lnTo>
                    <a:pt x="278805" y="291576"/>
                  </a:lnTo>
                  <a:lnTo>
                    <a:pt x="282698" y="287969"/>
                  </a:lnTo>
                  <a:lnTo>
                    <a:pt x="286474" y="284240"/>
                  </a:lnTo>
                  <a:lnTo>
                    <a:pt x="290130" y="280394"/>
                  </a:lnTo>
                  <a:lnTo>
                    <a:pt x="293662" y="276433"/>
                  </a:lnTo>
                  <a:lnTo>
                    <a:pt x="297066" y="272363"/>
                  </a:lnTo>
                  <a:lnTo>
                    <a:pt x="300340" y="268186"/>
                  </a:lnTo>
                  <a:lnTo>
                    <a:pt x="303479" y="263907"/>
                  </a:lnTo>
                  <a:lnTo>
                    <a:pt x="306481" y="259531"/>
                  </a:lnTo>
                  <a:lnTo>
                    <a:pt x="309342" y="255062"/>
                  </a:lnTo>
                  <a:lnTo>
                    <a:pt x="312061" y="250505"/>
                  </a:lnTo>
                  <a:lnTo>
                    <a:pt x="314633" y="245863"/>
                  </a:lnTo>
                  <a:lnTo>
                    <a:pt x="317056" y="241142"/>
                  </a:lnTo>
                  <a:lnTo>
                    <a:pt x="319329" y="236346"/>
                  </a:lnTo>
                  <a:lnTo>
                    <a:pt x="321448" y="231481"/>
                  </a:lnTo>
                  <a:lnTo>
                    <a:pt x="323412" y="226551"/>
                  </a:lnTo>
                  <a:lnTo>
                    <a:pt x="325218" y="221561"/>
                  </a:lnTo>
                  <a:lnTo>
                    <a:pt x="326865" y="216517"/>
                  </a:lnTo>
                  <a:lnTo>
                    <a:pt x="328351" y="211422"/>
                  </a:lnTo>
                  <a:lnTo>
                    <a:pt x="329674" y="206283"/>
                  </a:lnTo>
                  <a:lnTo>
                    <a:pt x="330834" y="201105"/>
                  </a:lnTo>
                  <a:lnTo>
                    <a:pt x="331828" y="195892"/>
                  </a:lnTo>
                  <a:lnTo>
                    <a:pt x="332657" y="190651"/>
                  </a:lnTo>
                  <a:lnTo>
                    <a:pt x="333319" y="185385"/>
                  </a:lnTo>
                  <a:lnTo>
                    <a:pt x="333814" y="180102"/>
                  </a:lnTo>
                  <a:lnTo>
                    <a:pt x="334140" y="174805"/>
                  </a:lnTo>
                  <a:lnTo>
                    <a:pt x="334299" y="169501"/>
                  </a:lnTo>
                  <a:lnTo>
                    <a:pt x="334289" y="164194"/>
                  </a:lnTo>
                  <a:lnTo>
                    <a:pt x="334110" y="158890"/>
                  </a:lnTo>
                  <a:lnTo>
                    <a:pt x="333763" y="153595"/>
                  </a:lnTo>
                  <a:lnTo>
                    <a:pt x="333248" y="148313"/>
                  </a:lnTo>
                  <a:lnTo>
                    <a:pt x="332566" y="143051"/>
                  </a:lnTo>
                  <a:lnTo>
                    <a:pt x="331717" y="137812"/>
                  </a:lnTo>
                  <a:lnTo>
                    <a:pt x="330703" y="132604"/>
                  </a:lnTo>
                  <a:lnTo>
                    <a:pt x="329523" y="127430"/>
                  </a:lnTo>
                  <a:lnTo>
                    <a:pt x="328180" y="122296"/>
                  </a:lnTo>
                  <a:lnTo>
                    <a:pt x="326675" y="117207"/>
                  </a:lnTo>
                  <a:lnTo>
                    <a:pt x="325009" y="112169"/>
                  </a:lnTo>
                  <a:lnTo>
                    <a:pt x="323183" y="107186"/>
                  </a:lnTo>
                  <a:lnTo>
                    <a:pt x="321201" y="102263"/>
                  </a:lnTo>
                  <a:lnTo>
                    <a:pt x="319063" y="97406"/>
                  </a:lnTo>
                  <a:lnTo>
                    <a:pt x="316772" y="92619"/>
                  </a:lnTo>
                  <a:lnTo>
                    <a:pt x="314331" y="87908"/>
                  </a:lnTo>
                  <a:lnTo>
                    <a:pt x="311741" y="83276"/>
                  </a:lnTo>
                  <a:lnTo>
                    <a:pt x="309005" y="78729"/>
                  </a:lnTo>
                  <a:lnTo>
                    <a:pt x="306127" y="74271"/>
                  </a:lnTo>
                  <a:lnTo>
                    <a:pt x="303108" y="69906"/>
                  </a:lnTo>
                  <a:lnTo>
                    <a:pt x="299952" y="65640"/>
                  </a:lnTo>
                  <a:lnTo>
                    <a:pt x="296663" y="61475"/>
                  </a:lnTo>
                  <a:lnTo>
                    <a:pt x="293243" y="57418"/>
                  </a:lnTo>
                  <a:lnTo>
                    <a:pt x="289696" y="53471"/>
                  </a:lnTo>
                  <a:lnTo>
                    <a:pt x="286025" y="49638"/>
                  </a:lnTo>
                  <a:lnTo>
                    <a:pt x="282235" y="45924"/>
                  </a:lnTo>
                  <a:lnTo>
                    <a:pt x="278329" y="42332"/>
                  </a:lnTo>
                  <a:lnTo>
                    <a:pt x="274310" y="38866"/>
                  </a:lnTo>
                  <a:lnTo>
                    <a:pt x="270184" y="35529"/>
                  </a:lnTo>
                  <a:lnTo>
                    <a:pt x="265954" y="32325"/>
                  </a:lnTo>
                  <a:lnTo>
                    <a:pt x="261624" y="29257"/>
                  </a:lnTo>
                  <a:lnTo>
                    <a:pt x="257199" y="26328"/>
                  </a:lnTo>
                  <a:lnTo>
                    <a:pt x="252683" y="23540"/>
                  </a:lnTo>
                  <a:lnTo>
                    <a:pt x="248081" y="20898"/>
                  </a:lnTo>
                  <a:lnTo>
                    <a:pt x="243398" y="18403"/>
                  </a:lnTo>
                  <a:lnTo>
                    <a:pt x="238638" y="16057"/>
                  </a:lnTo>
                  <a:lnTo>
                    <a:pt x="233805" y="13864"/>
                  </a:lnTo>
                  <a:lnTo>
                    <a:pt x="228906" y="11826"/>
                  </a:lnTo>
                  <a:lnTo>
                    <a:pt x="223944" y="9944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633135" y="1130257"/>
              <a:ext cx="56796" cy="157223"/>
            </a:xfrm>
            <a:custGeom>
              <a:avLst/>
              <a:pathLst>
                <a:path w="56796" h="157223">
                  <a:moveTo>
                    <a:pt x="56796" y="0"/>
                  </a:moveTo>
                  <a:lnTo>
                    <a:pt x="0" y="1572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633135" y="1130257"/>
              <a:ext cx="56796" cy="157223"/>
            </a:xfrm>
            <a:custGeom>
              <a:avLst/>
              <a:pathLst>
                <a:path w="56796" h="157223">
                  <a:moveTo>
                    <a:pt x="56796" y="0"/>
                  </a:moveTo>
                  <a:lnTo>
                    <a:pt x="0" y="1572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633135" y="1130257"/>
              <a:ext cx="56796" cy="157223"/>
            </a:xfrm>
            <a:custGeom>
              <a:avLst/>
              <a:pathLst>
                <a:path w="56796" h="157223">
                  <a:moveTo>
                    <a:pt x="56796" y="0"/>
                  </a:moveTo>
                  <a:lnTo>
                    <a:pt x="0" y="1572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633135" y="1130257"/>
              <a:ext cx="56796" cy="157223"/>
            </a:xfrm>
            <a:custGeom>
              <a:avLst/>
              <a:pathLst>
                <a:path w="56796" h="157223">
                  <a:moveTo>
                    <a:pt x="56796" y="0"/>
                  </a:moveTo>
                  <a:lnTo>
                    <a:pt x="0" y="15722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633135" y="1130257"/>
              <a:ext cx="56796" cy="157223"/>
            </a:xfrm>
            <a:custGeom>
              <a:avLst/>
              <a:pathLst>
                <a:path w="56796" h="157223">
                  <a:moveTo>
                    <a:pt x="56796" y="0"/>
                  </a:moveTo>
                  <a:lnTo>
                    <a:pt x="0" y="15722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633135" y="1130257"/>
              <a:ext cx="56796" cy="157223"/>
            </a:xfrm>
            <a:custGeom>
              <a:avLst/>
              <a:pathLst>
                <a:path w="56796" h="157223">
                  <a:moveTo>
                    <a:pt x="56796" y="0"/>
                  </a:moveTo>
                  <a:lnTo>
                    <a:pt x="0" y="1572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633135" y="1130257"/>
              <a:ext cx="56796" cy="157223"/>
            </a:xfrm>
            <a:custGeom>
              <a:avLst/>
              <a:pathLst>
                <a:path w="56796" h="157223">
                  <a:moveTo>
                    <a:pt x="56796" y="0"/>
                  </a:moveTo>
                  <a:lnTo>
                    <a:pt x="0" y="1572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633135" y="1130257"/>
              <a:ext cx="56796" cy="157223"/>
            </a:xfrm>
            <a:custGeom>
              <a:avLst/>
              <a:pathLst>
                <a:path w="56796" h="157223">
                  <a:moveTo>
                    <a:pt x="56796" y="0"/>
                  </a:moveTo>
                  <a:lnTo>
                    <a:pt x="0" y="1572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633135" y="1130257"/>
              <a:ext cx="56796" cy="157223"/>
            </a:xfrm>
            <a:custGeom>
              <a:avLst/>
              <a:pathLst>
                <a:path w="56796" h="157223">
                  <a:moveTo>
                    <a:pt x="56796" y="0"/>
                  </a:moveTo>
                  <a:lnTo>
                    <a:pt x="0" y="1572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633135" y="1130257"/>
              <a:ext cx="56796" cy="157223"/>
            </a:xfrm>
            <a:custGeom>
              <a:avLst/>
              <a:pathLst>
                <a:path w="56796" h="157223">
                  <a:moveTo>
                    <a:pt x="56796" y="0"/>
                  </a:moveTo>
                  <a:lnTo>
                    <a:pt x="0" y="1572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633135" y="1130257"/>
              <a:ext cx="56796" cy="157223"/>
            </a:xfrm>
            <a:custGeom>
              <a:avLst/>
              <a:pathLst>
                <a:path w="56796" h="157223">
                  <a:moveTo>
                    <a:pt x="56796" y="0"/>
                  </a:moveTo>
                  <a:lnTo>
                    <a:pt x="0" y="1572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633135" y="1130257"/>
              <a:ext cx="56796" cy="157223"/>
            </a:xfrm>
            <a:custGeom>
              <a:avLst/>
              <a:pathLst>
                <a:path w="56796" h="157223">
                  <a:moveTo>
                    <a:pt x="56796" y="0"/>
                  </a:moveTo>
                  <a:lnTo>
                    <a:pt x="0" y="1572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633135" y="1130257"/>
              <a:ext cx="56796" cy="157223"/>
            </a:xfrm>
            <a:custGeom>
              <a:avLst/>
              <a:pathLst>
                <a:path w="56796" h="157223">
                  <a:moveTo>
                    <a:pt x="56796" y="0"/>
                  </a:moveTo>
                  <a:lnTo>
                    <a:pt x="0" y="1572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633135" y="1130257"/>
              <a:ext cx="56796" cy="157223"/>
            </a:xfrm>
            <a:custGeom>
              <a:avLst/>
              <a:pathLst>
                <a:path w="56796" h="157223">
                  <a:moveTo>
                    <a:pt x="56796" y="0"/>
                  </a:moveTo>
                  <a:lnTo>
                    <a:pt x="0" y="1572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633135" y="1130257"/>
              <a:ext cx="56796" cy="157223"/>
            </a:xfrm>
            <a:custGeom>
              <a:avLst/>
              <a:pathLst>
                <a:path w="56796" h="157223">
                  <a:moveTo>
                    <a:pt x="56796" y="0"/>
                  </a:moveTo>
                  <a:lnTo>
                    <a:pt x="0" y="1572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633135" y="1130257"/>
              <a:ext cx="56796" cy="157223"/>
            </a:xfrm>
            <a:custGeom>
              <a:avLst/>
              <a:pathLst>
                <a:path w="56796" h="157223">
                  <a:moveTo>
                    <a:pt x="56796" y="0"/>
                  </a:moveTo>
                  <a:lnTo>
                    <a:pt x="0" y="1572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633135" y="1130257"/>
              <a:ext cx="56796" cy="157223"/>
            </a:xfrm>
            <a:custGeom>
              <a:avLst/>
              <a:pathLst>
                <a:path w="56796" h="157223">
                  <a:moveTo>
                    <a:pt x="56796" y="0"/>
                  </a:moveTo>
                  <a:lnTo>
                    <a:pt x="0" y="1572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633135" y="1130257"/>
              <a:ext cx="56796" cy="157223"/>
            </a:xfrm>
            <a:custGeom>
              <a:avLst/>
              <a:pathLst>
                <a:path w="56796" h="157223">
                  <a:moveTo>
                    <a:pt x="56796" y="0"/>
                  </a:moveTo>
                  <a:lnTo>
                    <a:pt x="0" y="1572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633135" y="1130257"/>
              <a:ext cx="56796" cy="157223"/>
            </a:xfrm>
            <a:custGeom>
              <a:avLst/>
              <a:pathLst>
                <a:path w="56796" h="157223">
                  <a:moveTo>
                    <a:pt x="56796" y="0"/>
                  </a:moveTo>
                  <a:lnTo>
                    <a:pt x="0" y="1572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633135" y="1130257"/>
              <a:ext cx="56796" cy="157223"/>
            </a:xfrm>
            <a:custGeom>
              <a:avLst/>
              <a:pathLst>
                <a:path w="56796" h="157223">
                  <a:moveTo>
                    <a:pt x="56796" y="0"/>
                  </a:moveTo>
                  <a:lnTo>
                    <a:pt x="0" y="1572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5633135" y="1130257"/>
              <a:ext cx="56796" cy="157223"/>
            </a:xfrm>
            <a:custGeom>
              <a:avLst/>
              <a:pathLst>
                <a:path w="56796" h="157223">
                  <a:moveTo>
                    <a:pt x="56796" y="0"/>
                  </a:moveTo>
                  <a:lnTo>
                    <a:pt x="0" y="1572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5633135" y="1129943"/>
              <a:ext cx="56796" cy="157537"/>
            </a:xfrm>
            <a:custGeom>
              <a:avLst/>
              <a:pathLst>
                <a:path w="56796" h="157537">
                  <a:moveTo>
                    <a:pt x="56796" y="313"/>
                  </a:moveTo>
                  <a:lnTo>
                    <a:pt x="55919" y="0"/>
                  </a:lnTo>
                  <a:lnTo>
                    <a:pt x="0" y="1575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5633135" y="1120312"/>
              <a:ext cx="55919" cy="167167"/>
            </a:xfrm>
            <a:custGeom>
              <a:avLst/>
              <a:pathLst>
                <a:path w="55919" h="167167">
                  <a:moveTo>
                    <a:pt x="55919" y="9630"/>
                  </a:moveTo>
                  <a:lnTo>
                    <a:pt x="49910" y="7624"/>
                  </a:lnTo>
                  <a:lnTo>
                    <a:pt x="43829" y="5848"/>
                  </a:lnTo>
                  <a:lnTo>
                    <a:pt x="37685" y="4303"/>
                  </a:lnTo>
                  <a:lnTo>
                    <a:pt x="31487" y="2992"/>
                  </a:lnTo>
                  <a:lnTo>
                    <a:pt x="25244" y="1917"/>
                  </a:lnTo>
                  <a:lnTo>
                    <a:pt x="18965" y="1079"/>
                  </a:lnTo>
                  <a:lnTo>
                    <a:pt x="12658" y="479"/>
                  </a:lnTo>
                  <a:lnTo>
                    <a:pt x="6333" y="1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968519" y="971635"/>
              <a:ext cx="333599" cy="334327"/>
            </a:xfrm>
            <a:custGeom>
              <a:avLst/>
              <a:pathLst>
                <a:path w="333599" h="334327">
                  <a:moveTo>
                    <a:pt x="167157" y="0"/>
                  </a:moveTo>
                  <a:lnTo>
                    <a:pt x="161869" y="83"/>
                  </a:lnTo>
                  <a:lnTo>
                    <a:pt x="156586" y="334"/>
                  </a:lnTo>
                  <a:lnTo>
                    <a:pt x="151314" y="752"/>
                  </a:lnTo>
                  <a:lnTo>
                    <a:pt x="146057" y="1336"/>
                  </a:lnTo>
                  <a:lnTo>
                    <a:pt x="140822" y="2087"/>
                  </a:lnTo>
                  <a:lnTo>
                    <a:pt x="135613" y="3002"/>
                  </a:lnTo>
                  <a:lnTo>
                    <a:pt x="130436" y="4082"/>
                  </a:lnTo>
                  <a:lnTo>
                    <a:pt x="125295" y="5326"/>
                  </a:lnTo>
                  <a:lnTo>
                    <a:pt x="120197" y="6731"/>
                  </a:lnTo>
                  <a:lnTo>
                    <a:pt x="115145" y="8297"/>
                  </a:lnTo>
                  <a:lnTo>
                    <a:pt x="110146" y="10021"/>
                  </a:lnTo>
                  <a:lnTo>
                    <a:pt x="105203" y="11904"/>
                  </a:lnTo>
                  <a:lnTo>
                    <a:pt x="100323" y="13941"/>
                  </a:lnTo>
                  <a:lnTo>
                    <a:pt x="95509" y="16132"/>
                  </a:lnTo>
                  <a:lnTo>
                    <a:pt x="90767" y="18474"/>
                  </a:lnTo>
                  <a:lnTo>
                    <a:pt x="86102" y="20965"/>
                  </a:lnTo>
                  <a:lnTo>
                    <a:pt x="81518" y="23602"/>
                  </a:lnTo>
                  <a:lnTo>
                    <a:pt x="77019" y="26383"/>
                  </a:lnTo>
                  <a:lnTo>
                    <a:pt x="72611" y="29305"/>
                  </a:lnTo>
                  <a:lnTo>
                    <a:pt x="68297" y="32364"/>
                  </a:lnTo>
                  <a:lnTo>
                    <a:pt x="64082" y="35559"/>
                  </a:lnTo>
                  <a:lnTo>
                    <a:pt x="59971" y="38886"/>
                  </a:lnTo>
                  <a:lnTo>
                    <a:pt x="55966" y="42340"/>
                  </a:lnTo>
                  <a:lnTo>
                    <a:pt x="52073" y="45920"/>
                  </a:lnTo>
                  <a:lnTo>
                    <a:pt x="48295" y="49621"/>
                  </a:lnTo>
                  <a:lnTo>
                    <a:pt x="44637" y="53440"/>
                  </a:lnTo>
                  <a:lnTo>
                    <a:pt x="41100" y="57373"/>
                  </a:lnTo>
                  <a:lnTo>
                    <a:pt x="37690" y="61415"/>
                  </a:lnTo>
                  <a:lnTo>
                    <a:pt x="34410" y="65564"/>
                  </a:lnTo>
                  <a:lnTo>
                    <a:pt x="31262" y="69814"/>
                  </a:lnTo>
                  <a:lnTo>
                    <a:pt x="28251" y="74161"/>
                  </a:lnTo>
                  <a:lnTo>
                    <a:pt x="25378" y="78602"/>
                  </a:lnTo>
                  <a:lnTo>
                    <a:pt x="22647" y="83131"/>
                  </a:lnTo>
                  <a:lnTo>
                    <a:pt x="20061" y="87744"/>
                  </a:lnTo>
                  <a:lnTo>
                    <a:pt x="17623" y="92437"/>
                  </a:lnTo>
                  <a:lnTo>
                    <a:pt x="15333" y="97205"/>
                  </a:lnTo>
                  <a:lnTo>
                    <a:pt x="13196" y="102043"/>
                  </a:lnTo>
                  <a:lnTo>
                    <a:pt x="11213" y="106945"/>
                  </a:lnTo>
                  <a:lnTo>
                    <a:pt x="9386" y="111909"/>
                  </a:lnTo>
                  <a:lnTo>
                    <a:pt x="7717" y="116927"/>
                  </a:lnTo>
                  <a:lnTo>
                    <a:pt x="6208" y="121996"/>
                  </a:lnTo>
                  <a:lnTo>
                    <a:pt x="4859" y="127110"/>
                  </a:lnTo>
                  <a:lnTo>
                    <a:pt x="3674" y="132264"/>
                  </a:lnTo>
                  <a:lnTo>
                    <a:pt x="2651" y="137453"/>
                  </a:lnTo>
                  <a:lnTo>
                    <a:pt x="1794" y="142671"/>
                  </a:lnTo>
                  <a:lnTo>
                    <a:pt x="1101" y="147915"/>
                  </a:lnTo>
                  <a:lnTo>
                    <a:pt x="576" y="153177"/>
                  </a:lnTo>
                  <a:lnTo>
                    <a:pt x="216" y="158454"/>
                  </a:lnTo>
                  <a:lnTo>
                    <a:pt x="24" y="163739"/>
                  </a:lnTo>
                  <a:lnTo>
                    <a:pt x="0" y="169027"/>
                  </a:lnTo>
                  <a:lnTo>
                    <a:pt x="142" y="174314"/>
                  </a:lnTo>
                  <a:lnTo>
                    <a:pt x="452" y="179594"/>
                  </a:lnTo>
                  <a:lnTo>
                    <a:pt x="928" y="184861"/>
                  </a:lnTo>
                  <a:lnTo>
                    <a:pt x="1571" y="190111"/>
                  </a:lnTo>
                  <a:lnTo>
                    <a:pt x="2380" y="195337"/>
                  </a:lnTo>
                  <a:lnTo>
                    <a:pt x="3353" y="200535"/>
                  </a:lnTo>
                  <a:lnTo>
                    <a:pt x="4491" y="205700"/>
                  </a:lnTo>
                  <a:lnTo>
                    <a:pt x="5791" y="210827"/>
                  </a:lnTo>
                  <a:lnTo>
                    <a:pt x="7253" y="215909"/>
                  </a:lnTo>
                  <a:lnTo>
                    <a:pt x="8875" y="220943"/>
                  </a:lnTo>
                  <a:lnTo>
                    <a:pt x="10655" y="225923"/>
                  </a:lnTo>
                  <a:lnTo>
                    <a:pt x="12592" y="230845"/>
                  </a:lnTo>
                  <a:lnTo>
                    <a:pt x="14684" y="235702"/>
                  </a:lnTo>
                  <a:lnTo>
                    <a:pt x="16928" y="240491"/>
                  </a:lnTo>
                  <a:lnTo>
                    <a:pt x="19323" y="245206"/>
                  </a:lnTo>
                  <a:lnTo>
                    <a:pt x="21866" y="249844"/>
                  </a:lnTo>
                  <a:lnTo>
                    <a:pt x="24554" y="254399"/>
                  </a:lnTo>
                  <a:lnTo>
                    <a:pt x="27384" y="258866"/>
                  </a:lnTo>
                  <a:lnTo>
                    <a:pt x="30355" y="263241"/>
                  </a:lnTo>
                  <a:lnTo>
                    <a:pt x="33463" y="267521"/>
                  </a:lnTo>
                  <a:lnTo>
                    <a:pt x="36704" y="271700"/>
                  </a:lnTo>
                  <a:lnTo>
                    <a:pt x="40076" y="275774"/>
                  </a:lnTo>
                  <a:lnTo>
                    <a:pt x="43575" y="279740"/>
                  </a:lnTo>
                  <a:lnTo>
                    <a:pt x="47198" y="283593"/>
                  </a:lnTo>
                  <a:lnTo>
                    <a:pt x="50941" y="287329"/>
                  </a:lnTo>
                  <a:lnTo>
                    <a:pt x="54800" y="290945"/>
                  </a:lnTo>
                  <a:lnTo>
                    <a:pt x="58772" y="294437"/>
                  </a:lnTo>
                  <a:lnTo>
                    <a:pt x="62852" y="297802"/>
                  </a:lnTo>
                  <a:lnTo>
                    <a:pt x="67037" y="301036"/>
                  </a:lnTo>
                  <a:lnTo>
                    <a:pt x="71322" y="304136"/>
                  </a:lnTo>
                  <a:lnTo>
                    <a:pt x="75703" y="307099"/>
                  </a:lnTo>
                  <a:lnTo>
                    <a:pt x="80175" y="309922"/>
                  </a:lnTo>
                  <a:lnTo>
                    <a:pt x="84734" y="312603"/>
                  </a:lnTo>
                  <a:lnTo>
                    <a:pt x="89376" y="315137"/>
                  </a:lnTo>
                  <a:lnTo>
                    <a:pt x="94096" y="317523"/>
                  </a:lnTo>
                  <a:lnTo>
                    <a:pt x="98889" y="319759"/>
                  </a:lnTo>
                  <a:lnTo>
                    <a:pt x="103750" y="321842"/>
                  </a:lnTo>
                  <a:lnTo>
                    <a:pt x="108674" y="323771"/>
                  </a:lnTo>
                  <a:lnTo>
                    <a:pt x="113658" y="325542"/>
                  </a:lnTo>
                  <a:lnTo>
                    <a:pt x="118694" y="327156"/>
                  </a:lnTo>
                  <a:lnTo>
                    <a:pt x="123779" y="328609"/>
                  </a:lnTo>
                  <a:lnTo>
                    <a:pt x="128908" y="329900"/>
                  </a:lnTo>
                  <a:lnTo>
                    <a:pt x="134075" y="331028"/>
                  </a:lnTo>
                  <a:lnTo>
                    <a:pt x="139275" y="331993"/>
                  </a:lnTo>
                  <a:lnTo>
                    <a:pt x="144503" y="332792"/>
                  </a:lnTo>
                  <a:lnTo>
                    <a:pt x="149754" y="333426"/>
                  </a:lnTo>
                  <a:lnTo>
                    <a:pt x="155022" y="333893"/>
                  </a:lnTo>
                  <a:lnTo>
                    <a:pt x="160302" y="334194"/>
                  </a:lnTo>
                  <a:lnTo>
                    <a:pt x="165589" y="334327"/>
                  </a:lnTo>
                  <a:lnTo>
                    <a:pt x="170877" y="334293"/>
                  </a:lnTo>
                  <a:lnTo>
                    <a:pt x="176162" y="334092"/>
                  </a:lnTo>
                  <a:lnTo>
                    <a:pt x="181438" y="333723"/>
                  </a:lnTo>
                  <a:lnTo>
                    <a:pt x="186700" y="333188"/>
                  </a:lnTo>
                  <a:lnTo>
                    <a:pt x="191942" y="332487"/>
                  </a:lnTo>
                  <a:lnTo>
                    <a:pt x="197159" y="331620"/>
                  </a:lnTo>
                  <a:lnTo>
                    <a:pt x="202346" y="330589"/>
                  </a:lnTo>
                  <a:lnTo>
                    <a:pt x="207498" y="329394"/>
                  </a:lnTo>
                  <a:lnTo>
                    <a:pt x="212610" y="328036"/>
                  </a:lnTo>
                  <a:lnTo>
                    <a:pt x="217676" y="326518"/>
                  </a:lnTo>
                  <a:lnTo>
                    <a:pt x="222691" y="324840"/>
                  </a:lnTo>
                  <a:lnTo>
                    <a:pt x="227651" y="323005"/>
                  </a:lnTo>
                  <a:lnTo>
                    <a:pt x="232550" y="321013"/>
                  </a:lnTo>
                  <a:lnTo>
                    <a:pt x="237384" y="318867"/>
                  </a:lnTo>
                  <a:lnTo>
                    <a:pt x="242148" y="316570"/>
                  </a:lnTo>
                  <a:lnTo>
                    <a:pt x="246837" y="314123"/>
                  </a:lnTo>
                  <a:lnTo>
                    <a:pt x="251445" y="311529"/>
                  </a:lnTo>
                  <a:lnTo>
                    <a:pt x="255970" y="308790"/>
                  </a:lnTo>
                  <a:lnTo>
                    <a:pt x="260405" y="305910"/>
                  </a:lnTo>
                  <a:lnTo>
                    <a:pt x="264748" y="302891"/>
                  </a:lnTo>
                  <a:lnTo>
                    <a:pt x="268992" y="299736"/>
                  </a:lnTo>
                  <a:lnTo>
                    <a:pt x="273135" y="296448"/>
                  </a:lnTo>
                  <a:lnTo>
                    <a:pt x="277171" y="293031"/>
                  </a:lnTo>
                  <a:lnTo>
                    <a:pt x="281098" y="289488"/>
                  </a:lnTo>
                  <a:lnTo>
                    <a:pt x="284910" y="285822"/>
                  </a:lnTo>
                  <a:lnTo>
                    <a:pt x="288605" y="282038"/>
                  </a:lnTo>
                  <a:lnTo>
                    <a:pt x="292178" y="278139"/>
                  </a:lnTo>
                  <a:lnTo>
                    <a:pt x="295625" y="274128"/>
                  </a:lnTo>
                  <a:lnTo>
                    <a:pt x="298945" y="270011"/>
                  </a:lnTo>
                  <a:lnTo>
                    <a:pt x="302132" y="265790"/>
                  </a:lnTo>
                  <a:lnTo>
                    <a:pt x="305184" y="261471"/>
                  </a:lnTo>
                  <a:lnTo>
                    <a:pt x="308098" y="257058"/>
                  </a:lnTo>
                  <a:lnTo>
                    <a:pt x="310871" y="252554"/>
                  </a:lnTo>
                  <a:lnTo>
                    <a:pt x="313500" y="247966"/>
                  </a:lnTo>
                  <a:lnTo>
                    <a:pt x="315983" y="243296"/>
                  </a:lnTo>
                  <a:lnTo>
                    <a:pt x="318317" y="238550"/>
                  </a:lnTo>
                  <a:lnTo>
                    <a:pt x="320499" y="233732"/>
                  </a:lnTo>
                  <a:lnTo>
                    <a:pt x="322528" y="228848"/>
                  </a:lnTo>
                  <a:lnTo>
                    <a:pt x="324402" y="223903"/>
                  </a:lnTo>
                  <a:lnTo>
                    <a:pt x="326118" y="218900"/>
                  </a:lnTo>
                  <a:lnTo>
                    <a:pt x="327675" y="213846"/>
                  </a:lnTo>
                  <a:lnTo>
                    <a:pt x="329071" y="208745"/>
                  </a:lnTo>
                  <a:lnTo>
                    <a:pt x="330305" y="203602"/>
                  </a:lnTo>
                  <a:lnTo>
                    <a:pt x="331376" y="198423"/>
                  </a:lnTo>
                  <a:lnTo>
                    <a:pt x="332283" y="193212"/>
                  </a:lnTo>
                  <a:lnTo>
                    <a:pt x="333024" y="187976"/>
                  </a:lnTo>
                  <a:lnTo>
                    <a:pt x="333599" y="182718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5135676" y="1138802"/>
              <a:ext cx="166442" cy="15551"/>
            </a:xfrm>
            <a:custGeom>
              <a:avLst/>
              <a:pathLst>
                <a:path w="166442" h="15551">
                  <a:moveTo>
                    <a:pt x="166442" y="1555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5135676" y="1138802"/>
              <a:ext cx="166442" cy="15551"/>
            </a:xfrm>
            <a:custGeom>
              <a:avLst/>
              <a:pathLst>
                <a:path w="166442" h="15551">
                  <a:moveTo>
                    <a:pt x="166442" y="1555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5135676" y="1138802"/>
              <a:ext cx="166442" cy="15551"/>
            </a:xfrm>
            <a:custGeom>
              <a:avLst/>
              <a:pathLst>
                <a:path w="166442" h="15551">
                  <a:moveTo>
                    <a:pt x="166442" y="1555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5135676" y="1138802"/>
              <a:ext cx="166442" cy="15551"/>
            </a:xfrm>
            <a:custGeom>
              <a:avLst/>
              <a:pathLst>
                <a:path w="166442" h="15551">
                  <a:moveTo>
                    <a:pt x="166442" y="1555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5135676" y="1138802"/>
              <a:ext cx="166442" cy="15551"/>
            </a:xfrm>
            <a:custGeom>
              <a:avLst/>
              <a:pathLst>
                <a:path w="166442" h="15551">
                  <a:moveTo>
                    <a:pt x="166442" y="1555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5135676" y="1138802"/>
              <a:ext cx="166442" cy="15551"/>
            </a:xfrm>
            <a:custGeom>
              <a:avLst/>
              <a:pathLst>
                <a:path w="166442" h="15551">
                  <a:moveTo>
                    <a:pt x="166442" y="1555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5135676" y="1138802"/>
              <a:ext cx="166442" cy="15551"/>
            </a:xfrm>
            <a:custGeom>
              <a:avLst/>
              <a:pathLst>
                <a:path w="166442" h="15551">
                  <a:moveTo>
                    <a:pt x="166442" y="1555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5135676" y="1138802"/>
              <a:ext cx="166442" cy="15551"/>
            </a:xfrm>
            <a:custGeom>
              <a:avLst/>
              <a:pathLst>
                <a:path w="166442" h="15551">
                  <a:moveTo>
                    <a:pt x="166442" y="1555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5135676" y="1138802"/>
              <a:ext cx="166442" cy="15551"/>
            </a:xfrm>
            <a:custGeom>
              <a:avLst/>
              <a:pathLst>
                <a:path w="166442" h="15551">
                  <a:moveTo>
                    <a:pt x="166442" y="1555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5135676" y="1138802"/>
              <a:ext cx="166442" cy="15551"/>
            </a:xfrm>
            <a:custGeom>
              <a:avLst/>
              <a:pathLst>
                <a:path w="166442" h="15551">
                  <a:moveTo>
                    <a:pt x="166442" y="1555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5135676" y="1138802"/>
              <a:ext cx="166442" cy="15551"/>
            </a:xfrm>
            <a:custGeom>
              <a:avLst/>
              <a:pathLst>
                <a:path w="166442" h="15551">
                  <a:moveTo>
                    <a:pt x="166442" y="1555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5135676" y="1138802"/>
              <a:ext cx="166442" cy="15551"/>
            </a:xfrm>
            <a:custGeom>
              <a:avLst/>
              <a:pathLst>
                <a:path w="166442" h="15551">
                  <a:moveTo>
                    <a:pt x="166442" y="1555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5135676" y="1138802"/>
              <a:ext cx="166442" cy="15551"/>
            </a:xfrm>
            <a:custGeom>
              <a:avLst/>
              <a:pathLst>
                <a:path w="166442" h="15551">
                  <a:moveTo>
                    <a:pt x="166442" y="1555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5135676" y="1138802"/>
              <a:ext cx="166442" cy="15551"/>
            </a:xfrm>
            <a:custGeom>
              <a:avLst/>
              <a:pathLst>
                <a:path w="166442" h="15551">
                  <a:moveTo>
                    <a:pt x="166442" y="1555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5135676" y="1138802"/>
              <a:ext cx="166442" cy="15551"/>
            </a:xfrm>
            <a:custGeom>
              <a:avLst/>
              <a:pathLst>
                <a:path w="166442" h="15551">
                  <a:moveTo>
                    <a:pt x="166442" y="1555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5135676" y="1138802"/>
              <a:ext cx="166442" cy="15551"/>
            </a:xfrm>
            <a:custGeom>
              <a:avLst/>
              <a:pathLst>
                <a:path w="166442" h="15551">
                  <a:moveTo>
                    <a:pt x="166442" y="1555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5135676" y="1138802"/>
              <a:ext cx="166442" cy="15551"/>
            </a:xfrm>
            <a:custGeom>
              <a:avLst/>
              <a:pathLst>
                <a:path w="166442" h="15551">
                  <a:moveTo>
                    <a:pt x="166442" y="1555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5135676" y="1138802"/>
              <a:ext cx="166442" cy="15551"/>
            </a:xfrm>
            <a:custGeom>
              <a:avLst/>
              <a:pathLst>
                <a:path w="166442" h="15551">
                  <a:moveTo>
                    <a:pt x="166442" y="1555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5135676" y="1138802"/>
              <a:ext cx="166442" cy="15551"/>
            </a:xfrm>
            <a:custGeom>
              <a:avLst/>
              <a:pathLst>
                <a:path w="166442" h="15551">
                  <a:moveTo>
                    <a:pt x="166442" y="1555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5135676" y="1138802"/>
              <a:ext cx="166442" cy="15551"/>
            </a:xfrm>
            <a:custGeom>
              <a:avLst/>
              <a:pathLst>
                <a:path w="166442" h="15551">
                  <a:moveTo>
                    <a:pt x="166442" y="1555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5135676" y="1138802"/>
              <a:ext cx="166638" cy="15551"/>
            </a:xfrm>
            <a:custGeom>
              <a:avLst/>
              <a:pathLst>
                <a:path w="166638" h="15551">
                  <a:moveTo>
                    <a:pt x="166442" y="15551"/>
                  </a:moveTo>
                  <a:lnTo>
                    <a:pt x="166638" y="132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5135676" y="971635"/>
              <a:ext cx="167149" cy="180450"/>
            </a:xfrm>
            <a:custGeom>
              <a:avLst/>
              <a:pathLst>
                <a:path w="167149" h="180450">
                  <a:moveTo>
                    <a:pt x="166638" y="180450"/>
                  </a:moveTo>
                  <a:lnTo>
                    <a:pt x="166981" y="175052"/>
                  </a:lnTo>
                  <a:lnTo>
                    <a:pt x="167149" y="169645"/>
                  </a:lnTo>
                  <a:lnTo>
                    <a:pt x="167141" y="164236"/>
                  </a:lnTo>
                  <a:lnTo>
                    <a:pt x="166959" y="158830"/>
                  </a:lnTo>
                  <a:lnTo>
                    <a:pt x="166602" y="153433"/>
                  </a:lnTo>
                  <a:lnTo>
                    <a:pt x="166070" y="148049"/>
                  </a:lnTo>
                  <a:lnTo>
                    <a:pt x="165365" y="142686"/>
                  </a:lnTo>
                  <a:lnTo>
                    <a:pt x="164486" y="137349"/>
                  </a:lnTo>
                  <a:lnTo>
                    <a:pt x="163435" y="132043"/>
                  </a:lnTo>
                  <a:lnTo>
                    <a:pt x="162213" y="126773"/>
                  </a:lnTo>
                  <a:lnTo>
                    <a:pt x="160821" y="121546"/>
                  </a:lnTo>
                  <a:lnTo>
                    <a:pt x="159261" y="116367"/>
                  </a:lnTo>
                  <a:lnTo>
                    <a:pt x="157534" y="111241"/>
                  </a:lnTo>
                  <a:lnTo>
                    <a:pt x="155642" y="106173"/>
                  </a:lnTo>
                  <a:lnTo>
                    <a:pt x="153588" y="101169"/>
                  </a:lnTo>
                  <a:lnTo>
                    <a:pt x="151372" y="96235"/>
                  </a:lnTo>
                  <a:lnTo>
                    <a:pt x="148998" y="91374"/>
                  </a:lnTo>
                  <a:lnTo>
                    <a:pt x="146467" y="86593"/>
                  </a:lnTo>
                  <a:lnTo>
                    <a:pt x="143784" y="81897"/>
                  </a:lnTo>
                  <a:lnTo>
                    <a:pt x="140950" y="77289"/>
                  </a:lnTo>
                  <a:lnTo>
                    <a:pt x="137968" y="72776"/>
                  </a:lnTo>
                  <a:lnTo>
                    <a:pt x="134842" y="68362"/>
                  </a:lnTo>
                  <a:lnTo>
                    <a:pt x="131575" y="64051"/>
                  </a:lnTo>
                  <a:lnTo>
                    <a:pt x="128170" y="59848"/>
                  </a:lnTo>
                  <a:lnTo>
                    <a:pt x="124630" y="55757"/>
                  </a:lnTo>
                  <a:lnTo>
                    <a:pt x="120960" y="51783"/>
                  </a:lnTo>
                  <a:lnTo>
                    <a:pt x="117164" y="47930"/>
                  </a:lnTo>
                  <a:lnTo>
                    <a:pt x="113245" y="44202"/>
                  </a:lnTo>
                  <a:lnTo>
                    <a:pt x="109207" y="40602"/>
                  </a:lnTo>
                  <a:lnTo>
                    <a:pt x="105055" y="37135"/>
                  </a:lnTo>
                  <a:lnTo>
                    <a:pt x="100793" y="33804"/>
                  </a:lnTo>
                  <a:lnTo>
                    <a:pt x="96425" y="30613"/>
                  </a:lnTo>
                  <a:lnTo>
                    <a:pt x="91957" y="27565"/>
                  </a:lnTo>
                  <a:lnTo>
                    <a:pt x="87392" y="24663"/>
                  </a:lnTo>
                  <a:lnTo>
                    <a:pt x="82736" y="21910"/>
                  </a:lnTo>
                  <a:lnTo>
                    <a:pt x="77993" y="19309"/>
                  </a:lnTo>
                  <a:lnTo>
                    <a:pt x="73168" y="16863"/>
                  </a:lnTo>
                  <a:lnTo>
                    <a:pt x="68267" y="14574"/>
                  </a:lnTo>
                  <a:lnTo>
                    <a:pt x="63294" y="12445"/>
                  </a:lnTo>
                  <a:lnTo>
                    <a:pt x="58255" y="10479"/>
                  </a:lnTo>
                  <a:lnTo>
                    <a:pt x="53155" y="8676"/>
                  </a:lnTo>
                  <a:lnTo>
                    <a:pt x="47999" y="7039"/>
                  </a:lnTo>
                  <a:lnTo>
                    <a:pt x="42794" y="5570"/>
                  </a:lnTo>
                  <a:lnTo>
                    <a:pt x="37543" y="4270"/>
                  </a:lnTo>
                  <a:lnTo>
                    <a:pt x="32253" y="3140"/>
                  </a:lnTo>
                  <a:lnTo>
                    <a:pt x="26929" y="2183"/>
                  </a:lnTo>
                  <a:lnTo>
                    <a:pt x="21577" y="1398"/>
                  </a:lnTo>
                  <a:lnTo>
                    <a:pt x="16202" y="787"/>
                  </a:lnTo>
                  <a:lnTo>
                    <a:pt x="10811" y="349"/>
                  </a:lnTo>
                  <a:lnTo>
                    <a:pt x="5408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505590" y="941493"/>
              <a:ext cx="111690" cy="167167"/>
            </a:xfrm>
            <a:custGeom>
              <a:avLst/>
              <a:pathLst>
                <a:path w="111690" h="167167">
                  <a:moveTo>
                    <a:pt x="111690" y="0"/>
                  </a:moveTo>
                  <a:lnTo>
                    <a:pt x="106131" y="92"/>
                  </a:lnTo>
                  <a:lnTo>
                    <a:pt x="100578" y="369"/>
                  </a:lnTo>
                  <a:lnTo>
                    <a:pt x="95038" y="831"/>
                  </a:lnTo>
                  <a:lnTo>
                    <a:pt x="89516" y="1477"/>
                  </a:lnTo>
                  <a:lnTo>
                    <a:pt x="84019" y="2306"/>
                  </a:lnTo>
                  <a:lnTo>
                    <a:pt x="78552" y="3317"/>
                  </a:lnTo>
                  <a:lnTo>
                    <a:pt x="73122" y="4509"/>
                  </a:lnTo>
                  <a:lnTo>
                    <a:pt x="67734" y="5882"/>
                  </a:lnTo>
                  <a:lnTo>
                    <a:pt x="62395" y="7433"/>
                  </a:lnTo>
                  <a:lnTo>
                    <a:pt x="57111" y="9160"/>
                  </a:lnTo>
                  <a:lnTo>
                    <a:pt x="51887" y="11063"/>
                  </a:lnTo>
                  <a:lnTo>
                    <a:pt x="46729" y="13137"/>
                  </a:lnTo>
                  <a:lnTo>
                    <a:pt x="41643" y="15383"/>
                  </a:lnTo>
                  <a:lnTo>
                    <a:pt x="36635" y="17796"/>
                  </a:lnTo>
                  <a:lnTo>
                    <a:pt x="31709" y="20374"/>
                  </a:lnTo>
                  <a:lnTo>
                    <a:pt x="26872" y="23115"/>
                  </a:lnTo>
                  <a:lnTo>
                    <a:pt x="22129" y="26015"/>
                  </a:lnTo>
                  <a:lnTo>
                    <a:pt x="17485" y="29071"/>
                  </a:lnTo>
                  <a:lnTo>
                    <a:pt x="12945" y="32280"/>
                  </a:lnTo>
                  <a:lnTo>
                    <a:pt x="8514" y="35639"/>
                  </a:lnTo>
                  <a:lnTo>
                    <a:pt x="4197" y="39142"/>
                  </a:lnTo>
                  <a:lnTo>
                    <a:pt x="0" y="42787"/>
                  </a:lnTo>
                  <a:lnTo>
                    <a:pt x="11169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505590" y="984281"/>
              <a:ext cx="111690" cy="124379"/>
            </a:xfrm>
            <a:custGeom>
              <a:avLst/>
              <a:pathLst>
                <a:path w="111690" h="124379">
                  <a:moveTo>
                    <a:pt x="0" y="0"/>
                  </a:moveTo>
                  <a:lnTo>
                    <a:pt x="111690" y="12437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505590" y="984281"/>
              <a:ext cx="111690" cy="124379"/>
            </a:xfrm>
            <a:custGeom>
              <a:avLst/>
              <a:pathLst>
                <a:path w="111690" h="124379">
                  <a:moveTo>
                    <a:pt x="0" y="0"/>
                  </a:moveTo>
                  <a:lnTo>
                    <a:pt x="111690" y="12437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505590" y="984281"/>
              <a:ext cx="111690" cy="124379"/>
            </a:xfrm>
            <a:custGeom>
              <a:avLst/>
              <a:pathLst>
                <a:path w="111690" h="124379">
                  <a:moveTo>
                    <a:pt x="0" y="0"/>
                  </a:moveTo>
                  <a:lnTo>
                    <a:pt x="111690" y="12437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505590" y="984281"/>
              <a:ext cx="111690" cy="124379"/>
            </a:xfrm>
            <a:custGeom>
              <a:avLst/>
              <a:pathLst>
                <a:path w="111690" h="124379">
                  <a:moveTo>
                    <a:pt x="0" y="0"/>
                  </a:moveTo>
                  <a:lnTo>
                    <a:pt x="111690" y="1243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505590" y="984281"/>
              <a:ext cx="111690" cy="124379"/>
            </a:xfrm>
            <a:custGeom>
              <a:avLst/>
              <a:pathLst>
                <a:path w="111690" h="124379">
                  <a:moveTo>
                    <a:pt x="0" y="0"/>
                  </a:moveTo>
                  <a:lnTo>
                    <a:pt x="111690" y="1243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505590" y="984281"/>
              <a:ext cx="111690" cy="124379"/>
            </a:xfrm>
            <a:custGeom>
              <a:avLst/>
              <a:pathLst>
                <a:path w="111690" h="124379">
                  <a:moveTo>
                    <a:pt x="0" y="0"/>
                  </a:moveTo>
                  <a:lnTo>
                    <a:pt x="111690" y="1243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505590" y="984281"/>
              <a:ext cx="111690" cy="124379"/>
            </a:xfrm>
            <a:custGeom>
              <a:avLst/>
              <a:pathLst>
                <a:path w="111690" h="124379">
                  <a:moveTo>
                    <a:pt x="0" y="0"/>
                  </a:moveTo>
                  <a:lnTo>
                    <a:pt x="111690" y="1243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505590" y="984281"/>
              <a:ext cx="111690" cy="124379"/>
            </a:xfrm>
            <a:custGeom>
              <a:avLst/>
              <a:pathLst>
                <a:path w="111690" h="124379">
                  <a:moveTo>
                    <a:pt x="0" y="0"/>
                  </a:moveTo>
                  <a:lnTo>
                    <a:pt x="111690" y="1243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505590" y="984281"/>
              <a:ext cx="111690" cy="124379"/>
            </a:xfrm>
            <a:custGeom>
              <a:avLst/>
              <a:pathLst>
                <a:path w="111690" h="124379">
                  <a:moveTo>
                    <a:pt x="0" y="0"/>
                  </a:moveTo>
                  <a:lnTo>
                    <a:pt x="111690" y="1243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505590" y="984281"/>
              <a:ext cx="111690" cy="124379"/>
            </a:xfrm>
            <a:custGeom>
              <a:avLst/>
              <a:pathLst>
                <a:path w="111690" h="124379">
                  <a:moveTo>
                    <a:pt x="0" y="0"/>
                  </a:moveTo>
                  <a:lnTo>
                    <a:pt x="111690" y="12437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4505590" y="984281"/>
              <a:ext cx="111690" cy="124379"/>
            </a:xfrm>
            <a:custGeom>
              <a:avLst/>
              <a:pathLst>
                <a:path w="111690" h="124379">
                  <a:moveTo>
                    <a:pt x="0" y="0"/>
                  </a:moveTo>
                  <a:lnTo>
                    <a:pt x="111690" y="1243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4505590" y="984281"/>
              <a:ext cx="111690" cy="124379"/>
            </a:xfrm>
            <a:custGeom>
              <a:avLst/>
              <a:pathLst>
                <a:path w="111690" h="124379">
                  <a:moveTo>
                    <a:pt x="0" y="0"/>
                  </a:moveTo>
                  <a:lnTo>
                    <a:pt x="111690" y="1243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4505590" y="984281"/>
              <a:ext cx="111690" cy="124379"/>
            </a:xfrm>
            <a:custGeom>
              <a:avLst/>
              <a:pathLst>
                <a:path w="111690" h="124379">
                  <a:moveTo>
                    <a:pt x="0" y="0"/>
                  </a:moveTo>
                  <a:lnTo>
                    <a:pt x="111690" y="12437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4505590" y="984281"/>
              <a:ext cx="111690" cy="124379"/>
            </a:xfrm>
            <a:custGeom>
              <a:avLst/>
              <a:pathLst>
                <a:path w="111690" h="124379">
                  <a:moveTo>
                    <a:pt x="0" y="0"/>
                  </a:moveTo>
                  <a:lnTo>
                    <a:pt x="111690" y="1243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4505590" y="984281"/>
              <a:ext cx="111690" cy="124379"/>
            </a:xfrm>
            <a:custGeom>
              <a:avLst/>
              <a:pathLst>
                <a:path w="111690" h="124379">
                  <a:moveTo>
                    <a:pt x="0" y="0"/>
                  </a:moveTo>
                  <a:lnTo>
                    <a:pt x="111690" y="1243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4505590" y="984281"/>
              <a:ext cx="111690" cy="124379"/>
            </a:xfrm>
            <a:custGeom>
              <a:avLst/>
              <a:pathLst>
                <a:path w="111690" h="124379">
                  <a:moveTo>
                    <a:pt x="0" y="0"/>
                  </a:moveTo>
                  <a:lnTo>
                    <a:pt x="111690" y="1243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4505590" y="984281"/>
              <a:ext cx="111690" cy="124379"/>
            </a:xfrm>
            <a:custGeom>
              <a:avLst/>
              <a:pathLst>
                <a:path w="111690" h="124379">
                  <a:moveTo>
                    <a:pt x="0" y="0"/>
                  </a:moveTo>
                  <a:lnTo>
                    <a:pt x="111690" y="1243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4505590" y="984281"/>
              <a:ext cx="111690" cy="124379"/>
            </a:xfrm>
            <a:custGeom>
              <a:avLst/>
              <a:pathLst>
                <a:path w="111690" h="124379">
                  <a:moveTo>
                    <a:pt x="0" y="0"/>
                  </a:moveTo>
                  <a:lnTo>
                    <a:pt x="111690" y="1243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4505590" y="984281"/>
              <a:ext cx="111690" cy="124379"/>
            </a:xfrm>
            <a:custGeom>
              <a:avLst/>
              <a:pathLst>
                <a:path w="111690" h="124379">
                  <a:moveTo>
                    <a:pt x="0" y="0"/>
                  </a:moveTo>
                  <a:lnTo>
                    <a:pt x="111690" y="1243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4450132" y="961039"/>
              <a:ext cx="334311" cy="314787"/>
            </a:xfrm>
            <a:custGeom>
              <a:avLst/>
              <a:pathLst>
                <a:path w="334311" h="314787">
                  <a:moveTo>
                    <a:pt x="55457" y="23242"/>
                  </a:moveTo>
                  <a:lnTo>
                    <a:pt x="51578" y="26838"/>
                  </a:lnTo>
                  <a:lnTo>
                    <a:pt x="47814" y="30555"/>
                  </a:lnTo>
                  <a:lnTo>
                    <a:pt x="44170" y="34389"/>
                  </a:lnTo>
                  <a:lnTo>
                    <a:pt x="40649" y="38336"/>
                  </a:lnTo>
                  <a:lnTo>
                    <a:pt x="37255" y="42393"/>
                  </a:lnTo>
                  <a:lnTo>
                    <a:pt x="33991" y="46556"/>
                  </a:lnTo>
                  <a:lnTo>
                    <a:pt x="30860" y="50819"/>
                  </a:lnTo>
                  <a:lnTo>
                    <a:pt x="27865" y="55180"/>
                  </a:lnTo>
                  <a:lnTo>
                    <a:pt x="25010" y="59633"/>
                  </a:lnTo>
                  <a:lnTo>
                    <a:pt x="22298" y="64174"/>
                  </a:lnTo>
                  <a:lnTo>
                    <a:pt x="19730" y="68798"/>
                  </a:lnTo>
                  <a:lnTo>
                    <a:pt x="17310" y="73502"/>
                  </a:lnTo>
                  <a:lnTo>
                    <a:pt x="15040" y="78280"/>
                  </a:lnTo>
                  <a:lnTo>
                    <a:pt x="12922" y="83127"/>
                  </a:lnTo>
                  <a:lnTo>
                    <a:pt x="10959" y="88039"/>
                  </a:lnTo>
                  <a:lnTo>
                    <a:pt x="9152" y="93010"/>
                  </a:lnTo>
                  <a:lnTo>
                    <a:pt x="7503" y="98037"/>
                  </a:lnTo>
                  <a:lnTo>
                    <a:pt x="6014" y="103112"/>
                  </a:lnTo>
                  <a:lnTo>
                    <a:pt x="4687" y="108233"/>
                  </a:lnTo>
                  <a:lnTo>
                    <a:pt x="3522" y="113392"/>
                  </a:lnTo>
                  <a:lnTo>
                    <a:pt x="2521" y="118587"/>
                  </a:lnTo>
                  <a:lnTo>
                    <a:pt x="1685" y="123810"/>
                  </a:lnTo>
                  <a:lnTo>
                    <a:pt x="1014" y="129057"/>
                  </a:lnTo>
                  <a:lnTo>
                    <a:pt x="510" y="134322"/>
                  </a:lnTo>
                  <a:lnTo>
                    <a:pt x="172" y="139601"/>
                  </a:lnTo>
                  <a:lnTo>
                    <a:pt x="2" y="144888"/>
                  </a:lnTo>
                  <a:lnTo>
                    <a:pt x="0" y="150178"/>
                  </a:lnTo>
                  <a:lnTo>
                    <a:pt x="164" y="155465"/>
                  </a:lnTo>
                  <a:lnTo>
                    <a:pt x="496" y="160744"/>
                  </a:lnTo>
                  <a:lnTo>
                    <a:pt x="994" y="166010"/>
                  </a:lnTo>
                  <a:lnTo>
                    <a:pt x="1659" y="171258"/>
                  </a:lnTo>
                  <a:lnTo>
                    <a:pt x="2490" y="176482"/>
                  </a:lnTo>
                  <a:lnTo>
                    <a:pt x="3486" y="181677"/>
                  </a:lnTo>
                  <a:lnTo>
                    <a:pt x="4645" y="186838"/>
                  </a:lnTo>
                  <a:lnTo>
                    <a:pt x="5967" y="191960"/>
                  </a:lnTo>
                  <a:lnTo>
                    <a:pt x="7451" y="197037"/>
                  </a:lnTo>
                  <a:lnTo>
                    <a:pt x="9094" y="202065"/>
                  </a:lnTo>
                  <a:lnTo>
                    <a:pt x="10896" y="207038"/>
                  </a:lnTo>
                  <a:lnTo>
                    <a:pt x="12854" y="211952"/>
                  </a:lnTo>
                  <a:lnTo>
                    <a:pt x="14967" y="216802"/>
                  </a:lnTo>
                  <a:lnTo>
                    <a:pt x="17232" y="221582"/>
                  </a:lnTo>
                  <a:lnTo>
                    <a:pt x="19647" y="226288"/>
                  </a:lnTo>
                  <a:lnTo>
                    <a:pt x="22209" y="230916"/>
                  </a:lnTo>
                  <a:lnTo>
                    <a:pt x="24917" y="235460"/>
                  </a:lnTo>
                  <a:lnTo>
                    <a:pt x="27768" y="239916"/>
                  </a:lnTo>
                  <a:lnTo>
                    <a:pt x="30758" y="244279"/>
                  </a:lnTo>
                  <a:lnTo>
                    <a:pt x="33884" y="248546"/>
                  </a:lnTo>
                  <a:lnTo>
                    <a:pt x="37144" y="252712"/>
                  </a:lnTo>
                  <a:lnTo>
                    <a:pt x="40534" y="256772"/>
                  </a:lnTo>
                  <a:lnTo>
                    <a:pt x="44051" y="260724"/>
                  </a:lnTo>
                  <a:lnTo>
                    <a:pt x="47691" y="264562"/>
                  </a:lnTo>
                  <a:lnTo>
                    <a:pt x="51450" y="268283"/>
                  </a:lnTo>
                  <a:lnTo>
                    <a:pt x="55326" y="271883"/>
                  </a:lnTo>
                  <a:lnTo>
                    <a:pt x="59313" y="275358"/>
                  </a:lnTo>
                  <a:lnTo>
                    <a:pt x="63409" y="278706"/>
                  </a:lnTo>
                  <a:lnTo>
                    <a:pt x="67608" y="281923"/>
                  </a:lnTo>
                  <a:lnTo>
                    <a:pt x="71907" y="285005"/>
                  </a:lnTo>
                  <a:lnTo>
                    <a:pt x="76302" y="287949"/>
                  </a:lnTo>
                  <a:lnTo>
                    <a:pt x="80787" y="290753"/>
                  </a:lnTo>
                  <a:lnTo>
                    <a:pt x="85359" y="293414"/>
                  </a:lnTo>
                  <a:lnTo>
                    <a:pt x="90012" y="295929"/>
                  </a:lnTo>
                  <a:lnTo>
                    <a:pt x="94743" y="298295"/>
                  </a:lnTo>
                  <a:lnTo>
                    <a:pt x="99547" y="300510"/>
                  </a:lnTo>
                  <a:lnTo>
                    <a:pt x="104418" y="302573"/>
                  </a:lnTo>
                  <a:lnTo>
                    <a:pt x="109352" y="304480"/>
                  </a:lnTo>
                  <a:lnTo>
                    <a:pt x="114343" y="306230"/>
                  </a:lnTo>
                  <a:lnTo>
                    <a:pt x="119388" y="307821"/>
                  </a:lnTo>
                  <a:lnTo>
                    <a:pt x="124480" y="309252"/>
                  </a:lnTo>
                  <a:lnTo>
                    <a:pt x="129616" y="310521"/>
                  </a:lnTo>
                  <a:lnTo>
                    <a:pt x="134788" y="311627"/>
                  </a:lnTo>
                  <a:lnTo>
                    <a:pt x="139994" y="312569"/>
                  </a:lnTo>
                  <a:lnTo>
                    <a:pt x="145226" y="313345"/>
                  </a:lnTo>
                  <a:lnTo>
                    <a:pt x="150480" y="313956"/>
                  </a:lnTo>
                  <a:lnTo>
                    <a:pt x="155751" y="314400"/>
                  </a:lnTo>
                  <a:lnTo>
                    <a:pt x="161034" y="314677"/>
                  </a:lnTo>
                  <a:lnTo>
                    <a:pt x="166322" y="314787"/>
                  </a:lnTo>
                  <a:lnTo>
                    <a:pt x="171611" y="314729"/>
                  </a:lnTo>
                  <a:lnTo>
                    <a:pt x="176896" y="314504"/>
                  </a:lnTo>
                  <a:lnTo>
                    <a:pt x="182171" y="314112"/>
                  </a:lnTo>
                  <a:lnTo>
                    <a:pt x="187432" y="313553"/>
                  </a:lnTo>
                  <a:lnTo>
                    <a:pt x="192671" y="312829"/>
                  </a:lnTo>
                  <a:lnTo>
                    <a:pt x="197885" y="311938"/>
                  </a:lnTo>
                  <a:lnTo>
                    <a:pt x="203069" y="310884"/>
                  </a:lnTo>
                  <a:lnTo>
                    <a:pt x="208216" y="309665"/>
                  </a:lnTo>
                  <a:lnTo>
                    <a:pt x="213323" y="308285"/>
                  </a:lnTo>
                  <a:lnTo>
                    <a:pt x="218383" y="306743"/>
                  </a:lnTo>
                  <a:lnTo>
                    <a:pt x="223392" y="305043"/>
                  </a:lnTo>
                  <a:lnTo>
                    <a:pt x="228344" y="303184"/>
                  </a:lnTo>
                  <a:lnTo>
                    <a:pt x="233235" y="301170"/>
                  </a:lnTo>
                  <a:lnTo>
                    <a:pt x="238060" y="299002"/>
                  </a:lnTo>
                  <a:lnTo>
                    <a:pt x="242814" y="296683"/>
                  </a:lnTo>
                  <a:lnTo>
                    <a:pt x="247493" y="294214"/>
                  </a:lnTo>
                  <a:lnTo>
                    <a:pt x="252091" y="291599"/>
                  </a:lnTo>
                  <a:lnTo>
                    <a:pt x="256603" y="288839"/>
                  </a:lnTo>
                  <a:lnTo>
                    <a:pt x="261027" y="285938"/>
                  </a:lnTo>
                  <a:lnTo>
                    <a:pt x="265356" y="282899"/>
                  </a:lnTo>
                  <a:lnTo>
                    <a:pt x="269587" y="279724"/>
                  </a:lnTo>
                  <a:lnTo>
                    <a:pt x="273715" y="276417"/>
                  </a:lnTo>
                  <a:lnTo>
                    <a:pt x="277736" y="272981"/>
                  </a:lnTo>
                  <a:lnTo>
                    <a:pt x="281647" y="269419"/>
                  </a:lnTo>
                  <a:lnTo>
                    <a:pt x="285444" y="265735"/>
                  </a:lnTo>
                  <a:lnTo>
                    <a:pt x="289121" y="261933"/>
                  </a:lnTo>
                  <a:lnTo>
                    <a:pt x="292677" y="258017"/>
                  </a:lnTo>
                  <a:lnTo>
                    <a:pt x="296107" y="253990"/>
                  </a:lnTo>
                  <a:lnTo>
                    <a:pt x="299408" y="249857"/>
                  </a:lnTo>
                  <a:lnTo>
                    <a:pt x="302576" y="245621"/>
                  </a:lnTo>
                  <a:lnTo>
                    <a:pt x="305609" y="241287"/>
                  </a:lnTo>
                  <a:lnTo>
                    <a:pt x="308503" y="236860"/>
                  </a:lnTo>
                  <a:lnTo>
                    <a:pt x="311256" y="232342"/>
                  </a:lnTo>
                  <a:lnTo>
                    <a:pt x="313864" y="227741"/>
                  </a:lnTo>
                  <a:lnTo>
                    <a:pt x="316326" y="223059"/>
                  </a:lnTo>
                  <a:lnTo>
                    <a:pt x="318638" y="218301"/>
                  </a:lnTo>
                  <a:lnTo>
                    <a:pt x="320798" y="213473"/>
                  </a:lnTo>
                  <a:lnTo>
                    <a:pt x="322805" y="208578"/>
                  </a:lnTo>
                  <a:lnTo>
                    <a:pt x="324655" y="203623"/>
                  </a:lnTo>
                  <a:lnTo>
                    <a:pt x="326348" y="198612"/>
                  </a:lnTo>
                  <a:lnTo>
                    <a:pt x="327882" y="193549"/>
                  </a:lnTo>
                  <a:lnTo>
                    <a:pt x="329255" y="188441"/>
                  </a:lnTo>
                  <a:lnTo>
                    <a:pt x="330465" y="183291"/>
                  </a:lnTo>
                  <a:lnTo>
                    <a:pt x="331512" y="178106"/>
                  </a:lnTo>
                  <a:lnTo>
                    <a:pt x="332394" y="172891"/>
                  </a:lnTo>
                  <a:lnTo>
                    <a:pt x="333111" y="167650"/>
                  </a:lnTo>
                  <a:lnTo>
                    <a:pt x="333661" y="162389"/>
                  </a:lnTo>
                  <a:lnTo>
                    <a:pt x="334045" y="157113"/>
                  </a:lnTo>
                  <a:lnTo>
                    <a:pt x="334262" y="151828"/>
                  </a:lnTo>
                  <a:lnTo>
                    <a:pt x="334311" y="146539"/>
                  </a:lnTo>
                  <a:lnTo>
                    <a:pt x="334193" y="141250"/>
                  </a:lnTo>
                  <a:lnTo>
                    <a:pt x="333908" y="135968"/>
                  </a:lnTo>
                  <a:lnTo>
                    <a:pt x="333456" y="130698"/>
                  </a:lnTo>
                  <a:lnTo>
                    <a:pt x="332837" y="125445"/>
                  </a:lnTo>
                  <a:lnTo>
                    <a:pt x="332053" y="120213"/>
                  </a:lnTo>
                  <a:lnTo>
                    <a:pt x="331103" y="115010"/>
                  </a:lnTo>
                  <a:lnTo>
                    <a:pt x="329989" y="109839"/>
                  </a:lnTo>
                  <a:lnTo>
                    <a:pt x="328712" y="104705"/>
                  </a:lnTo>
                  <a:lnTo>
                    <a:pt x="327274" y="99615"/>
                  </a:lnTo>
                  <a:lnTo>
                    <a:pt x="325674" y="94573"/>
                  </a:lnTo>
                  <a:lnTo>
                    <a:pt x="323917" y="89584"/>
                  </a:lnTo>
                  <a:lnTo>
                    <a:pt x="322002" y="84653"/>
                  </a:lnTo>
                  <a:lnTo>
                    <a:pt x="319932" y="79785"/>
                  </a:lnTo>
                  <a:lnTo>
                    <a:pt x="317710" y="74985"/>
                  </a:lnTo>
                  <a:lnTo>
                    <a:pt x="315336" y="70258"/>
                  </a:lnTo>
                  <a:lnTo>
                    <a:pt x="312814" y="65608"/>
                  </a:lnTo>
                  <a:lnTo>
                    <a:pt x="310146" y="61040"/>
                  </a:lnTo>
                  <a:lnTo>
                    <a:pt x="307335" y="56559"/>
                  </a:lnTo>
                  <a:lnTo>
                    <a:pt x="304384" y="52170"/>
                  </a:lnTo>
                  <a:lnTo>
                    <a:pt x="301295" y="47875"/>
                  </a:lnTo>
                  <a:lnTo>
                    <a:pt x="298072" y="43681"/>
                  </a:lnTo>
                  <a:lnTo>
                    <a:pt x="294718" y="39591"/>
                  </a:lnTo>
                  <a:lnTo>
                    <a:pt x="291237" y="35609"/>
                  </a:lnTo>
                  <a:lnTo>
                    <a:pt x="287630" y="31739"/>
                  </a:lnTo>
                  <a:lnTo>
                    <a:pt x="283904" y="27985"/>
                  </a:lnTo>
                  <a:lnTo>
                    <a:pt x="280060" y="24350"/>
                  </a:lnTo>
                  <a:lnTo>
                    <a:pt x="276103" y="20840"/>
                  </a:lnTo>
                  <a:lnTo>
                    <a:pt x="272038" y="17456"/>
                  </a:lnTo>
                  <a:lnTo>
                    <a:pt x="267867" y="14203"/>
                  </a:lnTo>
                  <a:lnTo>
                    <a:pt x="263595" y="11083"/>
                  </a:lnTo>
                  <a:lnTo>
                    <a:pt x="259227" y="8100"/>
                  </a:lnTo>
                  <a:lnTo>
                    <a:pt x="254767" y="5256"/>
                  </a:lnTo>
                  <a:lnTo>
                    <a:pt x="250218" y="2555"/>
                  </a:lnTo>
                  <a:lnTo>
                    <a:pt x="245587" y="0"/>
                  </a:lnTo>
                  <a:lnTo>
                    <a:pt x="167147" y="1476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4617280" y="941493"/>
              <a:ext cx="78439" cy="167167"/>
            </a:xfrm>
            <a:custGeom>
              <a:avLst/>
              <a:pathLst>
                <a:path w="78439" h="167167">
                  <a:moveTo>
                    <a:pt x="78439" y="19545"/>
                  </a:moveTo>
                  <a:lnTo>
                    <a:pt x="73242" y="16899"/>
                  </a:lnTo>
                  <a:lnTo>
                    <a:pt x="67957" y="14436"/>
                  </a:lnTo>
                  <a:lnTo>
                    <a:pt x="62588" y="12158"/>
                  </a:lnTo>
                  <a:lnTo>
                    <a:pt x="57143" y="10070"/>
                  </a:lnTo>
                  <a:lnTo>
                    <a:pt x="51629" y="8172"/>
                  </a:lnTo>
                  <a:lnTo>
                    <a:pt x="46052" y="6468"/>
                  </a:lnTo>
                  <a:lnTo>
                    <a:pt x="40419" y="4960"/>
                  </a:lnTo>
                  <a:lnTo>
                    <a:pt x="34736" y="3648"/>
                  </a:lnTo>
                  <a:lnTo>
                    <a:pt x="29012" y="2536"/>
                  </a:lnTo>
                  <a:lnTo>
                    <a:pt x="23252" y="1625"/>
                  </a:lnTo>
                  <a:lnTo>
                    <a:pt x="17463" y="914"/>
                  </a:lnTo>
                  <a:lnTo>
                    <a:pt x="11654" y="406"/>
                  </a:lnTo>
                  <a:lnTo>
                    <a:pt x="5830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996299" y="1031511"/>
              <a:ext cx="109595" cy="167167"/>
            </a:xfrm>
            <a:custGeom>
              <a:avLst/>
              <a:pathLst>
                <a:path w="109595" h="167167">
                  <a:moveTo>
                    <a:pt x="109595" y="0"/>
                  </a:moveTo>
                  <a:lnTo>
                    <a:pt x="103905" y="96"/>
                  </a:lnTo>
                  <a:lnTo>
                    <a:pt x="98221" y="387"/>
                  </a:lnTo>
                  <a:lnTo>
                    <a:pt x="92550" y="871"/>
                  </a:lnTo>
                  <a:lnTo>
                    <a:pt x="86899" y="1547"/>
                  </a:lnTo>
                  <a:lnTo>
                    <a:pt x="81275" y="2416"/>
                  </a:lnTo>
                  <a:lnTo>
                    <a:pt x="75683" y="3475"/>
                  </a:lnTo>
                  <a:lnTo>
                    <a:pt x="70131" y="4725"/>
                  </a:lnTo>
                  <a:lnTo>
                    <a:pt x="64624" y="6162"/>
                  </a:lnTo>
                  <a:lnTo>
                    <a:pt x="59169" y="7786"/>
                  </a:lnTo>
                  <a:lnTo>
                    <a:pt x="53773" y="9595"/>
                  </a:lnTo>
                  <a:lnTo>
                    <a:pt x="48442" y="11587"/>
                  </a:lnTo>
                  <a:lnTo>
                    <a:pt x="43181" y="13759"/>
                  </a:lnTo>
                  <a:lnTo>
                    <a:pt x="37998" y="16108"/>
                  </a:lnTo>
                  <a:lnTo>
                    <a:pt x="32897" y="18633"/>
                  </a:lnTo>
                  <a:lnTo>
                    <a:pt x="27885" y="21330"/>
                  </a:lnTo>
                  <a:lnTo>
                    <a:pt x="22969" y="24196"/>
                  </a:lnTo>
                  <a:lnTo>
                    <a:pt x="18152" y="27227"/>
                  </a:lnTo>
                  <a:lnTo>
                    <a:pt x="13441" y="30421"/>
                  </a:lnTo>
                  <a:lnTo>
                    <a:pt x="8842" y="33774"/>
                  </a:lnTo>
                  <a:lnTo>
                    <a:pt x="4360" y="37281"/>
                  </a:lnTo>
                  <a:lnTo>
                    <a:pt x="0" y="40938"/>
                  </a:lnTo>
                  <a:lnTo>
                    <a:pt x="10959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996299" y="1072450"/>
              <a:ext cx="109595" cy="126228"/>
            </a:xfrm>
            <a:custGeom>
              <a:avLst/>
              <a:pathLst>
                <a:path w="109595" h="126228">
                  <a:moveTo>
                    <a:pt x="0" y="0"/>
                  </a:moveTo>
                  <a:lnTo>
                    <a:pt x="109595" y="1262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996299" y="1072450"/>
              <a:ext cx="109595" cy="126228"/>
            </a:xfrm>
            <a:custGeom>
              <a:avLst/>
              <a:pathLst>
                <a:path w="109595" h="126228">
                  <a:moveTo>
                    <a:pt x="0" y="0"/>
                  </a:moveTo>
                  <a:lnTo>
                    <a:pt x="109595" y="1262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996299" y="1072450"/>
              <a:ext cx="109595" cy="126228"/>
            </a:xfrm>
            <a:custGeom>
              <a:avLst/>
              <a:pathLst>
                <a:path w="109595" h="126228">
                  <a:moveTo>
                    <a:pt x="0" y="0"/>
                  </a:moveTo>
                  <a:lnTo>
                    <a:pt x="109595" y="1262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996299" y="1072450"/>
              <a:ext cx="109595" cy="126228"/>
            </a:xfrm>
            <a:custGeom>
              <a:avLst/>
              <a:pathLst>
                <a:path w="109595" h="126228">
                  <a:moveTo>
                    <a:pt x="0" y="0"/>
                  </a:moveTo>
                  <a:lnTo>
                    <a:pt x="109595" y="1262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996299" y="1072450"/>
              <a:ext cx="109595" cy="126228"/>
            </a:xfrm>
            <a:custGeom>
              <a:avLst/>
              <a:pathLst>
                <a:path w="109595" h="126228">
                  <a:moveTo>
                    <a:pt x="0" y="0"/>
                  </a:moveTo>
                  <a:lnTo>
                    <a:pt x="109595" y="1262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996299" y="1072450"/>
              <a:ext cx="109595" cy="126228"/>
            </a:xfrm>
            <a:custGeom>
              <a:avLst/>
              <a:pathLst>
                <a:path w="109595" h="126228">
                  <a:moveTo>
                    <a:pt x="0" y="0"/>
                  </a:moveTo>
                  <a:lnTo>
                    <a:pt x="109595" y="1262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996299" y="1072450"/>
              <a:ext cx="109595" cy="126228"/>
            </a:xfrm>
            <a:custGeom>
              <a:avLst/>
              <a:pathLst>
                <a:path w="109595" h="126228">
                  <a:moveTo>
                    <a:pt x="0" y="0"/>
                  </a:moveTo>
                  <a:lnTo>
                    <a:pt x="109595" y="1262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996299" y="1072450"/>
              <a:ext cx="109595" cy="126228"/>
            </a:xfrm>
            <a:custGeom>
              <a:avLst/>
              <a:pathLst>
                <a:path w="109595" h="126228">
                  <a:moveTo>
                    <a:pt x="0" y="0"/>
                  </a:moveTo>
                  <a:lnTo>
                    <a:pt x="109595" y="1262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996299" y="1072450"/>
              <a:ext cx="109595" cy="126228"/>
            </a:xfrm>
            <a:custGeom>
              <a:avLst/>
              <a:pathLst>
                <a:path w="109595" h="126228">
                  <a:moveTo>
                    <a:pt x="0" y="0"/>
                  </a:moveTo>
                  <a:lnTo>
                    <a:pt x="109595" y="1262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996299" y="1072450"/>
              <a:ext cx="109595" cy="126228"/>
            </a:xfrm>
            <a:custGeom>
              <a:avLst/>
              <a:pathLst>
                <a:path w="109595" h="126228">
                  <a:moveTo>
                    <a:pt x="0" y="0"/>
                  </a:moveTo>
                  <a:lnTo>
                    <a:pt x="109595" y="1262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996299" y="1072450"/>
              <a:ext cx="109595" cy="126228"/>
            </a:xfrm>
            <a:custGeom>
              <a:avLst/>
              <a:pathLst>
                <a:path w="109595" h="126228">
                  <a:moveTo>
                    <a:pt x="0" y="0"/>
                  </a:moveTo>
                  <a:lnTo>
                    <a:pt x="109595" y="1262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996299" y="1072450"/>
              <a:ext cx="109595" cy="126228"/>
            </a:xfrm>
            <a:custGeom>
              <a:avLst/>
              <a:pathLst>
                <a:path w="109595" h="126228">
                  <a:moveTo>
                    <a:pt x="0" y="0"/>
                  </a:moveTo>
                  <a:lnTo>
                    <a:pt x="109595" y="1262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996299" y="1072450"/>
              <a:ext cx="109595" cy="126228"/>
            </a:xfrm>
            <a:custGeom>
              <a:avLst/>
              <a:pathLst>
                <a:path w="109595" h="126228">
                  <a:moveTo>
                    <a:pt x="0" y="0"/>
                  </a:moveTo>
                  <a:lnTo>
                    <a:pt x="109595" y="1262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996299" y="1072450"/>
              <a:ext cx="109595" cy="126228"/>
            </a:xfrm>
            <a:custGeom>
              <a:avLst/>
              <a:pathLst>
                <a:path w="109595" h="126228">
                  <a:moveTo>
                    <a:pt x="0" y="0"/>
                  </a:moveTo>
                  <a:lnTo>
                    <a:pt x="109595" y="1262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996299" y="1072450"/>
              <a:ext cx="109595" cy="126228"/>
            </a:xfrm>
            <a:custGeom>
              <a:avLst/>
              <a:pathLst>
                <a:path w="109595" h="126228">
                  <a:moveTo>
                    <a:pt x="0" y="0"/>
                  </a:moveTo>
                  <a:lnTo>
                    <a:pt x="109595" y="1262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996299" y="1072450"/>
              <a:ext cx="109595" cy="126228"/>
            </a:xfrm>
            <a:custGeom>
              <a:avLst/>
              <a:pathLst>
                <a:path w="109595" h="126228">
                  <a:moveTo>
                    <a:pt x="0" y="0"/>
                  </a:moveTo>
                  <a:lnTo>
                    <a:pt x="109595" y="1262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996299" y="1072450"/>
              <a:ext cx="109595" cy="126228"/>
            </a:xfrm>
            <a:custGeom>
              <a:avLst/>
              <a:pathLst>
                <a:path w="109595" h="126228">
                  <a:moveTo>
                    <a:pt x="0" y="0"/>
                  </a:moveTo>
                  <a:lnTo>
                    <a:pt x="109595" y="1262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996299" y="1072450"/>
              <a:ext cx="109595" cy="126228"/>
            </a:xfrm>
            <a:custGeom>
              <a:avLst/>
              <a:pathLst>
                <a:path w="109595" h="126228">
                  <a:moveTo>
                    <a:pt x="0" y="0"/>
                  </a:moveTo>
                  <a:lnTo>
                    <a:pt x="109595" y="1262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938732" y="1072450"/>
              <a:ext cx="167161" cy="281542"/>
            </a:xfrm>
            <a:custGeom>
              <a:avLst/>
              <a:pathLst>
                <a:path w="167161" h="281542">
                  <a:moveTo>
                    <a:pt x="57566" y="0"/>
                  </a:moveTo>
                  <a:lnTo>
                    <a:pt x="53584" y="3570"/>
                  </a:lnTo>
                  <a:lnTo>
                    <a:pt x="49718" y="7266"/>
                  </a:lnTo>
                  <a:lnTo>
                    <a:pt x="45972" y="11084"/>
                  </a:lnTo>
                  <a:lnTo>
                    <a:pt x="42351" y="15020"/>
                  </a:lnTo>
                  <a:lnTo>
                    <a:pt x="38857" y="19070"/>
                  </a:lnTo>
                  <a:lnTo>
                    <a:pt x="35495" y="23229"/>
                  </a:lnTo>
                  <a:lnTo>
                    <a:pt x="32267" y="27494"/>
                  </a:lnTo>
                  <a:lnTo>
                    <a:pt x="29177" y="31860"/>
                  </a:lnTo>
                  <a:lnTo>
                    <a:pt x="26229" y="36323"/>
                  </a:lnTo>
                  <a:lnTo>
                    <a:pt x="23425" y="40877"/>
                  </a:lnTo>
                  <a:lnTo>
                    <a:pt x="20768" y="45519"/>
                  </a:lnTo>
                  <a:lnTo>
                    <a:pt x="18261" y="50244"/>
                  </a:lnTo>
                  <a:lnTo>
                    <a:pt x="15907" y="55046"/>
                  </a:lnTo>
                  <a:lnTo>
                    <a:pt x="13707" y="59921"/>
                  </a:lnTo>
                  <a:lnTo>
                    <a:pt x="11664" y="64864"/>
                  </a:lnTo>
                  <a:lnTo>
                    <a:pt x="9781" y="69870"/>
                  </a:lnTo>
                  <a:lnTo>
                    <a:pt x="8058" y="74934"/>
                  </a:lnTo>
                  <a:lnTo>
                    <a:pt x="6499" y="80050"/>
                  </a:lnTo>
                  <a:lnTo>
                    <a:pt x="5104" y="85213"/>
                  </a:lnTo>
                  <a:lnTo>
                    <a:pt x="3875" y="90419"/>
                  </a:lnTo>
                  <a:lnTo>
                    <a:pt x="2813" y="95661"/>
                  </a:lnTo>
                  <a:lnTo>
                    <a:pt x="1919" y="100934"/>
                  </a:lnTo>
                  <a:lnTo>
                    <a:pt x="1194" y="106233"/>
                  </a:lnTo>
                  <a:lnTo>
                    <a:pt x="639" y="111553"/>
                  </a:lnTo>
                  <a:lnTo>
                    <a:pt x="255" y="116887"/>
                  </a:lnTo>
                  <a:lnTo>
                    <a:pt x="42" y="122232"/>
                  </a:lnTo>
                  <a:lnTo>
                    <a:pt x="0" y="127580"/>
                  </a:lnTo>
                  <a:lnTo>
                    <a:pt x="128" y="132927"/>
                  </a:lnTo>
                  <a:lnTo>
                    <a:pt x="428" y="138267"/>
                  </a:lnTo>
                  <a:lnTo>
                    <a:pt x="899" y="143595"/>
                  </a:lnTo>
                  <a:lnTo>
                    <a:pt x="1539" y="148905"/>
                  </a:lnTo>
                  <a:lnTo>
                    <a:pt x="2349" y="154192"/>
                  </a:lnTo>
                  <a:lnTo>
                    <a:pt x="3328" y="159450"/>
                  </a:lnTo>
                  <a:lnTo>
                    <a:pt x="4475" y="164674"/>
                  </a:lnTo>
                  <a:lnTo>
                    <a:pt x="5788" y="169859"/>
                  </a:lnTo>
                  <a:lnTo>
                    <a:pt x="7267" y="174999"/>
                  </a:lnTo>
                  <a:lnTo>
                    <a:pt x="8909" y="180089"/>
                  </a:lnTo>
                  <a:lnTo>
                    <a:pt x="10713" y="185124"/>
                  </a:lnTo>
                  <a:lnTo>
                    <a:pt x="12677" y="190099"/>
                  </a:lnTo>
                  <a:lnTo>
                    <a:pt x="14799" y="195008"/>
                  </a:lnTo>
                  <a:lnTo>
                    <a:pt x="17078" y="199847"/>
                  </a:lnTo>
                  <a:lnTo>
                    <a:pt x="19509" y="204611"/>
                  </a:lnTo>
                  <a:lnTo>
                    <a:pt x="22093" y="209294"/>
                  </a:lnTo>
                  <a:lnTo>
                    <a:pt x="24824" y="213893"/>
                  </a:lnTo>
                  <a:lnTo>
                    <a:pt x="27701" y="218401"/>
                  </a:lnTo>
                  <a:lnTo>
                    <a:pt x="30722" y="222816"/>
                  </a:lnTo>
                  <a:lnTo>
                    <a:pt x="33881" y="227131"/>
                  </a:lnTo>
                  <a:lnTo>
                    <a:pt x="37177" y="231343"/>
                  </a:lnTo>
                  <a:lnTo>
                    <a:pt x="40607" y="235448"/>
                  </a:lnTo>
                  <a:lnTo>
                    <a:pt x="44165" y="239440"/>
                  </a:lnTo>
                  <a:lnTo>
                    <a:pt x="47850" y="243317"/>
                  </a:lnTo>
                  <a:lnTo>
                    <a:pt x="51657" y="247074"/>
                  </a:lnTo>
                  <a:lnTo>
                    <a:pt x="55582" y="250707"/>
                  </a:lnTo>
                  <a:lnTo>
                    <a:pt x="59621" y="254213"/>
                  </a:lnTo>
                  <a:lnTo>
                    <a:pt x="63771" y="257588"/>
                  </a:lnTo>
                  <a:lnTo>
                    <a:pt x="68026" y="260828"/>
                  </a:lnTo>
                  <a:lnTo>
                    <a:pt x="72383" y="263931"/>
                  </a:lnTo>
                  <a:lnTo>
                    <a:pt x="76836" y="266892"/>
                  </a:lnTo>
                  <a:lnTo>
                    <a:pt x="81383" y="269710"/>
                  </a:lnTo>
                  <a:lnTo>
                    <a:pt x="86017" y="272381"/>
                  </a:lnTo>
                  <a:lnTo>
                    <a:pt x="90734" y="274902"/>
                  </a:lnTo>
                  <a:lnTo>
                    <a:pt x="95529" y="277270"/>
                  </a:lnTo>
                  <a:lnTo>
                    <a:pt x="100398" y="279485"/>
                  </a:lnTo>
                  <a:lnTo>
                    <a:pt x="105334" y="281542"/>
                  </a:lnTo>
                  <a:lnTo>
                    <a:pt x="167161" y="1262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4044067" y="1031511"/>
              <a:ext cx="228975" cy="334334"/>
            </a:xfrm>
            <a:custGeom>
              <a:avLst/>
              <a:pathLst>
                <a:path w="228975" h="334334">
                  <a:moveTo>
                    <a:pt x="0" y="322481"/>
                  </a:moveTo>
                  <a:lnTo>
                    <a:pt x="4956" y="324363"/>
                  </a:lnTo>
                  <a:lnTo>
                    <a:pt x="9969" y="326088"/>
                  </a:lnTo>
                  <a:lnTo>
                    <a:pt x="15035" y="327652"/>
                  </a:lnTo>
                  <a:lnTo>
                    <a:pt x="20147" y="329055"/>
                  </a:lnTo>
                  <a:lnTo>
                    <a:pt x="25302" y="330295"/>
                  </a:lnTo>
                  <a:lnTo>
                    <a:pt x="30493" y="331372"/>
                  </a:lnTo>
                  <a:lnTo>
                    <a:pt x="35716" y="332283"/>
                  </a:lnTo>
                  <a:lnTo>
                    <a:pt x="40965" y="333028"/>
                  </a:lnTo>
                  <a:lnTo>
                    <a:pt x="46235" y="333606"/>
                  </a:lnTo>
                  <a:lnTo>
                    <a:pt x="51520" y="334016"/>
                  </a:lnTo>
                  <a:lnTo>
                    <a:pt x="56816" y="334259"/>
                  </a:lnTo>
                  <a:lnTo>
                    <a:pt x="62117" y="334334"/>
                  </a:lnTo>
                  <a:lnTo>
                    <a:pt x="67418" y="334241"/>
                  </a:lnTo>
                  <a:lnTo>
                    <a:pt x="72713" y="333980"/>
                  </a:lnTo>
                  <a:lnTo>
                    <a:pt x="77998" y="333550"/>
                  </a:lnTo>
                  <a:lnTo>
                    <a:pt x="83265" y="332954"/>
                  </a:lnTo>
                  <a:lnTo>
                    <a:pt x="88512" y="332191"/>
                  </a:lnTo>
                  <a:lnTo>
                    <a:pt x="93731" y="331262"/>
                  </a:lnTo>
                  <a:lnTo>
                    <a:pt x="98919" y="330167"/>
                  </a:lnTo>
                  <a:lnTo>
                    <a:pt x="104069" y="328909"/>
                  </a:lnTo>
                  <a:lnTo>
                    <a:pt x="109177" y="327488"/>
                  </a:lnTo>
                  <a:lnTo>
                    <a:pt x="114237" y="325906"/>
                  </a:lnTo>
                  <a:lnTo>
                    <a:pt x="119244" y="324164"/>
                  </a:lnTo>
                  <a:lnTo>
                    <a:pt x="124194" y="322265"/>
                  </a:lnTo>
                  <a:lnTo>
                    <a:pt x="129080" y="320209"/>
                  </a:lnTo>
                  <a:lnTo>
                    <a:pt x="133900" y="317999"/>
                  </a:lnTo>
                  <a:lnTo>
                    <a:pt x="138646" y="315638"/>
                  </a:lnTo>
                  <a:lnTo>
                    <a:pt x="143316" y="313127"/>
                  </a:lnTo>
                  <a:lnTo>
                    <a:pt x="147903" y="310470"/>
                  </a:lnTo>
                  <a:lnTo>
                    <a:pt x="152404" y="307668"/>
                  </a:lnTo>
                  <a:lnTo>
                    <a:pt x="156814" y="304725"/>
                  </a:lnTo>
                  <a:lnTo>
                    <a:pt x="161128" y="301644"/>
                  </a:lnTo>
                  <a:lnTo>
                    <a:pt x="165343" y="298428"/>
                  </a:lnTo>
                  <a:lnTo>
                    <a:pt x="169453" y="295079"/>
                  </a:lnTo>
                  <a:lnTo>
                    <a:pt x="173455" y="291602"/>
                  </a:lnTo>
                  <a:lnTo>
                    <a:pt x="177345" y="288000"/>
                  </a:lnTo>
                  <a:lnTo>
                    <a:pt x="181118" y="284276"/>
                  </a:lnTo>
                  <a:lnTo>
                    <a:pt x="184772" y="280434"/>
                  </a:lnTo>
                  <a:lnTo>
                    <a:pt x="188302" y="276478"/>
                  </a:lnTo>
                  <a:lnTo>
                    <a:pt x="191704" y="272413"/>
                  </a:lnTo>
                  <a:lnTo>
                    <a:pt x="194976" y="268241"/>
                  </a:lnTo>
                  <a:lnTo>
                    <a:pt x="198115" y="263968"/>
                  </a:lnTo>
                  <a:lnTo>
                    <a:pt x="201116" y="259598"/>
                  </a:lnTo>
                  <a:lnTo>
                    <a:pt x="203977" y="255135"/>
                  </a:lnTo>
                  <a:lnTo>
                    <a:pt x="206695" y="250583"/>
                  </a:lnTo>
                  <a:lnTo>
                    <a:pt x="209267" y="245947"/>
                  </a:lnTo>
                  <a:lnTo>
                    <a:pt x="211691" y="241232"/>
                  </a:lnTo>
                  <a:lnTo>
                    <a:pt x="213964" y="236442"/>
                  </a:lnTo>
                  <a:lnTo>
                    <a:pt x="216084" y="231583"/>
                  </a:lnTo>
                  <a:lnTo>
                    <a:pt x="218049" y="226659"/>
                  </a:lnTo>
                  <a:lnTo>
                    <a:pt x="219857" y="221675"/>
                  </a:lnTo>
                  <a:lnTo>
                    <a:pt x="221506" y="216637"/>
                  </a:lnTo>
                  <a:lnTo>
                    <a:pt x="222995" y="211548"/>
                  </a:lnTo>
                  <a:lnTo>
                    <a:pt x="224321" y="206415"/>
                  </a:lnTo>
                  <a:lnTo>
                    <a:pt x="225484" y="201243"/>
                  </a:lnTo>
                  <a:lnTo>
                    <a:pt x="226482" y="196036"/>
                  </a:lnTo>
                  <a:lnTo>
                    <a:pt x="227315" y="190800"/>
                  </a:lnTo>
                  <a:lnTo>
                    <a:pt x="227981" y="185541"/>
                  </a:lnTo>
                  <a:lnTo>
                    <a:pt x="228480" y="180263"/>
                  </a:lnTo>
                  <a:lnTo>
                    <a:pt x="228812" y="174971"/>
                  </a:lnTo>
                  <a:lnTo>
                    <a:pt x="228975" y="169672"/>
                  </a:lnTo>
                  <a:lnTo>
                    <a:pt x="228971" y="164371"/>
                  </a:lnTo>
                  <a:lnTo>
                    <a:pt x="228798" y="159072"/>
                  </a:lnTo>
                  <a:lnTo>
                    <a:pt x="228457" y="153781"/>
                  </a:lnTo>
                  <a:lnTo>
                    <a:pt x="227949" y="148504"/>
                  </a:lnTo>
                  <a:lnTo>
                    <a:pt x="227274" y="143246"/>
                  </a:lnTo>
                  <a:lnTo>
                    <a:pt x="226432" y="138011"/>
                  </a:lnTo>
                  <a:lnTo>
                    <a:pt x="225424" y="132806"/>
                  </a:lnTo>
                  <a:lnTo>
                    <a:pt x="224253" y="127636"/>
                  </a:lnTo>
                  <a:lnTo>
                    <a:pt x="222917" y="122505"/>
                  </a:lnTo>
                  <a:lnTo>
                    <a:pt x="221420" y="117419"/>
                  </a:lnTo>
                  <a:lnTo>
                    <a:pt x="219762" y="112384"/>
                  </a:lnTo>
                  <a:lnTo>
                    <a:pt x="217946" y="107403"/>
                  </a:lnTo>
                  <a:lnTo>
                    <a:pt x="215972" y="102482"/>
                  </a:lnTo>
                  <a:lnTo>
                    <a:pt x="213843" y="97627"/>
                  </a:lnTo>
                  <a:lnTo>
                    <a:pt x="211562" y="92841"/>
                  </a:lnTo>
                  <a:lnTo>
                    <a:pt x="209130" y="88131"/>
                  </a:lnTo>
                  <a:lnTo>
                    <a:pt x="206549" y="83499"/>
                  </a:lnTo>
                  <a:lnTo>
                    <a:pt x="203823" y="78952"/>
                  </a:lnTo>
                  <a:lnTo>
                    <a:pt x="200955" y="74494"/>
                  </a:lnTo>
                  <a:lnTo>
                    <a:pt x="197946" y="70129"/>
                  </a:lnTo>
                  <a:lnTo>
                    <a:pt x="194800" y="65861"/>
                  </a:lnTo>
                  <a:lnTo>
                    <a:pt x="191521" y="61695"/>
                  </a:lnTo>
                  <a:lnTo>
                    <a:pt x="188111" y="57636"/>
                  </a:lnTo>
                  <a:lnTo>
                    <a:pt x="184574" y="53686"/>
                  </a:lnTo>
                  <a:lnTo>
                    <a:pt x="180914" y="49851"/>
                  </a:lnTo>
                  <a:lnTo>
                    <a:pt x="177134" y="46134"/>
                  </a:lnTo>
                  <a:lnTo>
                    <a:pt x="173238" y="42538"/>
                  </a:lnTo>
                  <a:lnTo>
                    <a:pt x="169230" y="39068"/>
                  </a:lnTo>
                  <a:lnTo>
                    <a:pt x="165114" y="35726"/>
                  </a:lnTo>
                  <a:lnTo>
                    <a:pt x="160894" y="32517"/>
                  </a:lnTo>
                  <a:lnTo>
                    <a:pt x="156574" y="29443"/>
                  </a:lnTo>
                  <a:lnTo>
                    <a:pt x="152160" y="26508"/>
                  </a:lnTo>
                  <a:lnTo>
                    <a:pt x="147654" y="23714"/>
                  </a:lnTo>
                  <a:lnTo>
                    <a:pt x="143062" y="21065"/>
                  </a:lnTo>
                  <a:lnTo>
                    <a:pt x="138388" y="18562"/>
                  </a:lnTo>
                  <a:lnTo>
                    <a:pt x="133637" y="16209"/>
                  </a:lnTo>
                  <a:lnTo>
                    <a:pt x="128814" y="14008"/>
                  </a:lnTo>
                  <a:lnTo>
                    <a:pt x="123924" y="11961"/>
                  </a:lnTo>
                  <a:lnTo>
                    <a:pt x="118971" y="10070"/>
                  </a:lnTo>
                  <a:lnTo>
                    <a:pt x="113960" y="8337"/>
                  </a:lnTo>
                  <a:lnTo>
                    <a:pt x="108898" y="6764"/>
                  </a:lnTo>
                  <a:lnTo>
                    <a:pt x="103787" y="5352"/>
                  </a:lnTo>
                  <a:lnTo>
                    <a:pt x="98635" y="4102"/>
                  </a:lnTo>
                  <a:lnTo>
                    <a:pt x="93446" y="3017"/>
                  </a:lnTo>
                  <a:lnTo>
                    <a:pt x="88225" y="2097"/>
                  </a:lnTo>
                  <a:lnTo>
                    <a:pt x="82977" y="1343"/>
                  </a:lnTo>
                  <a:lnTo>
                    <a:pt x="77708" y="756"/>
                  </a:lnTo>
                  <a:lnTo>
                    <a:pt x="72423" y="336"/>
                  </a:lnTo>
                  <a:lnTo>
                    <a:pt x="67127" y="84"/>
                  </a:lnTo>
                  <a:lnTo>
                    <a:pt x="61826" y="0"/>
                  </a:lnTo>
                  <a:lnTo>
                    <a:pt x="6182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461921" y="1236837"/>
              <a:ext cx="167167" cy="318003"/>
            </a:xfrm>
            <a:custGeom>
              <a:avLst/>
              <a:pathLst>
                <a:path w="167167" h="318003">
                  <a:moveTo>
                    <a:pt x="167167" y="0"/>
                  </a:moveTo>
                  <a:lnTo>
                    <a:pt x="161803" y="86"/>
                  </a:lnTo>
                  <a:lnTo>
                    <a:pt x="156444" y="344"/>
                  </a:lnTo>
                  <a:lnTo>
                    <a:pt x="151096" y="774"/>
                  </a:lnTo>
                  <a:lnTo>
                    <a:pt x="145765" y="1375"/>
                  </a:lnTo>
                  <a:lnTo>
                    <a:pt x="140456" y="2147"/>
                  </a:lnTo>
                  <a:lnTo>
                    <a:pt x="135175" y="3089"/>
                  </a:lnTo>
                  <a:lnTo>
                    <a:pt x="129926" y="4200"/>
                  </a:lnTo>
                  <a:lnTo>
                    <a:pt x="124716" y="5479"/>
                  </a:lnTo>
                  <a:lnTo>
                    <a:pt x="119550" y="6925"/>
                  </a:lnTo>
                  <a:lnTo>
                    <a:pt x="114432" y="8535"/>
                  </a:lnTo>
                  <a:lnTo>
                    <a:pt x="109369" y="10309"/>
                  </a:lnTo>
                  <a:lnTo>
                    <a:pt x="104366" y="12244"/>
                  </a:lnTo>
                  <a:lnTo>
                    <a:pt x="99427" y="14339"/>
                  </a:lnTo>
                  <a:lnTo>
                    <a:pt x="94558" y="16592"/>
                  </a:lnTo>
                  <a:lnTo>
                    <a:pt x="89763" y="18999"/>
                  </a:lnTo>
                  <a:lnTo>
                    <a:pt x="85049" y="21559"/>
                  </a:lnTo>
                  <a:lnTo>
                    <a:pt x="80419" y="24269"/>
                  </a:lnTo>
                  <a:lnTo>
                    <a:pt x="75878" y="27126"/>
                  </a:lnTo>
                  <a:lnTo>
                    <a:pt x="71431" y="30128"/>
                  </a:lnTo>
                  <a:lnTo>
                    <a:pt x="67083" y="33270"/>
                  </a:lnTo>
                  <a:lnTo>
                    <a:pt x="62838" y="36551"/>
                  </a:lnTo>
                  <a:lnTo>
                    <a:pt x="58701" y="39966"/>
                  </a:lnTo>
                  <a:lnTo>
                    <a:pt x="54675" y="43512"/>
                  </a:lnTo>
                  <a:lnTo>
                    <a:pt x="50765" y="47185"/>
                  </a:lnTo>
                  <a:lnTo>
                    <a:pt x="46975" y="50982"/>
                  </a:lnTo>
                  <a:lnTo>
                    <a:pt x="43309" y="54899"/>
                  </a:lnTo>
                  <a:lnTo>
                    <a:pt x="39770" y="58931"/>
                  </a:lnTo>
                  <a:lnTo>
                    <a:pt x="36362" y="63075"/>
                  </a:lnTo>
                  <a:lnTo>
                    <a:pt x="33090" y="67326"/>
                  </a:lnTo>
                  <a:lnTo>
                    <a:pt x="29955" y="71679"/>
                  </a:lnTo>
                  <a:lnTo>
                    <a:pt x="26962" y="76131"/>
                  </a:lnTo>
                  <a:lnTo>
                    <a:pt x="24113" y="80677"/>
                  </a:lnTo>
                  <a:lnTo>
                    <a:pt x="21411" y="85312"/>
                  </a:lnTo>
                  <a:lnTo>
                    <a:pt x="18859" y="90031"/>
                  </a:lnTo>
                  <a:lnTo>
                    <a:pt x="16461" y="94830"/>
                  </a:lnTo>
                  <a:lnTo>
                    <a:pt x="14217" y="99703"/>
                  </a:lnTo>
                  <a:lnTo>
                    <a:pt x="12131" y="104646"/>
                  </a:lnTo>
                  <a:lnTo>
                    <a:pt x="10205" y="109653"/>
                  </a:lnTo>
                  <a:lnTo>
                    <a:pt x="8440" y="114719"/>
                  </a:lnTo>
                  <a:lnTo>
                    <a:pt x="6839" y="119839"/>
                  </a:lnTo>
                  <a:lnTo>
                    <a:pt x="5403" y="125008"/>
                  </a:lnTo>
                  <a:lnTo>
                    <a:pt x="4133" y="130221"/>
                  </a:lnTo>
                  <a:lnTo>
                    <a:pt x="3032" y="135471"/>
                  </a:lnTo>
                  <a:lnTo>
                    <a:pt x="2099" y="140755"/>
                  </a:lnTo>
                  <a:lnTo>
                    <a:pt x="1336" y="146065"/>
                  </a:lnTo>
                  <a:lnTo>
                    <a:pt x="745" y="151397"/>
                  </a:lnTo>
                  <a:lnTo>
                    <a:pt x="324" y="156745"/>
                  </a:lnTo>
                  <a:lnTo>
                    <a:pt x="76" y="162104"/>
                  </a:lnTo>
                  <a:lnTo>
                    <a:pt x="0" y="167469"/>
                  </a:lnTo>
                  <a:lnTo>
                    <a:pt x="95" y="172833"/>
                  </a:lnTo>
                  <a:lnTo>
                    <a:pt x="363" y="178191"/>
                  </a:lnTo>
                  <a:lnTo>
                    <a:pt x="803" y="183538"/>
                  </a:lnTo>
                  <a:lnTo>
                    <a:pt x="1414" y="188868"/>
                  </a:lnTo>
                  <a:lnTo>
                    <a:pt x="2195" y="194175"/>
                  </a:lnTo>
                  <a:lnTo>
                    <a:pt x="3147" y="199455"/>
                  </a:lnTo>
                  <a:lnTo>
                    <a:pt x="4268" y="204701"/>
                  </a:lnTo>
                  <a:lnTo>
                    <a:pt x="5556" y="209909"/>
                  </a:lnTo>
                  <a:lnTo>
                    <a:pt x="7011" y="215073"/>
                  </a:lnTo>
                  <a:lnTo>
                    <a:pt x="8630" y="220188"/>
                  </a:lnTo>
                  <a:lnTo>
                    <a:pt x="10413" y="225247"/>
                  </a:lnTo>
                  <a:lnTo>
                    <a:pt x="12358" y="230247"/>
                  </a:lnTo>
                  <a:lnTo>
                    <a:pt x="14462" y="235183"/>
                  </a:lnTo>
                  <a:lnTo>
                    <a:pt x="16723" y="240048"/>
                  </a:lnTo>
                  <a:lnTo>
                    <a:pt x="19139" y="244838"/>
                  </a:lnTo>
                  <a:lnTo>
                    <a:pt x="21707" y="249548"/>
                  </a:lnTo>
                  <a:lnTo>
                    <a:pt x="24426" y="254173"/>
                  </a:lnTo>
                  <a:lnTo>
                    <a:pt x="27291" y="258708"/>
                  </a:lnTo>
                  <a:lnTo>
                    <a:pt x="30301" y="263149"/>
                  </a:lnTo>
                  <a:lnTo>
                    <a:pt x="33451" y="267492"/>
                  </a:lnTo>
                  <a:lnTo>
                    <a:pt x="36739" y="271731"/>
                  </a:lnTo>
                  <a:lnTo>
                    <a:pt x="40162" y="275862"/>
                  </a:lnTo>
                  <a:lnTo>
                    <a:pt x="43715" y="279882"/>
                  </a:lnTo>
                  <a:lnTo>
                    <a:pt x="47395" y="283785"/>
                  </a:lnTo>
                  <a:lnTo>
                    <a:pt x="51199" y="287568"/>
                  </a:lnTo>
                  <a:lnTo>
                    <a:pt x="55122" y="291227"/>
                  </a:lnTo>
                  <a:lnTo>
                    <a:pt x="59161" y="294759"/>
                  </a:lnTo>
                  <a:lnTo>
                    <a:pt x="63311" y="298159"/>
                  </a:lnTo>
                  <a:lnTo>
                    <a:pt x="67568" y="301424"/>
                  </a:lnTo>
                  <a:lnTo>
                    <a:pt x="71927" y="304551"/>
                  </a:lnTo>
                  <a:lnTo>
                    <a:pt x="76384" y="307536"/>
                  </a:lnTo>
                  <a:lnTo>
                    <a:pt x="80935" y="310377"/>
                  </a:lnTo>
                  <a:lnTo>
                    <a:pt x="85575" y="313070"/>
                  </a:lnTo>
                  <a:lnTo>
                    <a:pt x="90299" y="315613"/>
                  </a:lnTo>
                  <a:lnTo>
                    <a:pt x="95102" y="318003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557024" y="1404005"/>
              <a:ext cx="72064" cy="150836"/>
            </a:xfrm>
            <a:custGeom>
              <a:avLst/>
              <a:pathLst>
                <a:path w="72064" h="150836">
                  <a:moveTo>
                    <a:pt x="0" y="150836"/>
                  </a:moveTo>
                  <a:lnTo>
                    <a:pt x="7206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557024" y="1404005"/>
              <a:ext cx="72064" cy="150836"/>
            </a:xfrm>
            <a:custGeom>
              <a:avLst/>
              <a:pathLst>
                <a:path w="72064" h="150836">
                  <a:moveTo>
                    <a:pt x="0" y="150836"/>
                  </a:moveTo>
                  <a:lnTo>
                    <a:pt x="7206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557024" y="1404005"/>
              <a:ext cx="72064" cy="150836"/>
            </a:xfrm>
            <a:custGeom>
              <a:avLst/>
              <a:pathLst>
                <a:path w="72064" h="150836">
                  <a:moveTo>
                    <a:pt x="0" y="150836"/>
                  </a:moveTo>
                  <a:lnTo>
                    <a:pt x="7206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557024" y="1404005"/>
              <a:ext cx="72064" cy="150836"/>
            </a:xfrm>
            <a:custGeom>
              <a:avLst/>
              <a:pathLst>
                <a:path w="72064" h="150836">
                  <a:moveTo>
                    <a:pt x="0" y="150836"/>
                  </a:moveTo>
                  <a:lnTo>
                    <a:pt x="7206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557024" y="1404005"/>
              <a:ext cx="72064" cy="150836"/>
            </a:xfrm>
            <a:custGeom>
              <a:avLst/>
              <a:pathLst>
                <a:path w="72064" h="150836">
                  <a:moveTo>
                    <a:pt x="0" y="150836"/>
                  </a:moveTo>
                  <a:lnTo>
                    <a:pt x="7206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557024" y="1404005"/>
              <a:ext cx="72064" cy="150836"/>
            </a:xfrm>
            <a:custGeom>
              <a:avLst/>
              <a:pathLst>
                <a:path w="72064" h="150836">
                  <a:moveTo>
                    <a:pt x="0" y="150836"/>
                  </a:moveTo>
                  <a:lnTo>
                    <a:pt x="7206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557024" y="1404005"/>
              <a:ext cx="72064" cy="150836"/>
            </a:xfrm>
            <a:custGeom>
              <a:avLst/>
              <a:pathLst>
                <a:path w="72064" h="150836">
                  <a:moveTo>
                    <a:pt x="0" y="150836"/>
                  </a:moveTo>
                  <a:lnTo>
                    <a:pt x="7206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557024" y="1404005"/>
              <a:ext cx="72064" cy="150836"/>
            </a:xfrm>
            <a:custGeom>
              <a:avLst/>
              <a:pathLst>
                <a:path w="72064" h="150836">
                  <a:moveTo>
                    <a:pt x="0" y="150836"/>
                  </a:moveTo>
                  <a:lnTo>
                    <a:pt x="7206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557024" y="1404005"/>
              <a:ext cx="72064" cy="150836"/>
            </a:xfrm>
            <a:custGeom>
              <a:avLst/>
              <a:pathLst>
                <a:path w="72064" h="150836">
                  <a:moveTo>
                    <a:pt x="0" y="150836"/>
                  </a:moveTo>
                  <a:lnTo>
                    <a:pt x="7206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557024" y="1404005"/>
              <a:ext cx="72064" cy="150836"/>
            </a:xfrm>
            <a:custGeom>
              <a:avLst/>
              <a:pathLst>
                <a:path w="72064" h="150836">
                  <a:moveTo>
                    <a:pt x="0" y="150836"/>
                  </a:moveTo>
                  <a:lnTo>
                    <a:pt x="7206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557024" y="1404005"/>
              <a:ext cx="72064" cy="150836"/>
            </a:xfrm>
            <a:custGeom>
              <a:avLst/>
              <a:pathLst>
                <a:path w="72064" h="150836">
                  <a:moveTo>
                    <a:pt x="0" y="150836"/>
                  </a:moveTo>
                  <a:lnTo>
                    <a:pt x="7206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557024" y="1404005"/>
              <a:ext cx="72064" cy="150836"/>
            </a:xfrm>
            <a:custGeom>
              <a:avLst/>
              <a:pathLst>
                <a:path w="72064" h="150836">
                  <a:moveTo>
                    <a:pt x="0" y="150836"/>
                  </a:moveTo>
                  <a:lnTo>
                    <a:pt x="7206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557024" y="1404005"/>
              <a:ext cx="72064" cy="150836"/>
            </a:xfrm>
            <a:custGeom>
              <a:avLst/>
              <a:pathLst>
                <a:path w="72064" h="150836">
                  <a:moveTo>
                    <a:pt x="0" y="150836"/>
                  </a:moveTo>
                  <a:lnTo>
                    <a:pt x="7206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557024" y="1404005"/>
              <a:ext cx="72064" cy="150836"/>
            </a:xfrm>
            <a:custGeom>
              <a:avLst/>
              <a:pathLst>
                <a:path w="72064" h="150836">
                  <a:moveTo>
                    <a:pt x="0" y="150836"/>
                  </a:moveTo>
                  <a:lnTo>
                    <a:pt x="7206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557024" y="1404005"/>
              <a:ext cx="72064" cy="150836"/>
            </a:xfrm>
            <a:custGeom>
              <a:avLst/>
              <a:pathLst>
                <a:path w="72064" h="150836">
                  <a:moveTo>
                    <a:pt x="0" y="150836"/>
                  </a:moveTo>
                  <a:lnTo>
                    <a:pt x="7206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3557024" y="1404005"/>
              <a:ext cx="72064" cy="150836"/>
            </a:xfrm>
            <a:custGeom>
              <a:avLst/>
              <a:pathLst>
                <a:path w="72064" h="150836">
                  <a:moveTo>
                    <a:pt x="0" y="150836"/>
                  </a:moveTo>
                  <a:lnTo>
                    <a:pt x="7206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3557024" y="1404005"/>
              <a:ext cx="72064" cy="150836"/>
            </a:xfrm>
            <a:custGeom>
              <a:avLst/>
              <a:pathLst>
                <a:path w="72064" h="150836">
                  <a:moveTo>
                    <a:pt x="0" y="150836"/>
                  </a:moveTo>
                  <a:lnTo>
                    <a:pt x="7206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557024" y="1251813"/>
              <a:ext cx="239229" cy="319358"/>
            </a:xfrm>
            <a:custGeom>
              <a:avLst/>
              <a:pathLst>
                <a:path w="239229" h="319358">
                  <a:moveTo>
                    <a:pt x="0" y="303027"/>
                  </a:moveTo>
                  <a:lnTo>
                    <a:pt x="4851" y="305251"/>
                  </a:lnTo>
                  <a:lnTo>
                    <a:pt x="9771" y="307319"/>
                  </a:lnTo>
                  <a:lnTo>
                    <a:pt x="14755" y="309228"/>
                  </a:lnTo>
                  <a:lnTo>
                    <a:pt x="19797" y="310977"/>
                  </a:lnTo>
                  <a:lnTo>
                    <a:pt x="24892" y="312565"/>
                  </a:lnTo>
                  <a:lnTo>
                    <a:pt x="30036" y="313989"/>
                  </a:lnTo>
                  <a:lnTo>
                    <a:pt x="35222" y="315248"/>
                  </a:lnTo>
                  <a:lnTo>
                    <a:pt x="40446" y="316341"/>
                  </a:lnTo>
                  <a:lnTo>
                    <a:pt x="45702" y="317267"/>
                  </a:lnTo>
                  <a:lnTo>
                    <a:pt x="50985" y="318024"/>
                  </a:lnTo>
                  <a:lnTo>
                    <a:pt x="56289" y="318612"/>
                  </a:lnTo>
                  <a:lnTo>
                    <a:pt x="61610" y="319031"/>
                  </a:lnTo>
                  <a:lnTo>
                    <a:pt x="66941" y="319280"/>
                  </a:lnTo>
                  <a:lnTo>
                    <a:pt x="72277" y="319358"/>
                  </a:lnTo>
                  <a:lnTo>
                    <a:pt x="77614" y="319266"/>
                  </a:lnTo>
                  <a:lnTo>
                    <a:pt x="82944" y="319004"/>
                  </a:lnTo>
                  <a:lnTo>
                    <a:pt x="88264" y="318572"/>
                  </a:lnTo>
                  <a:lnTo>
                    <a:pt x="93566" y="317970"/>
                  </a:lnTo>
                  <a:lnTo>
                    <a:pt x="98847" y="317199"/>
                  </a:lnTo>
                  <a:lnTo>
                    <a:pt x="104101" y="316260"/>
                  </a:lnTo>
                  <a:lnTo>
                    <a:pt x="109322" y="315154"/>
                  </a:lnTo>
                  <a:lnTo>
                    <a:pt x="114505" y="313881"/>
                  </a:lnTo>
                  <a:lnTo>
                    <a:pt x="119645" y="312444"/>
                  </a:lnTo>
                  <a:lnTo>
                    <a:pt x="124736" y="310843"/>
                  </a:lnTo>
                  <a:lnTo>
                    <a:pt x="129774" y="309081"/>
                  </a:lnTo>
                  <a:lnTo>
                    <a:pt x="134753" y="307159"/>
                  </a:lnTo>
                  <a:lnTo>
                    <a:pt x="139668" y="305079"/>
                  </a:lnTo>
                  <a:lnTo>
                    <a:pt x="144514" y="302843"/>
                  </a:lnTo>
                  <a:lnTo>
                    <a:pt x="149286" y="300454"/>
                  </a:lnTo>
                  <a:lnTo>
                    <a:pt x="153979" y="297913"/>
                  </a:lnTo>
                  <a:lnTo>
                    <a:pt x="158589" y="295224"/>
                  </a:lnTo>
                  <a:lnTo>
                    <a:pt x="163111" y="292389"/>
                  </a:lnTo>
                  <a:lnTo>
                    <a:pt x="167540" y="289411"/>
                  </a:lnTo>
                  <a:lnTo>
                    <a:pt x="171871" y="286294"/>
                  </a:lnTo>
                  <a:lnTo>
                    <a:pt x="176101" y="283039"/>
                  </a:lnTo>
                  <a:lnTo>
                    <a:pt x="180225" y="279651"/>
                  </a:lnTo>
                  <a:lnTo>
                    <a:pt x="184239" y="276134"/>
                  </a:lnTo>
                  <a:lnTo>
                    <a:pt x="188138" y="272490"/>
                  </a:lnTo>
                  <a:lnTo>
                    <a:pt x="191919" y="268723"/>
                  </a:lnTo>
                  <a:lnTo>
                    <a:pt x="195578" y="264838"/>
                  </a:lnTo>
                  <a:lnTo>
                    <a:pt x="199111" y="260838"/>
                  </a:lnTo>
                  <a:lnTo>
                    <a:pt x="202514" y="256727"/>
                  </a:lnTo>
                  <a:lnTo>
                    <a:pt x="205785" y="252509"/>
                  </a:lnTo>
                  <a:lnTo>
                    <a:pt x="208919" y="248190"/>
                  </a:lnTo>
                  <a:lnTo>
                    <a:pt x="211914" y="243772"/>
                  </a:lnTo>
                  <a:lnTo>
                    <a:pt x="214766" y="239261"/>
                  </a:lnTo>
                  <a:lnTo>
                    <a:pt x="217472" y="234662"/>
                  </a:lnTo>
                  <a:lnTo>
                    <a:pt x="220031" y="229978"/>
                  </a:lnTo>
                  <a:lnTo>
                    <a:pt x="222439" y="225215"/>
                  </a:lnTo>
                  <a:lnTo>
                    <a:pt x="224693" y="220377"/>
                  </a:lnTo>
                  <a:lnTo>
                    <a:pt x="226792" y="215471"/>
                  </a:lnTo>
                  <a:lnTo>
                    <a:pt x="228733" y="210499"/>
                  </a:lnTo>
                  <a:lnTo>
                    <a:pt x="230514" y="205468"/>
                  </a:lnTo>
                  <a:lnTo>
                    <a:pt x="232134" y="200383"/>
                  </a:lnTo>
                  <a:lnTo>
                    <a:pt x="233591" y="195249"/>
                  </a:lnTo>
                  <a:lnTo>
                    <a:pt x="234883" y="190071"/>
                  </a:lnTo>
                  <a:lnTo>
                    <a:pt x="236010" y="184854"/>
                  </a:lnTo>
                  <a:lnTo>
                    <a:pt x="236969" y="179604"/>
                  </a:lnTo>
                  <a:lnTo>
                    <a:pt x="237760" y="174326"/>
                  </a:lnTo>
                  <a:lnTo>
                    <a:pt x="238382" y="169025"/>
                  </a:lnTo>
                  <a:lnTo>
                    <a:pt x="238834" y="163708"/>
                  </a:lnTo>
                  <a:lnTo>
                    <a:pt x="239117" y="158378"/>
                  </a:lnTo>
                  <a:lnTo>
                    <a:pt x="239229" y="153042"/>
                  </a:lnTo>
                  <a:lnTo>
                    <a:pt x="239171" y="147706"/>
                  </a:lnTo>
                  <a:lnTo>
                    <a:pt x="238943" y="142374"/>
                  </a:lnTo>
                  <a:lnTo>
                    <a:pt x="238545" y="137052"/>
                  </a:lnTo>
                  <a:lnTo>
                    <a:pt x="237977" y="131745"/>
                  </a:lnTo>
                  <a:lnTo>
                    <a:pt x="237239" y="126459"/>
                  </a:lnTo>
                  <a:lnTo>
                    <a:pt x="236334" y="121200"/>
                  </a:lnTo>
                  <a:lnTo>
                    <a:pt x="235261" y="115972"/>
                  </a:lnTo>
                  <a:lnTo>
                    <a:pt x="234021" y="110781"/>
                  </a:lnTo>
                  <a:lnTo>
                    <a:pt x="232617" y="105632"/>
                  </a:lnTo>
                  <a:lnTo>
                    <a:pt x="231049" y="100530"/>
                  </a:lnTo>
                  <a:lnTo>
                    <a:pt x="229319" y="95482"/>
                  </a:lnTo>
                  <a:lnTo>
                    <a:pt x="227428" y="90491"/>
                  </a:lnTo>
                  <a:lnTo>
                    <a:pt x="225380" y="85563"/>
                  </a:lnTo>
                  <a:lnTo>
                    <a:pt x="223175" y="80703"/>
                  </a:lnTo>
                  <a:lnTo>
                    <a:pt x="220816" y="75915"/>
                  </a:lnTo>
                  <a:lnTo>
                    <a:pt x="218305" y="71206"/>
                  </a:lnTo>
                  <a:lnTo>
                    <a:pt x="215645" y="66579"/>
                  </a:lnTo>
                  <a:lnTo>
                    <a:pt x="212839" y="62039"/>
                  </a:lnTo>
                  <a:lnTo>
                    <a:pt x="209890" y="57591"/>
                  </a:lnTo>
                  <a:lnTo>
                    <a:pt x="206800" y="53240"/>
                  </a:lnTo>
                  <a:lnTo>
                    <a:pt x="203572" y="48989"/>
                  </a:lnTo>
                  <a:lnTo>
                    <a:pt x="200211" y="44844"/>
                  </a:lnTo>
                  <a:lnTo>
                    <a:pt x="196719" y="40808"/>
                  </a:lnTo>
                  <a:lnTo>
                    <a:pt x="193100" y="36886"/>
                  </a:lnTo>
                  <a:lnTo>
                    <a:pt x="189357" y="33081"/>
                  </a:lnTo>
                  <a:lnTo>
                    <a:pt x="185495" y="29397"/>
                  </a:lnTo>
                  <a:lnTo>
                    <a:pt x="181518" y="25839"/>
                  </a:lnTo>
                  <a:lnTo>
                    <a:pt x="177429" y="22409"/>
                  </a:lnTo>
                  <a:lnTo>
                    <a:pt x="173232" y="19112"/>
                  </a:lnTo>
                  <a:lnTo>
                    <a:pt x="168932" y="15950"/>
                  </a:lnTo>
                  <a:lnTo>
                    <a:pt x="164534" y="12928"/>
                  </a:lnTo>
                  <a:lnTo>
                    <a:pt x="160041" y="10047"/>
                  </a:lnTo>
                  <a:lnTo>
                    <a:pt x="155459" y="7311"/>
                  </a:lnTo>
                  <a:lnTo>
                    <a:pt x="150792" y="4723"/>
                  </a:lnTo>
                  <a:lnTo>
                    <a:pt x="146044" y="2285"/>
                  </a:lnTo>
                  <a:lnTo>
                    <a:pt x="141221" y="0"/>
                  </a:lnTo>
                  <a:lnTo>
                    <a:pt x="72064" y="1521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629088" y="1236837"/>
              <a:ext cx="69157" cy="167167"/>
            </a:xfrm>
            <a:custGeom>
              <a:avLst/>
              <a:pathLst>
                <a:path w="69157" h="167167">
                  <a:moveTo>
                    <a:pt x="69157" y="14975"/>
                  </a:moveTo>
                  <a:lnTo>
                    <a:pt x="63705" y="12614"/>
                  </a:lnTo>
                  <a:lnTo>
                    <a:pt x="58172" y="10448"/>
                  </a:lnTo>
                  <a:lnTo>
                    <a:pt x="52567" y="8480"/>
                  </a:lnTo>
                  <a:lnTo>
                    <a:pt x="46894" y="6712"/>
                  </a:lnTo>
                  <a:lnTo>
                    <a:pt x="41163" y="5147"/>
                  </a:lnTo>
                  <a:lnTo>
                    <a:pt x="35380" y="3786"/>
                  </a:lnTo>
                  <a:lnTo>
                    <a:pt x="29551" y="2632"/>
                  </a:lnTo>
                  <a:lnTo>
                    <a:pt x="23686" y="1686"/>
                  </a:lnTo>
                  <a:lnTo>
                    <a:pt x="17791" y="949"/>
                  </a:lnTo>
                  <a:lnTo>
                    <a:pt x="11873" y="422"/>
                  </a:lnTo>
                  <a:lnTo>
                    <a:pt x="5940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3106289" y="1546402"/>
              <a:ext cx="106277" cy="167167"/>
            </a:xfrm>
            <a:custGeom>
              <a:avLst/>
              <a:pathLst>
                <a:path w="106277" h="167167">
                  <a:moveTo>
                    <a:pt x="106277" y="0"/>
                  </a:moveTo>
                  <a:lnTo>
                    <a:pt x="100519" y="99"/>
                  </a:lnTo>
                  <a:lnTo>
                    <a:pt x="94768" y="396"/>
                  </a:lnTo>
                  <a:lnTo>
                    <a:pt x="89031" y="891"/>
                  </a:lnTo>
                  <a:lnTo>
                    <a:pt x="83314" y="1584"/>
                  </a:lnTo>
                  <a:lnTo>
                    <a:pt x="77625" y="2473"/>
                  </a:lnTo>
                  <a:lnTo>
                    <a:pt x="71970" y="3558"/>
                  </a:lnTo>
                  <a:lnTo>
                    <a:pt x="66355" y="4836"/>
                  </a:lnTo>
                  <a:lnTo>
                    <a:pt x="60787" y="6308"/>
                  </a:lnTo>
                  <a:lnTo>
                    <a:pt x="55274" y="7970"/>
                  </a:lnTo>
                  <a:lnTo>
                    <a:pt x="49821" y="9821"/>
                  </a:lnTo>
                  <a:lnTo>
                    <a:pt x="44435" y="11859"/>
                  </a:lnTo>
                  <a:lnTo>
                    <a:pt x="39123" y="14081"/>
                  </a:lnTo>
                  <a:lnTo>
                    <a:pt x="33890" y="16485"/>
                  </a:lnTo>
                  <a:lnTo>
                    <a:pt x="28743" y="19067"/>
                  </a:lnTo>
                  <a:lnTo>
                    <a:pt x="23688" y="21826"/>
                  </a:lnTo>
                  <a:lnTo>
                    <a:pt x="18731" y="24756"/>
                  </a:lnTo>
                  <a:lnTo>
                    <a:pt x="13878" y="27856"/>
                  </a:lnTo>
                  <a:lnTo>
                    <a:pt x="9135" y="31121"/>
                  </a:lnTo>
                  <a:lnTo>
                    <a:pt x="4507" y="34548"/>
                  </a:lnTo>
                  <a:lnTo>
                    <a:pt x="0" y="38132"/>
                  </a:lnTo>
                  <a:lnTo>
                    <a:pt x="10627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3106289" y="1584534"/>
              <a:ext cx="106277" cy="129035"/>
            </a:xfrm>
            <a:custGeom>
              <a:avLst/>
              <a:pathLst>
                <a:path w="106277" h="129035">
                  <a:moveTo>
                    <a:pt x="0" y="0"/>
                  </a:moveTo>
                  <a:lnTo>
                    <a:pt x="106277" y="1290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3106289" y="1584534"/>
              <a:ext cx="106277" cy="129035"/>
            </a:xfrm>
            <a:custGeom>
              <a:avLst/>
              <a:pathLst>
                <a:path w="106277" h="129035">
                  <a:moveTo>
                    <a:pt x="0" y="0"/>
                  </a:moveTo>
                  <a:lnTo>
                    <a:pt x="106277" y="1290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106289" y="1584534"/>
              <a:ext cx="106277" cy="129035"/>
            </a:xfrm>
            <a:custGeom>
              <a:avLst/>
              <a:pathLst>
                <a:path w="106277" h="129035">
                  <a:moveTo>
                    <a:pt x="0" y="0"/>
                  </a:moveTo>
                  <a:lnTo>
                    <a:pt x="106277" y="1290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106289" y="1584534"/>
              <a:ext cx="106277" cy="129035"/>
            </a:xfrm>
            <a:custGeom>
              <a:avLst/>
              <a:pathLst>
                <a:path w="106277" h="129035">
                  <a:moveTo>
                    <a:pt x="0" y="0"/>
                  </a:moveTo>
                  <a:lnTo>
                    <a:pt x="106277" y="1290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106289" y="1584534"/>
              <a:ext cx="106277" cy="129035"/>
            </a:xfrm>
            <a:custGeom>
              <a:avLst/>
              <a:pathLst>
                <a:path w="106277" h="129035">
                  <a:moveTo>
                    <a:pt x="0" y="0"/>
                  </a:moveTo>
                  <a:lnTo>
                    <a:pt x="106277" y="1290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106289" y="1584534"/>
              <a:ext cx="106277" cy="129035"/>
            </a:xfrm>
            <a:custGeom>
              <a:avLst/>
              <a:pathLst>
                <a:path w="106277" h="129035">
                  <a:moveTo>
                    <a:pt x="0" y="0"/>
                  </a:moveTo>
                  <a:lnTo>
                    <a:pt x="106277" y="1290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106289" y="1584534"/>
              <a:ext cx="106277" cy="129035"/>
            </a:xfrm>
            <a:custGeom>
              <a:avLst/>
              <a:pathLst>
                <a:path w="106277" h="129035">
                  <a:moveTo>
                    <a:pt x="0" y="0"/>
                  </a:moveTo>
                  <a:lnTo>
                    <a:pt x="106277" y="12903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106289" y="1584534"/>
              <a:ext cx="106277" cy="129035"/>
            </a:xfrm>
            <a:custGeom>
              <a:avLst/>
              <a:pathLst>
                <a:path w="106277" h="129035">
                  <a:moveTo>
                    <a:pt x="0" y="0"/>
                  </a:moveTo>
                  <a:lnTo>
                    <a:pt x="106277" y="1290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106289" y="1584534"/>
              <a:ext cx="106277" cy="129035"/>
            </a:xfrm>
            <a:custGeom>
              <a:avLst/>
              <a:pathLst>
                <a:path w="106277" h="129035">
                  <a:moveTo>
                    <a:pt x="0" y="0"/>
                  </a:moveTo>
                  <a:lnTo>
                    <a:pt x="106277" y="1290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106289" y="1584534"/>
              <a:ext cx="106277" cy="129035"/>
            </a:xfrm>
            <a:custGeom>
              <a:avLst/>
              <a:pathLst>
                <a:path w="106277" h="129035">
                  <a:moveTo>
                    <a:pt x="0" y="0"/>
                  </a:moveTo>
                  <a:lnTo>
                    <a:pt x="106277" y="12903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106289" y="1584534"/>
              <a:ext cx="106277" cy="129035"/>
            </a:xfrm>
            <a:custGeom>
              <a:avLst/>
              <a:pathLst>
                <a:path w="106277" h="129035">
                  <a:moveTo>
                    <a:pt x="0" y="0"/>
                  </a:moveTo>
                  <a:lnTo>
                    <a:pt x="106277" y="1290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106289" y="1584534"/>
              <a:ext cx="106277" cy="129035"/>
            </a:xfrm>
            <a:custGeom>
              <a:avLst/>
              <a:pathLst>
                <a:path w="106277" h="129035">
                  <a:moveTo>
                    <a:pt x="0" y="0"/>
                  </a:moveTo>
                  <a:lnTo>
                    <a:pt x="106277" y="1290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106289" y="1584534"/>
              <a:ext cx="106277" cy="129035"/>
            </a:xfrm>
            <a:custGeom>
              <a:avLst/>
              <a:pathLst>
                <a:path w="106277" h="129035">
                  <a:moveTo>
                    <a:pt x="0" y="0"/>
                  </a:moveTo>
                  <a:lnTo>
                    <a:pt x="106277" y="1290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106289" y="1584534"/>
              <a:ext cx="106277" cy="129035"/>
            </a:xfrm>
            <a:custGeom>
              <a:avLst/>
              <a:pathLst>
                <a:path w="106277" h="129035">
                  <a:moveTo>
                    <a:pt x="0" y="0"/>
                  </a:moveTo>
                  <a:lnTo>
                    <a:pt x="106277" y="1290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106289" y="1584534"/>
              <a:ext cx="106277" cy="129035"/>
            </a:xfrm>
            <a:custGeom>
              <a:avLst/>
              <a:pathLst>
                <a:path w="106277" h="129035">
                  <a:moveTo>
                    <a:pt x="0" y="0"/>
                  </a:moveTo>
                  <a:lnTo>
                    <a:pt x="106277" y="1290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106289" y="1584534"/>
              <a:ext cx="106277" cy="129035"/>
            </a:xfrm>
            <a:custGeom>
              <a:avLst/>
              <a:pathLst>
                <a:path w="106277" h="129035">
                  <a:moveTo>
                    <a:pt x="0" y="0"/>
                  </a:moveTo>
                  <a:lnTo>
                    <a:pt x="106277" y="1290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45404" y="1584534"/>
              <a:ext cx="334315" cy="296200"/>
            </a:xfrm>
            <a:custGeom>
              <a:avLst/>
              <a:pathLst>
                <a:path w="334315" h="296200">
                  <a:moveTo>
                    <a:pt x="60884" y="0"/>
                  </a:moveTo>
                  <a:lnTo>
                    <a:pt x="56838" y="3442"/>
                  </a:lnTo>
                  <a:lnTo>
                    <a:pt x="52903" y="7011"/>
                  </a:lnTo>
                  <a:lnTo>
                    <a:pt x="49083" y="10703"/>
                  </a:lnTo>
                  <a:lnTo>
                    <a:pt x="45382" y="14515"/>
                  </a:lnTo>
                  <a:lnTo>
                    <a:pt x="41805" y="18442"/>
                  </a:lnTo>
                  <a:lnTo>
                    <a:pt x="38354" y="22482"/>
                  </a:lnTo>
                  <a:lnTo>
                    <a:pt x="35033" y="26628"/>
                  </a:lnTo>
                  <a:lnTo>
                    <a:pt x="31846" y="30879"/>
                  </a:lnTo>
                  <a:lnTo>
                    <a:pt x="28795" y="35228"/>
                  </a:lnTo>
                  <a:lnTo>
                    <a:pt x="25884" y="39672"/>
                  </a:lnTo>
                  <a:lnTo>
                    <a:pt x="23116" y="44206"/>
                  </a:lnTo>
                  <a:lnTo>
                    <a:pt x="20493" y="48826"/>
                  </a:lnTo>
                  <a:lnTo>
                    <a:pt x="18019" y="53527"/>
                  </a:lnTo>
                  <a:lnTo>
                    <a:pt x="15695" y="58305"/>
                  </a:lnTo>
                  <a:lnTo>
                    <a:pt x="13524" y="63153"/>
                  </a:lnTo>
                  <a:lnTo>
                    <a:pt x="11508" y="68069"/>
                  </a:lnTo>
                  <a:lnTo>
                    <a:pt x="9649" y="73046"/>
                  </a:lnTo>
                  <a:lnTo>
                    <a:pt x="7950" y="78079"/>
                  </a:lnTo>
                  <a:lnTo>
                    <a:pt x="6411" y="83164"/>
                  </a:lnTo>
                  <a:lnTo>
                    <a:pt x="5034" y="88295"/>
                  </a:lnTo>
                  <a:lnTo>
                    <a:pt x="3822" y="93467"/>
                  </a:lnTo>
                  <a:lnTo>
                    <a:pt x="2774" y="98676"/>
                  </a:lnTo>
                  <a:lnTo>
                    <a:pt x="1892" y="103914"/>
                  </a:lnTo>
                  <a:lnTo>
                    <a:pt x="1178" y="109179"/>
                  </a:lnTo>
                  <a:lnTo>
                    <a:pt x="630" y="114463"/>
                  </a:lnTo>
                  <a:lnTo>
                    <a:pt x="251" y="119762"/>
                  </a:lnTo>
                  <a:lnTo>
                    <a:pt x="41" y="125071"/>
                  </a:lnTo>
                  <a:lnTo>
                    <a:pt x="0" y="130383"/>
                  </a:lnTo>
                  <a:lnTo>
                    <a:pt x="127" y="135694"/>
                  </a:lnTo>
                  <a:lnTo>
                    <a:pt x="423" y="140998"/>
                  </a:lnTo>
                  <a:lnTo>
                    <a:pt x="887" y="146291"/>
                  </a:lnTo>
                  <a:lnTo>
                    <a:pt x="1519" y="151565"/>
                  </a:lnTo>
                  <a:lnTo>
                    <a:pt x="2319" y="156817"/>
                  </a:lnTo>
                  <a:lnTo>
                    <a:pt x="3285" y="162041"/>
                  </a:lnTo>
                  <a:lnTo>
                    <a:pt x="4417" y="167232"/>
                  </a:lnTo>
                  <a:lnTo>
                    <a:pt x="5712" y="172384"/>
                  </a:lnTo>
                  <a:lnTo>
                    <a:pt x="7171" y="177493"/>
                  </a:lnTo>
                  <a:lnTo>
                    <a:pt x="8792" y="182552"/>
                  </a:lnTo>
                  <a:lnTo>
                    <a:pt x="10573" y="187557"/>
                  </a:lnTo>
                  <a:lnTo>
                    <a:pt x="12511" y="192503"/>
                  </a:lnTo>
                  <a:lnTo>
                    <a:pt x="14606" y="197386"/>
                  </a:lnTo>
                  <a:lnTo>
                    <a:pt x="16855" y="202199"/>
                  </a:lnTo>
                  <a:lnTo>
                    <a:pt x="19256" y="206938"/>
                  </a:lnTo>
                  <a:lnTo>
                    <a:pt x="21806" y="211598"/>
                  </a:lnTo>
                  <a:lnTo>
                    <a:pt x="24503" y="216175"/>
                  </a:lnTo>
                  <a:lnTo>
                    <a:pt x="27344" y="220665"/>
                  </a:lnTo>
                  <a:lnTo>
                    <a:pt x="30326" y="225061"/>
                  </a:lnTo>
                  <a:lnTo>
                    <a:pt x="33447" y="229361"/>
                  </a:lnTo>
                  <a:lnTo>
                    <a:pt x="36702" y="233559"/>
                  </a:lnTo>
                  <a:lnTo>
                    <a:pt x="40089" y="237652"/>
                  </a:lnTo>
                  <a:lnTo>
                    <a:pt x="43605" y="241635"/>
                  </a:lnTo>
                  <a:lnTo>
                    <a:pt x="47245" y="245504"/>
                  </a:lnTo>
                  <a:lnTo>
                    <a:pt x="51007" y="249256"/>
                  </a:lnTo>
                  <a:lnTo>
                    <a:pt x="54886" y="252886"/>
                  </a:lnTo>
                  <a:lnTo>
                    <a:pt x="58878" y="256391"/>
                  </a:lnTo>
                  <a:lnTo>
                    <a:pt x="62979" y="259767"/>
                  </a:lnTo>
                  <a:lnTo>
                    <a:pt x="67186" y="263012"/>
                  </a:lnTo>
                  <a:lnTo>
                    <a:pt x="71494" y="266121"/>
                  </a:lnTo>
                  <a:lnTo>
                    <a:pt x="75898" y="269092"/>
                  </a:lnTo>
                  <a:lnTo>
                    <a:pt x="80395" y="271921"/>
                  </a:lnTo>
                  <a:lnTo>
                    <a:pt x="84979" y="274606"/>
                  </a:lnTo>
                  <a:lnTo>
                    <a:pt x="89646" y="277144"/>
                  </a:lnTo>
                  <a:lnTo>
                    <a:pt x="94391" y="279532"/>
                  </a:lnTo>
                  <a:lnTo>
                    <a:pt x="99210" y="281769"/>
                  </a:lnTo>
                  <a:lnTo>
                    <a:pt x="104098" y="283851"/>
                  </a:lnTo>
                  <a:lnTo>
                    <a:pt x="109049" y="285776"/>
                  </a:lnTo>
                  <a:lnTo>
                    <a:pt x="114059" y="287544"/>
                  </a:lnTo>
                  <a:lnTo>
                    <a:pt x="119123" y="289151"/>
                  </a:lnTo>
                  <a:lnTo>
                    <a:pt x="124235" y="290597"/>
                  </a:lnTo>
                  <a:lnTo>
                    <a:pt x="129390" y="291879"/>
                  </a:lnTo>
                  <a:lnTo>
                    <a:pt x="134584" y="292997"/>
                  </a:lnTo>
                  <a:lnTo>
                    <a:pt x="139811" y="293950"/>
                  </a:lnTo>
                  <a:lnTo>
                    <a:pt x="145065" y="294735"/>
                  </a:lnTo>
                  <a:lnTo>
                    <a:pt x="150341" y="295354"/>
                  </a:lnTo>
                  <a:lnTo>
                    <a:pt x="155635" y="295804"/>
                  </a:lnTo>
                  <a:lnTo>
                    <a:pt x="160940" y="296086"/>
                  </a:lnTo>
                  <a:lnTo>
                    <a:pt x="166251" y="296200"/>
                  </a:lnTo>
                  <a:lnTo>
                    <a:pt x="171563" y="296144"/>
                  </a:lnTo>
                  <a:lnTo>
                    <a:pt x="176871" y="295920"/>
                  </a:lnTo>
                  <a:lnTo>
                    <a:pt x="182169" y="295527"/>
                  </a:lnTo>
                  <a:lnTo>
                    <a:pt x="187452" y="294966"/>
                  </a:lnTo>
                  <a:lnTo>
                    <a:pt x="192714" y="294238"/>
                  </a:lnTo>
                  <a:lnTo>
                    <a:pt x="197951" y="293342"/>
                  </a:lnTo>
                  <a:lnTo>
                    <a:pt x="203157" y="292281"/>
                  </a:lnTo>
                  <a:lnTo>
                    <a:pt x="208326" y="291055"/>
                  </a:lnTo>
                  <a:lnTo>
                    <a:pt x="213453" y="289665"/>
                  </a:lnTo>
                  <a:lnTo>
                    <a:pt x="218534" y="288113"/>
                  </a:lnTo>
                  <a:lnTo>
                    <a:pt x="223563" y="286400"/>
                  </a:lnTo>
                  <a:lnTo>
                    <a:pt x="228535" y="284528"/>
                  </a:lnTo>
                  <a:lnTo>
                    <a:pt x="233445" y="282500"/>
                  </a:lnTo>
                  <a:lnTo>
                    <a:pt x="238288" y="280316"/>
                  </a:lnTo>
                  <a:lnTo>
                    <a:pt x="243059" y="277979"/>
                  </a:lnTo>
                  <a:lnTo>
                    <a:pt x="247754" y="275493"/>
                  </a:lnTo>
                  <a:lnTo>
                    <a:pt x="252367" y="272858"/>
                  </a:lnTo>
                  <a:lnTo>
                    <a:pt x="256894" y="270078"/>
                  </a:lnTo>
                  <a:lnTo>
                    <a:pt x="261330" y="267155"/>
                  </a:lnTo>
                  <a:lnTo>
                    <a:pt x="265672" y="264093"/>
                  </a:lnTo>
                  <a:lnTo>
                    <a:pt x="269913" y="260895"/>
                  </a:lnTo>
                  <a:lnTo>
                    <a:pt x="274052" y="257563"/>
                  </a:lnTo>
                  <a:lnTo>
                    <a:pt x="278082" y="254101"/>
                  </a:lnTo>
                  <a:lnTo>
                    <a:pt x="282000" y="250514"/>
                  </a:lnTo>
                  <a:lnTo>
                    <a:pt x="285802" y="246803"/>
                  </a:lnTo>
                  <a:lnTo>
                    <a:pt x="289484" y="242974"/>
                  </a:lnTo>
                  <a:lnTo>
                    <a:pt x="293043" y="239029"/>
                  </a:lnTo>
                  <a:lnTo>
                    <a:pt x="296475" y="234974"/>
                  </a:lnTo>
                  <a:lnTo>
                    <a:pt x="299776" y="230811"/>
                  </a:lnTo>
                  <a:lnTo>
                    <a:pt x="302943" y="226546"/>
                  </a:lnTo>
                  <a:lnTo>
                    <a:pt x="305973" y="222182"/>
                  </a:lnTo>
                  <a:lnTo>
                    <a:pt x="308862" y="217724"/>
                  </a:lnTo>
                  <a:lnTo>
                    <a:pt x="311609" y="213177"/>
                  </a:lnTo>
                  <a:lnTo>
                    <a:pt x="314210" y="208544"/>
                  </a:lnTo>
                  <a:lnTo>
                    <a:pt x="316662" y="203832"/>
                  </a:lnTo>
                  <a:lnTo>
                    <a:pt x="318963" y="199043"/>
                  </a:lnTo>
                  <a:lnTo>
                    <a:pt x="321111" y="194184"/>
                  </a:lnTo>
                  <a:lnTo>
                    <a:pt x="323104" y="189259"/>
                  </a:lnTo>
                  <a:lnTo>
                    <a:pt x="324939" y="184274"/>
                  </a:lnTo>
                  <a:lnTo>
                    <a:pt x="326614" y="179232"/>
                  </a:lnTo>
                  <a:lnTo>
                    <a:pt x="328129" y="174140"/>
                  </a:lnTo>
                  <a:lnTo>
                    <a:pt x="329481" y="169003"/>
                  </a:lnTo>
                  <a:lnTo>
                    <a:pt x="330669" y="163825"/>
                  </a:lnTo>
                  <a:lnTo>
                    <a:pt x="331692" y="158611"/>
                  </a:lnTo>
                  <a:lnTo>
                    <a:pt x="332548" y="153368"/>
                  </a:lnTo>
                  <a:lnTo>
                    <a:pt x="333238" y="148101"/>
                  </a:lnTo>
                  <a:lnTo>
                    <a:pt x="333760" y="142814"/>
                  </a:lnTo>
                  <a:lnTo>
                    <a:pt x="334114" y="137513"/>
                  </a:lnTo>
                  <a:lnTo>
                    <a:pt x="334299" y="132204"/>
                  </a:lnTo>
                  <a:lnTo>
                    <a:pt x="334315" y="126891"/>
                  </a:lnTo>
                  <a:lnTo>
                    <a:pt x="334163" y="121581"/>
                  </a:lnTo>
                  <a:lnTo>
                    <a:pt x="333841" y="116278"/>
                  </a:lnTo>
                  <a:lnTo>
                    <a:pt x="333352" y="110988"/>
                  </a:lnTo>
                  <a:lnTo>
                    <a:pt x="332695" y="105716"/>
                  </a:lnTo>
                  <a:lnTo>
                    <a:pt x="331870" y="100468"/>
                  </a:lnTo>
                  <a:lnTo>
                    <a:pt x="330879" y="95249"/>
                  </a:lnTo>
                  <a:lnTo>
                    <a:pt x="329723" y="90063"/>
                  </a:lnTo>
                  <a:lnTo>
                    <a:pt x="328402" y="84918"/>
                  </a:lnTo>
                  <a:lnTo>
                    <a:pt x="326919" y="79816"/>
                  </a:lnTo>
                  <a:lnTo>
                    <a:pt x="325274" y="74765"/>
                  </a:lnTo>
                  <a:lnTo>
                    <a:pt x="323470" y="69768"/>
                  </a:lnTo>
                  <a:lnTo>
                    <a:pt x="321508" y="64831"/>
                  </a:lnTo>
                  <a:lnTo>
                    <a:pt x="319390" y="59959"/>
                  </a:lnTo>
                  <a:lnTo>
                    <a:pt x="317118" y="55157"/>
                  </a:lnTo>
                  <a:lnTo>
                    <a:pt x="314695" y="50429"/>
                  </a:lnTo>
                  <a:lnTo>
                    <a:pt x="312122" y="45781"/>
                  </a:lnTo>
                  <a:lnTo>
                    <a:pt x="309404" y="41216"/>
                  </a:lnTo>
                  <a:lnTo>
                    <a:pt x="167162" y="1290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212566" y="1546402"/>
              <a:ext cx="142242" cy="167167"/>
            </a:xfrm>
            <a:custGeom>
              <a:avLst/>
              <a:pathLst>
                <a:path w="142242" h="167167">
                  <a:moveTo>
                    <a:pt x="142242" y="79348"/>
                  </a:moveTo>
                  <a:lnTo>
                    <a:pt x="139283" y="74727"/>
                  </a:lnTo>
                  <a:lnTo>
                    <a:pt x="136173" y="70205"/>
                  </a:lnTo>
                  <a:lnTo>
                    <a:pt x="132918" y="65788"/>
                  </a:lnTo>
                  <a:lnTo>
                    <a:pt x="129518" y="61480"/>
                  </a:lnTo>
                  <a:lnTo>
                    <a:pt x="125980" y="57285"/>
                  </a:lnTo>
                  <a:lnTo>
                    <a:pt x="122305" y="53210"/>
                  </a:lnTo>
                  <a:lnTo>
                    <a:pt x="118499" y="49257"/>
                  </a:lnTo>
                  <a:lnTo>
                    <a:pt x="114565" y="45431"/>
                  </a:lnTo>
                  <a:lnTo>
                    <a:pt x="110507" y="41736"/>
                  </a:lnTo>
                  <a:lnTo>
                    <a:pt x="106331" y="38176"/>
                  </a:lnTo>
                  <a:lnTo>
                    <a:pt x="102040" y="34756"/>
                  </a:lnTo>
                  <a:lnTo>
                    <a:pt x="97639" y="31478"/>
                  </a:lnTo>
                  <a:lnTo>
                    <a:pt x="93132" y="28346"/>
                  </a:lnTo>
                  <a:lnTo>
                    <a:pt x="88526" y="25364"/>
                  </a:lnTo>
                  <a:lnTo>
                    <a:pt x="83824" y="22535"/>
                  </a:lnTo>
                  <a:lnTo>
                    <a:pt x="79031" y="19861"/>
                  </a:lnTo>
                  <a:lnTo>
                    <a:pt x="74154" y="17347"/>
                  </a:lnTo>
                  <a:lnTo>
                    <a:pt x="69196" y="14993"/>
                  </a:lnTo>
                  <a:lnTo>
                    <a:pt x="64164" y="12804"/>
                  </a:lnTo>
                  <a:lnTo>
                    <a:pt x="59063" y="10781"/>
                  </a:lnTo>
                  <a:lnTo>
                    <a:pt x="53898" y="8927"/>
                  </a:lnTo>
                  <a:lnTo>
                    <a:pt x="48675" y="7243"/>
                  </a:lnTo>
                  <a:lnTo>
                    <a:pt x="43400" y="5732"/>
                  </a:lnTo>
                  <a:lnTo>
                    <a:pt x="38078" y="4394"/>
                  </a:lnTo>
                  <a:lnTo>
                    <a:pt x="32714" y="3232"/>
                  </a:lnTo>
                  <a:lnTo>
                    <a:pt x="27316" y="2246"/>
                  </a:lnTo>
                  <a:lnTo>
                    <a:pt x="21888" y="1439"/>
                  </a:lnTo>
                  <a:lnTo>
                    <a:pt x="16437" y="810"/>
                  </a:lnTo>
                  <a:lnTo>
                    <a:pt x="10967" y="360"/>
                  </a:lnTo>
                  <a:lnTo>
                    <a:pt x="5486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815996" y="1943516"/>
              <a:ext cx="62787" cy="167167"/>
            </a:xfrm>
            <a:custGeom>
              <a:avLst/>
              <a:pathLst>
                <a:path w="62787" h="167167">
                  <a:moveTo>
                    <a:pt x="62787" y="0"/>
                  </a:moveTo>
                  <a:lnTo>
                    <a:pt x="56936" y="102"/>
                  </a:lnTo>
                  <a:lnTo>
                    <a:pt x="51093" y="409"/>
                  </a:lnTo>
                  <a:lnTo>
                    <a:pt x="45265" y="920"/>
                  </a:lnTo>
                  <a:lnTo>
                    <a:pt x="39457" y="1635"/>
                  </a:lnTo>
                  <a:lnTo>
                    <a:pt x="33679" y="2553"/>
                  </a:lnTo>
                  <a:lnTo>
                    <a:pt x="27936" y="3673"/>
                  </a:lnTo>
                  <a:lnTo>
                    <a:pt x="22235" y="4993"/>
                  </a:lnTo>
                  <a:lnTo>
                    <a:pt x="16585" y="6511"/>
                  </a:lnTo>
                  <a:lnTo>
                    <a:pt x="10990" y="8226"/>
                  </a:lnTo>
                  <a:lnTo>
                    <a:pt x="5460" y="10136"/>
                  </a:lnTo>
                  <a:lnTo>
                    <a:pt x="0" y="12239"/>
                  </a:lnTo>
                  <a:lnTo>
                    <a:pt x="6278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815996" y="1955756"/>
              <a:ext cx="62787" cy="154928"/>
            </a:xfrm>
            <a:custGeom>
              <a:avLst/>
              <a:pathLst>
                <a:path w="62787" h="154928">
                  <a:moveTo>
                    <a:pt x="0" y="0"/>
                  </a:moveTo>
                  <a:lnTo>
                    <a:pt x="62787" y="1549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815996" y="1955756"/>
              <a:ext cx="62787" cy="154928"/>
            </a:xfrm>
            <a:custGeom>
              <a:avLst/>
              <a:pathLst>
                <a:path w="62787" h="154928">
                  <a:moveTo>
                    <a:pt x="0" y="0"/>
                  </a:moveTo>
                  <a:lnTo>
                    <a:pt x="62787" y="154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815996" y="1955756"/>
              <a:ext cx="62787" cy="154928"/>
            </a:xfrm>
            <a:custGeom>
              <a:avLst/>
              <a:pathLst>
                <a:path w="62787" h="154928">
                  <a:moveTo>
                    <a:pt x="0" y="0"/>
                  </a:moveTo>
                  <a:lnTo>
                    <a:pt x="62787" y="154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815996" y="1955756"/>
              <a:ext cx="62787" cy="154928"/>
            </a:xfrm>
            <a:custGeom>
              <a:avLst/>
              <a:pathLst>
                <a:path w="62787" h="154928">
                  <a:moveTo>
                    <a:pt x="0" y="0"/>
                  </a:moveTo>
                  <a:lnTo>
                    <a:pt x="62787" y="154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815996" y="1955756"/>
              <a:ext cx="62787" cy="154928"/>
            </a:xfrm>
            <a:custGeom>
              <a:avLst/>
              <a:pathLst>
                <a:path w="62787" h="154928">
                  <a:moveTo>
                    <a:pt x="0" y="0"/>
                  </a:moveTo>
                  <a:lnTo>
                    <a:pt x="62787" y="154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815996" y="1955756"/>
              <a:ext cx="62787" cy="154928"/>
            </a:xfrm>
            <a:custGeom>
              <a:avLst/>
              <a:pathLst>
                <a:path w="62787" h="154928">
                  <a:moveTo>
                    <a:pt x="0" y="0"/>
                  </a:moveTo>
                  <a:lnTo>
                    <a:pt x="62787" y="1549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815996" y="1955756"/>
              <a:ext cx="62787" cy="154928"/>
            </a:xfrm>
            <a:custGeom>
              <a:avLst/>
              <a:pathLst>
                <a:path w="62787" h="154928">
                  <a:moveTo>
                    <a:pt x="0" y="0"/>
                  </a:moveTo>
                  <a:lnTo>
                    <a:pt x="62787" y="1549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815996" y="1955756"/>
              <a:ext cx="62787" cy="154928"/>
            </a:xfrm>
            <a:custGeom>
              <a:avLst/>
              <a:pathLst>
                <a:path w="62787" h="154928">
                  <a:moveTo>
                    <a:pt x="0" y="0"/>
                  </a:moveTo>
                  <a:lnTo>
                    <a:pt x="62787" y="1549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815996" y="1955756"/>
              <a:ext cx="62787" cy="154928"/>
            </a:xfrm>
            <a:custGeom>
              <a:avLst/>
              <a:pathLst>
                <a:path w="62787" h="154928">
                  <a:moveTo>
                    <a:pt x="0" y="0"/>
                  </a:moveTo>
                  <a:lnTo>
                    <a:pt x="62787" y="1549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815996" y="1955756"/>
              <a:ext cx="62787" cy="154928"/>
            </a:xfrm>
            <a:custGeom>
              <a:avLst/>
              <a:pathLst>
                <a:path w="62787" h="154928">
                  <a:moveTo>
                    <a:pt x="0" y="0"/>
                  </a:moveTo>
                  <a:lnTo>
                    <a:pt x="62787" y="154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815996" y="1955756"/>
              <a:ext cx="62787" cy="154928"/>
            </a:xfrm>
            <a:custGeom>
              <a:avLst/>
              <a:pathLst>
                <a:path w="62787" h="154928">
                  <a:moveTo>
                    <a:pt x="0" y="0"/>
                  </a:moveTo>
                  <a:lnTo>
                    <a:pt x="62787" y="154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815996" y="1955756"/>
              <a:ext cx="62787" cy="154928"/>
            </a:xfrm>
            <a:custGeom>
              <a:avLst/>
              <a:pathLst>
                <a:path w="62787" h="154928">
                  <a:moveTo>
                    <a:pt x="0" y="0"/>
                  </a:moveTo>
                  <a:lnTo>
                    <a:pt x="62787" y="154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815996" y="1955756"/>
              <a:ext cx="62787" cy="154928"/>
            </a:xfrm>
            <a:custGeom>
              <a:avLst/>
              <a:pathLst>
                <a:path w="62787" h="154928">
                  <a:moveTo>
                    <a:pt x="0" y="0"/>
                  </a:moveTo>
                  <a:lnTo>
                    <a:pt x="62787" y="154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815996" y="1955756"/>
              <a:ext cx="62787" cy="154928"/>
            </a:xfrm>
            <a:custGeom>
              <a:avLst/>
              <a:pathLst>
                <a:path w="62787" h="154928">
                  <a:moveTo>
                    <a:pt x="0" y="0"/>
                  </a:moveTo>
                  <a:lnTo>
                    <a:pt x="62787" y="1549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815996" y="1955756"/>
              <a:ext cx="62787" cy="154928"/>
            </a:xfrm>
            <a:custGeom>
              <a:avLst/>
              <a:pathLst>
                <a:path w="62787" h="154928">
                  <a:moveTo>
                    <a:pt x="0" y="0"/>
                  </a:moveTo>
                  <a:lnTo>
                    <a:pt x="62787" y="1549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815996" y="1955756"/>
              <a:ext cx="62787" cy="154928"/>
            </a:xfrm>
            <a:custGeom>
              <a:avLst/>
              <a:pathLst>
                <a:path w="62787" h="154928">
                  <a:moveTo>
                    <a:pt x="0" y="0"/>
                  </a:moveTo>
                  <a:lnTo>
                    <a:pt x="62787" y="1549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11629" y="1943516"/>
              <a:ext cx="334303" cy="334334"/>
            </a:xfrm>
            <a:custGeom>
              <a:avLst/>
              <a:pathLst>
                <a:path w="334303" h="334334">
                  <a:moveTo>
                    <a:pt x="104367" y="12239"/>
                  </a:moveTo>
                  <a:lnTo>
                    <a:pt x="99486" y="14307"/>
                  </a:lnTo>
                  <a:lnTo>
                    <a:pt x="94674" y="16530"/>
                  </a:lnTo>
                  <a:lnTo>
                    <a:pt x="89934" y="18903"/>
                  </a:lnTo>
                  <a:lnTo>
                    <a:pt x="85272" y="21426"/>
                  </a:lnTo>
                  <a:lnTo>
                    <a:pt x="80693" y="24096"/>
                  </a:lnTo>
                  <a:lnTo>
                    <a:pt x="76200" y="26909"/>
                  </a:lnTo>
                  <a:lnTo>
                    <a:pt x="71799" y="29863"/>
                  </a:lnTo>
                  <a:lnTo>
                    <a:pt x="67494" y="32955"/>
                  </a:lnTo>
                  <a:lnTo>
                    <a:pt x="63289" y="36182"/>
                  </a:lnTo>
                  <a:lnTo>
                    <a:pt x="59188" y="39541"/>
                  </a:lnTo>
                  <a:lnTo>
                    <a:pt x="55196" y="43029"/>
                  </a:lnTo>
                  <a:lnTo>
                    <a:pt x="51316" y="46641"/>
                  </a:lnTo>
                  <a:lnTo>
                    <a:pt x="47553" y="50374"/>
                  </a:lnTo>
                  <a:lnTo>
                    <a:pt x="43910" y="54225"/>
                  </a:lnTo>
                  <a:lnTo>
                    <a:pt x="40392" y="58189"/>
                  </a:lnTo>
                  <a:lnTo>
                    <a:pt x="37000" y="62263"/>
                  </a:lnTo>
                  <a:lnTo>
                    <a:pt x="33739" y="66442"/>
                  </a:lnTo>
                  <a:lnTo>
                    <a:pt x="30613" y="70722"/>
                  </a:lnTo>
                  <a:lnTo>
                    <a:pt x="27624" y="75100"/>
                  </a:lnTo>
                  <a:lnTo>
                    <a:pt x="24775" y="79570"/>
                  </a:lnTo>
                  <a:lnTo>
                    <a:pt x="22069" y="84128"/>
                  </a:lnTo>
                  <a:lnTo>
                    <a:pt x="19510" y="88770"/>
                  </a:lnTo>
                  <a:lnTo>
                    <a:pt x="17098" y="93490"/>
                  </a:lnTo>
                  <a:lnTo>
                    <a:pt x="14838" y="98285"/>
                  </a:lnTo>
                  <a:lnTo>
                    <a:pt x="12730" y="103149"/>
                  </a:lnTo>
                  <a:lnTo>
                    <a:pt x="10778" y="108077"/>
                  </a:lnTo>
                  <a:lnTo>
                    <a:pt x="8983" y="113065"/>
                  </a:lnTo>
                  <a:lnTo>
                    <a:pt x="7348" y="118107"/>
                  </a:lnTo>
                  <a:lnTo>
                    <a:pt x="5873" y="123198"/>
                  </a:lnTo>
                  <a:lnTo>
                    <a:pt x="4560" y="128334"/>
                  </a:lnTo>
                  <a:lnTo>
                    <a:pt x="3410" y="133508"/>
                  </a:lnTo>
                  <a:lnTo>
                    <a:pt x="2425" y="138717"/>
                  </a:lnTo>
                  <a:lnTo>
                    <a:pt x="1606" y="143954"/>
                  </a:lnTo>
                  <a:lnTo>
                    <a:pt x="953" y="149214"/>
                  </a:lnTo>
                  <a:lnTo>
                    <a:pt x="468" y="154493"/>
                  </a:lnTo>
                  <a:lnTo>
                    <a:pt x="150" y="159784"/>
                  </a:lnTo>
                  <a:lnTo>
                    <a:pt x="0" y="165082"/>
                  </a:lnTo>
                  <a:lnTo>
                    <a:pt x="17" y="170383"/>
                  </a:lnTo>
                  <a:lnTo>
                    <a:pt x="203" y="175681"/>
                  </a:lnTo>
                  <a:lnTo>
                    <a:pt x="557" y="180969"/>
                  </a:lnTo>
                  <a:lnTo>
                    <a:pt x="1079" y="186244"/>
                  </a:lnTo>
                  <a:lnTo>
                    <a:pt x="1767" y="191500"/>
                  </a:lnTo>
                  <a:lnTo>
                    <a:pt x="2622" y="196732"/>
                  </a:lnTo>
                  <a:lnTo>
                    <a:pt x="3642" y="201933"/>
                  </a:lnTo>
                  <a:lnTo>
                    <a:pt x="4826" y="207100"/>
                  </a:lnTo>
                  <a:lnTo>
                    <a:pt x="6174" y="212227"/>
                  </a:lnTo>
                  <a:lnTo>
                    <a:pt x="7683" y="217308"/>
                  </a:lnTo>
                  <a:lnTo>
                    <a:pt x="9353" y="222339"/>
                  </a:lnTo>
                  <a:lnTo>
                    <a:pt x="11182" y="227314"/>
                  </a:lnTo>
                  <a:lnTo>
                    <a:pt x="13167" y="232229"/>
                  </a:lnTo>
                  <a:lnTo>
                    <a:pt x="15307" y="237078"/>
                  </a:lnTo>
                  <a:lnTo>
                    <a:pt x="17600" y="241858"/>
                  </a:lnTo>
                  <a:lnTo>
                    <a:pt x="20044" y="246562"/>
                  </a:lnTo>
                  <a:lnTo>
                    <a:pt x="22635" y="251186"/>
                  </a:lnTo>
                  <a:lnTo>
                    <a:pt x="25371" y="255726"/>
                  </a:lnTo>
                  <a:lnTo>
                    <a:pt x="28250" y="260176"/>
                  </a:lnTo>
                  <a:lnTo>
                    <a:pt x="31269" y="264534"/>
                  </a:lnTo>
                  <a:lnTo>
                    <a:pt x="34424" y="268793"/>
                  </a:lnTo>
                  <a:lnTo>
                    <a:pt x="37713" y="272950"/>
                  </a:lnTo>
                  <a:lnTo>
                    <a:pt x="41132" y="277001"/>
                  </a:lnTo>
                  <a:lnTo>
                    <a:pt x="44678" y="280941"/>
                  </a:lnTo>
                  <a:lnTo>
                    <a:pt x="48347" y="284767"/>
                  </a:lnTo>
                  <a:lnTo>
                    <a:pt x="52135" y="288475"/>
                  </a:lnTo>
                  <a:lnTo>
                    <a:pt x="56039" y="292060"/>
                  </a:lnTo>
                  <a:lnTo>
                    <a:pt x="60054" y="295520"/>
                  </a:lnTo>
                  <a:lnTo>
                    <a:pt x="64178" y="298852"/>
                  </a:lnTo>
                  <a:lnTo>
                    <a:pt x="68405" y="302050"/>
                  </a:lnTo>
                  <a:lnTo>
                    <a:pt x="72731" y="305113"/>
                  </a:lnTo>
                  <a:lnTo>
                    <a:pt x="77152" y="308038"/>
                  </a:lnTo>
                  <a:lnTo>
                    <a:pt x="81663" y="310820"/>
                  </a:lnTo>
                  <a:lnTo>
                    <a:pt x="86261" y="313459"/>
                  </a:lnTo>
                  <a:lnTo>
                    <a:pt x="90940" y="315950"/>
                  </a:lnTo>
                  <a:lnTo>
                    <a:pt x="95695" y="318291"/>
                  </a:lnTo>
                  <a:lnTo>
                    <a:pt x="100523" y="320481"/>
                  </a:lnTo>
                  <a:lnTo>
                    <a:pt x="105417" y="322517"/>
                  </a:lnTo>
                  <a:lnTo>
                    <a:pt x="110373" y="324396"/>
                  </a:lnTo>
                  <a:lnTo>
                    <a:pt x="115387" y="326117"/>
                  </a:lnTo>
                  <a:lnTo>
                    <a:pt x="120452" y="327678"/>
                  </a:lnTo>
                  <a:lnTo>
                    <a:pt x="125565" y="329078"/>
                  </a:lnTo>
                  <a:lnTo>
                    <a:pt x="130719" y="330316"/>
                  </a:lnTo>
                  <a:lnTo>
                    <a:pt x="135910" y="331389"/>
                  </a:lnTo>
                  <a:lnTo>
                    <a:pt x="141133" y="332297"/>
                  </a:lnTo>
                  <a:lnTo>
                    <a:pt x="146381" y="333039"/>
                  </a:lnTo>
                  <a:lnTo>
                    <a:pt x="151651" y="333614"/>
                  </a:lnTo>
                  <a:lnTo>
                    <a:pt x="156936" y="334022"/>
                  </a:lnTo>
                  <a:lnTo>
                    <a:pt x="162231" y="334262"/>
                  </a:lnTo>
                  <a:lnTo>
                    <a:pt x="167531" y="334334"/>
                  </a:lnTo>
                  <a:lnTo>
                    <a:pt x="172831" y="334238"/>
                  </a:lnTo>
                  <a:lnTo>
                    <a:pt x="178125" y="333974"/>
                  </a:lnTo>
                  <a:lnTo>
                    <a:pt x="183408" y="333542"/>
                  </a:lnTo>
                  <a:lnTo>
                    <a:pt x="188675" y="332943"/>
                  </a:lnTo>
                  <a:lnTo>
                    <a:pt x="193920" y="332178"/>
                  </a:lnTo>
                  <a:lnTo>
                    <a:pt x="199138" y="331246"/>
                  </a:lnTo>
                  <a:lnTo>
                    <a:pt x="204325" y="330149"/>
                  </a:lnTo>
                  <a:lnTo>
                    <a:pt x="209473" y="328889"/>
                  </a:lnTo>
                  <a:lnTo>
                    <a:pt x="214579" y="327466"/>
                  </a:lnTo>
                  <a:lnTo>
                    <a:pt x="219638" y="325882"/>
                  </a:lnTo>
                  <a:lnTo>
                    <a:pt x="224644" y="324138"/>
                  </a:lnTo>
                  <a:lnTo>
                    <a:pt x="229591" y="322236"/>
                  </a:lnTo>
                  <a:lnTo>
                    <a:pt x="234477" y="320179"/>
                  </a:lnTo>
                  <a:lnTo>
                    <a:pt x="239294" y="317967"/>
                  </a:lnTo>
                  <a:lnTo>
                    <a:pt x="244039" y="315604"/>
                  </a:lnTo>
                  <a:lnTo>
                    <a:pt x="248706" y="313092"/>
                  </a:lnTo>
                  <a:lnTo>
                    <a:pt x="253292" y="310433"/>
                  </a:lnTo>
                  <a:lnTo>
                    <a:pt x="257791" y="307630"/>
                  </a:lnTo>
                  <a:lnTo>
                    <a:pt x="262199" y="304686"/>
                  </a:lnTo>
                  <a:lnTo>
                    <a:pt x="266511" y="301603"/>
                  </a:lnTo>
                  <a:lnTo>
                    <a:pt x="270723" y="298386"/>
                  </a:lnTo>
                  <a:lnTo>
                    <a:pt x="274832" y="295036"/>
                  </a:lnTo>
                  <a:lnTo>
                    <a:pt x="278832" y="291558"/>
                  </a:lnTo>
                  <a:lnTo>
                    <a:pt x="282719" y="287954"/>
                  </a:lnTo>
                  <a:lnTo>
                    <a:pt x="286491" y="284230"/>
                  </a:lnTo>
                  <a:lnTo>
                    <a:pt x="290142" y="280387"/>
                  </a:lnTo>
                  <a:lnTo>
                    <a:pt x="293670" y="276431"/>
                  </a:lnTo>
                  <a:lnTo>
                    <a:pt x="297071" y="272365"/>
                  </a:lnTo>
                  <a:lnTo>
                    <a:pt x="300341" y="268193"/>
                  </a:lnTo>
                  <a:lnTo>
                    <a:pt x="303477" y="263919"/>
                  </a:lnTo>
                  <a:lnTo>
                    <a:pt x="306476" y="259549"/>
                  </a:lnTo>
                  <a:lnTo>
                    <a:pt x="309335" y="255085"/>
                  </a:lnTo>
                  <a:lnTo>
                    <a:pt x="312051" y="250533"/>
                  </a:lnTo>
                  <a:lnTo>
                    <a:pt x="314621" y="245897"/>
                  </a:lnTo>
                  <a:lnTo>
                    <a:pt x="317043" y="241182"/>
                  </a:lnTo>
                  <a:lnTo>
                    <a:pt x="319314" y="236392"/>
                  </a:lnTo>
                  <a:lnTo>
                    <a:pt x="321433" y="231533"/>
                  </a:lnTo>
                  <a:lnTo>
                    <a:pt x="323396" y="226610"/>
                  </a:lnTo>
                  <a:lnTo>
                    <a:pt x="325202" y="221626"/>
                  </a:lnTo>
                  <a:lnTo>
                    <a:pt x="326849" y="216588"/>
                  </a:lnTo>
                  <a:lnTo>
                    <a:pt x="328336" y="211500"/>
                  </a:lnTo>
                  <a:lnTo>
                    <a:pt x="329660" y="206367"/>
                  </a:lnTo>
                  <a:lnTo>
                    <a:pt x="330821" y="201195"/>
                  </a:lnTo>
                  <a:lnTo>
                    <a:pt x="331818" y="195989"/>
                  </a:lnTo>
                  <a:lnTo>
                    <a:pt x="332649" y="190754"/>
                  </a:lnTo>
                  <a:lnTo>
                    <a:pt x="333314" y="185495"/>
                  </a:lnTo>
                  <a:lnTo>
                    <a:pt x="333811" y="180217"/>
                  </a:lnTo>
                  <a:lnTo>
                    <a:pt x="334141" y="174927"/>
                  </a:lnTo>
                  <a:lnTo>
                    <a:pt x="334303" y="169629"/>
                  </a:lnTo>
                  <a:lnTo>
                    <a:pt x="334297" y="164328"/>
                  </a:lnTo>
                  <a:lnTo>
                    <a:pt x="334123" y="159030"/>
                  </a:lnTo>
                  <a:lnTo>
                    <a:pt x="333781" y="153740"/>
                  </a:lnTo>
                  <a:lnTo>
                    <a:pt x="333272" y="148464"/>
                  </a:lnTo>
                  <a:lnTo>
                    <a:pt x="332595" y="143207"/>
                  </a:lnTo>
                  <a:lnTo>
                    <a:pt x="331753" y="137974"/>
                  </a:lnTo>
                  <a:lnTo>
                    <a:pt x="330744" y="132770"/>
                  </a:lnTo>
                  <a:lnTo>
                    <a:pt x="329571" y="127600"/>
                  </a:lnTo>
                  <a:lnTo>
                    <a:pt x="328235" y="122471"/>
                  </a:lnTo>
                  <a:lnTo>
                    <a:pt x="326737" y="117386"/>
                  </a:lnTo>
                  <a:lnTo>
                    <a:pt x="325079" y="112351"/>
                  </a:lnTo>
                  <a:lnTo>
                    <a:pt x="323261" y="107372"/>
                  </a:lnTo>
                  <a:lnTo>
                    <a:pt x="321287" y="102453"/>
                  </a:lnTo>
                  <a:lnTo>
                    <a:pt x="319158" y="97598"/>
                  </a:lnTo>
                  <a:lnTo>
                    <a:pt x="316876" y="92814"/>
                  </a:lnTo>
                  <a:lnTo>
                    <a:pt x="314443" y="88104"/>
                  </a:lnTo>
                  <a:lnTo>
                    <a:pt x="311862" y="83474"/>
                  </a:lnTo>
                  <a:lnTo>
                    <a:pt x="309136" y="78928"/>
                  </a:lnTo>
                  <a:lnTo>
                    <a:pt x="306267" y="74471"/>
                  </a:lnTo>
                  <a:lnTo>
                    <a:pt x="303258" y="70107"/>
                  </a:lnTo>
                  <a:lnTo>
                    <a:pt x="300112" y="65841"/>
                  </a:lnTo>
                  <a:lnTo>
                    <a:pt x="296833" y="61676"/>
                  </a:lnTo>
                  <a:lnTo>
                    <a:pt x="293423" y="57618"/>
                  </a:lnTo>
                  <a:lnTo>
                    <a:pt x="289887" y="53670"/>
                  </a:lnTo>
                  <a:lnTo>
                    <a:pt x="286226" y="49835"/>
                  </a:lnTo>
                  <a:lnTo>
                    <a:pt x="282446" y="46119"/>
                  </a:lnTo>
                  <a:lnTo>
                    <a:pt x="278551" y="42525"/>
                  </a:lnTo>
                  <a:lnTo>
                    <a:pt x="274543" y="39055"/>
                  </a:lnTo>
                  <a:lnTo>
                    <a:pt x="270427" y="35715"/>
                  </a:lnTo>
                  <a:lnTo>
                    <a:pt x="266207" y="32507"/>
                  </a:lnTo>
                  <a:lnTo>
                    <a:pt x="261888" y="29434"/>
                  </a:lnTo>
                  <a:lnTo>
                    <a:pt x="257474" y="26500"/>
                  </a:lnTo>
                  <a:lnTo>
                    <a:pt x="252968" y="23707"/>
                  </a:lnTo>
                  <a:lnTo>
                    <a:pt x="248377" y="21058"/>
                  </a:lnTo>
                  <a:lnTo>
                    <a:pt x="243704" y="18556"/>
                  </a:lnTo>
                  <a:lnTo>
                    <a:pt x="238953" y="16204"/>
                  </a:lnTo>
                  <a:lnTo>
                    <a:pt x="234131" y="14004"/>
                  </a:lnTo>
                  <a:lnTo>
                    <a:pt x="229241" y="11957"/>
                  </a:lnTo>
                  <a:lnTo>
                    <a:pt x="224289" y="10067"/>
                  </a:lnTo>
                  <a:lnTo>
                    <a:pt x="219280" y="8334"/>
                  </a:lnTo>
                  <a:lnTo>
                    <a:pt x="214218" y="6761"/>
                  </a:lnTo>
                  <a:lnTo>
                    <a:pt x="209108" y="5350"/>
                  </a:lnTo>
                  <a:lnTo>
                    <a:pt x="203957" y="4101"/>
                  </a:lnTo>
                  <a:lnTo>
                    <a:pt x="198768" y="3016"/>
                  </a:lnTo>
                  <a:lnTo>
                    <a:pt x="193548" y="2096"/>
                  </a:lnTo>
                  <a:lnTo>
                    <a:pt x="188301" y="1342"/>
                  </a:lnTo>
                  <a:lnTo>
                    <a:pt x="183033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51450" y="2406772"/>
              <a:ext cx="94282" cy="167167"/>
            </a:xfrm>
            <a:custGeom>
              <a:avLst/>
              <a:pathLst>
                <a:path w="94282" h="167167">
                  <a:moveTo>
                    <a:pt x="94282" y="0"/>
                  </a:moveTo>
                  <a:lnTo>
                    <a:pt x="88718" y="92"/>
                  </a:lnTo>
                  <a:lnTo>
                    <a:pt x="83160" y="370"/>
                  </a:lnTo>
                  <a:lnTo>
                    <a:pt x="77615" y="832"/>
                  </a:lnTo>
                  <a:lnTo>
                    <a:pt x="72088" y="1479"/>
                  </a:lnTo>
                  <a:lnTo>
                    <a:pt x="66585" y="2310"/>
                  </a:lnTo>
                  <a:lnTo>
                    <a:pt x="61114" y="3323"/>
                  </a:lnTo>
                  <a:lnTo>
                    <a:pt x="55679" y="4518"/>
                  </a:lnTo>
                  <a:lnTo>
                    <a:pt x="50286" y="5893"/>
                  </a:lnTo>
                  <a:lnTo>
                    <a:pt x="44943" y="7447"/>
                  </a:lnTo>
                  <a:lnTo>
                    <a:pt x="39654" y="9177"/>
                  </a:lnTo>
                  <a:lnTo>
                    <a:pt x="34426" y="11083"/>
                  </a:lnTo>
                  <a:lnTo>
                    <a:pt x="29264" y="13162"/>
                  </a:lnTo>
                  <a:lnTo>
                    <a:pt x="24174" y="15411"/>
                  </a:lnTo>
                  <a:lnTo>
                    <a:pt x="19162" y="17829"/>
                  </a:lnTo>
                  <a:lnTo>
                    <a:pt x="14233" y="20412"/>
                  </a:lnTo>
                  <a:lnTo>
                    <a:pt x="9393" y="23158"/>
                  </a:lnTo>
                  <a:lnTo>
                    <a:pt x="4646" y="26063"/>
                  </a:lnTo>
                  <a:lnTo>
                    <a:pt x="0" y="29124"/>
                  </a:lnTo>
                  <a:lnTo>
                    <a:pt x="9428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51450" y="2435897"/>
              <a:ext cx="94282" cy="138042"/>
            </a:xfrm>
            <a:custGeom>
              <a:avLst/>
              <a:pathLst>
                <a:path w="94282" h="138042">
                  <a:moveTo>
                    <a:pt x="0" y="0"/>
                  </a:moveTo>
                  <a:lnTo>
                    <a:pt x="94282" y="138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51450" y="2435897"/>
              <a:ext cx="94282" cy="138042"/>
            </a:xfrm>
            <a:custGeom>
              <a:avLst/>
              <a:pathLst>
                <a:path w="94282" h="138042">
                  <a:moveTo>
                    <a:pt x="0" y="0"/>
                  </a:moveTo>
                  <a:lnTo>
                    <a:pt x="94282" y="138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51450" y="2435897"/>
              <a:ext cx="94282" cy="138042"/>
            </a:xfrm>
            <a:custGeom>
              <a:avLst/>
              <a:pathLst>
                <a:path w="94282" h="138042">
                  <a:moveTo>
                    <a:pt x="0" y="0"/>
                  </a:moveTo>
                  <a:lnTo>
                    <a:pt x="94282" y="138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51450" y="2435897"/>
              <a:ext cx="94282" cy="138042"/>
            </a:xfrm>
            <a:custGeom>
              <a:avLst/>
              <a:pathLst>
                <a:path w="94282" h="138042">
                  <a:moveTo>
                    <a:pt x="0" y="0"/>
                  </a:moveTo>
                  <a:lnTo>
                    <a:pt x="94282" y="138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51450" y="2435897"/>
              <a:ext cx="94282" cy="138042"/>
            </a:xfrm>
            <a:custGeom>
              <a:avLst/>
              <a:pathLst>
                <a:path w="94282" h="138042">
                  <a:moveTo>
                    <a:pt x="0" y="0"/>
                  </a:moveTo>
                  <a:lnTo>
                    <a:pt x="94282" y="1380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51450" y="2435897"/>
              <a:ext cx="94282" cy="138042"/>
            </a:xfrm>
            <a:custGeom>
              <a:avLst/>
              <a:pathLst>
                <a:path w="94282" h="138042">
                  <a:moveTo>
                    <a:pt x="0" y="0"/>
                  </a:moveTo>
                  <a:lnTo>
                    <a:pt x="94282" y="1380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51450" y="2435897"/>
              <a:ext cx="94282" cy="138042"/>
            </a:xfrm>
            <a:custGeom>
              <a:avLst/>
              <a:pathLst>
                <a:path w="94282" h="138042">
                  <a:moveTo>
                    <a:pt x="0" y="0"/>
                  </a:moveTo>
                  <a:lnTo>
                    <a:pt x="94282" y="1380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51450" y="2435897"/>
              <a:ext cx="94282" cy="138042"/>
            </a:xfrm>
            <a:custGeom>
              <a:avLst/>
              <a:pathLst>
                <a:path w="94282" h="138042">
                  <a:moveTo>
                    <a:pt x="0" y="0"/>
                  </a:moveTo>
                  <a:lnTo>
                    <a:pt x="94282" y="1380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51450" y="2435897"/>
              <a:ext cx="94282" cy="138042"/>
            </a:xfrm>
            <a:custGeom>
              <a:avLst/>
              <a:pathLst>
                <a:path w="94282" h="138042">
                  <a:moveTo>
                    <a:pt x="0" y="0"/>
                  </a:moveTo>
                  <a:lnTo>
                    <a:pt x="94282" y="138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51450" y="2435897"/>
              <a:ext cx="94282" cy="138042"/>
            </a:xfrm>
            <a:custGeom>
              <a:avLst/>
              <a:pathLst>
                <a:path w="94282" h="138042">
                  <a:moveTo>
                    <a:pt x="0" y="0"/>
                  </a:moveTo>
                  <a:lnTo>
                    <a:pt x="94282" y="138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51450" y="2435897"/>
              <a:ext cx="94282" cy="138042"/>
            </a:xfrm>
            <a:custGeom>
              <a:avLst/>
              <a:pathLst>
                <a:path w="94282" h="138042">
                  <a:moveTo>
                    <a:pt x="0" y="0"/>
                  </a:moveTo>
                  <a:lnTo>
                    <a:pt x="94282" y="138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51450" y="2435897"/>
              <a:ext cx="94282" cy="138042"/>
            </a:xfrm>
            <a:custGeom>
              <a:avLst/>
              <a:pathLst>
                <a:path w="94282" h="138042">
                  <a:moveTo>
                    <a:pt x="0" y="0"/>
                  </a:moveTo>
                  <a:lnTo>
                    <a:pt x="94282" y="138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51450" y="2435897"/>
              <a:ext cx="94282" cy="138042"/>
            </a:xfrm>
            <a:custGeom>
              <a:avLst/>
              <a:pathLst>
                <a:path w="94282" h="138042">
                  <a:moveTo>
                    <a:pt x="0" y="0"/>
                  </a:moveTo>
                  <a:lnTo>
                    <a:pt x="94282" y="1380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51450" y="2435897"/>
              <a:ext cx="94282" cy="138042"/>
            </a:xfrm>
            <a:custGeom>
              <a:avLst/>
              <a:pathLst>
                <a:path w="94282" h="138042">
                  <a:moveTo>
                    <a:pt x="0" y="0"/>
                  </a:moveTo>
                  <a:lnTo>
                    <a:pt x="94282" y="1380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478572" y="2407417"/>
              <a:ext cx="334328" cy="333675"/>
            </a:xfrm>
            <a:custGeom>
              <a:avLst/>
              <a:pathLst>
                <a:path w="334328" h="333675">
                  <a:moveTo>
                    <a:pt x="72878" y="28479"/>
                  </a:moveTo>
                  <a:lnTo>
                    <a:pt x="68562" y="31528"/>
                  </a:lnTo>
                  <a:lnTo>
                    <a:pt x="64344" y="34713"/>
                  </a:lnTo>
                  <a:lnTo>
                    <a:pt x="60228" y="38029"/>
                  </a:lnTo>
                  <a:lnTo>
                    <a:pt x="56220" y="41473"/>
                  </a:lnTo>
                  <a:lnTo>
                    <a:pt x="52323" y="45043"/>
                  </a:lnTo>
                  <a:lnTo>
                    <a:pt x="48540" y="48733"/>
                  </a:lnTo>
                  <a:lnTo>
                    <a:pt x="44876" y="52542"/>
                  </a:lnTo>
                  <a:lnTo>
                    <a:pt x="41334" y="56464"/>
                  </a:lnTo>
                  <a:lnTo>
                    <a:pt x="37918" y="60497"/>
                  </a:lnTo>
                  <a:lnTo>
                    <a:pt x="34631" y="64635"/>
                  </a:lnTo>
                  <a:lnTo>
                    <a:pt x="31476" y="68876"/>
                  </a:lnTo>
                  <a:lnTo>
                    <a:pt x="28458" y="73214"/>
                  </a:lnTo>
                  <a:lnTo>
                    <a:pt x="25577" y="77645"/>
                  </a:lnTo>
                  <a:lnTo>
                    <a:pt x="22839" y="82165"/>
                  </a:lnTo>
                  <a:lnTo>
                    <a:pt x="20244" y="86769"/>
                  </a:lnTo>
                  <a:lnTo>
                    <a:pt x="17797" y="91453"/>
                  </a:lnTo>
                  <a:lnTo>
                    <a:pt x="15498" y="96212"/>
                  </a:lnTo>
                  <a:lnTo>
                    <a:pt x="13351" y="101042"/>
                  </a:lnTo>
                  <a:lnTo>
                    <a:pt x="11358" y="105936"/>
                  </a:lnTo>
                  <a:lnTo>
                    <a:pt x="9521" y="110892"/>
                  </a:lnTo>
                  <a:lnTo>
                    <a:pt x="7841" y="115903"/>
                  </a:lnTo>
                  <a:lnTo>
                    <a:pt x="6321" y="120964"/>
                  </a:lnTo>
                  <a:lnTo>
                    <a:pt x="4961" y="126071"/>
                  </a:lnTo>
                  <a:lnTo>
                    <a:pt x="3764" y="131219"/>
                  </a:lnTo>
                  <a:lnTo>
                    <a:pt x="2729" y="136401"/>
                  </a:lnTo>
                  <a:lnTo>
                    <a:pt x="1859" y="141614"/>
                  </a:lnTo>
                  <a:lnTo>
                    <a:pt x="1155" y="146852"/>
                  </a:lnTo>
                  <a:lnTo>
                    <a:pt x="616" y="152110"/>
                  </a:lnTo>
                  <a:lnTo>
                    <a:pt x="243" y="157381"/>
                  </a:lnTo>
                  <a:lnTo>
                    <a:pt x="38" y="162662"/>
                  </a:lnTo>
                  <a:lnTo>
                    <a:pt x="0" y="167947"/>
                  </a:lnTo>
                  <a:lnTo>
                    <a:pt x="128" y="173231"/>
                  </a:lnTo>
                  <a:lnTo>
                    <a:pt x="424" y="178507"/>
                  </a:lnTo>
                  <a:lnTo>
                    <a:pt x="886" y="183772"/>
                  </a:lnTo>
                  <a:lnTo>
                    <a:pt x="1514" y="189019"/>
                  </a:lnTo>
                  <a:lnTo>
                    <a:pt x="2308" y="194244"/>
                  </a:lnTo>
                  <a:lnTo>
                    <a:pt x="3267" y="199442"/>
                  </a:lnTo>
                  <a:lnTo>
                    <a:pt x="4389" y="204606"/>
                  </a:lnTo>
                  <a:lnTo>
                    <a:pt x="5675" y="209732"/>
                  </a:lnTo>
                  <a:lnTo>
                    <a:pt x="7121" y="214816"/>
                  </a:lnTo>
                  <a:lnTo>
                    <a:pt x="8728" y="219850"/>
                  </a:lnTo>
                  <a:lnTo>
                    <a:pt x="10493" y="224832"/>
                  </a:lnTo>
                  <a:lnTo>
                    <a:pt x="12414" y="229755"/>
                  </a:lnTo>
                  <a:lnTo>
                    <a:pt x="14491" y="234615"/>
                  </a:lnTo>
                  <a:lnTo>
                    <a:pt x="16719" y="239407"/>
                  </a:lnTo>
                  <a:lnTo>
                    <a:pt x="19099" y="244126"/>
                  </a:lnTo>
                  <a:lnTo>
                    <a:pt x="21626" y="248768"/>
                  </a:lnTo>
                  <a:lnTo>
                    <a:pt x="24298" y="253327"/>
                  </a:lnTo>
                  <a:lnTo>
                    <a:pt x="27114" y="257800"/>
                  </a:lnTo>
                  <a:lnTo>
                    <a:pt x="30069" y="262181"/>
                  </a:lnTo>
                  <a:lnTo>
                    <a:pt x="33162" y="266467"/>
                  </a:lnTo>
                  <a:lnTo>
                    <a:pt x="36388" y="270653"/>
                  </a:lnTo>
                  <a:lnTo>
                    <a:pt x="39745" y="274735"/>
                  </a:lnTo>
                  <a:lnTo>
                    <a:pt x="43229" y="278709"/>
                  </a:lnTo>
                  <a:lnTo>
                    <a:pt x="46838" y="282570"/>
                  </a:lnTo>
                  <a:lnTo>
                    <a:pt x="50566" y="286316"/>
                  </a:lnTo>
                  <a:lnTo>
                    <a:pt x="54411" y="289941"/>
                  </a:lnTo>
                  <a:lnTo>
                    <a:pt x="58369" y="293444"/>
                  </a:lnTo>
                  <a:lnTo>
                    <a:pt x="62436" y="296819"/>
                  </a:lnTo>
                  <a:lnTo>
                    <a:pt x="66607" y="300065"/>
                  </a:lnTo>
                  <a:lnTo>
                    <a:pt x="70878" y="303177"/>
                  </a:lnTo>
                  <a:lnTo>
                    <a:pt x="75246" y="306152"/>
                  </a:lnTo>
                  <a:lnTo>
                    <a:pt x="79706" y="308988"/>
                  </a:lnTo>
                  <a:lnTo>
                    <a:pt x="84253" y="311681"/>
                  </a:lnTo>
                  <a:lnTo>
                    <a:pt x="88883" y="314229"/>
                  </a:lnTo>
                  <a:lnTo>
                    <a:pt x="93592" y="316630"/>
                  </a:lnTo>
                  <a:lnTo>
                    <a:pt x="98373" y="318880"/>
                  </a:lnTo>
                  <a:lnTo>
                    <a:pt x="103224" y="320979"/>
                  </a:lnTo>
                  <a:lnTo>
                    <a:pt x="108138" y="322923"/>
                  </a:lnTo>
                  <a:lnTo>
                    <a:pt x="113112" y="324710"/>
                  </a:lnTo>
                  <a:lnTo>
                    <a:pt x="118139" y="326340"/>
                  </a:lnTo>
                  <a:lnTo>
                    <a:pt x="123216" y="327809"/>
                  </a:lnTo>
                  <a:lnTo>
                    <a:pt x="128336" y="329118"/>
                  </a:lnTo>
                  <a:lnTo>
                    <a:pt x="133496" y="330264"/>
                  </a:lnTo>
                  <a:lnTo>
                    <a:pt x="138688" y="331246"/>
                  </a:lnTo>
                  <a:lnTo>
                    <a:pt x="143910" y="332064"/>
                  </a:lnTo>
                  <a:lnTo>
                    <a:pt x="149154" y="332716"/>
                  </a:lnTo>
                  <a:lnTo>
                    <a:pt x="154417" y="333202"/>
                  </a:lnTo>
                  <a:lnTo>
                    <a:pt x="159692" y="333522"/>
                  </a:lnTo>
                  <a:lnTo>
                    <a:pt x="164975" y="333675"/>
                  </a:lnTo>
                  <a:lnTo>
                    <a:pt x="170260" y="333660"/>
                  </a:lnTo>
                  <a:lnTo>
                    <a:pt x="175542" y="333479"/>
                  </a:lnTo>
                  <a:lnTo>
                    <a:pt x="180815" y="333130"/>
                  </a:lnTo>
                  <a:lnTo>
                    <a:pt x="186075" y="332615"/>
                  </a:lnTo>
                  <a:lnTo>
                    <a:pt x="191316" y="331935"/>
                  </a:lnTo>
                  <a:lnTo>
                    <a:pt x="196533" y="331088"/>
                  </a:lnTo>
                  <a:lnTo>
                    <a:pt x="201720" y="330078"/>
                  </a:lnTo>
                  <a:lnTo>
                    <a:pt x="206873" y="328903"/>
                  </a:lnTo>
                  <a:lnTo>
                    <a:pt x="211986" y="327567"/>
                  </a:lnTo>
                  <a:lnTo>
                    <a:pt x="217055" y="326070"/>
                  </a:lnTo>
                  <a:lnTo>
                    <a:pt x="222073" y="324413"/>
                  </a:lnTo>
                  <a:lnTo>
                    <a:pt x="227037" y="322598"/>
                  </a:lnTo>
                  <a:lnTo>
                    <a:pt x="231941" y="320627"/>
                  </a:lnTo>
                  <a:lnTo>
                    <a:pt x="236780" y="318502"/>
                  </a:lnTo>
                  <a:lnTo>
                    <a:pt x="241549" y="316226"/>
                  </a:lnTo>
                  <a:lnTo>
                    <a:pt x="246244" y="313799"/>
                  </a:lnTo>
                  <a:lnTo>
                    <a:pt x="250860" y="311226"/>
                  </a:lnTo>
                  <a:lnTo>
                    <a:pt x="255393" y="308508"/>
                  </a:lnTo>
                  <a:lnTo>
                    <a:pt x="259837" y="305648"/>
                  </a:lnTo>
                  <a:lnTo>
                    <a:pt x="264188" y="302649"/>
                  </a:lnTo>
                  <a:lnTo>
                    <a:pt x="268443" y="299513"/>
                  </a:lnTo>
                  <a:lnTo>
                    <a:pt x="272596" y="296245"/>
                  </a:lnTo>
                  <a:lnTo>
                    <a:pt x="276644" y="292848"/>
                  </a:lnTo>
                  <a:lnTo>
                    <a:pt x="280583" y="289324"/>
                  </a:lnTo>
                  <a:lnTo>
                    <a:pt x="284408" y="285677"/>
                  </a:lnTo>
                  <a:lnTo>
                    <a:pt x="288116" y="281911"/>
                  </a:lnTo>
                  <a:lnTo>
                    <a:pt x="291703" y="278030"/>
                  </a:lnTo>
                  <a:lnTo>
                    <a:pt x="295166" y="274037"/>
                  </a:lnTo>
                  <a:lnTo>
                    <a:pt x="298501" y="269937"/>
                  </a:lnTo>
                  <a:lnTo>
                    <a:pt x="301704" y="265734"/>
                  </a:lnTo>
                  <a:lnTo>
                    <a:pt x="304773" y="261431"/>
                  </a:lnTo>
                  <a:lnTo>
                    <a:pt x="307704" y="257034"/>
                  </a:lnTo>
                  <a:lnTo>
                    <a:pt x="310495" y="252546"/>
                  </a:lnTo>
                  <a:lnTo>
                    <a:pt x="313143" y="247972"/>
                  </a:lnTo>
                  <a:lnTo>
                    <a:pt x="315645" y="243316"/>
                  </a:lnTo>
                  <a:lnTo>
                    <a:pt x="317998" y="238584"/>
                  </a:lnTo>
                  <a:lnTo>
                    <a:pt x="320201" y="233780"/>
                  </a:lnTo>
                  <a:lnTo>
                    <a:pt x="322250" y="228909"/>
                  </a:lnTo>
                  <a:lnTo>
                    <a:pt x="324145" y="223975"/>
                  </a:lnTo>
                  <a:lnTo>
                    <a:pt x="325883" y="218984"/>
                  </a:lnTo>
                  <a:lnTo>
                    <a:pt x="327462" y="213941"/>
                  </a:lnTo>
                  <a:lnTo>
                    <a:pt x="328881" y="208850"/>
                  </a:lnTo>
                  <a:lnTo>
                    <a:pt x="330138" y="203716"/>
                  </a:lnTo>
                  <a:lnTo>
                    <a:pt x="331232" y="198546"/>
                  </a:lnTo>
                  <a:lnTo>
                    <a:pt x="332162" y="193343"/>
                  </a:lnTo>
                  <a:lnTo>
                    <a:pt x="332928" y="188114"/>
                  </a:lnTo>
                  <a:lnTo>
                    <a:pt x="333528" y="182863"/>
                  </a:lnTo>
                  <a:lnTo>
                    <a:pt x="333961" y="177596"/>
                  </a:lnTo>
                  <a:lnTo>
                    <a:pt x="334228" y="172318"/>
                  </a:lnTo>
                  <a:lnTo>
                    <a:pt x="334328" y="167034"/>
                  </a:lnTo>
                  <a:lnTo>
                    <a:pt x="334260" y="161749"/>
                  </a:lnTo>
                  <a:lnTo>
                    <a:pt x="334026" y="156470"/>
                  </a:lnTo>
                  <a:lnTo>
                    <a:pt x="333625" y="151200"/>
                  </a:lnTo>
                  <a:lnTo>
                    <a:pt x="333057" y="145946"/>
                  </a:lnTo>
                  <a:lnTo>
                    <a:pt x="332324" y="140712"/>
                  </a:lnTo>
                  <a:lnTo>
                    <a:pt x="331425" y="135504"/>
                  </a:lnTo>
                  <a:lnTo>
                    <a:pt x="330363" y="130327"/>
                  </a:lnTo>
                  <a:lnTo>
                    <a:pt x="329137" y="125186"/>
                  </a:lnTo>
                  <a:lnTo>
                    <a:pt x="327749" y="120086"/>
                  </a:lnTo>
                  <a:lnTo>
                    <a:pt x="326201" y="115033"/>
                  </a:lnTo>
                  <a:lnTo>
                    <a:pt x="324494" y="110031"/>
                  </a:lnTo>
                  <a:lnTo>
                    <a:pt x="322630" y="105086"/>
                  </a:lnTo>
                  <a:lnTo>
                    <a:pt x="320610" y="100202"/>
                  </a:lnTo>
                  <a:lnTo>
                    <a:pt x="318437" y="95385"/>
                  </a:lnTo>
                  <a:lnTo>
                    <a:pt x="316113" y="90638"/>
                  </a:lnTo>
                  <a:lnTo>
                    <a:pt x="313640" y="85968"/>
                  </a:lnTo>
                  <a:lnTo>
                    <a:pt x="311020" y="81378"/>
                  </a:lnTo>
                  <a:lnTo>
                    <a:pt x="308257" y="76873"/>
                  </a:lnTo>
                  <a:lnTo>
                    <a:pt x="305352" y="72457"/>
                  </a:lnTo>
                  <a:lnTo>
                    <a:pt x="302310" y="68136"/>
                  </a:lnTo>
                  <a:lnTo>
                    <a:pt x="299132" y="63913"/>
                  </a:lnTo>
                  <a:lnTo>
                    <a:pt x="295823" y="59793"/>
                  </a:lnTo>
                  <a:lnTo>
                    <a:pt x="292385" y="55779"/>
                  </a:lnTo>
                  <a:lnTo>
                    <a:pt x="288821" y="51876"/>
                  </a:lnTo>
                  <a:lnTo>
                    <a:pt x="285137" y="48087"/>
                  </a:lnTo>
                  <a:lnTo>
                    <a:pt x="281334" y="44417"/>
                  </a:lnTo>
                  <a:lnTo>
                    <a:pt x="277417" y="40869"/>
                  </a:lnTo>
                  <a:lnTo>
                    <a:pt x="273390" y="37446"/>
                  </a:lnTo>
                  <a:lnTo>
                    <a:pt x="269257" y="34153"/>
                  </a:lnTo>
                  <a:lnTo>
                    <a:pt x="265021" y="30992"/>
                  </a:lnTo>
                  <a:lnTo>
                    <a:pt x="260688" y="27966"/>
                  </a:lnTo>
                  <a:lnTo>
                    <a:pt x="256261" y="25079"/>
                  </a:lnTo>
                  <a:lnTo>
                    <a:pt x="251746" y="22333"/>
                  </a:lnTo>
                  <a:lnTo>
                    <a:pt x="247146" y="19731"/>
                  </a:lnTo>
                  <a:lnTo>
                    <a:pt x="242465" y="17276"/>
                  </a:lnTo>
                  <a:lnTo>
                    <a:pt x="237710" y="14970"/>
                  </a:lnTo>
                  <a:lnTo>
                    <a:pt x="232884" y="12816"/>
                  </a:lnTo>
                  <a:lnTo>
                    <a:pt x="227993" y="10815"/>
                  </a:lnTo>
                  <a:lnTo>
                    <a:pt x="223040" y="8970"/>
                  </a:lnTo>
                  <a:lnTo>
                    <a:pt x="218032" y="7282"/>
                  </a:lnTo>
                  <a:lnTo>
                    <a:pt x="212973" y="5754"/>
                  </a:lnTo>
                  <a:lnTo>
                    <a:pt x="207868" y="4386"/>
                  </a:lnTo>
                  <a:lnTo>
                    <a:pt x="202722" y="3180"/>
                  </a:lnTo>
                  <a:lnTo>
                    <a:pt x="197541" y="2138"/>
                  </a:lnTo>
                  <a:lnTo>
                    <a:pt x="192330" y="1260"/>
                  </a:lnTo>
                  <a:lnTo>
                    <a:pt x="187093" y="547"/>
                  </a:lnTo>
                  <a:lnTo>
                    <a:pt x="181836" y="0"/>
                  </a:lnTo>
                  <a:lnTo>
                    <a:pt x="167161" y="1665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645733" y="2406772"/>
              <a:ext cx="14675" cy="167167"/>
            </a:xfrm>
            <a:custGeom>
              <a:avLst/>
              <a:pathLst>
                <a:path w="14675" h="167167">
                  <a:moveTo>
                    <a:pt x="14675" y="64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358828" y="2911194"/>
              <a:ext cx="334313" cy="334333"/>
            </a:xfrm>
            <a:custGeom>
              <a:avLst/>
              <a:pathLst>
                <a:path w="334313" h="334333">
                  <a:moveTo>
                    <a:pt x="167152" y="0"/>
                  </a:moveTo>
                  <a:lnTo>
                    <a:pt x="161840" y="84"/>
                  </a:lnTo>
                  <a:lnTo>
                    <a:pt x="156533" y="337"/>
                  </a:lnTo>
                  <a:lnTo>
                    <a:pt x="151238" y="759"/>
                  </a:lnTo>
                  <a:lnTo>
                    <a:pt x="145958" y="1348"/>
                  </a:lnTo>
                  <a:lnTo>
                    <a:pt x="140700" y="2106"/>
                  </a:lnTo>
                  <a:lnTo>
                    <a:pt x="135468" y="3030"/>
                  </a:lnTo>
                  <a:lnTo>
                    <a:pt x="130268" y="4119"/>
                  </a:lnTo>
                  <a:lnTo>
                    <a:pt x="125106" y="5374"/>
                  </a:lnTo>
                  <a:lnTo>
                    <a:pt x="119986" y="6791"/>
                  </a:lnTo>
                  <a:lnTo>
                    <a:pt x="114914" y="8371"/>
                  </a:lnTo>
                  <a:lnTo>
                    <a:pt x="109894" y="10111"/>
                  </a:lnTo>
                  <a:lnTo>
                    <a:pt x="104933" y="12010"/>
                  </a:lnTo>
                  <a:lnTo>
                    <a:pt x="100034" y="14065"/>
                  </a:lnTo>
                  <a:lnTo>
                    <a:pt x="95203" y="16275"/>
                  </a:lnTo>
                  <a:lnTo>
                    <a:pt x="90445" y="18638"/>
                  </a:lnTo>
                  <a:lnTo>
                    <a:pt x="85764" y="21150"/>
                  </a:lnTo>
                  <a:lnTo>
                    <a:pt x="81165" y="23810"/>
                  </a:lnTo>
                  <a:lnTo>
                    <a:pt x="76653" y="26615"/>
                  </a:lnTo>
                  <a:lnTo>
                    <a:pt x="72233" y="29561"/>
                  </a:lnTo>
                  <a:lnTo>
                    <a:pt x="67908" y="32647"/>
                  </a:lnTo>
                  <a:lnTo>
                    <a:pt x="63684" y="35868"/>
                  </a:lnTo>
                  <a:lnTo>
                    <a:pt x="59564" y="39222"/>
                  </a:lnTo>
                  <a:lnTo>
                    <a:pt x="55553" y="42706"/>
                  </a:lnTo>
                  <a:lnTo>
                    <a:pt x="51654" y="46315"/>
                  </a:lnTo>
                  <a:lnTo>
                    <a:pt x="47872" y="50046"/>
                  </a:lnTo>
                  <a:lnTo>
                    <a:pt x="44211" y="53895"/>
                  </a:lnTo>
                  <a:lnTo>
                    <a:pt x="40674" y="57859"/>
                  </a:lnTo>
                  <a:lnTo>
                    <a:pt x="37264" y="61933"/>
                  </a:lnTo>
                  <a:lnTo>
                    <a:pt x="33986" y="66113"/>
                  </a:lnTo>
                  <a:lnTo>
                    <a:pt x="30842" y="70396"/>
                  </a:lnTo>
                  <a:lnTo>
                    <a:pt x="27836" y="74776"/>
                  </a:lnTo>
                  <a:lnTo>
                    <a:pt x="24971" y="79249"/>
                  </a:lnTo>
                  <a:lnTo>
                    <a:pt x="22249" y="83812"/>
                  </a:lnTo>
                  <a:lnTo>
                    <a:pt x="19673" y="88458"/>
                  </a:lnTo>
                  <a:lnTo>
                    <a:pt x="17247" y="93184"/>
                  </a:lnTo>
                  <a:lnTo>
                    <a:pt x="14971" y="97985"/>
                  </a:lnTo>
                  <a:lnTo>
                    <a:pt x="12850" y="102856"/>
                  </a:lnTo>
                  <a:lnTo>
                    <a:pt x="10884" y="107791"/>
                  </a:lnTo>
                  <a:lnTo>
                    <a:pt x="9077" y="112787"/>
                  </a:lnTo>
                  <a:lnTo>
                    <a:pt x="7428" y="117837"/>
                  </a:lnTo>
                  <a:lnTo>
                    <a:pt x="5942" y="122937"/>
                  </a:lnTo>
                  <a:lnTo>
                    <a:pt x="4618" y="128082"/>
                  </a:lnTo>
                  <a:lnTo>
                    <a:pt x="3458" y="133266"/>
                  </a:lnTo>
                  <a:lnTo>
                    <a:pt x="2463" y="138485"/>
                  </a:lnTo>
                  <a:lnTo>
                    <a:pt x="1635" y="143733"/>
                  </a:lnTo>
                  <a:lnTo>
                    <a:pt x="974" y="149004"/>
                  </a:lnTo>
                  <a:lnTo>
                    <a:pt x="481" y="154293"/>
                  </a:lnTo>
                  <a:lnTo>
                    <a:pt x="156" y="159596"/>
                  </a:lnTo>
                  <a:lnTo>
                    <a:pt x="0" y="164906"/>
                  </a:lnTo>
                  <a:lnTo>
                    <a:pt x="12" y="170219"/>
                  </a:lnTo>
                  <a:lnTo>
                    <a:pt x="193" y="175528"/>
                  </a:lnTo>
                  <a:lnTo>
                    <a:pt x="543" y="180829"/>
                  </a:lnTo>
                  <a:lnTo>
                    <a:pt x="1062" y="186116"/>
                  </a:lnTo>
                  <a:lnTo>
                    <a:pt x="1748" y="191385"/>
                  </a:lnTo>
                  <a:lnTo>
                    <a:pt x="2601" y="196628"/>
                  </a:lnTo>
                  <a:lnTo>
                    <a:pt x="3620" y="201842"/>
                  </a:lnTo>
                  <a:lnTo>
                    <a:pt x="4804" y="207021"/>
                  </a:lnTo>
                  <a:lnTo>
                    <a:pt x="6153" y="212159"/>
                  </a:lnTo>
                  <a:lnTo>
                    <a:pt x="7664" y="217252"/>
                  </a:lnTo>
                  <a:lnTo>
                    <a:pt x="9336" y="222295"/>
                  </a:lnTo>
                  <a:lnTo>
                    <a:pt x="11167" y="227282"/>
                  </a:lnTo>
                  <a:lnTo>
                    <a:pt x="13156" y="232208"/>
                  </a:lnTo>
                  <a:lnTo>
                    <a:pt x="15301" y="237069"/>
                  </a:lnTo>
                  <a:lnTo>
                    <a:pt x="17599" y="241858"/>
                  </a:lnTo>
                  <a:lnTo>
                    <a:pt x="20047" y="246573"/>
                  </a:lnTo>
                  <a:lnTo>
                    <a:pt x="22645" y="251207"/>
                  </a:lnTo>
                  <a:lnTo>
                    <a:pt x="25388" y="255756"/>
                  </a:lnTo>
                  <a:lnTo>
                    <a:pt x="28275" y="260216"/>
                  </a:lnTo>
                  <a:lnTo>
                    <a:pt x="31302" y="264582"/>
                  </a:lnTo>
                  <a:lnTo>
                    <a:pt x="34466" y="268850"/>
                  </a:lnTo>
                  <a:lnTo>
                    <a:pt x="37764" y="273015"/>
                  </a:lnTo>
                  <a:lnTo>
                    <a:pt x="41193" y="277073"/>
                  </a:lnTo>
                  <a:lnTo>
                    <a:pt x="44749" y="281020"/>
                  </a:lnTo>
                  <a:lnTo>
                    <a:pt x="48428" y="284852"/>
                  </a:lnTo>
                  <a:lnTo>
                    <a:pt x="52228" y="288565"/>
                  </a:lnTo>
                  <a:lnTo>
                    <a:pt x="56143" y="292155"/>
                  </a:lnTo>
                  <a:lnTo>
                    <a:pt x="60171" y="295619"/>
                  </a:lnTo>
                  <a:lnTo>
                    <a:pt x="64306" y="298954"/>
                  </a:lnTo>
                  <a:lnTo>
                    <a:pt x="68546" y="302155"/>
                  </a:lnTo>
                  <a:lnTo>
                    <a:pt x="72885" y="305220"/>
                  </a:lnTo>
                  <a:lnTo>
                    <a:pt x="77319" y="308146"/>
                  </a:lnTo>
                  <a:lnTo>
                    <a:pt x="81845" y="310929"/>
                  </a:lnTo>
                  <a:lnTo>
                    <a:pt x="86456" y="313568"/>
                  </a:lnTo>
                  <a:lnTo>
                    <a:pt x="91149" y="316058"/>
                  </a:lnTo>
                  <a:lnTo>
                    <a:pt x="95918" y="318398"/>
                  </a:lnTo>
                  <a:lnTo>
                    <a:pt x="100759" y="320585"/>
                  </a:lnTo>
                  <a:lnTo>
                    <a:pt x="105668" y="322617"/>
                  </a:lnTo>
                  <a:lnTo>
                    <a:pt x="110639" y="324492"/>
                  </a:lnTo>
                  <a:lnTo>
                    <a:pt x="115666" y="326208"/>
                  </a:lnTo>
                  <a:lnTo>
                    <a:pt x="120746" y="327764"/>
                  </a:lnTo>
                  <a:lnTo>
                    <a:pt x="125872" y="329158"/>
                  </a:lnTo>
                  <a:lnTo>
                    <a:pt x="131041" y="330387"/>
                  </a:lnTo>
                  <a:lnTo>
                    <a:pt x="136245" y="331453"/>
                  </a:lnTo>
                  <a:lnTo>
                    <a:pt x="141481" y="332352"/>
                  </a:lnTo>
                  <a:lnTo>
                    <a:pt x="146743" y="333084"/>
                  </a:lnTo>
                  <a:lnTo>
                    <a:pt x="152025" y="333649"/>
                  </a:lnTo>
                  <a:lnTo>
                    <a:pt x="157323" y="334045"/>
                  </a:lnTo>
                  <a:lnTo>
                    <a:pt x="162631" y="334273"/>
                  </a:lnTo>
                  <a:lnTo>
                    <a:pt x="167943" y="334333"/>
                  </a:lnTo>
                  <a:lnTo>
                    <a:pt x="173254" y="334223"/>
                  </a:lnTo>
                  <a:lnTo>
                    <a:pt x="178560" y="333945"/>
                  </a:lnTo>
                  <a:lnTo>
                    <a:pt x="183853" y="333498"/>
                  </a:lnTo>
                  <a:lnTo>
                    <a:pt x="189130" y="332883"/>
                  </a:lnTo>
                  <a:lnTo>
                    <a:pt x="194385" y="332101"/>
                  </a:lnTo>
                  <a:lnTo>
                    <a:pt x="199612" y="331153"/>
                  </a:lnTo>
                  <a:lnTo>
                    <a:pt x="204806" y="330038"/>
                  </a:lnTo>
                  <a:lnTo>
                    <a:pt x="209963" y="328760"/>
                  </a:lnTo>
                  <a:lnTo>
                    <a:pt x="215076" y="327318"/>
                  </a:lnTo>
                  <a:lnTo>
                    <a:pt x="220141" y="325714"/>
                  </a:lnTo>
                  <a:lnTo>
                    <a:pt x="225152" y="323950"/>
                  </a:lnTo>
                  <a:lnTo>
                    <a:pt x="230104" y="322028"/>
                  </a:lnTo>
                  <a:lnTo>
                    <a:pt x="234993" y="319949"/>
                  </a:lnTo>
                  <a:lnTo>
                    <a:pt x="239814" y="317716"/>
                  </a:lnTo>
                  <a:lnTo>
                    <a:pt x="244561" y="315332"/>
                  </a:lnTo>
                  <a:lnTo>
                    <a:pt x="249230" y="312797"/>
                  </a:lnTo>
                  <a:lnTo>
                    <a:pt x="253816" y="310115"/>
                  </a:lnTo>
                  <a:lnTo>
                    <a:pt x="258315" y="307289"/>
                  </a:lnTo>
                  <a:lnTo>
                    <a:pt x="262721" y="304322"/>
                  </a:lnTo>
                  <a:lnTo>
                    <a:pt x="267031" y="301216"/>
                  </a:lnTo>
                  <a:lnTo>
                    <a:pt x="271240" y="297974"/>
                  </a:lnTo>
                  <a:lnTo>
                    <a:pt x="275344" y="294601"/>
                  </a:lnTo>
                  <a:lnTo>
                    <a:pt x="279339" y="291099"/>
                  </a:lnTo>
                  <a:lnTo>
                    <a:pt x="283220" y="287471"/>
                  </a:lnTo>
                  <a:lnTo>
                    <a:pt x="286984" y="283722"/>
                  </a:lnTo>
                  <a:lnTo>
                    <a:pt x="290627" y="279856"/>
                  </a:lnTo>
                  <a:lnTo>
                    <a:pt x="294146" y="275875"/>
                  </a:lnTo>
                  <a:lnTo>
                    <a:pt x="297536" y="271785"/>
                  </a:lnTo>
                  <a:lnTo>
                    <a:pt x="300794" y="267589"/>
                  </a:lnTo>
                  <a:lnTo>
                    <a:pt x="303918" y="263292"/>
                  </a:lnTo>
                  <a:lnTo>
                    <a:pt x="306903" y="258897"/>
                  </a:lnTo>
                  <a:lnTo>
                    <a:pt x="309747" y="254410"/>
                  </a:lnTo>
                  <a:lnTo>
                    <a:pt x="312448" y="249835"/>
                  </a:lnTo>
                  <a:lnTo>
                    <a:pt x="315001" y="245177"/>
                  </a:lnTo>
                  <a:lnTo>
                    <a:pt x="317405" y="240439"/>
                  </a:lnTo>
                  <a:lnTo>
                    <a:pt x="319658" y="235628"/>
                  </a:lnTo>
                  <a:lnTo>
                    <a:pt x="321756" y="230747"/>
                  </a:lnTo>
                  <a:lnTo>
                    <a:pt x="323698" y="225802"/>
                  </a:lnTo>
                  <a:lnTo>
                    <a:pt x="325482" y="220798"/>
                  </a:lnTo>
                  <a:lnTo>
                    <a:pt x="327107" y="215740"/>
                  </a:lnTo>
                  <a:lnTo>
                    <a:pt x="328569" y="210633"/>
                  </a:lnTo>
                  <a:lnTo>
                    <a:pt x="329869" y="205482"/>
                  </a:lnTo>
                  <a:lnTo>
                    <a:pt x="331004" y="200292"/>
                  </a:lnTo>
                  <a:lnTo>
                    <a:pt x="331974" y="195069"/>
                  </a:lnTo>
                  <a:lnTo>
                    <a:pt x="332777" y="189817"/>
                  </a:lnTo>
                  <a:lnTo>
                    <a:pt x="333414" y="184543"/>
                  </a:lnTo>
                  <a:lnTo>
                    <a:pt x="333882" y="179251"/>
                  </a:lnTo>
                  <a:lnTo>
                    <a:pt x="334182" y="173947"/>
                  </a:lnTo>
                  <a:lnTo>
                    <a:pt x="334313" y="168636"/>
                  </a:lnTo>
                  <a:lnTo>
                    <a:pt x="334275" y="163324"/>
                  </a:lnTo>
                  <a:lnTo>
                    <a:pt x="334068" y="158015"/>
                  </a:lnTo>
                  <a:lnTo>
                    <a:pt x="333693" y="152716"/>
                  </a:lnTo>
                  <a:lnTo>
                    <a:pt x="333150" y="147431"/>
                  </a:lnTo>
                  <a:lnTo>
                    <a:pt x="332439" y="142167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25980" y="3053361"/>
              <a:ext cx="165287" cy="25000"/>
            </a:xfrm>
            <a:custGeom>
              <a:avLst/>
              <a:pathLst>
                <a:path w="165287" h="25000">
                  <a:moveTo>
                    <a:pt x="165287" y="0"/>
                  </a:moveTo>
                  <a:lnTo>
                    <a:pt x="0" y="250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25980" y="3053361"/>
              <a:ext cx="165287" cy="25000"/>
            </a:xfrm>
            <a:custGeom>
              <a:avLst/>
              <a:pathLst>
                <a:path w="165287" h="25000">
                  <a:moveTo>
                    <a:pt x="165287" y="0"/>
                  </a:moveTo>
                  <a:lnTo>
                    <a:pt x="0" y="250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25980" y="3053361"/>
              <a:ext cx="165287" cy="25000"/>
            </a:xfrm>
            <a:custGeom>
              <a:avLst/>
              <a:pathLst>
                <a:path w="165287" h="25000">
                  <a:moveTo>
                    <a:pt x="165287" y="0"/>
                  </a:moveTo>
                  <a:lnTo>
                    <a:pt x="0" y="250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525980" y="3053361"/>
              <a:ext cx="165287" cy="25000"/>
            </a:xfrm>
            <a:custGeom>
              <a:avLst/>
              <a:pathLst>
                <a:path w="165287" h="25000">
                  <a:moveTo>
                    <a:pt x="165287" y="0"/>
                  </a:moveTo>
                  <a:lnTo>
                    <a:pt x="0" y="250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25980" y="3053361"/>
              <a:ext cx="165287" cy="25000"/>
            </a:xfrm>
            <a:custGeom>
              <a:avLst/>
              <a:pathLst>
                <a:path w="165287" h="25000">
                  <a:moveTo>
                    <a:pt x="165287" y="0"/>
                  </a:moveTo>
                  <a:lnTo>
                    <a:pt x="0" y="250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25980" y="3053361"/>
              <a:ext cx="165287" cy="25000"/>
            </a:xfrm>
            <a:custGeom>
              <a:avLst/>
              <a:pathLst>
                <a:path w="165287" h="25000">
                  <a:moveTo>
                    <a:pt x="165287" y="0"/>
                  </a:moveTo>
                  <a:lnTo>
                    <a:pt x="0" y="250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25980" y="3053361"/>
              <a:ext cx="165287" cy="25000"/>
            </a:xfrm>
            <a:custGeom>
              <a:avLst/>
              <a:pathLst>
                <a:path w="165287" h="25000">
                  <a:moveTo>
                    <a:pt x="165287" y="0"/>
                  </a:moveTo>
                  <a:lnTo>
                    <a:pt x="0" y="250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25980" y="3053361"/>
              <a:ext cx="165287" cy="25000"/>
            </a:xfrm>
            <a:custGeom>
              <a:avLst/>
              <a:pathLst>
                <a:path w="165287" h="25000">
                  <a:moveTo>
                    <a:pt x="165287" y="0"/>
                  </a:moveTo>
                  <a:lnTo>
                    <a:pt x="0" y="250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25980" y="3053361"/>
              <a:ext cx="165287" cy="25000"/>
            </a:xfrm>
            <a:custGeom>
              <a:avLst/>
              <a:pathLst>
                <a:path w="165287" h="25000">
                  <a:moveTo>
                    <a:pt x="165287" y="0"/>
                  </a:moveTo>
                  <a:lnTo>
                    <a:pt x="0" y="250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25980" y="3053361"/>
              <a:ext cx="165287" cy="25000"/>
            </a:xfrm>
            <a:custGeom>
              <a:avLst/>
              <a:pathLst>
                <a:path w="165287" h="25000">
                  <a:moveTo>
                    <a:pt x="165287" y="0"/>
                  </a:moveTo>
                  <a:lnTo>
                    <a:pt x="0" y="250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25980" y="3053361"/>
              <a:ext cx="165287" cy="25000"/>
            </a:xfrm>
            <a:custGeom>
              <a:avLst/>
              <a:pathLst>
                <a:path w="165287" h="25000">
                  <a:moveTo>
                    <a:pt x="165287" y="0"/>
                  </a:moveTo>
                  <a:lnTo>
                    <a:pt x="0" y="250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525980" y="3053361"/>
              <a:ext cx="165287" cy="25000"/>
            </a:xfrm>
            <a:custGeom>
              <a:avLst/>
              <a:pathLst>
                <a:path w="165287" h="25000">
                  <a:moveTo>
                    <a:pt x="165287" y="0"/>
                  </a:moveTo>
                  <a:lnTo>
                    <a:pt x="0" y="250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525980" y="3053361"/>
              <a:ext cx="165287" cy="25000"/>
            </a:xfrm>
            <a:custGeom>
              <a:avLst/>
              <a:pathLst>
                <a:path w="165287" h="25000">
                  <a:moveTo>
                    <a:pt x="165287" y="0"/>
                  </a:moveTo>
                  <a:lnTo>
                    <a:pt x="0" y="250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525980" y="2916733"/>
              <a:ext cx="165287" cy="161628"/>
            </a:xfrm>
            <a:custGeom>
              <a:avLst/>
              <a:pathLst>
                <a:path w="165287" h="161628">
                  <a:moveTo>
                    <a:pt x="165287" y="136628"/>
                  </a:moveTo>
                  <a:lnTo>
                    <a:pt x="164394" y="131304"/>
                  </a:lnTo>
                  <a:lnTo>
                    <a:pt x="163329" y="126012"/>
                  </a:lnTo>
                  <a:lnTo>
                    <a:pt x="162094" y="120757"/>
                  </a:lnTo>
                  <a:lnTo>
                    <a:pt x="160690" y="115545"/>
                  </a:lnTo>
                  <a:lnTo>
                    <a:pt x="159118" y="110381"/>
                  </a:lnTo>
                  <a:lnTo>
                    <a:pt x="157380" y="105270"/>
                  </a:lnTo>
                  <a:lnTo>
                    <a:pt x="155479" y="100218"/>
                  </a:lnTo>
                  <a:lnTo>
                    <a:pt x="153415" y="95230"/>
                  </a:lnTo>
                  <a:lnTo>
                    <a:pt x="151191" y="90311"/>
                  </a:lnTo>
                  <a:lnTo>
                    <a:pt x="148810" y="85467"/>
                  </a:lnTo>
                  <a:lnTo>
                    <a:pt x="146273" y="80702"/>
                  </a:lnTo>
                  <a:lnTo>
                    <a:pt x="143584" y="76021"/>
                  </a:lnTo>
                  <a:lnTo>
                    <a:pt x="140745" y="71430"/>
                  </a:lnTo>
                  <a:lnTo>
                    <a:pt x="137759" y="66933"/>
                  </a:lnTo>
                  <a:lnTo>
                    <a:pt x="134630" y="62534"/>
                  </a:lnTo>
                  <a:lnTo>
                    <a:pt x="131360" y="58239"/>
                  </a:lnTo>
                  <a:lnTo>
                    <a:pt x="127954" y="54052"/>
                  </a:lnTo>
                  <a:lnTo>
                    <a:pt x="124414" y="49977"/>
                  </a:lnTo>
                  <a:lnTo>
                    <a:pt x="120744" y="46018"/>
                  </a:lnTo>
                  <a:lnTo>
                    <a:pt x="116948" y="42180"/>
                  </a:lnTo>
                  <a:lnTo>
                    <a:pt x="113030" y="38466"/>
                  </a:lnTo>
                  <a:lnTo>
                    <a:pt x="108995" y="34881"/>
                  </a:lnTo>
                  <a:lnTo>
                    <a:pt x="104846" y="31428"/>
                  </a:lnTo>
                  <a:lnTo>
                    <a:pt x="100587" y="28110"/>
                  </a:lnTo>
                  <a:lnTo>
                    <a:pt x="96224" y="24932"/>
                  </a:lnTo>
                  <a:lnTo>
                    <a:pt x="91760" y="21897"/>
                  </a:lnTo>
                  <a:lnTo>
                    <a:pt x="87201" y="19007"/>
                  </a:lnTo>
                  <a:lnTo>
                    <a:pt x="82551" y="16266"/>
                  </a:lnTo>
                  <a:lnTo>
                    <a:pt x="77814" y="13676"/>
                  </a:lnTo>
                  <a:lnTo>
                    <a:pt x="72997" y="11241"/>
                  </a:lnTo>
                  <a:lnTo>
                    <a:pt x="68103" y="8962"/>
                  </a:lnTo>
                  <a:lnTo>
                    <a:pt x="63138" y="6843"/>
                  </a:lnTo>
                  <a:lnTo>
                    <a:pt x="58108" y="4885"/>
                  </a:lnTo>
                  <a:lnTo>
                    <a:pt x="53017" y="3091"/>
                  </a:lnTo>
                  <a:lnTo>
                    <a:pt x="47870" y="1462"/>
                  </a:lnTo>
                  <a:lnTo>
                    <a:pt x="42674" y="0"/>
                  </a:lnTo>
                  <a:lnTo>
                    <a:pt x="0" y="1616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525980" y="2911194"/>
              <a:ext cx="42674" cy="167167"/>
            </a:xfrm>
            <a:custGeom>
              <a:avLst/>
              <a:pathLst>
                <a:path w="42674" h="167167">
                  <a:moveTo>
                    <a:pt x="42674" y="5538"/>
                  </a:moveTo>
                  <a:lnTo>
                    <a:pt x="36686" y="4075"/>
                  </a:lnTo>
                  <a:lnTo>
                    <a:pt x="30648" y="2833"/>
                  </a:lnTo>
                  <a:lnTo>
                    <a:pt x="24568" y="1815"/>
                  </a:lnTo>
                  <a:lnTo>
                    <a:pt x="18456" y="1021"/>
                  </a:lnTo>
                  <a:lnTo>
                    <a:pt x="12317" y="454"/>
                  </a:lnTo>
                  <a:lnTo>
                    <a:pt x="6163" y="11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358820" y="3429590"/>
              <a:ext cx="334326" cy="334321"/>
            </a:xfrm>
            <a:custGeom>
              <a:avLst/>
              <a:pathLst>
                <a:path w="334326" h="334321">
                  <a:moveTo>
                    <a:pt x="167160" y="0"/>
                  </a:moveTo>
                  <a:lnTo>
                    <a:pt x="161877" y="83"/>
                  </a:lnTo>
                  <a:lnTo>
                    <a:pt x="156600" y="333"/>
                  </a:lnTo>
                  <a:lnTo>
                    <a:pt x="151334" y="750"/>
                  </a:lnTo>
                  <a:lnTo>
                    <a:pt x="146083" y="1333"/>
                  </a:lnTo>
                  <a:lnTo>
                    <a:pt x="140854" y="2082"/>
                  </a:lnTo>
                  <a:lnTo>
                    <a:pt x="135650" y="2996"/>
                  </a:lnTo>
                  <a:lnTo>
                    <a:pt x="130479" y="4074"/>
                  </a:lnTo>
                  <a:lnTo>
                    <a:pt x="125343" y="5314"/>
                  </a:lnTo>
                  <a:lnTo>
                    <a:pt x="120250" y="6716"/>
                  </a:lnTo>
                  <a:lnTo>
                    <a:pt x="115203" y="8279"/>
                  </a:lnTo>
                  <a:lnTo>
                    <a:pt x="110209" y="10000"/>
                  </a:lnTo>
                  <a:lnTo>
                    <a:pt x="105271" y="11878"/>
                  </a:lnTo>
                  <a:lnTo>
                    <a:pt x="100395" y="13911"/>
                  </a:lnTo>
                  <a:lnTo>
                    <a:pt x="95586" y="16097"/>
                  </a:lnTo>
                  <a:lnTo>
                    <a:pt x="90848" y="18434"/>
                  </a:lnTo>
                  <a:lnTo>
                    <a:pt x="86186" y="20920"/>
                  </a:lnTo>
                  <a:lnTo>
                    <a:pt x="81605" y="23551"/>
                  </a:lnTo>
                  <a:lnTo>
                    <a:pt x="77110" y="26327"/>
                  </a:lnTo>
                  <a:lnTo>
                    <a:pt x="72705" y="29242"/>
                  </a:lnTo>
                  <a:lnTo>
                    <a:pt x="68394" y="32296"/>
                  </a:lnTo>
                  <a:lnTo>
                    <a:pt x="64181" y="35484"/>
                  </a:lnTo>
                  <a:lnTo>
                    <a:pt x="60072" y="38804"/>
                  </a:lnTo>
                  <a:lnTo>
                    <a:pt x="56069" y="42252"/>
                  </a:lnTo>
                  <a:lnTo>
                    <a:pt x="52177" y="45824"/>
                  </a:lnTo>
                  <a:lnTo>
                    <a:pt x="48400" y="49518"/>
                  </a:lnTo>
                  <a:lnTo>
                    <a:pt x="44742" y="53330"/>
                  </a:lnTo>
                  <a:lnTo>
                    <a:pt x="41206" y="57255"/>
                  </a:lnTo>
                  <a:lnTo>
                    <a:pt x="37796" y="61289"/>
                  </a:lnTo>
                  <a:lnTo>
                    <a:pt x="34515" y="65430"/>
                  </a:lnTo>
                  <a:lnTo>
                    <a:pt x="31367" y="69672"/>
                  </a:lnTo>
                  <a:lnTo>
                    <a:pt x="28354" y="74012"/>
                  </a:lnTo>
                  <a:lnTo>
                    <a:pt x="25480" y="78444"/>
                  </a:lnTo>
                  <a:lnTo>
                    <a:pt x="22747" y="82965"/>
                  </a:lnTo>
                  <a:lnTo>
                    <a:pt x="20158" y="87571"/>
                  </a:lnTo>
                  <a:lnTo>
                    <a:pt x="17717" y="92255"/>
                  </a:lnTo>
                  <a:lnTo>
                    <a:pt x="15424" y="97015"/>
                  </a:lnTo>
                  <a:lnTo>
                    <a:pt x="13283" y="101845"/>
                  </a:lnTo>
                  <a:lnTo>
                    <a:pt x="11296" y="106740"/>
                  </a:lnTo>
                  <a:lnTo>
                    <a:pt x="9464" y="111695"/>
                  </a:lnTo>
                  <a:lnTo>
                    <a:pt x="7790" y="116706"/>
                  </a:lnTo>
                  <a:lnTo>
                    <a:pt x="6275" y="121767"/>
                  </a:lnTo>
                  <a:lnTo>
                    <a:pt x="4921" y="126873"/>
                  </a:lnTo>
                  <a:lnTo>
                    <a:pt x="3729" y="132020"/>
                  </a:lnTo>
                  <a:lnTo>
                    <a:pt x="2700" y="137201"/>
                  </a:lnTo>
                  <a:lnTo>
                    <a:pt x="1835" y="142413"/>
                  </a:lnTo>
                  <a:lnTo>
                    <a:pt x="1135" y="147649"/>
                  </a:lnTo>
                  <a:lnTo>
                    <a:pt x="602" y="152905"/>
                  </a:lnTo>
                  <a:lnTo>
                    <a:pt x="234" y="158175"/>
                  </a:lnTo>
                  <a:lnTo>
                    <a:pt x="33" y="163454"/>
                  </a:lnTo>
                  <a:lnTo>
                    <a:pt x="0" y="168737"/>
                  </a:lnTo>
                  <a:lnTo>
                    <a:pt x="133" y="174018"/>
                  </a:lnTo>
                  <a:lnTo>
                    <a:pt x="432" y="179293"/>
                  </a:lnTo>
                  <a:lnTo>
                    <a:pt x="899" y="184555"/>
                  </a:lnTo>
                  <a:lnTo>
                    <a:pt x="1531" y="189800"/>
                  </a:lnTo>
                  <a:lnTo>
                    <a:pt x="2329" y="195022"/>
                  </a:lnTo>
                  <a:lnTo>
                    <a:pt x="3292" y="200217"/>
                  </a:lnTo>
                  <a:lnTo>
                    <a:pt x="4418" y="205378"/>
                  </a:lnTo>
                  <a:lnTo>
                    <a:pt x="5707" y="210502"/>
                  </a:lnTo>
                  <a:lnTo>
                    <a:pt x="7157" y="215582"/>
                  </a:lnTo>
                  <a:lnTo>
                    <a:pt x="8766" y="220613"/>
                  </a:lnTo>
                  <a:lnTo>
                    <a:pt x="10534" y="225592"/>
                  </a:lnTo>
                  <a:lnTo>
                    <a:pt x="12459" y="230512"/>
                  </a:lnTo>
                  <a:lnTo>
                    <a:pt x="14537" y="235368"/>
                  </a:lnTo>
                  <a:lnTo>
                    <a:pt x="16769" y="240157"/>
                  </a:lnTo>
                  <a:lnTo>
                    <a:pt x="19150" y="244872"/>
                  </a:lnTo>
                  <a:lnTo>
                    <a:pt x="21679" y="249511"/>
                  </a:lnTo>
                  <a:lnTo>
                    <a:pt x="24354" y="254066"/>
                  </a:lnTo>
                  <a:lnTo>
                    <a:pt x="27171" y="258535"/>
                  </a:lnTo>
                  <a:lnTo>
                    <a:pt x="30128" y="262913"/>
                  </a:lnTo>
                  <a:lnTo>
                    <a:pt x="33222" y="267195"/>
                  </a:lnTo>
                  <a:lnTo>
                    <a:pt x="36450" y="271378"/>
                  </a:lnTo>
                  <a:lnTo>
                    <a:pt x="39808" y="275456"/>
                  </a:lnTo>
                  <a:lnTo>
                    <a:pt x="43293" y="279426"/>
                  </a:lnTo>
                  <a:lnTo>
                    <a:pt x="46902" y="283284"/>
                  </a:lnTo>
                  <a:lnTo>
                    <a:pt x="50631" y="287026"/>
                  </a:lnTo>
                  <a:lnTo>
                    <a:pt x="54477" y="290648"/>
                  </a:lnTo>
                  <a:lnTo>
                    <a:pt x="58435" y="294147"/>
                  </a:lnTo>
                  <a:lnTo>
                    <a:pt x="62502" y="297519"/>
                  </a:lnTo>
                  <a:lnTo>
                    <a:pt x="66673" y="300761"/>
                  </a:lnTo>
                  <a:lnTo>
                    <a:pt x="70945" y="303870"/>
                  </a:lnTo>
                  <a:lnTo>
                    <a:pt x="75312" y="306842"/>
                  </a:lnTo>
                  <a:lnTo>
                    <a:pt x="79772" y="309674"/>
                  </a:lnTo>
                  <a:lnTo>
                    <a:pt x="84318" y="312364"/>
                  </a:lnTo>
                  <a:lnTo>
                    <a:pt x="88948" y="314909"/>
                  </a:lnTo>
                  <a:lnTo>
                    <a:pt x="93655" y="317307"/>
                  </a:lnTo>
                  <a:lnTo>
                    <a:pt x="98436" y="319555"/>
                  </a:lnTo>
                  <a:lnTo>
                    <a:pt x="103286" y="321650"/>
                  </a:lnTo>
                  <a:lnTo>
                    <a:pt x="108199" y="323591"/>
                  </a:lnTo>
                  <a:lnTo>
                    <a:pt x="113171" y="325376"/>
                  </a:lnTo>
                  <a:lnTo>
                    <a:pt x="118197" y="327003"/>
                  </a:lnTo>
                  <a:lnTo>
                    <a:pt x="123272" y="328471"/>
                  </a:lnTo>
                  <a:lnTo>
                    <a:pt x="128391" y="329777"/>
                  </a:lnTo>
                  <a:lnTo>
                    <a:pt x="133549" y="330921"/>
                  </a:lnTo>
                  <a:lnTo>
                    <a:pt x="138740" y="331901"/>
                  </a:lnTo>
                  <a:lnTo>
                    <a:pt x="143960" y="332717"/>
                  </a:lnTo>
                  <a:lnTo>
                    <a:pt x="149202" y="333367"/>
                  </a:lnTo>
                  <a:lnTo>
                    <a:pt x="154463" y="333852"/>
                  </a:lnTo>
                  <a:lnTo>
                    <a:pt x="159736" y="334169"/>
                  </a:lnTo>
                  <a:lnTo>
                    <a:pt x="165017" y="334321"/>
                  </a:lnTo>
                  <a:lnTo>
                    <a:pt x="170300" y="334305"/>
                  </a:lnTo>
                  <a:lnTo>
                    <a:pt x="175580" y="334122"/>
                  </a:lnTo>
                  <a:lnTo>
                    <a:pt x="180851" y="333773"/>
                  </a:lnTo>
                  <a:lnTo>
                    <a:pt x="186109" y="333257"/>
                  </a:lnTo>
                  <a:lnTo>
                    <a:pt x="191347" y="332575"/>
                  </a:lnTo>
                  <a:lnTo>
                    <a:pt x="196562" y="331728"/>
                  </a:lnTo>
                  <a:lnTo>
                    <a:pt x="201747" y="330717"/>
                  </a:lnTo>
                  <a:lnTo>
                    <a:pt x="206898" y="329543"/>
                  </a:lnTo>
                  <a:lnTo>
                    <a:pt x="212009" y="328206"/>
                  </a:lnTo>
                  <a:lnTo>
                    <a:pt x="217075" y="326708"/>
                  </a:lnTo>
                  <a:lnTo>
                    <a:pt x="222091" y="325051"/>
                  </a:lnTo>
                  <a:lnTo>
                    <a:pt x="227053" y="323237"/>
                  </a:lnTo>
                  <a:lnTo>
                    <a:pt x="231954" y="321266"/>
                  </a:lnTo>
                  <a:lnTo>
                    <a:pt x="236791" y="319142"/>
                  </a:lnTo>
                  <a:lnTo>
                    <a:pt x="241559" y="316866"/>
                  </a:lnTo>
                  <a:lnTo>
                    <a:pt x="246252" y="314440"/>
                  </a:lnTo>
                  <a:lnTo>
                    <a:pt x="250866" y="311867"/>
                  </a:lnTo>
                  <a:lnTo>
                    <a:pt x="255397" y="309150"/>
                  </a:lnTo>
                  <a:lnTo>
                    <a:pt x="259839" y="306291"/>
                  </a:lnTo>
                  <a:lnTo>
                    <a:pt x="264189" y="303293"/>
                  </a:lnTo>
                  <a:lnTo>
                    <a:pt x="268442" y="300159"/>
                  </a:lnTo>
                  <a:lnTo>
                    <a:pt x="272593" y="296892"/>
                  </a:lnTo>
                  <a:lnTo>
                    <a:pt x="276640" y="293496"/>
                  </a:lnTo>
                  <a:lnTo>
                    <a:pt x="280577" y="289973"/>
                  </a:lnTo>
                  <a:lnTo>
                    <a:pt x="284401" y="286328"/>
                  </a:lnTo>
                  <a:lnTo>
                    <a:pt x="288108" y="282564"/>
                  </a:lnTo>
                  <a:lnTo>
                    <a:pt x="291694" y="278685"/>
                  </a:lnTo>
                  <a:lnTo>
                    <a:pt x="295155" y="274694"/>
                  </a:lnTo>
                  <a:lnTo>
                    <a:pt x="298489" y="270596"/>
                  </a:lnTo>
                  <a:lnTo>
                    <a:pt x="301692" y="266394"/>
                  </a:lnTo>
                  <a:lnTo>
                    <a:pt x="304760" y="262094"/>
                  </a:lnTo>
                  <a:lnTo>
                    <a:pt x="307691" y="257698"/>
                  </a:lnTo>
                  <a:lnTo>
                    <a:pt x="310481" y="253213"/>
                  </a:lnTo>
                  <a:lnTo>
                    <a:pt x="313129" y="248641"/>
                  </a:lnTo>
                  <a:lnTo>
                    <a:pt x="315630" y="243988"/>
                  </a:lnTo>
                  <a:lnTo>
                    <a:pt x="317983" y="239258"/>
                  </a:lnTo>
                  <a:lnTo>
                    <a:pt x="320186" y="234456"/>
                  </a:lnTo>
                  <a:lnTo>
                    <a:pt x="322236" y="229587"/>
                  </a:lnTo>
                  <a:lnTo>
                    <a:pt x="324131" y="224656"/>
                  </a:lnTo>
                  <a:lnTo>
                    <a:pt x="325869" y="219667"/>
                  </a:lnTo>
                  <a:lnTo>
                    <a:pt x="327449" y="214626"/>
                  </a:lnTo>
                  <a:lnTo>
                    <a:pt x="328868" y="209537"/>
                  </a:lnTo>
                  <a:lnTo>
                    <a:pt x="330126" y="204406"/>
                  </a:lnTo>
                  <a:lnTo>
                    <a:pt x="331222" y="199238"/>
                  </a:lnTo>
                  <a:lnTo>
                    <a:pt x="332153" y="194038"/>
                  </a:lnTo>
                  <a:lnTo>
                    <a:pt x="332920" y="188811"/>
                  </a:lnTo>
                  <a:lnTo>
                    <a:pt x="333521" y="183562"/>
                  </a:lnTo>
                  <a:lnTo>
                    <a:pt x="333956" y="178297"/>
                  </a:lnTo>
                  <a:lnTo>
                    <a:pt x="334224" y="173021"/>
                  </a:lnTo>
                  <a:lnTo>
                    <a:pt x="334326" y="167739"/>
                  </a:lnTo>
                  <a:lnTo>
                    <a:pt x="334261" y="162457"/>
                  </a:lnTo>
                  <a:lnTo>
                    <a:pt x="334028" y="157179"/>
                  </a:lnTo>
                  <a:lnTo>
                    <a:pt x="333629" y="151911"/>
                  </a:lnTo>
                  <a:lnTo>
                    <a:pt x="333064" y="146659"/>
                  </a:lnTo>
                  <a:lnTo>
                    <a:pt x="332333" y="141427"/>
                  </a:lnTo>
                  <a:lnTo>
                    <a:pt x="331438" y="136220"/>
                  </a:lnTo>
                  <a:lnTo>
                    <a:pt x="330378" y="131045"/>
                  </a:lnTo>
                  <a:lnTo>
                    <a:pt x="329155" y="125905"/>
                  </a:lnTo>
                  <a:lnTo>
                    <a:pt x="327770" y="120807"/>
                  </a:lnTo>
                  <a:lnTo>
                    <a:pt x="326225" y="115755"/>
                  </a:lnTo>
                  <a:lnTo>
                    <a:pt x="324521" y="110755"/>
                  </a:lnTo>
                  <a:lnTo>
                    <a:pt x="322660" y="105810"/>
                  </a:lnTo>
                  <a:lnTo>
                    <a:pt x="320643" y="100927"/>
                  </a:lnTo>
                  <a:lnTo>
                    <a:pt x="318474" y="96111"/>
                  </a:lnTo>
                  <a:lnTo>
                    <a:pt x="316153" y="91365"/>
                  </a:lnTo>
                  <a:lnTo>
                    <a:pt x="313683" y="86695"/>
                  </a:lnTo>
                  <a:lnTo>
                    <a:pt x="311067" y="82105"/>
                  </a:lnTo>
                  <a:lnTo>
                    <a:pt x="308308" y="77600"/>
                  </a:lnTo>
                  <a:lnTo>
                    <a:pt x="305407" y="73185"/>
                  </a:lnTo>
                  <a:lnTo>
                    <a:pt x="302368" y="68863"/>
                  </a:lnTo>
                  <a:lnTo>
                    <a:pt x="299194" y="64640"/>
                  </a:lnTo>
                  <a:lnTo>
                    <a:pt x="295889" y="60519"/>
                  </a:lnTo>
                  <a:lnTo>
                    <a:pt x="292455" y="56505"/>
                  </a:lnTo>
                  <a:lnTo>
                    <a:pt x="288895" y="52601"/>
                  </a:lnTo>
                  <a:lnTo>
                    <a:pt x="285214" y="48811"/>
                  </a:lnTo>
                  <a:lnTo>
                    <a:pt x="281416" y="45140"/>
                  </a:lnTo>
                  <a:lnTo>
                    <a:pt x="277503" y="41591"/>
                  </a:lnTo>
                  <a:lnTo>
                    <a:pt x="273479" y="38167"/>
                  </a:lnTo>
                  <a:lnTo>
                    <a:pt x="269350" y="34872"/>
                  </a:lnTo>
                  <a:lnTo>
                    <a:pt x="265119" y="31709"/>
                  </a:lnTo>
                  <a:lnTo>
                    <a:pt x="260790" y="28681"/>
                  </a:lnTo>
                  <a:lnTo>
                    <a:pt x="256367" y="25792"/>
                  </a:lnTo>
                  <a:lnTo>
                    <a:pt x="251855" y="23043"/>
                  </a:lnTo>
                  <a:lnTo>
                    <a:pt x="247259" y="20439"/>
                  </a:lnTo>
                  <a:lnTo>
                    <a:pt x="242582" y="17981"/>
                  </a:lnTo>
                  <a:lnTo>
                    <a:pt x="237831" y="15673"/>
                  </a:lnTo>
                  <a:lnTo>
                    <a:pt x="233008" y="13515"/>
                  </a:lnTo>
                  <a:lnTo>
                    <a:pt x="228120" y="11511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525980" y="3441102"/>
              <a:ext cx="60960" cy="155655"/>
            </a:xfrm>
            <a:custGeom>
              <a:avLst/>
              <a:pathLst>
                <a:path w="60960" h="155655">
                  <a:moveTo>
                    <a:pt x="60960" y="0"/>
                  </a:moveTo>
                  <a:lnTo>
                    <a:pt x="0" y="1556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525980" y="3441102"/>
              <a:ext cx="60960" cy="155655"/>
            </a:xfrm>
            <a:custGeom>
              <a:avLst/>
              <a:pathLst>
                <a:path w="60960" h="155655">
                  <a:moveTo>
                    <a:pt x="60960" y="0"/>
                  </a:moveTo>
                  <a:lnTo>
                    <a:pt x="0" y="1556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525980" y="3441102"/>
              <a:ext cx="60960" cy="155655"/>
            </a:xfrm>
            <a:custGeom>
              <a:avLst/>
              <a:pathLst>
                <a:path w="60960" h="155655">
                  <a:moveTo>
                    <a:pt x="60960" y="0"/>
                  </a:moveTo>
                  <a:lnTo>
                    <a:pt x="0" y="1556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525980" y="3441102"/>
              <a:ext cx="60960" cy="155655"/>
            </a:xfrm>
            <a:custGeom>
              <a:avLst/>
              <a:pathLst>
                <a:path w="60960" h="155655">
                  <a:moveTo>
                    <a:pt x="60960" y="0"/>
                  </a:moveTo>
                  <a:lnTo>
                    <a:pt x="0" y="1556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525980" y="3441102"/>
              <a:ext cx="60960" cy="155655"/>
            </a:xfrm>
            <a:custGeom>
              <a:avLst/>
              <a:pathLst>
                <a:path w="60960" h="155655">
                  <a:moveTo>
                    <a:pt x="60960" y="0"/>
                  </a:moveTo>
                  <a:lnTo>
                    <a:pt x="0" y="1556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525980" y="3441102"/>
              <a:ext cx="60960" cy="155655"/>
            </a:xfrm>
            <a:custGeom>
              <a:avLst/>
              <a:pathLst>
                <a:path w="60960" h="155655">
                  <a:moveTo>
                    <a:pt x="60960" y="0"/>
                  </a:moveTo>
                  <a:lnTo>
                    <a:pt x="0" y="1556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525980" y="3441102"/>
              <a:ext cx="60960" cy="155655"/>
            </a:xfrm>
            <a:custGeom>
              <a:avLst/>
              <a:pathLst>
                <a:path w="60960" h="155655">
                  <a:moveTo>
                    <a:pt x="60960" y="0"/>
                  </a:moveTo>
                  <a:lnTo>
                    <a:pt x="0" y="1556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525980" y="3441102"/>
              <a:ext cx="60960" cy="155655"/>
            </a:xfrm>
            <a:custGeom>
              <a:avLst/>
              <a:pathLst>
                <a:path w="60960" h="155655">
                  <a:moveTo>
                    <a:pt x="60960" y="0"/>
                  </a:moveTo>
                  <a:lnTo>
                    <a:pt x="0" y="1556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525980" y="3441102"/>
              <a:ext cx="60960" cy="155655"/>
            </a:xfrm>
            <a:custGeom>
              <a:avLst/>
              <a:pathLst>
                <a:path w="60960" h="155655">
                  <a:moveTo>
                    <a:pt x="60960" y="0"/>
                  </a:moveTo>
                  <a:lnTo>
                    <a:pt x="0" y="1556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525980" y="3441102"/>
              <a:ext cx="60960" cy="155655"/>
            </a:xfrm>
            <a:custGeom>
              <a:avLst/>
              <a:pathLst>
                <a:path w="60960" h="155655">
                  <a:moveTo>
                    <a:pt x="60960" y="0"/>
                  </a:moveTo>
                  <a:lnTo>
                    <a:pt x="0" y="1556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525980" y="3441102"/>
              <a:ext cx="60960" cy="155655"/>
            </a:xfrm>
            <a:custGeom>
              <a:avLst/>
              <a:pathLst>
                <a:path w="60960" h="155655">
                  <a:moveTo>
                    <a:pt x="60960" y="0"/>
                  </a:moveTo>
                  <a:lnTo>
                    <a:pt x="0" y="1556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525980" y="3441102"/>
              <a:ext cx="60960" cy="155655"/>
            </a:xfrm>
            <a:custGeom>
              <a:avLst/>
              <a:pathLst>
                <a:path w="60960" h="155655">
                  <a:moveTo>
                    <a:pt x="60960" y="0"/>
                  </a:moveTo>
                  <a:lnTo>
                    <a:pt x="0" y="1556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525980" y="3435725"/>
              <a:ext cx="60960" cy="161032"/>
            </a:xfrm>
            <a:custGeom>
              <a:avLst/>
              <a:pathLst>
                <a:path w="60960" h="161032">
                  <a:moveTo>
                    <a:pt x="60960" y="5376"/>
                  </a:moveTo>
                  <a:lnTo>
                    <a:pt x="52984" y="2484"/>
                  </a:lnTo>
                  <a:lnTo>
                    <a:pt x="44871" y="0"/>
                  </a:lnTo>
                  <a:lnTo>
                    <a:pt x="0" y="1610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525980" y="3429590"/>
              <a:ext cx="44871" cy="167167"/>
            </a:xfrm>
            <a:custGeom>
              <a:avLst/>
              <a:pathLst>
                <a:path w="44871" h="167167">
                  <a:moveTo>
                    <a:pt x="44871" y="6134"/>
                  </a:moveTo>
                  <a:lnTo>
                    <a:pt x="38587" y="4514"/>
                  </a:lnTo>
                  <a:lnTo>
                    <a:pt x="32245" y="3139"/>
                  </a:lnTo>
                  <a:lnTo>
                    <a:pt x="25855" y="2011"/>
                  </a:lnTo>
                  <a:lnTo>
                    <a:pt x="19425" y="1132"/>
                  </a:lnTo>
                  <a:lnTo>
                    <a:pt x="12966" y="503"/>
                  </a:lnTo>
                  <a:lnTo>
                    <a:pt x="6488" y="12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2478583" y="3934012"/>
              <a:ext cx="334306" cy="334334"/>
            </a:xfrm>
            <a:custGeom>
              <a:avLst/>
              <a:pathLst>
                <a:path w="334306" h="334334">
                  <a:moveTo>
                    <a:pt x="167149" y="0"/>
                  </a:moveTo>
                  <a:lnTo>
                    <a:pt x="161850" y="84"/>
                  </a:lnTo>
                  <a:lnTo>
                    <a:pt x="156556" y="335"/>
                  </a:lnTo>
                  <a:lnTo>
                    <a:pt x="151273" y="755"/>
                  </a:lnTo>
                  <a:lnTo>
                    <a:pt x="146006" y="1342"/>
                  </a:lnTo>
                  <a:lnTo>
                    <a:pt x="140760" y="2096"/>
                  </a:lnTo>
                  <a:lnTo>
                    <a:pt x="135541" y="3015"/>
                  </a:lnTo>
                  <a:lnTo>
                    <a:pt x="130353" y="4100"/>
                  </a:lnTo>
                  <a:lnTo>
                    <a:pt x="125202" y="5348"/>
                  </a:lnTo>
                  <a:lnTo>
                    <a:pt x="120094" y="6759"/>
                  </a:lnTo>
                  <a:lnTo>
                    <a:pt x="115032" y="8331"/>
                  </a:lnTo>
                  <a:lnTo>
                    <a:pt x="110023" y="10063"/>
                  </a:lnTo>
                  <a:lnTo>
                    <a:pt x="105072" y="11953"/>
                  </a:lnTo>
                  <a:lnTo>
                    <a:pt x="100183" y="13999"/>
                  </a:lnTo>
                  <a:lnTo>
                    <a:pt x="95361" y="16199"/>
                  </a:lnTo>
                  <a:lnTo>
                    <a:pt x="90612" y="18550"/>
                  </a:lnTo>
                  <a:lnTo>
                    <a:pt x="85939" y="21051"/>
                  </a:lnTo>
                  <a:lnTo>
                    <a:pt x="81348" y="23699"/>
                  </a:lnTo>
                  <a:lnTo>
                    <a:pt x="76843" y="26491"/>
                  </a:lnTo>
                  <a:lnTo>
                    <a:pt x="72429" y="29424"/>
                  </a:lnTo>
                  <a:lnTo>
                    <a:pt x="68110" y="32496"/>
                  </a:lnTo>
                  <a:lnTo>
                    <a:pt x="63891" y="35703"/>
                  </a:lnTo>
                  <a:lnTo>
                    <a:pt x="59776" y="39043"/>
                  </a:lnTo>
                  <a:lnTo>
                    <a:pt x="55768" y="42511"/>
                  </a:lnTo>
                  <a:lnTo>
                    <a:pt x="51872" y="46104"/>
                  </a:lnTo>
                  <a:lnTo>
                    <a:pt x="48093" y="49819"/>
                  </a:lnTo>
                  <a:lnTo>
                    <a:pt x="44433" y="53652"/>
                  </a:lnTo>
                  <a:lnTo>
                    <a:pt x="40896" y="57600"/>
                  </a:lnTo>
                  <a:lnTo>
                    <a:pt x="37486" y="61657"/>
                  </a:lnTo>
                  <a:lnTo>
                    <a:pt x="34207" y="65820"/>
                  </a:lnTo>
                  <a:lnTo>
                    <a:pt x="31061" y="70085"/>
                  </a:lnTo>
                  <a:lnTo>
                    <a:pt x="28052" y="74448"/>
                  </a:lnTo>
                  <a:lnTo>
                    <a:pt x="25182" y="78904"/>
                  </a:lnTo>
                  <a:lnTo>
                    <a:pt x="22456" y="83449"/>
                  </a:lnTo>
                  <a:lnTo>
                    <a:pt x="19875" y="88078"/>
                  </a:lnTo>
                  <a:lnTo>
                    <a:pt x="17442" y="92786"/>
                  </a:lnTo>
                  <a:lnTo>
                    <a:pt x="15159" y="97569"/>
                  </a:lnTo>
                  <a:lnTo>
                    <a:pt x="13029" y="102422"/>
                  </a:lnTo>
                  <a:lnTo>
                    <a:pt x="11054" y="107340"/>
                  </a:lnTo>
                  <a:lnTo>
                    <a:pt x="9236" y="112319"/>
                  </a:lnTo>
                  <a:lnTo>
                    <a:pt x="7577" y="117352"/>
                  </a:lnTo>
                  <a:lnTo>
                    <a:pt x="6078" y="122435"/>
                  </a:lnTo>
                  <a:lnTo>
                    <a:pt x="4741" y="127564"/>
                  </a:lnTo>
                  <a:lnTo>
                    <a:pt x="3567" y="132732"/>
                  </a:lnTo>
                  <a:lnTo>
                    <a:pt x="2558" y="137935"/>
                  </a:lnTo>
                  <a:lnTo>
                    <a:pt x="1714" y="143167"/>
                  </a:lnTo>
                  <a:lnTo>
                    <a:pt x="1036" y="148423"/>
                  </a:lnTo>
                  <a:lnTo>
                    <a:pt x="525" y="153699"/>
                  </a:lnTo>
                  <a:lnTo>
                    <a:pt x="182" y="158987"/>
                  </a:lnTo>
                  <a:lnTo>
                    <a:pt x="7" y="164284"/>
                  </a:lnTo>
                  <a:lnTo>
                    <a:pt x="0" y="169584"/>
                  </a:lnTo>
                  <a:lnTo>
                    <a:pt x="160" y="174881"/>
                  </a:lnTo>
                  <a:lnTo>
                    <a:pt x="489" y="180171"/>
                  </a:lnTo>
                  <a:lnTo>
                    <a:pt x="985" y="185448"/>
                  </a:lnTo>
                  <a:lnTo>
                    <a:pt x="1648" y="190706"/>
                  </a:lnTo>
                  <a:lnTo>
                    <a:pt x="2477" y="195940"/>
                  </a:lnTo>
                  <a:lnTo>
                    <a:pt x="3472" y="201146"/>
                  </a:lnTo>
                  <a:lnTo>
                    <a:pt x="4631" y="206318"/>
                  </a:lnTo>
                  <a:lnTo>
                    <a:pt x="5954" y="211450"/>
                  </a:lnTo>
                  <a:lnTo>
                    <a:pt x="7439" y="216537"/>
                  </a:lnTo>
                  <a:lnTo>
                    <a:pt x="9084" y="221575"/>
                  </a:lnTo>
                  <a:lnTo>
                    <a:pt x="10888" y="226559"/>
                  </a:lnTo>
                  <a:lnTo>
                    <a:pt x="12849" y="231482"/>
                  </a:lnTo>
                  <a:lnTo>
                    <a:pt x="14966" y="236341"/>
                  </a:lnTo>
                  <a:lnTo>
                    <a:pt x="17235" y="241131"/>
                  </a:lnTo>
                  <a:lnTo>
                    <a:pt x="19655" y="245846"/>
                  </a:lnTo>
                  <a:lnTo>
                    <a:pt x="22223" y="250482"/>
                  </a:lnTo>
                  <a:lnTo>
                    <a:pt x="24937" y="255034"/>
                  </a:lnTo>
                  <a:lnTo>
                    <a:pt x="27794" y="259498"/>
                  </a:lnTo>
                  <a:lnTo>
                    <a:pt x="30791" y="263869"/>
                  </a:lnTo>
                  <a:lnTo>
                    <a:pt x="33925" y="268143"/>
                  </a:lnTo>
                  <a:lnTo>
                    <a:pt x="37193" y="272315"/>
                  </a:lnTo>
                  <a:lnTo>
                    <a:pt x="40591" y="276382"/>
                  </a:lnTo>
                  <a:lnTo>
                    <a:pt x="44117" y="280339"/>
                  </a:lnTo>
                  <a:lnTo>
                    <a:pt x="47766" y="284182"/>
                  </a:lnTo>
                  <a:lnTo>
                    <a:pt x="51536" y="287908"/>
                  </a:lnTo>
                  <a:lnTo>
                    <a:pt x="55421" y="291512"/>
                  </a:lnTo>
                  <a:lnTo>
                    <a:pt x="59419" y="294992"/>
                  </a:lnTo>
                  <a:lnTo>
                    <a:pt x="63525" y="298342"/>
                  </a:lnTo>
                  <a:lnTo>
                    <a:pt x="67736" y="301561"/>
                  </a:lnTo>
                  <a:lnTo>
                    <a:pt x="72046" y="304645"/>
                  </a:lnTo>
                  <a:lnTo>
                    <a:pt x="76452" y="307591"/>
                  </a:lnTo>
                  <a:lnTo>
                    <a:pt x="80949" y="310395"/>
                  </a:lnTo>
                  <a:lnTo>
                    <a:pt x="85532" y="313056"/>
                  </a:lnTo>
                  <a:lnTo>
                    <a:pt x="90198" y="315570"/>
                  </a:lnTo>
                  <a:lnTo>
                    <a:pt x="94941" y="317935"/>
                  </a:lnTo>
                  <a:lnTo>
                    <a:pt x="99757" y="320148"/>
                  </a:lnTo>
                  <a:lnTo>
                    <a:pt x="104640" y="322207"/>
                  </a:lnTo>
                  <a:lnTo>
                    <a:pt x="109586" y="324111"/>
                  </a:lnTo>
                  <a:lnTo>
                    <a:pt x="114590" y="325857"/>
                  </a:lnTo>
                  <a:lnTo>
                    <a:pt x="119647" y="327443"/>
                  </a:lnTo>
                  <a:lnTo>
                    <a:pt x="124752" y="328868"/>
                  </a:lnTo>
                  <a:lnTo>
                    <a:pt x="129899" y="330131"/>
                  </a:lnTo>
                  <a:lnTo>
                    <a:pt x="135083" y="331230"/>
                  </a:lnTo>
                  <a:lnTo>
                    <a:pt x="140300" y="332164"/>
                  </a:lnTo>
                  <a:lnTo>
                    <a:pt x="145544" y="332932"/>
                  </a:lnTo>
                  <a:lnTo>
                    <a:pt x="150810" y="333534"/>
                  </a:lnTo>
                  <a:lnTo>
                    <a:pt x="156092" y="333968"/>
                  </a:lnTo>
                  <a:lnTo>
                    <a:pt x="161385" y="334235"/>
                  </a:lnTo>
                  <a:lnTo>
                    <a:pt x="166684" y="334334"/>
                  </a:lnTo>
                  <a:lnTo>
                    <a:pt x="171983" y="334264"/>
                  </a:lnTo>
                  <a:lnTo>
                    <a:pt x="177278" y="334027"/>
                  </a:lnTo>
                  <a:lnTo>
                    <a:pt x="182562" y="333622"/>
                  </a:lnTo>
                  <a:lnTo>
                    <a:pt x="187831" y="333050"/>
                  </a:lnTo>
                  <a:lnTo>
                    <a:pt x="193079" y="332311"/>
                  </a:lnTo>
                  <a:lnTo>
                    <a:pt x="198301" y="331406"/>
                  </a:lnTo>
                  <a:lnTo>
                    <a:pt x="203492" y="330336"/>
                  </a:lnTo>
                  <a:lnTo>
                    <a:pt x="208646" y="329102"/>
                  </a:lnTo>
                  <a:lnTo>
                    <a:pt x="213758" y="327705"/>
                  </a:lnTo>
                  <a:lnTo>
                    <a:pt x="218824" y="326147"/>
                  </a:lnTo>
                  <a:lnTo>
                    <a:pt x="223838" y="324429"/>
                  </a:lnTo>
                  <a:lnTo>
                    <a:pt x="228794" y="322553"/>
                  </a:lnTo>
                  <a:lnTo>
                    <a:pt x="233689" y="320521"/>
                  </a:lnTo>
                  <a:lnTo>
                    <a:pt x="238517" y="318335"/>
                  </a:lnTo>
                  <a:lnTo>
                    <a:pt x="243273" y="315996"/>
                  </a:lnTo>
                  <a:lnTo>
                    <a:pt x="247953" y="313508"/>
                  </a:lnTo>
                  <a:lnTo>
                    <a:pt x="252551" y="310873"/>
                  </a:lnTo>
                  <a:lnTo>
                    <a:pt x="257064" y="308094"/>
                  </a:lnTo>
                  <a:lnTo>
                    <a:pt x="261486" y="305173"/>
                  </a:lnTo>
                  <a:lnTo>
                    <a:pt x="265813" y="302113"/>
                  </a:lnTo>
                  <a:lnTo>
                    <a:pt x="270041" y="298918"/>
                  </a:lnTo>
                  <a:lnTo>
                    <a:pt x="274166" y="295590"/>
                  </a:lnTo>
                  <a:lnTo>
                    <a:pt x="278183" y="292133"/>
                  </a:lnTo>
                  <a:lnTo>
                    <a:pt x="282089" y="288550"/>
                  </a:lnTo>
                  <a:lnTo>
                    <a:pt x="285879" y="284846"/>
                  </a:lnTo>
                  <a:lnTo>
                    <a:pt x="289550" y="281023"/>
                  </a:lnTo>
                  <a:lnTo>
                    <a:pt x="293097" y="277086"/>
                  </a:lnTo>
                  <a:lnTo>
                    <a:pt x="296518" y="273038"/>
                  </a:lnTo>
                  <a:lnTo>
                    <a:pt x="299809" y="268884"/>
                  </a:lnTo>
                  <a:lnTo>
                    <a:pt x="302967" y="264627"/>
                  </a:lnTo>
                  <a:lnTo>
                    <a:pt x="305988" y="260273"/>
                  </a:lnTo>
                  <a:lnTo>
                    <a:pt x="308870" y="255825"/>
                  </a:lnTo>
                  <a:lnTo>
                    <a:pt x="311609" y="251288"/>
                  </a:lnTo>
                  <a:lnTo>
                    <a:pt x="314203" y="246666"/>
                  </a:lnTo>
                  <a:lnTo>
                    <a:pt x="316649" y="241965"/>
                  </a:lnTo>
                  <a:lnTo>
                    <a:pt x="318945" y="237188"/>
                  </a:lnTo>
                  <a:lnTo>
                    <a:pt x="321089" y="232341"/>
                  </a:lnTo>
                  <a:lnTo>
                    <a:pt x="323077" y="227428"/>
                  </a:lnTo>
                  <a:lnTo>
                    <a:pt x="324909" y="222455"/>
                  </a:lnTo>
                  <a:lnTo>
                    <a:pt x="326583" y="217426"/>
                  </a:lnTo>
                  <a:lnTo>
                    <a:pt x="328096" y="212347"/>
                  </a:lnTo>
                  <a:lnTo>
                    <a:pt x="329447" y="207222"/>
                  </a:lnTo>
                  <a:lnTo>
                    <a:pt x="330635" y="202057"/>
                  </a:lnTo>
                  <a:lnTo>
                    <a:pt x="331659" y="196857"/>
                  </a:lnTo>
                  <a:lnTo>
                    <a:pt x="332518" y="191628"/>
                  </a:lnTo>
                  <a:lnTo>
                    <a:pt x="333210" y="186373"/>
                  </a:lnTo>
                  <a:lnTo>
                    <a:pt x="333735" y="181099"/>
                  </a:lnTo>
                  <a:lnTo>
                    <a:pt x="334093" y="175812"/>
                  </a:lnTo>
                  <a:lnTo>
                    <a:pt x="334283" y="170515"/>
                  </a:lnTo>
                  <a:lnTo>
                    <a:pt x="334306" y="165215"/>
                  </a:lnTo>
                  <a:lnTo>
                    <a:pt x="334160" y="159918"/>
                  </a:lnTo>
                  <a:lnTo>
                    <a:pt x="333846" y="154627"/>
                  </a:lnTo>
                  <a:lnTo>
                    <a:pt x="333365" y="149349"/>
                  </a:lnTo>
                  <a:lnTo>
                    <a:pt x="332716" y="144089"/>
                  </a:lnTo>
                  <a:lnTo>
                    <a:pt x="331901" y="138852"/>
                  </a:lnTo>
                  <a:lnTo>
                    <a:pt x="330921" y="133644"/>
                  </a:lnTo>
                  <a:lnTo>
                    <a:pt x="329776" y="128469"/>
                  </a:lnTo>
                  <a:lnTo>
                    <a:pt x="328468" y="123333"/>
                  </a:lnTo>
                  <a:lnTo>
                    <a:pt x="326997" y="118242"/>
                  </a:lnTo>
                  <a:lnTo>
                    <a:pt x="325366" y="113199"/>
                  </a:lnTo>
                  <a:lnTo>
                    <a:pt x="323576" y="108211"/>
                  </a:lnTo>
                  <a:lnTo>
                    <a:pt x="321628" y="103282"/>
                  </a:lnTo>
                  <a:lnTo>
                    <a:pt x="319525" y="98417"/>
                  </a:lnTo>
                  <a:lnTo>
                    <a:pt x="317269" y="93621"/>
                  </a:lnTo>
                  <a:lnTo>
                    <a:pt x="314863" y="88899"/>
                  </a:lnTo>
                  <a:lnTo>
                    <a:pt x="312307" y="84256"/>
                  </a:lnTo>
                  <a:lnTo>
                    <a:pt x="309606" y="79696"/>
                  </a:lnTo>
                  <a:lnTo>
                    <a:pt x="306762" y="75225"/>
                  </a:lnTo>
                  <a:lnTo>
                    <a:pt x="303777" y="70845"/>
                  </a:lnTo>
                  <a:lnTo>
                    <a:pt x="300655" y="66562"/>
                  </a:lnTo>
                  <a:lnTo>
                    <a:pt x="297399" y="62381"/>
                  </a:lnTo>
                  <a:lnTo>
                    <a:pt x="294011" y="58305"/>
                  </a:lnTo>
                  <a:lnTo>
                    <a:pt x="290497" y="54338"/>
                  </a:lnTo>
                  <a:lnTo>
                    <a:pt x="286858" y="50485"/>
                  </a:lnTo>
                  <a:lnTo>
                    <a:pt x="283099" y="46748"/>
                  </a:lnTo>
                  <a:lnTo>
                    <a:pt x="279224" y="43133"/>
                  </a:lnTo>
                  <a:lnTo>
                    <a:pt x="275235" y="39643"/>
                  </a:lnTo>
                  <a:lnTo>
                    <a:pt x="271139" y="36281"/>
                  </a:lnTo>
                  <a:lnTo>
                    <a:pt x="266937" y="33050"/>
                  </a:lnTo>
                  <a:lnTo>
                    <a:pt x="262636" y="29954"/>
                  </a:lnTo>
                  <a:lnTo>
                    <a:pt x="258238" y="26996"/>
                  </a:lnTo>
                  <a:lnTo>
                    <a:pt x="253749" y="24179"/>
                  </a:lnTo>
                  <a:lnTo>
                    <a:pt x="249173" y="21506"/>
                  </a:lnTo>
                  <a:lnTo>
                    <a:pt x="244514" y="18979"/>
                  </a:lnTo>
                  <a:lnTo>
                    <a:pt x="239778" y="16601"/>
                  </a:lnTo>
                  <a:lnTo>
                    <a:pt x="234968" y="14374"/>
                  </a:lnTo>
                  <a:lnTo>
                    <a:pt x="230091" y="12301"/>
                  </a:lnTo>
                  <a:lnTo>
                    <a:pt x="225150" y="10384"/>
                  </a:lnTo>
                  <a:lnTo>
                    <a:pt x="220151" y="8624"/>
                  </a:lnTo>
                  <a:lnTo>
                    <a:pt x="215098" y="7024"/>
                  </a:lnTo>
                  <a:lnTo>
                    <a:pt x="209998" y="5584"/>
                  </a:lnTo>
                  <a:lnTo>
                    <a:pt x="204854" y="4307"/>
                  </a:lnTo>
                  <a:lnTo>
                    <a:pt x="199672" y="3194"/>
                  </a:lnTo>
                  <a:lnTo>
                    <a:pt x="194458" y="2245"/>
                  </a:lnTo>
                  <a:lnTo>
                    <a:pt x="189216" y="1462"/>
                  </a:lnTo>
                  <a:lnTo>
                    <a:pt x="183953" y="846"/>
                  </a:lnTo>
                  <a:lnTo>
                    <a:pt x="178672" y="397"/>
                  </a:lnTo>
                  <a:lnTo>
                    <a:pt x="173379" y="116"/>
                  </a:lnTo>
                  <a:lnTo>
                    <a:pt x="168081" y="2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2645733" y="3934015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2645733" y="3934015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2645733" y="3934015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2645733" y="3934015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2645733" y="3934015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2645733" y="3934015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2645733" y="3934015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2645733" y="3934015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2645733" y="3934015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2645733" y="3934015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2645733" y="3934015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2645733" y="3934012"/>
              <a:ext cx="931" cy="167167"/>
            </a:xfrm>
            <a:custGeom>
              <a:avLst/>
              <a:pathLst>
                <a:path w="931" h="167167">
                  <a:moveTo>
                    <a:pt x="931" y="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2711633" y="4397268"/>
              <a:ext cx="334306" cy="334334"/>
            </a:xfrm>
            <a:custGeom>
              <a:avLst/>
              <a:pathLst>
                <a:path w="334306" h="334334">
                  <a:moveTo>
                    <a:pt x="167149" y="0"/>
                  </a:moveTo>
                  <a:lnTo>
                    <a:pt x="161850" y="84"/>
                  </a:lnTo>
                  <a:lnTo>
                    <a:pt x="156556" y="335"/>
                  </a:lnTo>
                  <a:lnTo>
                    <a:pt x="151273" y="755"/>
                  </a:lnTo>
                  <a:lnTo>
                    <a:pt x="146006" y="1342"/>
                  </a:lnTo>
                  <a:lnTo>
                    <a:pt x="140760" y="2096"/>
                  </a:lnTo>
                  <a:lnTo>
                    <a:pt x="135541" y="3015"/>
                  </a:lnTo>
                  <a:lnTo>
                    <a:pt x="130353" y="4100"/>
                  </a:lnTo>
                  <a:lnTo>
                    <a:pt x="125202" y="5348"/>
                  </a:lnTo>
                  <a:lnTo>
                    <a:pt x="120094" y="6759"/>
                  </a:lnTo>
                  <a:lnTo>
                    <a:pt x="115032" y="8331"/>
                  </a:lnTo>
                  <a:lnTo>
                    <a:pt x="110023" y="10063"/>
                  </a:lnTo>
                  <a:lnTo>
                    <a:pt x="105072" y="11953"/>
                  </a:lnTo>
                  <a:lnTo>
                    <a:pt x="100183" y="13999"/>
                  </a:lnTo>
                  <a:lnTo>
                    <a:pt x="95361" y="16199"/>
                  </a:lnTo>
                  <a:lnTo>
                    <a:pt x="90612" y="18550"/>
                  </a:lnTo>
                  <a:lnTo>
                    <a:pt x="85939" y="21051"/>
                  </a:lnTo>
                  <a:lnTo>
                    <a:pt x="81348" y="23699"/>
                  </a:lnTo>
                  <a:lnTo>
                    <a:pt x="76843" y="26491"/>
                  </a:lnTo>
                  <a:lnTo>
                    <a:pt x="72429" y="29424"/>
                  </a:lnTo>
                  <a:lnTo>
                    <a:pt x="68110" y="32496"/>
                  </a:lnTo>
                  <a:lnTo>
                    <a:pt x="63891" y="35703"/>
                  </a:lnTo>
                  <a:lnTo>
                    <a:pt x="59776" y="39043"/>
                  </a:lnTo>
                  <a:lnTo>
                    <a:pt x="55768" y="42511"/>
                  </a:lnTo>
                  <a:lnTo>
                    <a:pt x="51872" y="46104"/>
                  </a:lnTo>
                  <a:lnTo>
                    <a:pt x="48093" y="49819"/>
                  </a:lnTo>
                  <a:lnTo>
                    <a:pt x="44433" y="53652"/>
                  </a:lnTo>
                  <a:lnTo>
                    <a:pt x="40896" y="57600"/>
                  </a:lnTo>
                  <a:lnTo>
                    <a:pt x="37486" y="61657"/>
                  </a:lnTo>
                  <a:lnTo>
                    <a:pt x="34207" y="65820"/>
                  </a:lnTo>
                  <a:lnTo>
                    <a:pt x="31061" y="70085"/>
                  </a:lnTo>
                  <a:lnTo>
                    <a:pt x="28052" y="74448"/>
                  </a:lnTo>
                  <a:lnTo>
                    <a:pt x="25182" y="78904"/>
                  </a:lnTo>
                  <a:lnTo>
                    <a:pt x="22456" y="83449"/>
                  </a:lnTo>
                  <a:lnTo>
                    <a:pt x="19875" y="88078"/>
                  </a:lnTo>
                  <a:lnTo>
                    <a:pt x="17442" y="92786"/>
                  </a:lnTo>
                  <a:lnTo>
                    <a:pt x="15159" y="97569"/>
                  </a:lnTo>
                  <a:lnTo>
                    <a:pt x="13029" y="102422"/>
                  </a:lnTo>
                  <a:lnTo>
                    <a:pt x="11054" y="107340"/>
                  </a:lnTo>
                  <a:lnTo>
                    <a:pt x="9236" y="112319"/>
                  </a:lnTo>
                  <a:lnTo>
                    <a:pt x="7577" y="117352"/>
                  </a:lnTo>
                  <a:lnTo>
                    <a:pt x="6078" y="122435"/>
                  </a:lnTo>
                  <a:lnTo>
                    <a:pt x="4741" y="127564"/>
                  </a:lnTo>
                  <a:lnTo>
                    <a:pt x="3567" y="132732"/>
                  </a:lnTo>
                  <a:lnTo>
                    <a:pt x="2558" y="137935"/>
                  </a:lnTo>
                  <a:lnTo>
                    <a:pt x="1714" y="143167"/>
                  </a:lnTo>
                  <a:lnTo>
                    <a:pt x="1036" y="148423"/>
                  </a:lnTo>
                  <a:lnTo>
                    <a:pt x="525" y="153699"/>
                  </a:lnTo>
                  <a:lnTo>
                    <a:pt x="182" y="158987"/>
                  </a:lnTo>
                  <a:lnTo>
                    <a:pt x="7" y="164284"/>
                  </a:lnTo>
                  <a:lnTo>
                    <a:pt x="0" y="169584"/>
                  </a:lnTo>
                  <a:lnTo>
                    <a:pt x="160" y="174881"/>
                  </a:lnTo>
                  <a:lnTo>
                    <a:pt x="489" y="180171"/>
                  </a:lnTo>
                  <a:lnTo>
                    <a:pt x="985" y="185448"/>
                  </a:lnTo>
                  <a:lnTo>
                    <a:pt x="1648" y="190706"/>
                  </a:lnTo>
                  <a:lnTo>
                    <a:pt x="2477" y="195940"/>
                  </a:lnTo>
                  <a:lnTo>
                    <a:pt x="3472" y="201146"/>
                  </a:lnTo>
                  <a:lnTo>
                    <a:pt x="4631" y="206318"/>
                  </a:lnTo>
                  <a:lnTo>
                    <a:pt x="5954" y="211450"/>
                  </a:lnTo>
                  <a:lnTo>
                    <a:pt x="7439" y="216537"/>
                  </a:lnTo>
                  <a:lnTo>
                    <a:pt x="9084" y="221575"/>
                  </a:lnTo>
                  <a:lnTo>
                    <a:pt x="10888" y="226559"/>
                  </a:lnTo>
                  <a:lnTo>
                    <a:pt x="12849" y="231482"/>
                  </a:lnTo>
                  <a:lnTo>
                    <a:pt x="14966" y="236341"/>
                  </a:lnTo>
                  <a:lnTo>
                    <a:pt x="17235" y="241131"/>
                  </a:lnTo>
                  <a:lnTo>
                    <a:pt x="19655" y="245846"/>
                  </a:lnTo>
                  <a:lnTo>
                    <a:pt x="22223" y="250482"/>
                  </a:lnTo>
                  <a:lnTo>
                    <a:pt x="24937" y="255034"/>
                  </a:lnTo>
                  <a:lnTo>
                    <a:pt x="27794" y="259498"/>
                  </a:lnTo>
                  <a:lnTo>
                    <a:pt x="30791" y="263869"/>
                  </a:lnTo>
                  <a:lnTo>
                    <a:pt x="33925" y="268143"/>
                  </a:lnTo>
                  <a:lnTo>
                    <a:pt x="37193" y="272315"/>
                  </a:lnTo>
                  <a:lnTo>
                    <a:pt x="40591" y="276382"/>
                  </a:lnTo>
                  <a:lnTo>
                    <a:pt x="44117" y="280339"/>
                  </a:lnTo>
                  <a:lnTo>
                    <a:pt x="47766" y="284182"/>
                  </a:lnTo>
                  <a:lnTo>
                    <a:pt x="51536" y="287908"/>
                  </a:lnTo>
                  <a:lnTo>
                    <a:pt x="55421" y="291512"/>
                  </a:lnTo>
                  <a:lnTo>
                    <a:pt x="59419" y="294992"/>
                  </a:lnTo>
                  <a:lnTo>
                    <a:pt x="63525" y="298342"/>
                  </a:lnTo>
                  <a:lnTo>
                    <a:pt x="67736" y="301561"/>
                  </a:lnTo>
                  <a:lnTo>
                    <a:pt x="72046" y="304645"/>
                  </a:lnTo>
                  <a:lnTo>
                    <a:pt x="76452" y="307591"/>
                  </a:lnTo>
                  <a:lnTo>
                    <a:pt x="80949" y="310395"/>
                  </a:lnTo>
                  <a:lnTo>
                    <a:pt x="85532" y="313056"/>
                  </a:lnTo>
                  <a:lnTo>
                    <a:pt x="90198" y="315570"/>
                  </a:lnTo>
                  <a:lnTo>
                    <a:pt x="94941" y="317935"/>
                  </a:lnTo>
                  <a:lnTo>
                    <a:pt x="99757" y="320148"/>
                  </a:lnTo>
                  <a:lnTo>
                    <a:pt x="104640" y="322207"/>
                  </a:lnTo>
                  <a:lnTo>
                    <a:pt x="109586" y="324111"/>
                  </a:lnTo>
                  <a:lnTo>
                    <a:pt x="114590" y="325857"/>
                  </a:lnTo>
                  <a:lnTo>
                    <a:pt x="119647" y="327443"/>
                  </a:lnTo>
                  <a:lnTo>
                    <a:pt x="124752" y="328868"/>
                  </a:lnTo>
                  <a:lnTo>
                    <a:pt x="129899" y="330131"/>
                  </a:lnTo>
                  <a:lnTo>
                    <a:pt x="135083" y="331230"/>
                  </a:lnTo>
                  <a:lnTo>
                    <a:pt x="140300" y="332164"/>
                  </a:lnTo>
                  <a:lnTo>
                    <a:pt x="145544" y="332932"/>
                  </a:lnTo>
                  <a:lnTo>
                    <a:pt x="150810" y="333534"/>
                  </a:lnTo>
                  <a:lnTo>
                    <a:pt x="156092" y="333968"/>
                  </a:lnTo>
                  <a:lnTo>
                    <a:pt x="161385" y="334235"/>
                  </a:lnTo>
                  <a:lnTo>
                    <a:pt x="166684" y="334334"/>
                  </a:lnTo>
                  <a:lnTo>
                    <a:pt x="171983" y="334264"/>
                  </a:lnTo>
                  <a:lnTo>
                    <a:pt x="177278" y="334027"/>
                  </a:lnTo>
                  <a:lnTo>
                    <a:pt x="182562" y="333622"/>
                  </a:lnTo>
                  <a:lnTo>
                    <a:pt x="187831" y="333050"/>
                  </a:lnTo>
                  <a:lnTo>
                    <a:pt x="193079" y="332311"/>
                  </a:lnTo>
                  <a:lnTo>
                    <a:pt x="198301" y="331406"/>
                  </a:lnTo>
                  <a:lnTo>
                    <a:pt x="203492" y="330336"/>
                  </a:lnTo>
                  <a:lnTo>
                    <a:pt x="208646" y="329102"/>
                  </a:lnTo>
                  <a:lnTo>
                    <a:pt x="213758" y="327705"/>
                  </a:lnTo>
                  <a:lnTo>
                    <a:pt x="218824" y="326147"/>
                  </a:lnTo>
                  <a:lnTo>
                    <a:pt x="223838" y="324429"/>
                  </a:lnTo>
                  <a:lnTo>
                    <a:pt x="228794" y="322553"/>
                  </a:lnTo>
                  <a:lnTo>
                    <a:pt x="233689" y="320521"/>
                  </a:lnTo>
                  <a:lnTo>
                    <a:pt x="238517" y="318335"/>
                  </a:lnTo>
                  <a:lnTo>
                    <a:pt x="243273" y="315996"/>
                  </a:lnTo>
                  <a:lnTo>
                    <a:pt x="247953" y="313508"/>
                  </a:lnTo>
                  <a:lnTo>
                    <a:pt x="252551" y="310873"/>
                  </a:lnTo>
                  <a:lnTo>
                    <a:pt x="257064" y="308094"/>
                  </a:lnTo>
                  <a:lnTo>
                    <a:pt x="261486" y="305173"/>
                  </a:lnTo>
                  <a:lnTo>
                    <a:pt x="265813" y="302113"/>
                  </a:lnTo>
                  <a:lnTo>
                    <a:pt x="270041" y="298918"/>
                  </a:lnTo>
                  <a:lnTo>
                    <a:pt x="274166" y="295590"/>
                  </a:lnTo>
                  <a:lnTo>
                    <a:pt x="278183" y="292133"/>
                  </a:lnTo>
                  <a:lnTo>
                    <a:pt x="282089" y="288550"/>
                  </a:lnTo>
                  <a:lnTo>
                    <a:pt x="285879" y="284846"/>
                  </a:lnTo>
                  <a:lnTo>
                    <a:pt x="289550" y="281023"/>
                  </a:lnTo>
                  <a:lnTo>
                    <a:pt x="293097" y="277086"/>
                  </a:lnTo>
                  <a:lnTo>
                    <a:pt x="296518" y="273038"/>
                  </a:lnTo>
                  <a:lnTo>
                    <a:pt x="299809" y="268884"/>
                  </a:lnTo>
                  <a:lnTo>
                    <a:pt x="302967" y="264627"/>
                  </a:lnTo>
                  <a:lnTo>
                    <a:pt x="305988" y="260273"/>
                  </a:lnTo>
                  <a:lnTo>
                    <a:pt x="308870" y="255825"/>
                  </a:lnTo>
                  <a:lnTo>
                    <a:pt x="311609" y="251288"/>
                  </a:lnTo>
                  <a:lnTo>
                    <a:pt x="314203" y="246666"/>
                  </a:lnTo>
                  <a:lnTo>
                    <a:pt x="316649" y="241965"/>
                  </a:lnTo>
                  <a:lnTo>
                    <a:pt x="318945" y="237188"/>
                  </a:lnTo>
                  <a:lnTo>
                    <a:pt x="321089" y="232341"/>
                  </a:lnTo>
                  <a:lnTo>
                    <a:pt x="323077" y="227428"/>
                  </a:lnTo>
                  <a:lnTo>
                    <a:pt x="324909" y="222455"/>
                  </a:lnTo>
                  <a:lnTo>
                    <a:pt x="326583" y="217426"/>
                  </a:lnTo>
                  <a:lnTo>
                    <a:pt x="328096" y="212347"/>
                  </a:lnTo>
                  <a:lnTo>
                    <a:pt x="329447" y="207222"/>
                  </a:lnTo>
                  <a:lnTo>
                    <a:pt x="330635" y="202057"/>
                  </a:lnTo>
                  <a:lnTo>
                    <a:pt x="331659" y="196857"/>
                  </a:lnTo>
                  <a:lnTo>
                    <a:pt x="332518" y="191628"/>
                  </a:lnTo>
                  <a:lnTo>
                    <a:pt x="333210" y="186373"/>
                  </a:lnTo>
                  <a:lnTo>
                    <a:pt x="333735" y="181099"/>
                  </a:lnTo>
                  <a:lnTo>
                    <a:pt x="334093" y="175812"/>
                  </a:lnTo>
                  <a:lnTo>
                    <a:pt x="334283" y="170515"/>
                  </a:lnTo>
                  <a:lnTo>
                    <a:pt x="334306" y="165215"/>
                  </a:lnTo>
                  <a:lnTo>
                    <a:pt x="334160" y="159918"/>
                  </a:lnTo>
                  <a:lnTo>
                    <a:pt x="333846" y="154627"/>
                  </a:lnTo>
                  <a:lnTo>
                    <a:pt x="333365" y="149349"/>
                  </a:lnTo>
                  <a:lnTo>
                    <a:pt x="332716" y="144089"/>
                  </a:lnTo>
                  <a:lnTo>
                    <a:pt x="331901" y="138852"/>
                  </a:lnTo>
                  <a:lnTo>
                    <a:pt x="330921" y="133644"/>
                  </a:lnTo>
                  <a:lnTo>
                    <a:pt x="329776" y="128469"/>
                  </a:lnTo>
                  <a:lnTo>
                    <a:pt x="328468" y="123333"/>
                  </a:lnTo>
                  <a:lnTo>
                    <a:pt x="326997" y="118242"/>
                  </a:lnTo>
                  <a:lnTo>
                    <a:pt x="325366" y="113199"/>
                  </a:lnTo>
                  <a:lnTo>
                    <a:pt x="323576" y="108211"/>
                  </a:lnTo>
                  <a:lnTo>
                    <a:pt x="321628" y="103282"/>
                  </a:lnTo>
                  <a:lnTo>
                    <a:pt x="319525" y="98417"/>
                  </a:lnTo>
                  <a:lnTo>
                    <a:pt x="317269" y="93621"/>
                  </a:lnTo>
                  <a:lnTo>
                    <a:pt x="314863" y="88899"/>
                  </a:lnTo>
                  <a:lnTo>
                    <a:pt x="312307" y="84256"/>
                  </a:lnTo>
                  <a:lnTo>
                    <a:pt x="309606" y="79696"/>
                  </a:lnTo>
                  <a:lnTo>
                    <a:pt x="306762" y="75225"/>
                  </a:lnTo>
                  <a:lnTo>
                    <a:pt x="303777" y="70845"/>
                  </a:lnTo>
                  <a:lnTo>
                    <a:pt x="300655" y="66562"/>
                  </a:lnTo>
                  <a:lnTo>
                    <a:pt x="297399" y="62381"/>
                  </a:lnTo>
                  <a:lnTo>
                    <a:pt x="294011" y="58305"/>
                  </a:lnTo>
                  <a:lnTo>
                    <a:pt x="290497" y="54338"/>
                  </a:lnTo>
                  <a:lnTo>
                    <a:pt x="286858" y="50485"/>
                  </a:lnTo>
                  <a:lnTo>
                    <a:pt x="283099" y="46748"/>
                  </a:lnTo>
                  <a:lnTo>
                    <a:pt x="279224" y="43133"/>
                  </a:lnTo>
                  <a:lnTo>
                    <a:pt x="275235" y="39643"/>
                  </a:lnTo>
                  <a:lnTo>
                    <a:pt x="271139" y="36281"/>
                  </a:lnTo>
                  <a:lnTo>
                    <a:pt x="266937" y="33050"/>
                  </a:lnTo>
                  <a:lnTo>
                    <a:pt x="262636" y="29954"/>
                  </a:lnTo>
                  <a:lnTo>
                    <a:pt x="258238" y="26996"/>
                  </a:lnTo>
                  <a:lnTo>
                    <a:pt x="253749" y="24179"/>
                  </a:lnTo>
                  <a:lnTo>
                    <a:pt x="249173" y="21506"/>
                  </a:lnTo>
                  <a:lnTo>
                    <a:pt x="244514" y="18979"/>
                  </a:lnTo>
                  <a:lnTo>
                    <a:pt x="239778" y="16601"/>
                  </a:lnTo>
                  <a:lnTo>
                    <a:pt x="234968" y="14374"/>
                  </a:lnTo>
                  <a:lnTo>
                    <a:pt x="230091" y="12301"/>
                  </a:lnTo>
                  <a:lnTo>
                    <a:pt x="225150" y="10384"/>
                  </a:lnTo>
                  <a:lnTo>
                    <a:pt x="220151" y="8624"/>
                  </a:lnTo>
                  <a:lnTo>
                    <a:pt x="215098" y="7024"/>
                  </a:lnTo>
                  <a:lnTo>
                    <a:pt x="209998" y="5584"/>
                  </a:lnTo>
                  <a:lnTo>
                    <a:pt x="204854" y="4307"/>
                  </a:lnTo>
                  <a:lnTo>
                    <a:pt x="199672" y="3194"/>
                  </a:lnTo>
                  <a:lnTo>
                    <a:pt x="194458" y="2245"/>
                  </a:lnTo>
                  <a:lnTo>
                    <a:pt x="189216" y="1462"/>
                  </a:lnTo>
                  <a:lnTo>
                    <a:pt x="183953" y="846"/>
                  </a:lnTo>
                  <a:lnTo>
                    <a:pt x="178672" y="397"/>
                  </a:lnTo>
                  <a:lnTo>
                    <a:pt x="173379" y="116"/>
                  </a:lnTo>
                  <a:lnTo>
                    <a:pt x="168081" y="2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2878783" y="4397270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2878783" y="4397270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2878783" y="4397270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2878783" y="4397270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2878783" y="4397270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2878783" y="4397270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2878783" y="4397270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2878783" y="4397270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2878783" y="4397270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2878783" y="4397270"/>
              <a:ext cx="931" cy="167164"/>
            </a:xfrm>
            <a:custGeom>
              <a:avLst/>
              <a:pathLst>
                <a:path w="931" h="167164">
                  <a:moveTo>
                    <a:pt x="931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2878783" y="4397268"/>
              <a:ext cx="931" cy="167167"/>
            </a:xfrm>
            <a:custGeom>
              <a:avLst/>
              <a:pathLst>
                <a:path w="931" h="167167">
                  <a:moveTo>
                    <a:pt x="931" y="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050485" y="4794382"/>
              <a:ext cx="162081" cy="167167"/>
            </a:xfrm>
            <a:custGeom>
              <a:avLst/>
              <a:pathLst>
                <a:path w="162081" h="167167">
                  <a:moveTo>
                    <a:pt x="162081" y="0"/>
                  </a:moveTo>
                  <a:lnTo>
                    <a:pt x="156686" y="87"/>
                  </a:lnTo>
                  <a:lnTo>
                    <a:pt x="151296" y="348"/>
                  </a:lnTo>
                  <a:lnTo>
                    <a:pt x="145918" y="783"/>
                  </a:lnTo>
                  <a:lnTo>
                    <a:pt x="140556" y="1391"/>
                  </a:lnTo>
                  <a:lnTo>
                    <a:pt x="135217" y="2172"/>
                  </a:lnTo>
                  <a:lnTo>
                    <a:pt x="129906" y="3125"/>
                  </a:lnTo>
                  <a:lnTo>
                    <a:pt x="124628" y="4249"/>
                  </a:lnTo>
                  <a:lnTo>
                    <a:pt x="119390" y="5543"/>
                  </a:lnTo>
                  <a:lnTo>
                    <a:pt x="114195" y="7005"/>
                  </a:lnTo>
                  <a:lnTo>
                    <a:pt x="109051" y="8634"/>
                  </a:lnTo>
                  <a:lnTo>
                    <a:pt x="103962" y="10428"/>
                  </a:lnTo>
                  <a:lnTo>
                    <a:pt x="98934" y="12385"/>
                  </a:lnTo>
                  <a:lnTo>
                    <a:pt x="93971" y="14504"/>
                  </a:lnTo>
                  <a:lnTo>
                    <a:pt x="89079" y="16782"/>
                  </a:lnTo>
                  <a:lnTo>
                    <a:pt x="84264" y="19216"/>
                  </a:lnTo>
                  <a:lnTo>
                    <a:pt x="79529" y="21805"/>
                  </a:lnTo>
                  <a:lnTo>
                    <a:pt x="74881" y="24545"/>
                  </a:lnTo>
                  <a:lnTo>
                    <a:pt x="70323" y="27433"/>
                  </a:lnTo>
                  <a:lnTo>
                    <a:pt x="65861" y="30468"/>
                  </a:lnTo>
                  <a:lnTo>
                    <a:pt x="61499" y="33644"/>
                  </a:lnTo>
                  <a:lnTo>
                    <a:pt x="57242" y="36960"/>
                  </a:lnTo>
                  <a:lnTo>
                    <a:pt x="53095" y="40412"/>
                  </a:lnTo>
                  <a:lnTo>
                    <a:pt x="49060" y="43995"/>
                  </a:lnTo>
                  <a:lnTo>
                    <a:pt x="45144" y="47707"/>
                  </a:lnTo>
                  <a:lnTo>
                    <a:pt x="41349" y="51543"/>
                  </a:lnTo>
                  <a:lnTo>
                    <a:pt x="37680" y="55500"/>
                  </a:lnTo>
                  <a:lnTo>
                    <a:pt x="34141" y="59573"/>
                  </a:lnTo>
                  <a:lnTo>
                    <a:pt x="30735" y="63759"/>
                  </a:lnTo>
                  <a:lnTo>
                    <a:pt x="27466" y="68052"/>
                  </a:lnTo>
                  <a:lnTo>
                    <a:pt x="24338" y="72448"/>
                  </a:lnTo>
                  <a:lnTo>
                    <a:pt x="21352" y="76943"/>
                  </a:lnTo>
                  <a:lnTo>
                    <a:pt x="18514" y="81532"/>
                  </a:lnTo>
                  <a:lnTo>
                    <a:pt x="15825" y="86210"/>
                  </a:lnTo>
                  <a:lnTo>
                    <a:pt x="13288" y="90973"/>
                  </a:lnTo>
                  <a:lnTo>
                    <a:pt x="10906" y="95815"/>
                  </a:lnTo>
                  <a:lnTo>
                    <a:pt x="8682" y="100731"/>
                  </a:lnTo>
                  <a:lnTo>
                    <a:pt x="6618" y="105717"/>
                  </a:lnTo>
                  <a:lnTo>
                    <a:pt x="4716" y="110766"/>
                  </a:lnTo>
                  <a:lnTo>
                    <a:pt x="2977" y="115874"/>
                  </a:lnTo>
                  <a:lnTo>
                    <a:pt x="1405" y="121036"/>
                  </a:lnTo>
                  <a:lnTo>
                    <a:pt x="0" y="126246"/>
                  </a:lnTo>
                  <a:lnTo>
                    <a:pt x="162081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050485" y="4920629"/>
              <a:ext cx="162081" cy="40921"/>
            </a:xfrm>
            <a:custGeom>
              <a:avLst/>
              <a:pathLst>
                <a:path w="162081" h="40921">
                  <a:moveTo>
                    <a:pt x="0" y="0"/>
                  </a:moveTo>
                  <a:lnTo>
                    <a:pt x="162081" y="409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050485" y="4920629"/>
              <a:ext cx="162081" cy="40921"/>
            </a:xfrm>
            <a:custGeom>
              <a:avLst/>
              <a:pathLst>
                <a:path w="162081" h="40921">
                  <a:moveTo>
                    <a:pt x="0" y="0"/>
                  </a:moveTo>
                  <a:lnTo>
                    <a:pt x="162081" y="409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050485" y="4920629"/>
              <a:ext cx="162081" cy="40921"/>
            </a:xfrm>
            <a:custGeom>
              <a:avLst/>
              <a:pathLst>
                <a:path w="162081" h="40921">
                  <a:moveTo>
                    <a:pt x="0" y="0"/>
                  </a:moveTo>
                  <a:lnTo>
                    <a:pt x="162081" y="409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050485" y="4920629"/>
              <a:ext cx="162081" cy="40921"/>
            </a:xfrm>
            <a:custGeom>
              <a:avLst/>
              <a:pathLst>
                <a:path w="162081" h="40921">
                  <a:moveTo>
                    <a:pt x="0" y="0"/>
                  </a:moveTo>
                  <a:lnTo>
                    <a:pt x="162081" y="409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050485" y="4920629"/>
              <a:ext cx="162081" cy="40921"/>
            </a:xfrm>
            <a:custGeom>
              <a:avLst/>
              <a:pathLst>
                <a:path w="162081" h="40921">
                  <a:moveTo>
                    <a:pt x="0" y="0"/>
                  </a:moveTo>
                  <a:lnTo>
                    <a:pt x="162081" y="409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050485" y="4920629"/>
              <a:ext cx="162081" cy="40921"/>
            </a:xfrm>
            <a:custGeom>
              <a:avLst/>
              <a:pathLst>
                <a:path w="162081" h="40921">
                  <a:moveTo>
                    <a:pt x="0" y="0"/>
                  </a:moveTo>
                  <a:lnTo>
                    <a:pt x="162081" y="409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050485" y="4920629"/>
              <a:ext cx="162081" cy="40921"/>
            </a:xfrm>
            <a:custGeom>
              <a:avLst/>
              <a:pathLst>
                <a:path w="162081" h="40921">
                  <a:moveTo>
                    <a:pt x="0" y="0"/>
                  </a:moveTo>
                  <a:lnTo>
                    <a:pt x="162081" y="409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050485" y="4920629"/>
              <a:ext cx="162081" cy="40921"/>
            </a:xfrm>
            <a:custGeom>
              <a:avLst/>
              <a:pathLst>
                <a:path w="162081" h="40921">
                  <a:moveTo>
                    <a:pt x="0" y="0"/>
                  </a:moveTo>
                  <a:lnTo>
                    <a:pt x="162081" y="409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050485" y="4920629"/>
              <a:ext cx="162081" cy="40921"/>
            </a:xfrm>
            <a:custGeom>
              <a:avLst/>
              <a:pathLst>
                <a:path w="162081" h="40921">
                  <a:moveTo>
                    <a:pt x="0" y="0"/>
                  </a:moveTo>
                  <a:lnTo>
                    <a:pt x="162081" y="409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046488" y="4920629"/>
              <a:ext cx="166078" cy="40921"/>
            </a:xfrm>
            <a:custGeom>
              <a:avLst/>
              <a:pathLst>
                <a:path w="166078" h="40921">
                  <a:moveTo>
                    <a:pt x="3996" y="0"/>
                  </a:moveTo>
                  <a:lnTo>
                    <a:pt x="2341" y="7228"/>
                  </a:lnTo>
                  <a:lnTo>
                    <a:pt x="1008" y="14523"/>
                  </a:lnTo>
                  <a:lnTo>
                    <a:pt x="0" y="21870"/>
                  </a:lnTo>
                  <a:lnTo>
                    <a:pt x="166078" y="409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045413" y="4794382"/>
              <a:ext cx="334302" cy="334334"/>
            </a:xfrm>
            <a:custGeom>
              <a:avLst/>
              <a:pathLst>
                <a:path w="334302" h="334334">
                  <a:moveTo>
                    <a:pt x="1075" y="148116"/>
                  </a:moveTo>
                  <a:lnTo>
                    <a:pt x="554" y="153398"/>
                  </a:lnTo>
                  <a:lnTo>
                    <a:pt x="201" y="158695"/>
                  </a:lnTo>
                  <a:lnTo>
                    <a:pt x="16" y="163999"/>
                  </a:lnTo>
                  <a:lnTo>
                    <a:pt x="0" y="169307"/>
                  </a:lnTo>
                  <a:lnTo>
                    <a:pt x="152" y="174613"/>
                  </a:lnTo>
                  <a:lnTo>
                    <a:pt x="472" y="179911"/>
                  </a:lnTo>
                  <a:lnTo>
                    <a:pt x="961" y="185197"/>
                  </a:lnTo>
                  <a:lnTo>
                    <a:pt x="1617" y="190464"/>
                  </a:lnTo>
                  <a:lnTo>
                    <a:pt x="2440" y="195708"/>
                  </a:lnTo>
                  <a:lnTo>
                    <a:pt x="3429" y="200923"/>
                  </a:lnTo>
                  <a:lnTo>
                    <a:pt x="4584" y="206104"/>
                  </a:lnTo>
                  <a:lnTo>
                    <a:pt x="5902" y="211246"/>
                  </a:lnTo>
                  <a:lnTo>
                    <a:pt x="7383" y="216343"/>
                  </a:lnTo>
                  <a:lnTo>
                    <a:pt x="9024" y="221391"/>
                  </a:lnTo>
                  <a:lnTo>
                    <a:pt x="10826" y="226384"/>
                  </a:lnTo>
                  <a:lnTo>
                    <a:pt x="12784" y="231317"/>
                  </a:lnTo>
                  <a:lnTo>
                    <a:pt x="14899" y="236186"/>
                  </a:lnTo>
                  <a:lnTo>
                    <a:pt x="17167" y="240985"/>
                  </a:lnTo>
                  <a:lnTo>
                    <a:pt x="19586" y="245709"/>
                  </a:lnTo>
                  <a:lnTo>
                    <a:pt x="22154" y="250355"/>
                  </a:lnTo>
                  <a:lnTo>
                    <a:pt x="24868" y="254917"/>
                  </a:lnTo>
                  <a:lnTo>
                    <a:pt x="27726" y="259390"/>
                  </a:lnTo>
                  <a:lnTo>
                    <a:pt x="30724" y="263770"/>
                  </a:lnTo>
                  <a:lnTo>
                    <a:pt x="33860" y="268052"/>
                  </a:lnTo>
                  <a:lnTo>
                    <a:pt x="37130" y="272233"/>
                  </a:lnTo>
                  <a:lnTo>
                    <a:pt x="40532" y="276309"/>
                  </a:lnTo>
                  <a:lnTo>
                    <a:pt x="44060" y="280274"/>
                  </a:lnTo>
                  <a:lnTo>
                    <a:pt x="47713" y="284125"/>
                  </a:lnTo>
                  <a:lnTo>
                    <a:pt x="51487" y="287858"/>
                  </a:lnTo>
                  <a:lnTo>
                    <a:pt x="55377" y="291469"/>
                  </a:lnTo>
                  <a:lnTo>
                    <a:pt x="59380" y="294955"/>
                  </a:lnTo>
                  <a:lnTo>
                    <a:pt x="63491" y="298312"/>
                  </a:lnTo>
                  <a:lnTo>
                    <a:pt x="67707" y="301537"/>
                  </a:lnTo>
                  <a:lnTo>
                    <a:pt x="72023" y="304627"/>
                  </a:lnTo>
                  <a:lnTo>
                    <a:pt x="76436" y="307578"/>
                  </a:lnTo>
                  <a:lnTo>
                    <a:pt x="80939" y="310387"/>
                  </a:lnTo>
                  <a:lnTo>
                    <a:pt x="85530" y="313052"/>
                  </a:lnTo>
                  <a:lnTo>
                    <a:pt x="90202" y="315570"/>
                  </a:lnTo>
                  <a:lnTo>
                    <a:pt x="94953" y="317938"/>
                  </a:lnTo>
                  <a:lnTo>
                    <a:pt x="99776" y="320155"/>
                  </a:lnTo>
                  <a:lnTo>
                    <a:pt x="104667" y="322217"/>
                  </a:lnTo>
                  <a:lnTo>
                    <a:pt x="109621" y="324122"/>
                  </a:lnTo>
                  <a:lnTo>
                    <a:pt x="114633" y="325870"/>
                  </a:lnTo>
                  <a:lnTo>
                    <a:pt x="119698" y="327457"/>
                  </a:lnTo>
                  <a:lnTo>
                    <a:pt x="124811" y="328883"/>
                  </a:lnTo>
                  <a:lnTo>
                    <a:pt x="129967" y="330146"/>
                  </a:lnTo>
                  <a:lnTo>
                    <a:pt x="135160" y="331244"/>
                  </a:lnTo>
                  <a:lnTo>
                    <a:pt x="140385" y="332177"/>
                  </a:lnTo>
                  <a:lnTo>
                    <a:pt x="145638" y="332944"/>
                  </a:lnTo>
                  <a:lnTo>
                    <a:pt x="150912" y="333544"/>
                  </a:lnTo>
                  <a:lnTo>
                    <a:pt x="156202" y="333975"/>
                  </a:lnTo>
                  <a:lnTo>
                    <a:pt x="161504" y="334239"/>
                  </a:lnTo>
                  <a:lnTo>
                    <a:pt x="166811" y="334334"/>
                  </a:lnTo>
                  <a:lnTo>
                    <a:pt x="172118" y="334261"/>
                  </a:lnTo>
                  <a:lnTo>
                    <a:pt x="177421" y="334019"/>
                  </a:lnTo>
                  <a:lnTo>
                    <a:pt x="182713" y="333609"/>
                  </a:lnTo>
                  <a:lnTo>
                    <a:pt x="187989" y="333031"/>
                  </a:lnTo>
                  <a:lnTo>
                    <a:pt x="193245" y="332286"/>
                  </a:lnTo>
                  <a:lnTo>
                    <a:pt x="198474" y="331374"/>
                  </a:lnTo>
                  <a:lnTo>
                    <a:pt x="203672" y="330297"/>
                  </a:lnTo>
                  <a:lnTo>
                    <a:pt x="208832" y="329055"/>
                  </a:lnTo>
                  <a:lnTo>
                    <a:pt x="213951" y="327650"/>
                  </a:lnTo>
                  <a:lnTo>
                    <a:pt x="219023" y="326084"/>
                  </a:lnTo>
                  <a:lnTo>
                    <a:pt x="224042" y="324357"/>
                  </a:lnTo>
                  <a:lnTo>
                    <a:pt x="229004" y="322471"/>
                  </a:lnTo>
                  <a:lnTo>
                    <a:pt x="233903" y="320429"/>
                  </a:lnTo>
                  <a:lnTo>
                    <a:pt x="238735" y="318233"/>
                  </a:lnTo>
                  <a:lnTo>
                    <a:pt x="243495" y="315884"/>
                  </a:lnTo>
                  <a:lnTo>
                    <a:pt x="248179" y="313385"/>
                  </a:lnTo>
                  <a:lnTo>
                    <a:pt x="252780" y="310739"/>
                  </a:lnTo>
                  <a:lnTo>
                    <a:pt x="257295" y="307948"/>
                  </a:lnTo>
                  <a:lnTo>
                    <a:pt x="261719" y="305016"/>
                  </a:lnTo>
                  <a:lnTo>
                    <a:pt x="266048" y="301944"/>
                  </a:lnTo>
                  <a:lnTo>
                    <a:pt x="270277" y="298736"/>
                  </a:lnTo>
                  <a:lnTo>
                    <a:pt x="274402" y="295396"/>
                  </a:lnTo>
                  <a:lnTo>
                    <a:pt x="278419" y="291926"/>
                  </a:lnTo>
                  <a:lnTo>
                    <a:pt x="282324" y="288331"/>
                  </a:lnTo>
                  <a:lnTo>
                    <a:pt x="286113" y="284613"/>
                  </a:lnTo>
                  <a:lnTo>
                    <a:pt x="289782" y="280777"/>
                  </a:lnTo>
                  <a:lnTo>
                    <a:pt x="293327" y="276826"/>
                  </a:lnTo>
                  <a:lnTo>
                    <a:pt x="296745" y="272765"/>
                  </a:lnTo>
                  <a:lnTo>
                    <a:pt x="300032" y="268598"/>
                  </a:lnTo>
                  <a:lnTo>
                    <a:pt x="303185" y="264328"/>
                  </a:lnTo>
                  <a:lnTo>
                    <a:pt x="306201" y="259960"/>
                  </a:lnTo>
                  <a:lnTo>
                    <a:pt x="309077" y="255499"/>
                  </a:lnTo>
                  <a:lnTo>
                    <a:pt x="311810" y="250948"/>
                  </a:lnTo>
                  <a:lnTo>
                    <a:pt x="314397" y="246313"/>
                  </a:lnTo>
                  <a:lnTo>
                    <a:pt x="316836" y="241599"/>
                  </a:lnTo>
                  <a:lnTo>
                    <a:pt x="319123" y="236809"/>
                  </a:lnTo>
                  <a:lnTo>
                    <a:pt x="321258" y="231949"/>
                  </a:lnTo>
                  <a:lnTo>
                    <a:pt x="323237" y="227024"/>
                  </a:lnTo>
                  <a:lnTo>
                    <a:pt x="325059" y="222038"/>
                  </a:lnTo>
                  <a:lnTo>
                    <a:pt x="326721" y="216997"/>
                  </a:lnTo>
                  <a:lnTo>
                    <a:pt x="328223" y="211906"/>
                  </a:lnTo>
                  <a:lnTo>
                    <a:pt x="329562" y="206770"/>
                  </a:lnTo>
                  <a:lnTo>
                    <a:pt x="330737" y="201594"/>
                  </a:lnTo>
                  <a:lnTo>
                    <a:pt x="331748" y="196383"/>
                  </a:lnTo>
                  <a:lnTo>
                    <a:pt x="332592" y="191142"/>
                  </a:lnTo>
                  <a:lnTo>
                    <a:pt x="333270" y="185878"/>
                  </a:lnTo>
                  <a:lnTo>
                    <a:pt x="333781" y="180594"/>
                  </a:lnTo>
                  <a:lnTo>
                    <a:pt x="334123" y="175297"/>
                  </a:lnTo>
                  <a:lnTo>
                    <a:pt x="334297" y="169992"/>
                  </a:lnTo>
                  <a:lnTo>
                    <a:pt x="334302" y="164684"/>
                  </a:lnTo>
                  <a:lnTo>
                    <a:pt x="334139" y="159379"/>
                  </a:lnTo>
                  <a:lnTo>
                    <a:pt x="333808" y="154081"/>
                  </a:lnTo>
                  <a:lnTo>
                    <a:pt x="333308" y="148797"/>
                  </a:lnTo>
                  <a:lnTo>
                    <a:pt x="332641" y="143531"/>
                  </a:lnTo>
                  <a:lnTo>
                    <a:pt x="331807" y="138289"/>
                  </a:lnTo>
                  <a:lnTo>
                    <a:pt x="330808" y="133076"/>
                  </a:lnTo>
                  <a:lnTo>
                    <a:pt x="329643" y="127897"/>
                  </a:lnTo>
                  <a:lnTo>
                    <a:pt x="328314" y="122758"/>
                  </a:lnTo>
                  <a:lnTo>
                    <a:pt x="326823" y="117664"/>
                  </a:lnTo>
                  <a:lnTo>
                    <a:pt x="325171" y="112619"/>
                  </a:lnTo>
                  <a:lnTo>
                    <a:pt x="323359" y="107630"/>
                  </a:lnTo>
                  <a:lnTo>
                    <a:pt x="321390" y="102701"/>
                  </a:lnTo>
                  <a:lnTo>
                    <a:pt x="319266" y="97836"/>
                  </a:lnTo>
                  <a:lnTo>
                    <a:pt x="316988" y="93042"/>
                  </a:lnTo>
                  <a:lnTo>
                    <a:pt x="314559" y="88322"/>
                  </a:lnTo>
                  <a:lnTo>
                    <a:pt x="311982" y="83682"/>
                  </a:lnTo>
                  <a:lnTo>
                    <a:pt x="309258" y="79126"/>
                  </a:lnTo>
                  <a:lnTo>
                    <a:pt x="306391" y="74659"/>
                  </a:lnTo>
                  <a:lnTo>
                    <a:pt x="303384" y="70285"/>
                  </a:lnTo>
                  <a:lnTo>
                    <a:pt x="300239" y="66009"/>
                  </a:lnTo>
                  <a:lnTo>
                    <a:pt x="296961" y="61834"/>
                  </a:lnTo>
                  <a:lnTo>
                    <a:pt x="293551" y="57766"/>
                  </a:lnTo>
                  <a:lnTo>
                    <a:pt x="290014" y="53808"/>
                  </a:lnTo>
                  <a:lnTo>
                    <a:pt x="286353" y="49965"/>
                  </a:lnTo>
                  <a:lnTo>
                    <a:pt x="282572" y="46239"/>
                  </a:lnTo>
                  <a:lnTo>
                    <a:pt x="278675" y="42636"/>
                  </a:lnTo>
                  <a:lnTo>
                    <a:pt x="274665" y="39158"/>
                  </a:lnTo>
                  <a:lnTo>
                    <a:pt x="270546" y="35809"/>
                  </a:lnTo>
                  <a:lnTo>
                    <a:pt x="266324" y="32593"/>
                  </a:lnTo>
                  <a:lnTo>
                    <a:pt x="262001" y="29512"/>
                  </a:lnTo>
                  <a:lnTo>
                    <a:pt x="257583" y="26570"/>
                  </a:lnTo>
                  <a:lnTo>
                    <a:pt x="253074" y="23770"/>
                  </a:lnTo>
                  <a:lnTo>
                    <a:pt x="248478" y="21115"/>
                  </a:lnTo>
                  <a:lnTo>
                    <a:pt x="243800" y="18606"/>
                  </a:lnTo>
                  <a:lnTo>
                    <a:pt x="239045" y="16248"/>
                  </a:lnTo>
                  <a:lnTo>
                    <a:pt x="234217" y="14041"/>
                  </a:lnTo>
                  <a:lnTo>
                    <a:pt x="229322" y="11989"/>
                  </a:lnTo>
                  <a:lnTo>
                    <a:pt x="224364" y="10094"/>
                  </a:lnTo>
                  <a:lnTo>
                    <a:pt x="219348" y="8357"/>
                  </a:lnTo>
                  <a:lnTo>
                    <a:pt x="214280" y="6780"/>
                  </a:lnTo>
                  <a:lnTo>
                    <a:pt x="209164" y="5364"/>
                  </a:lnTo>
                  <a:lnTo>
                    <a:pt x="204006" y="4112"/>
                  </a:lnTo>
                  <a:lnTo>
                    <a:pt x="198810" y="3024"/>
                  </a:lnTo>
                  <a:lnTo>
                    <a:pt x="193583" y="2102"/>
                  </a:lnTo>
                  <a:lnTo>
                    <a:pt x="188329" y="1346"/>
                  </a:lnTo>
                  <a:lnTo>
                    <a:pt x="183054" y="757"/>
                  </a:lnTo>
                  <a:lnTo>
                    <a:pt x="177763" y="337"/>
                  </a:lnTo>
                  <a:lnTo>
                    <a:pt x="172461" y="84"/>
                  </a:lnTo>
                  <a:lnTo>
                    <a:pt x="167153" y="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3627433" y="5103947"/>
              <a:ext cx="1655" cy="167167"/>
            </a:xfrm>
            <a:custGeom>
              <a:avLst/>
              <a:pathLst>
                <a:path w="1655" h="167167">
                  <a:moveTo>
                    <a:pt x="1655" y="0"/>
                  </a:moveTo>
                  <a:lnTo>
                    <a:pt x="0" y="8"/>
                  </a:lnTo>
                  <a:lnTo>
                    <a:pt x="1655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3627433" y="5103955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3627433" y="5103955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3627433" y="5103955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3627433" y="5103955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3627433" y="5103955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3627433" y="5103955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3627433" y="5103955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3627433" y="5103955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3461932" y="5103955"/>
              <a:ext cx="334317" cy="334326"/>
            </a:xfrm>
            <a:custGeom>
              <a:avLst/>
              <a:pathLst>
                <a:path w="334317" h="334326">
                  <a:moveTo>
                    <a:pt x="165500" y="0"/>
                  </a:moveTo>
                  <a:lnTo>
                    <a:pt x="160216" y="135"/>
                  </a:lnTo>
                  <a:lnTo>
                    <a:pt x="154940" y="438"/>
                  </a:lnTo>
                  <a:lnTo>
                    <a:pt x="149676" y="908"/>
                  </a:lnTo>
                  <a:lnTo>
                    <a:pt x="144429" y="1543"/>
                  </a:lnTo>
                  <a:lnTo>
                    <a:pt x="139205" y="2345"/>
                  </a:lnTo>
                  <a:lnTo>
                    <a:pt x="134008" y="3311"/>
                  </a:lnTo>
                  <a:lnTo>
                    <a:pt x="128845" y="4440"/>
                  </a:lnTo>
                  <a:lnTo>
                    <a:pt x="123721" y="5733"/>
                  </a:lnTo>
                  <a:lnTo>
                    <a:pt x="118639" y="7186"/>
                  </a:lnTo>
                  <a:lnTo>
                    <a:pt x="113606" y="8800"/>
                  </a:lnTo>
                  <a:lnTo>
                    <a:pt x="108627" y="10572"/>
                  </a:lnTo>
                  <a:lnTo>
                    <a:pt x="103706" y="12501"/>
                  </a:lnTo>
                  <a:lnTo>
                    <a:pt x="98849" y="14584"/>
                  </a:lnTo>
                  <a:lnTo>
                    <a:pt x="94060" y="16819"/>
                  </a:lnTo>
                  <a:lnTo>
                    <a:pt x="89344" y="19205"/>
                  </a:lnTo>
                  <a:lnTo>
                    <a:pt x="84706" y="21739"/>
                  </a:lnTo>
                  <a:lnTo>
                    <a:pt x="80150" y="24418"/>
                  </a:lnTo>
                  <a:lnTo>
                    <a:pt x="75681" y="27240"/>
                  </a:lnTo>
                  <a:lnTo>
                    <a:pt x="71303" y="30201"/>
                  </a:lnTo>
                  <a:lnTo>
                    <a:pt x="67022" y="33300"/>
                  </a:lnTo>
                  <a:lnTo>
                    <a:pt x="62840" y="36532"/>
                  </a:lnTo>
                  <a:lnTo>
                    <a:pt x="58763" y="39895"/>
                  </a:lnTo>
                  <a:lnTo>
                    <a:pt x="54794" y="43385"/>
                  </a:lnTo>
                  <a:lnTo>
                    <a:pt x="50937" y="46999"/>
                  </a:lnTo>
                  <a:lnTo>
                    <a:pt x="47197" y="50733"/>
                  </a:lnTo>
                  <a:lnTo>
                    <a:pt x="43576" y="54584"/>
                  </a:lnTo>
                  <a:lnTo>
                    <a:pt x="40079" y="58547"/>
                  </a:lnTo>
                  <a:lnTo>
                    <a:pt x="36710" y="62618"/>
                  </a:lnTo>
                  <a:lnTo>
                    <a:pt x="33470" y="66794"/>
                  </a:lnTo>
                  <a:lnTo>
                    <a:pt x="30364" y="71070"/>
                  </a:lnTo>
                  <a:lnTo>
                    <a:pt x="27395" y="75443"/>
                  </a:lnTo>
                  <a:lnTo>
                    <a:pt x="24565" y="79907"/>
                  </a:lnTo>
                  <a:lnTo>
                    <a:pt x="21878" y="84458"/>
                  </a:lnTo>
                  <a:lnTo>
                    <a:pt x="19337" y="89092"/>
                  </a:lnTo>
                  <a:lnTo>
                    <a:pt x="16943" y="93804"/>
                  </a:lnTo>
                  <a:lnTo>
                    <a:pt x="14699" y="98589"/>
                  </a:lnTo>
                  <a:lnTo>
                    <a:pt x="12607" y="103443"/>
                  </a:lnTo>
                  <a:lnTo>
                    <a:pt x="10670" y="108360"/>
                  </a:lnTo>
                  <a:lnTo>
                    <a:pt x="8890" y="113336"/>
                  </a:lnTo>
                  <a:lnTo>
                    <a:pt x="7267" y="118366"/>
                  </a:lnTo>
                  <a:lnTo>
                    <a:pt x="5805" y="123445"/>
                  </a:lnTo>
                  <a:lnTo>
                    <a:pt x="4504" y="128568"/>
                  </a:lnTo>
                  <a:lnTo>
                    <a:pt x="3365" y="133729"/>
                  </a:lnTo>
                  <a:lnTo>
                    <a:pt x="2390" y="138923"/>
                  </a:lnTo>
                  <a:lnTo>
                    <a:pt x="1580" y="144146"/>
                  </a:lnTo>
                  <a:lnTo>
                    <a:pt x="935" y="149392"/>
                  </a:lnTo>
                  <a:lnTo>
                    <a:pt x="456" y="154655"/>
                  </a:lnTo>
                  <a:lnTo>
                    <a:pt x="145" y="159931"/>
                  </a:lnTo>
                  <a:lnTo>
                    <a:pt x="0" y="165215"/>
                  </a:lnTo>
                  <a:lnTo>
                    <a:pt x="22" y="170500"/>
                  </a:lnTo>
                  <a:lnTo>
                    <a:pt x="211" y="175782"/>
                  </a:lnTo>
                  <a:lnTo>
                    <a:pt x="567" y="181055"/>
                  </a:lnTo>
                  <a:lnTo>
                    <a:pt x="1089" y="186314"/>
                  </a:lnTo>
                  <a:lnTo>
                    <a:pt x="1778" y="191554"/>
                  </a:lnTo>
                  <a:lnTo>
                    <a:pt x="2632" y="196770"/>
                  </a:lnTo>
                  <a:lnTo>
                    <a:pt x="3650" y="201956"/>
                  </a:lnTo>
                  <a:lnTo>
                    <a:pt x="4832" y="207108"/>
                  </a:lnTo>
                  <a:lnTo>
                    <a:pt x="6176" y="212219"/>
                  </a:lnTo>
                  <a:lnTo>
                    <a:pt x="7681" y="217286"/>
                  </a:lnTo>
                  <a:lnTo>
                    <a:pt x="9345" y="222302"/>
                  </a:lnTo>
                  <a:lnTo>
                    <a:pt x="11167" y="227263"/>
                  </a:lnTo>
                  <a:lnTo>
                    <a:pt x="13145" y="232164"/>
                  </a:lnTo>
                  <a:lnTo>
                    <a:pt x="15277" y="237000"/>
                  </a:lnTo>
                  <a:lnTo>
                    <a:pt x="17561" y="241767"/>
                  </a:lnTo>
                  <a:lnTo>
                    <a:pt x="19994" y="246458"/>
                  </a:lnTo>
                  <a:lnTo>
                    <a:pt x="22574" y="251071"/>
                  </a:lnTo>
                  <a:lnTo>
                    <a:pt x="25299" y="255599"/>
                  </a:lnTo>
                  <a:lnTo>
                    <a:pt x="28166" y="260040"/>
                  </a:lnTo>
                  <a:lnTo>
                    <a:pt x="31172" y="264387"/>
                  </a:lnTo>
                  <a:lnTo>
                    <a:pt x="34313" y="268637"/>
                  </a:lnTo>
                  <a:lnTo>
                    <a:pt x="37588" y="272786"/>
                  </a:lnTo>
                  <a:lnTo>
                    <a:pt x="40992" y="276829"/>
                  </a:lnTo>
                  <a:lnTo>
                    <a:pt x="44522" y="280763"/>
                  </a:lnTo>
                  <a:lnTo>
                    <a:pt x="48174" y="284583"/>
                  </a:lnTo>
                  <a:lnTo>
                    <a:pt x="51946" y="288285"/>
                  </a:lnTo>
                  <a:lnTo>
                    <a:pt x="55832" y="291867"/>
                  </a:lnTo>
                  <a:lnTo>
                    <a:pt x="59830" y="295324"/>
                  </a:lnTo>
                  <a:lnTo>
                    <a:pt x="63935" y="298652"/>
                  </a:lnTo>
                  <a:lnTo>
                    <a:pt x="68144" y="301850"/>
                  </a:lnTo>
                  <a:lnTo>
                    <a:pt x="72451" y="304912"/>
                  </a:lnTo>
                  <a:lnTo>
                    <a:pt x="76853" y="307837"/>
                  </a:lnTo>
                  <a:lnTo>
                    <a:pt x="81346" y="310622"/>
                  </a:lnTo>
                  <a:lnTo>
                    <a:pt x="85924" y="313263"/>
                  </a:lnTo>
                  <a:lnTo>
                    <a:pt x="90583" y="315757"/>
                  </a:lnTo>
                  <a:lnTo>
                    <a:pt x="95319" y="318104"/>
                  </a:lnTo>
                  <a:lnTo>
                    <a:pt x="100126" y="320299"/>
                  </a:lnTo>
                  <a:lnTo>
                    <a:pt x="105001" y="322342"/>
                  </a:lnTo>
                  <a:lnTo>
                    <a:pt x="109938" y="324229"/>
                  </a:lnTo>
                  <a:lnTo>
                    <a:pt x="114932" y="325959"/>
                  </a:lnTo>
                  <a:lnTo>
                    <a:pt x="119978" y="327531"/>
                  </a:lnTo>
                  <a:lnTo>
                    <a:pt x="125071" y="328942"/>
                  </a:lnTo>
                  <a:lnTo>
                    <a:pt x="130207" y="330192"/>
                  </a:lnTo>
                  <a:lnTo>
                    <a:pt x="135379" y="331278"/>
                  </a:lnTo>
                  <a:lnTo>
                    <a:pt x="140583" y="332201"/>
                  </a:lnTo>
                  <a:lnTo>
                    <a:pt x="145814" y="332958"/>
                  </a:lnTo>
                  <a:lnTo>
                    <a:pt x="151066" y="333550"/>
                  </a:lnTo>
                  <a:lnTo>
                    <a:pt x="156334" y="333976"/>
                  </a:lnTo>
                  <a:lnTo>
                    <a:pt x="161613" y="334234"/>
                  </a:lnTo>
                  <a:lnTo>
                    <a:pt x="166897" y="334326"/>
                  </a:lnTo>
                  <a:lnTo>
                    <a:pt x="172182" y="334251"/>
                  </a:lnTo>
                  <a:lnTo>
                    <a:pt x="177461" y="334008"/>
                  </a:lnTo>
                  <a:lnTo>
                    <a:pt x="182731" y="333599"/>
                  </a:lnTo>
                  <a:lnTo>
                    <a:pt x="187984" y="333023"/>
                  </a:lnTo>
                  <a:lnTo>
                    <a:pt x="193217" y="332282"/>
                  </a:lnTo>
                  <a:lnTo>
                    <a:pt x="198424" y="331376"/>
                  </a:lnTo>
                  <a:lnTo>
                    <a:pt x="203600" y="330305"/>
                  </a:lnTo>
                  <a:lnTo>
                    <a:pt x="208739" y="329072"/>
                  </a:lnTo>
                  <a:lnTo>
                    <a:pt x="213837" y="327676"/>
                  </a:lnTo>
                  <a:lnTo>
                    <a:pt x="218888" y="326120"/>
                  </a:lnTo>
                  <a:lnTo>
                    <a:pt x="223887" y="324405"/>
                  </a:lnTo>
                  <a:lnTo>
                    <a:pt x="228830" y="322533"/>
                  </a:lnTo>
                  <a:lnTo>
                    <a:pt x="233711" y="320506"/>
                  </a:lnTo>
                  <a:lnTo>
                    <a:pt x="238525" y="318325"/>
                  </a:lnTo>
                  <a:lnTo>
                    <a:pt x="243268" y="315994"/>
                  </a:lnTo>
                  <a:lnTo>
                    <a:pt x="247935" y="313513"/>
                  </a:lnTo>
                  <a:lnTo>
                    <a:pt x="252521" y="310887"/>
                  </a:lnTo>
                  <a:lnTo>
                    <a:pt x="257022" y="308116"/>
                  </a:lnTo>
                  <a:lnTo>
                    <a:pt x="261433" y="305205"/>
                  </a:lnTo>
                  <a:lnTo>
                    <a:pt x="265750" y="302155"/>
                  </a:lnTo>
                  <a:lnTo>
                    <a:pt x="269968" y="298971"/>
                  </a:lnTo>
                  <a:lnTo>
                    <a:pt x="274084" y="295655"/>
                  </a:lnTo>
                  <a:lnTo>
                    <a:pt x="278092" y="292211"/>
                  </a:lnTo>
                  <a:lnTo>
                    <a:pt x="281990" y="288641"/>
                  </a:lnTo>
                  <a:lnTo>
                    <a:pt x="285773" y="284950"/>
                  </a:lnTo>
                  <a:lnTo>
                    <a:pt x="289438" y="281142"/>
                  </a:lnTo>
                  <a:lnTo>
                    <a:pt x="292980" y="277219"/>
                  </a:lnTo>
                  <a:lnTo>
                    <a:pt x="296396" y="273186"/>
                  </a:lnTo>
                  <a:lnTo>
                    <a:pt x="299683" y="269048"/>
                  </a:lnTo>
                  <a:lnTo>
                    <a:pt x="302838" y="264807"/>
                  </a:lnTo>
                  <a:lnTo>
                    <a:pt x="305857" y="260469"/>
                  </a:lnTo>
                  <a:lnTo>
                    <a:pt x="308737" y="256038"/>
                  </a:lnTo>
                  <a:lnTo>
                    <a:pt x="311476" y="251518"/>
                  </a:lnTo>
                  <a:lnTo>
                    <a:pt x="314071" y="246913"/>
                  </a:lnTo>
                  <a:lnTo>
                    <a:pt x="316519" y="242229"/>
                  </a:lnTo>
                  <a:lnTo>
                    <a:pt x="318817" y="237470"/>
                  </a:lnTo>
                  <a:lnTo>
                    <a:pt x="320964" y="232641"/>
                  </a:lnTo>
                  <a:lnTo>
                    <a:pt x="322957" y="227746"/>
                  </a:lnTo>
                  <a:lnTo>
                    <a:pt x="324795" y="222790"/>
                  </a:lnTo>
                  <a:lnTo>
                    <a:pt x="326475" y="217779"/>
                  </a:lnTo>
                  <a:lnTo>
                    <a:pt x="327995" y="212717"/>
                  </a:lnTo>
                  <a:lnTo>
                    <a:pt x="329355" y="207610"/>
                  </a:lnTo>
                  <a:lnTo>
                    <a:pt x="330553" y="202462"/>
                  </a:lnTo>
                  <a:lnTo>
                    <a:pt x="331587" y="197279"/>
                  </a:lnTo>
                  <a:lnTo>
                    <a:pt x="332457" y="192066"/>
                  </a:lnTo>
                  <a:lnTo>
                    <a:pt x="333162" y="186828"/>
                  </a:lnTo>
                  <a:lnTo>
                    <a:pt x="333701" y="181570"/>
                  </a:lnTo>
                  <a:lnTo>
                    <a:pt x="334073" y="176298"/>
                  </a:lnTo>
                  <a:lnTo>
                    <a:pt x="334279" y="171017"/>
                  </a:lnTo>
                  <a:lnTo>
                    <a:pt x="334317" y="165732"/>
                  </a:lnTo>
                  <a:lnTo>
                    <a:pt x="334188" y="160448"/>
                  </a:lnTo>
                  <a:lnTo>
                    <a:pt x="333893" y="155171"/>
                  </a:lnTo>
                  <a:lnTo>
                    <a:pt x="333430" y="149906"/>
                  </a:lnTo>
                  <a:lnTo>
                    <a:pt x="332802" y="144659"/>
                  </a:lnTo>
                  <a:lnTo>
                    <a:pt x="332008" y="139433"/>
                  </a:lnTo>
                  <a:lnTo>
                    <a:pt x="331049" y="134236"/>
                  </a:lnTo>
                  <a:lnTo>
                    <a:pt x="329926" y="129071"/>
                  </a:lnTo>
                  <a:lnTo>
                    <a:pt x="328641" y="123945"/>
                  </a:lnTo>
                  <a:lnTo>
                    <a:pt x="327194" y="118862"/>
                  </a:lnTo>
                  <a:lnTo>
                    <a:pt x="325587" y="113826"/>
                  </a:lnTo>
                  <a:lnTo>
                    <a:pt x="323822" y="108845"/>
                  </a:lnTo>
                  <a:lnTo>
                    <a:pt x="321901" y="103921"/>
                  </a:lnTo>
                  <a:lnTo>
                    <a:pt x="319824" y="99061"/>
                  </a:lnTo>
                  <a:lnTo>
                    <a:pt x="317595" y="94269"/>
                  </a:lnTo>
                  <a:lnTo>
                    <a:pt x="315216" y="89550"/>
                  </a:lnTo>
                  <a:lnTo>
                    <a:pt x="312688" y="84908"/>
                  </a:lnTo>
                  <a:lnTo>
                    <a:pt x="310015" y="80348"/>
                  </a:lnTo>
                  <a:lnTo>
                    <a:pt x="307200" y="75876"/>
                  </a:lnTo>
                  <a:lnTo>
                    <a:pt x="304244" y="71494"/>
                  </a:lnTo>
                  <a:lnTo>
                    <a:pt x="301151" y="67208"/>
                  </a:lnTo>
                  <a:lnTo>
                    <a:pt x="297925" y="63022"/>
                  </a:lnTo>
                  <a:lnTo>
                    <a:pt x="294567" y="58940"/>
                  </a:lnTo>
                  <a:lnTo>
                    <a:pt x="291083" y="54967"/>
                  </a:lnTo>
                  <a:lnTo>
                    <a:pt x="287474" y="51105"/>
                  </a:lnTo>
                  <a:lnTo>
                    <a:pt x="283745" y="47360"/>
                  </a:lnTo>
                  <a:lnTo>
                    <a:pt x="279900" y="43734"/>
                  </a:lnTo>
                  <a:lnTo>
                    <a:pt x="275942" y="40231"/>
                  </a:lnTo>
                  <a:lnTo>
                    <a:pt x="271875" y="36856"/>
                  </a:lnTo>
                  <a:lnTo>
                    <a:pt x="267703" y="33611"/>
                  </a:lnTo>
                  <a:lnTo>
                    <a:pt x="263431" y="30499"/>
                  </a:lnTo>
                  <a:lnTo>
                    <a:pt x="259063" y="27524"/>
                  </a:lnTo>
                  <a:lnTo>
                    <a:pt x="254603" y="24688"/>
                  </a:lnTo>
                  <a:lnTo>
                    <a:pt x="250055" y="21995"/>
                  </a:lnTo>
                  <a:lnTo>
                    <a:pt x="245425" y="19447"/>
                  </a:lnTo>
                  <a:lnTo>
                    <a:pt x="240716" y="17046"/>
                  </a:lnTo>
                  <a:lnTo>
                    <a:pt x="235934" y="14796"/>
                  </a:lnTo>
                  <a:lnTo>
                    <a:pt x="231083" y="12698"/>
                  </a:lnTo>
                  <a:lnTo>
                    <a:pt x="226168" y="10754"/>
                  </a:lnTo>
                  <a:lnTo>
                    <a:pt x="221195" y="8967"/>
                  </a:lnTo>
                  <a:lnTo>
                    <a:pt x="216167" y="7337"/>
                  </a:lnTo>
                  <a:lnTo>
                    <a:pt x="211090" y="5868"/>
                  </a:lnTo>
                  <a:lnTo>
                    <a:pt x="205969" y="4560"/>
                  </a:lnTo>
                  <a:lnTo>
                    <a:pt x="200810" y="3414"/>
                  </a:lnTo>
                  <a:lnTo>
                    <a:pt x="195617" y="2432"/>
                  </a:lnTo>
                  <a:lnTo>
                    <a:pt x="190395" y="1615"/>
                  </a:lnTo>
                  <a:lnTo>
                    <a:pt x="185150" y="963"/>
                  </a:lnTo>
                  <a:lnTo>
                    <a:pt x="179887" y="477"/>
                  </a:lnTo>
                  <a:lnTo>
                    <a:pt x="174612" y="158"/>
                  </a:lnTo>
                  <a:lnTo>
                    <a:pt x="169329" y="5"/>
                  </a:lnTo>
                  <a:lnTo>
                    <a:pt x="167156" y="1671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3629088" y="5103947"/>
              <a:ext cx="2173" cy="167167"/>
            </a:xfrm>
            <a:custGeom>
              <a:avLst/>
              <a:pathLst>
                <a:path w="2173" h="167167">
                  <a:moveTo>
                    <a:pt x="2173" y="1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3941404" y="5309273"/>
              <a:ext cx="164490" cy="167167"/>
            </a:xfrm>
            <a:custGeom>
              <a:avLst/>
              <a:pathLst>
                <a:path w="164490" h="167167">
                  <a:moveTo>
                    <a:pt x="164490" y="0"/>
                  </a:moveTo>
                  <a:lnTo>
                    <a:pt x="159081" y="87"/>
                  </a:lnTo>
                  <a:lnTo>
                    <a:pt x="153677" y="350"/>
                  </a:lnTo>
                  <a:lnTo>
                    <a:pt x="148285" y="787"/>
                  </a:lnTo>
                  <a:lnTo>
                    <a:pt x="142910" y="1398"/>
                  </a:lnTo>
                  <a:lnTo>
                    <a:pt x="137558" y="2183"/>
                  </a:lnTo>
                  <a:lnTo>
                    <a:pt x="132234" y="3141"/>
                  </a:lnTo>
                  <a:lnTo>
                    <a:pt x="126943" y="4271"/>
                  </a:lnTo>
                  <a:lnTo>
                    <a:pt x="121692" y="5571"/>
                  </a:lnTo>
                  <a:lnTo>
                    <a:pt x="116486" y="7040"/>
                  </a:lnTo>
                  <a:lnTo>
                    <a:pt x="111330" y="8677"/>
                  </a:lnTo>
                  <a:lnTo>
                    <a:pt x="106229" y="10480"/>
                  </a:lnTo>
                  <a:lnTo>
                    <a:pt x="101190" y="12448"/>
                  </a:lnTo>
                  <a:lnTo>
                    <a:pt x="96217" y="14577"/>
                  </a:lnTo>
                  <a:lnTo>
                    <a:pt x="91315" y="16866"/>
                  </a:lnTo>
                  <a:lnTo>
                    <a:pt x="86490" y="19312"/>
                  </a:lnTo>
                  <a:lnTo>
                    <a:pt x="81747" y="21913"/>
                  </a:lnTo>
                  <a:lnTo>
                    <a:pt x="77090" y="24667"/>
                  </a:lnTo>
                  <a:lnTo>
                    <a:pt x="72525" y="27569"/>
                  </a:lnTo>
                  <a:lnTo>
                    <a:pt x="68056" y="30618"/>
                  </a:lnTo>
                  <a:lnTo>
                    <a:pt x="63689" y="33810"/>
                  </a:lnTo>
                  <a:lnTo>
                    <a:pt x="59426" y="37141"/>
                  </a:lnTo>
                  <a:lnTo>
                    <a:pt x="55274" y="40609"/>
                  </a:lnTo>
                  <a:lnTo>
                    <a:pt x="51236" y="44209"/>
                  </a:lnTo>
                  <a:lnTo>
                    <a:pt x="47317" y="47938"/>
                  </a:lnTo>
                  <a:lnTo>
                    <a:pt x="43521" y="51792"/>
                  </a:lnTo>
                  <a:lnTo>
                    <a:pt x="39851" y="55766"/>
                  </a:lnTo>
                  <a:lnTo>
                    <a:pt x="36312" y="59858"/>
                  </a:lnTo>
                  <a:lnTo>
                    <a:pt x="32906" y="64061"/>
                  </a:lnTo>
                  <a:lnTo>
                    <a:pt x="29639" y="68373"/>
                  </a:lnTo>
                  <a:lnTo>
                    <a:pt x="26513" y="72788"/>
                  </a:lnTo>
                  <a:lnTo>
                    <a:pt x="23532" y="77302"/>
                  </a:lnTo>
                  <a:lnTo>
                    <a:pt x="20698" y="81910"/>
                  </a:lnTo>
                  <a:lnTo>
                    <a:pt x="18014" y="86607"/>
                  </a:lnTo>
                  <a:lnTo>
                    <a:pt x="15484" y="91389"/>
                  </a:lnTo>
                  <a:lnTo>
                    <a:pt x="13110" y="96250"/>
                  </a:lnTo>
                  <a:lnTo>
                    <a:pt x="10895" y="101185"/>
                  </a:lnTo>
                  <a:lnTo>
                    <a:pt x="8840" y="106189"/>
                  </a:lnTo>
                  <a:lnTo>
                    <a:pt x="6949" y="111258"/>
                  </a:lnTo>
                  <a:lnTo>
                    <a:pt x="5222" y="116384"/>
                  </a:lnTo>
                  <a:lnTo>
                    <a:pt x="3663" y="121564"/>
                  </a:lnTo>
                  <a:lnTo>
                    <a:pt x="2271" y="126792"/>
                  </a:lnTo>
                  <a:lnTo>
                    <a:pt x="1050" y="132062"/>
                  </a:lnTo>
                  <a:lnTo>
                    <a:pt x="0" y="137369"/>
                  </a:lnTo>
                  <a:lnTo>
                    <a:pt x="16449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3938738" y="5309273"/>
              <a:ext cx="334306" cy="334334"/>
            </a:xfrm>
            <a:custGeom>
              <a:avLst/>
              <a:pathLst>
                <a:path w="334306" h="334334">
                  <a:moveTo>
                    <a:pt x="2666" y="137369"/>
                  </a:moveTo>
                  <a:lnTo>
                    <a:pt x="1803" y="142608"/>
                  </a:lnTo>
                  <a:lnTo>
                    <a:pt x="1106" y="147872"/>
                  </a:lnTo>
                  <a:lnTo>
                    <a:pt x="577" y="153155"/>
                  </a:lnTo>
                  <a:lnTo>
                    <a:pt x="216" y="158452"/>
                  </a:lnTo>
                  <a:lnTo>
                    <a:pt x="23" y="163758"/>
                  </a:lnTo>
                  <a:lnTo>
                    <a:pt x="0" y="169068"/>
                  </a:lnTo>
                  <a:lnTo>
                    <a:pt x="144" y="174376"/>
                  </a:lnTo>
                  <a:lnTo>
                    <a:pt x="457" y="179676"/>
                  </a:lnTo>
                  <a:lnTo>
                    <a:pt x="939" y="184964"/>
                  </a:lnTo>
                  <a:lnTo>
                    <a:pt x="1588" y="190233"/>
                  </a:lnTo>
                  <a:lnTo>
                    <a:pt x="2404" y="195480"/>
                  </a:lnTo>
                  <a:lnTo>
                    <a:pt x="3386" y="200698"/>
                  </a:lnTo>
                  <a:lnTo>
                    <a:pt x="4534" y="205882"/>
                  </a:lnTo>
                  <a:lnTo>
                    <a:pt x="5845" y="211027"/>
                  </a:lnTo>
                  <a:lnTo>
                    <a:pt x="7319" y="216128"/>
                  </a:lnTo>
                  <a:lnTo>
                    <a:pt x="8955" y="221179"/>
                  </a:lnTo>
                  <a:lnTo>
                    <a:pt x="10750" y="226176"/>
                  </a:lnTo>
                  <a:lnTo>
                    <a:pt x="12703" y="231114"/>
                  </a:lnTo>
                  <a:lnTo>
                    <a:pt x="14812" y="235987"/>
                  </a:lnTo>
                  <a:lnTo>
                    <a:pt x="17074" y="240790"/>
                  </a:lnTo>
                  <a:lnTo>
                    <a:pt x="19488" y="245519"/>
                  </a:lnTo>
                  <a:lnTo>
                    <a:pt x="22051" y="250170"/>
                  </a:lnTo>
                  <a:lnTo>
                    <a:pt x="24760" y="254736"/>
                  </a:lnTo>
                  <a:lnTo>
                    <a:pt x="27613" y="259214"/>
                  </a:lnTo>
                  <a:lnTo>
                    <a:pt x="30607" y="263599"/>
                  </a:lnTo>
                  <a:lnTo>
                    <a:pt x="33738" y="267887"/>
                  </a:lnTo>
                  <a:lnTo>
                    <a:pt x="37004" y="272074"/>
                  </a:lnTo>
                  <a:lnTo>
                    <a:pt x="40401" y="276154"/>
                  </a:lnTo>
                  <a:lnTo>
                    <a:pt x="43927" y="280125"/>
                  </a:lnTo>
                  <a:lnTo>
                    <a:pt x="47576" y="283981"/>
                  </a:lnTo>
                  <a:lnTo>
                    <a:pt x="51346" y="287720"/>
                  </a:lnTo>
                  <a:lnTo>
                    <a:pt x="55233" y="291337"/>
                  </a:lnTo>
                  <a:lnTo>
                    <a:pt x="59233" y="294829"/>
                  </a:lnTo>
                  <a:lnTo>
                    <a:pt x="63342" y="298192"/>
                  </a:lnTo>
                  <a:lnTo>
                    <a:pt x="67555" y="301423"/>
                  </a:lnTo>
                  <a:lnTo>
                    <a:pt x="71869" y="304518"/>
                  </a:lnTo>
                  <a:lnTo>
                    <a:pt x="76279" y="307475"/>
                  </a:lnTo>
                  <a:lnTo>
                    <a:pt x="80781" y="310290"/>
                  </a:lnTo>
                  <a:lnTo>
                    <a:pt x="85370" y="312961"/>
                  </a:lnTo>
                  <a:lnTo>
                    <a:pt x="90042" y="315485"/>
                  </a:lnTo>
                  <a:lnTo>
                    <a:pt x="94791" y="317859"/>
                  </a:lnTo>
                  <a:lnTo>
                    <a:pt x="99613" y="320082"/>
                  </a:lnTo>
                  <a:lnTo>
                    <a:pt x="104503" y="322150"/>
                  </a:lnTo>
                  <a:lnTo>
                    <a:pt x="109457" y="324061"/>
                  </a:lnTo>
                  <a:lnTo>
                    <a:pt x="114469" y="325814"/>
                  </a:lnTo>
                  <a:lnTo>
                    <a:pt x="119534" y="327408"/>
                  </a:lnTo>
                  <a:lnTo>
                    <a:pt x="124647" y="328839"/>
                  </a:lnTo>
                  <a:lnTo>
                    <a:pt x="129803" y="330108"/>
                  </a:lnTo>
                  <a:lnTo>
                    <a:pt x="134996" y="331212"/>
                  </a:lnTo>
                  <a:lnTo>
                    <a:pt x="140222" y="332150"/>
                  </a:lnTo>
                  <a:lnTo>
                    <a:pt x="145475" y="332922"/>
                  </a:lnTo>
                  <a:lnTo>
                    <a:pt x="150750" y="333527"/>
                  </a:lnTo>
                  <a:lnTo>
                    <a:pt x="156042" y="333965"/>
                  </a:lnTo>
                  <a:lnTo>
                    <a:pt x="161345" y="334233"/>
                  </a:lnTo>
                  <a:lnTo>
                    <a:pt x="166654" y="334334"/>
                  </a:lnTo>
                  <a:lnTo>
                    <a:pt x="171963" y="334265"/>
                  </a:lnTo>
                  <a:lnTo>
                    <a:pt x="177267" y="334028"/>
                  </a:lnTo>
                  <a:lnTo>
                    <a:pt x="182561" y="333623"/>
                  </a:lnTo>
                  <a:lnTo>
                    <a:pt x="187840" y="333050"/>
                  </a:lnTo>
                  <a:lnTo>
                    <a:pt x="193097" y="332309"/>
                  </a:lnTo>
                  <a:lnTo>
                    <a:pt x="198329" y="331402"/>
                  </a:lnTo>
                  <a:lnTo>
                    <a:pt x="203529" y="330329"/>
                  </a:lnTo>
                  <a:lnTo>
                    <a:pt x="208693" y="329092"/>
                  </a:lnTo>
                  <a:lnTo>
                    <a:pt x="213814" y="327691"/>
                  </a:lnTo>
                  <a:lnTo>
                    <a:pt x="218888" y="326128"/>
                  </a:lnTo>
                  <a:lnTo>
                    <a:pt x="223911" y="324405"/>
                  </a:lnTo>
                  <a:lnTo>
                    <a:pt x="228876" y="322523"/>
                  </a:lnTo>
                  <a:lnTo>
                    <a:pt x="233778" y="320485"/>
                  </a:lnTo>
                  <a:lnTo>
                    <a:pt x="238614" y="318292"/>
                  </a:lnTo>
                  <a:lnTo>
                    <a:pt x="243377" y="315946"/>
                  </a:lnTo>
                  <a:lnTo>
                    <a:pt x="248064" y="313451"/>
                  </a:lnTo>
                  <a:lnTo>
                    <a:pt x="252669" y="310807"/>
                  </a:lnTo>
                  <a:lnTo>
                    <a:pt x="257187" y="308019"/>
                  </a:lnTo>
                  <a:lnTo>
                    <a:pt x="261615" y="305089"/>
                  </a:lnTo>
                  <a:lnTo>
                    <a:pt x="265948" y="302019"/>
                  </a:lnTo>
                  <a:lnTo>
                    <a:pt x="270181" y="298814"/>
                  </a:lnTo>
                  <a:lnTo>
                    <a:pt x="274310" y="295476"/>
                  </a:lnTo>
                  <a:lnTo>
                    <a:pt x="278330" y="292008"/>
                  </a:lnTo>
                  <a:lnTo>
                    <a:pt x="282239" y="288414"/>
                  </a:lnTo>
                  <a:lnTo>
                    <a:pt x="286032" y="284698"/>
                  </a:lnTo>
                  <a:lnTo>
                    <a:pt x="289704" y="280864"/>
                  </a:lnTo>
                  <a:lnTo>
                    <a:pt x="293253" y="276914"/>
                  </a:lnTo>
                  <a:lnTo>
                    <a:pt x="296675" y="272854"/>
                  </a:lnTo>
                  <a:lnTo>
                    <a:pt x="299966" y="268688"/>
                  </a:lnTo>
                  <a:lnTo>
                    <a:pt x="303123" y="264419"/>
                  </a:lnTo>
                  <a:lnTo>
                    <a:pt x="306143" y="260052"/>
                  </a:lnTo>
                  <a:lnTo>
                    <a:pt x="309023" y="255591"/>
                  </a:lnTo>
                  <a:lnTo>
                    <a:pt x="311760" y="251041"/>
                  </a:lnTo>
                  <a:lnTo>
                    <a:pt x="314350" y="246406"/>
                  </a:lnTo>
                  <a:lnTo>
                    <a:pt x="316793" y="241691"/>
                  </a:lnTo>
                  <a:lnTo>
                    <a:pt x="319084" y="236902"/>
                  </a:lnTo>
                  <a:lnTo>
                    <a:pt x="321222" y="232041"/>
                  </a:lnTo>
                  <a:lnTo>
                    <a:pt x="323204" y="227116"/>
                  </a:lnTo>
                  <a:lnTo>
                    <a:pt x="325030" y="222130"/>
                  </a:lnTo>
                  <a:lnTo>
                    <a:pt x="326696" y="217088"/>
                  </a:lnTo>
                  <a:lnTo>
                    <a:pt x="328200" y="211996"/>
                  </a:lnTo>
                  <a:lnTo>
                    <a:pt x="329543" y="206859"/>
                  </a:lnTo>
                  <a:lnTo>
                    <a:pt x="330722" y="201682"/>
                  </a:lnTo>
                  <a:lnTo>
                    <a:pt x="331735" y="196470"/>
                  </a:lnTo>
                  <a:lnTo>
                    <a:pt x="332583" y="191229"/>
                  </a:lnTo>
                  <a:lnTo>
                    <a:pt x="333264" y="185963"/>
                  </a:lnTo>
                  <a:lnTo>
                    <a:pt x="333777" y="180678"/>
                  </a:lnTo>
                  <a:lnTo>
                    <a:pt x="334122" y="175380"/>
                  </a:lnTo>
                  <a:lnTo>
                    <a:pt x="334298" y="170073"/>
                  </a:lnTo>
                  <a:lnTo>
                    <a:pt x="334306" y="164763"/>
                  </a:lnTo>
                  <a:lnTo>
                    <a:pt x="334146" y="159456"/>
                  </a:lnTo>
                  <a:lnTo>
                    <a:pt x="333817" y="154157"/>
                  </a:lnTo>
                  <a:lnTo>
                    <a:pt x="333319" y="148871"/>
                  </a:lnTo>
                  <a:lnTo>
                    <a:pt x="332654" y="143603"/>
                  </a:lnTo>
                  <a:lnTo>
                    <a:pt x="331823" y="138359"/>
                  </a:lnTo>
                  <a:lnTo>
                    <a:pt x="330825" y="133144"/>
                  </a:lnTo>
                  <a:lnTo>
                    <a:pt x="329662" y="127963"/>
                  </a:lnTo>
                  <a:lnTo>
                    <a:pt x="328335" y="122822"/>
                  </a:lnTo>
                  <a:lnTo>
                    <a:pt x="326845" y="117725"/>
                  </a:lnTo>
                  <a:lnTo>
                    <a:pt x="325194" y="112679"/>
                  </a:lnTo>
                  <a:lnTo>
                    <a:pt x="323384" y="107687"/>
                  </a:lnTo>
                  <a:lnTo>
                    <a:pt x="321416" y="102756"/>
                  </a:lnTo>
                  <a:lnTo>
                    <a:pt x="319293" y="97889"/>
                  </a:lnTo>
                  <a:lnTo>
                    <a:pt x="317016" y="93093"/>
                  </a:lnTo>
                  <a:lnTo>
                    <a:pt x="314588" y="88371"/>
                  </a:lnTo>
                  <a:lnTo>
                    <a:pt x="312011" y="83728"/>
                  </a:lnTo>
                  <a:lnTo>
                    <a:pt x="309288" y="79170"/>
                  </a:lnTo>
                  <a:lnTo>
                    <a:pt x="306422" y="74701"/>
                  </a:lnTo>
                  <a:lnTo>
                    <a:pt x="303415" y="70324"/>
                  </a:lnTo>
                  <a:lnTo>
                    <a:pt x="300271" y="66046"/>
                  </a:lnTo>
                  <a:lnTo>
                    <a:pt x="296992" y="61869"/>
                  </a:lnTo>
                  <a:lnTo>
                    <a:pt x="293583" y="57799"/>
                  </a:lnTo>
                  <a:lnTo>
                    <a:pt x="290045" y="53839"/>
                  </a:lnTo>
                  <a:lnTo>
                    <a:pt x="286384" y="49994"/>
                  </a:lnTo>
                  <a:lnTo>
                    <a:pt x="282603" y="46266"/>
                  </a:lnTo>
                  <a:lnTo>
                    <a:pt x="278705" y="42661"/>
                  </a:lnTo>
                  <a:lnTo>
                    <a:pt x="274695" y="39181"/>
                  </a:lnTo>
                  <a:lnTo>
                    <a:pt x="270576" y="35830"/>
                  </a:lnTo>
                  <a:lnTo>
                    <a:pt x="266353" y="32612"/>
                  </a:lnTo>
                  <a:lnTo>
                    <a:pt x="262030" y="29530"/>
                  </a:lnTo>
                  <a:lnTo>
                    <a:pt x="257611" y="26586"/>
                  </a:lnTo>
                  <a:lnTo>
                    <a:pt x="253100" y="23784"/>
                  </a:lnTo>
                  <a:lnTo>
                    <a:pt x="248503" y="21127"/>
                  </a:lnTo>
                  <a:lnTo>
                    <a:pt x="243824" y="18618"/>
                  </a:lnTo>
                  <a:lnTo>
                    <a:pt x="239068" y="16258"/>
                  </a:lnTo>
                  <a:lnTo>
                    <a:pt x="234239" y="14050"/>
                  </a:lnTo>
                  <a:lnTo>
                    <a:pt x="229343" y="11997"/>
                  </a:lnTo>
                  <a:lnTo>
                    <a:pt x="224383" y="10100"/>
                  </a:lnTo>
                  <a:lnTo>
                    <a:pt x="219366" y="8362"/>
                  </a:lnTo>
                  <a:lnTo>
                    <a:pt x="214296" y="6784"/>
                  </a:lnTo>
                  <a:lnTo>
                    <a:pt x="209179" y="5368"/>
                  </a:lnTo>
                  <a:lnTo>
                    <a:pt x="204020" y="4115"/>
                  </a:lnTo>
                  <a:lnTo>
                    <a:pt x="198823" y="3026"/>
                  </a:lnTo>
                  <a:lnTo>
                    <a:pt x="193594" y="2103"/>
                  </a:lnTo>
                  <a:lnTo>
                    <a:pt x="188338" y="1347"/>
                  </a:lnTo>
                  <a:lnTo>
                    <a:pt x="183062" y="758"/>
                  </a:lnTo>
                  <a:lnTo>
                    <a:pt x="177769" y="337"/>
                  </a:lnTo>
                  <a:lnTo>
                    <a:pt x="172465" y="84"/>
                  </a:lnTo>
                  <a:lnTo>
                    <a:pt x="167156" y="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4592126" y="5399291"/>
              <a:ext cx="25153" cy="167167"/>
            </a:xfrm>
            <a:custGeom>
              <a:avLst/>
              <a:pathLst>
                <a:path w="25153" h="167167">
                  <a:moveTo>
                    <a:pt x="25153" y="0"/>
                  </a:moveTo>
                  <a:lnTo>
                    <a:pt x="16740" y="211"/>
                  </a:lnTo>
                  <a:lnTo>
                    <a:pt x="8349" y="846"/>
                  </a:lnTo>
                  <a:lnTo>
                    <a:pt x="0" y="1903"/>
                  </a:lnTo>
                  <a:lnTo>
                    <a:pt x="2515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4592126" y="5401195"/>
              <a:ext cx="25153" cy="165264"/>
            </a:xfrm>
            <a:custGeom>
              <a:avLst/>
              <a:pathLst>
                <a:path w="25153" h="165264">
                  <a:moveTo>
                    <a:pt x="0" y="0"/>
                  </a:moveTo>
                  <a:lnTo>
                    <a:pt x="25153" y="1652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4592126" y="5401195"/>
              <a:ext cx="25153" cy="165264"/>
            </a:xfrm>
            <a:custGeom>
              <a:avLst/>
              <a:pathLst>
                <a:path w="25153" h="165264">
                  <a:moveTo>
                    <a:pt x="0" y="0"/>
                  </a:moveTo>
                  <a:lnTo>
                    <a:pt x="25153" y="1652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4592126" y="5401195"/>
              <a:ext cx="25153" cy="165264"/>
            </a:xfrm>
            <a:custGeom>
              <a:avLst/>
              <a:pathLst>
                <a:path w="25153" h="165264">
                  <a:moveTo>
                    <a:pt x="0" y="0"/>
                  </a:moveTo>
                  <a:lnTo>
                    <a:pt x="25153" y="1652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4592126" y="5401195"/>
              <a:ext cx="25153" cy="165264"/>
            </a:xfrm>
            <a:custGeom>
              <a:avLst/>
              <a:pathLst>
                <a:path w="25153" h="165264">
                  <a:moveTo>
                    <a:pt x="0" y="0"/>
                  </a:moveTo>
                  <a:lnTo>
                    <a:pt x="25153" y="1652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4592126" y="5401195"/>
              <a:ext cx="25153" cy="165264"/>
            </a:xfrm>
            <a:custGeom>
              <a:avLst/>
              <a:pathLst>
                <a:path w="25153" h="165264">
                  <a:moveTo>
                    <a:pt x="0" y="0"/>
                  </a:moveTo>
                  <a:lnTo>
                    <a:pt x="25153" y="1652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4592126" y="5401195"/>
              <a:ext cx="25153" cy="165264"/>
            </a:xfrm>
            <a:custGeom>
              <a:avLst/>
              <a:pathLst>
                <a:path w="25153" h="165264">
                  <a:moveTo>
                    <a:pt x="0" y="0"/>
                  </a:moveTo>
                  <a:lnTo>
                    <a:pt x="25153" y="1652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4450115" y="5401195"/>
              <a:ext cx="334332" cy="332414"/>
            </a:xfrm>
            <a:custGeom>
              <a:avLst/>
              <a:pathLst>
                <a:path w="334332" h="332414">
                  <a:moveTo>
                    <a:pt x="142011" y="0"/>
                  </a:moveTo>
                  <a:lnTo>
                    <a:pt x="136792" y="879"/>
                  </a:lnTo>
                  <a:lnTo>
                    <a:pt x="131603" y="1923"/>
                  </a:lnTo>
                  <a:lnTo>
                    <a:pt x="126450" y="3130"/>
                  </a:lnTo>
                  <a:lnTo>
                    <a:pt x="121337" y="4500"/>
                  </a:lnTo>
                  <a:lnTo>
                    <a:pt x="116271" y="6032"/>
                  </a:lnTo>
                  <a:lnTo>
                    <a:pt x="111256" y="7723"/>
                  </a:lnTo>
                  <a:lnTo>
                    <a:pt x="106296" y="9572"/>
                  </a:lnTo>
                  <a:lnTo>
                    <a:pt x="101398" y="11577"/>
                  </a:lnTo>
                  <a:lnTo>
                    <a:pt x="96566" y="13736"/>
                  </a:lnTo>
                  <a:lnTo>
                    <a:pt x="91804" y="16047"/>
                  </a:lnTo>
                  <a:lnTo>
                    <a:pt x="87118" y="18507"/>
                  </a:lnTo>
                  <a:lnTo>
                    <a:pt x="82512" y="21115"/>
                  </a:lnTo>
                  <a:lnTo>
                    <a:pt x="77991" y="23867"/>
                  </a:lnTo>
                  <a:lnTo>
                    <a:pt x="73560" y="26761"/>
                  </a:lnTo>
                  <a:lnTo>
                    <a:pt x="69222" y="29794"/>
                  </a:lnTo>
                  <a:lnTo>
                    <a:pt x="64982" y="32962"/>
                  </a:lnTo>
                  <a:lnTo>
                    <a:pt x="60845" y="36263"/>
                  </a:lnTo>
                  <a:lnTo>
                    <a:pt x="56815" y="39694"/>
                  </a:lnTo>
                  <a:lnTo>
                    <a:pt x="52895" y="43250"/>
                  </a:lnTo>
                  <a:lnTo>
                    <a:pt x="49089" y="46929"/>
                  </a:lnTo>
                  <a:lnTo>
                    <a:pt x="45402" y="50726"/>
                  </a:lnTo>
                  <a:lnTo>
                    <a:pt x="41837" y="54638"/>
                  </a:lnTo>
                  <a:lnTo>
                    <a:pt x="38398" y="58661"/>
                  </a:lnTo>
                  <a:lnTo>
                    <a:pt x="35088" y="62791"/>
                  </a:lnTo>
                  <a:lnTo>
                    <a:pt x="31910" y="67024"/>
                  </a:lnTo>
                  <a:lnTo>
                    <a:pt x="28868" y="71355"/>
                  </a:lnTo>
                  <a:lnTo>
                    <a:pt x="25964" y="75780"/>
                  </a:lnTo>
                  <a:lnTo>
                    <a:pt x="23202" y="80295"/>
                  </a:lnTo>
                  <a:lnTo>
                    <a:pt x="20584" y="84895"/>
                  </a:lnTo>
                  <a:lnTo>
                    <a:pt x="18113" y="89576"/>
                  </a:lnTo>
                  <a:lnTo>
                    <a:pt x="15792" y="94332"/>
                  </a:lnTo>
                  <a:lnTo>
                    <a:pt x="13622" y="99160"/>
                  </a:lnTo>
                  <a:lnTo>
                    <a:pt x="11607" y="104054"/>
                  </a:lnTo>
                  <a:lnTo>
                    <a:pt x="9747" y="109009"/>
                  </a:lnTo>
                  <a:lnTo>
                    <a:pt x="8045" y="114021"/>
                  </a:lnTo>
                  <a:lnTo>
                    <a:pt x="6502" y="119084"/>
                  </a:lnTo>
                  <a:lnTo>
                    <a:pt x="5121" y="124193"/>
                  </a:lnTo>
                  <a:lnTo>
                    <a:pt x="3902" y="129344"/>
                  </a:lnTo>
                  <a:lnTo>
                    <a:pt x="2847" y="134530"/>
                  </a:lnTo>
                  <a:lnTo>
                    <a:pt x="1956" y="139748"/>
                  </a:lnTo>
                  <a:lnTo>
                    <a:pt x="1231" y="144990"/>
                  </a:lnTo>
                  <a:lnTo>
                    <a:pt x="673" y="150254"/>
                  </a:lnTo>
                  <a:lnTo>
                    <a:pt x="281" y="155532"/>
                  </a:lnTo>
                  <a:lnTo>
                    <a:pt x="56" y="160820"/>
                  </a:lnTo>
                  <a:lnTo>
                    <a:pt x="0" y="166112"/>
                  </a:lnTo>
                  <a:lnTo>
                    <a:pt x="110" y="171404"/>
                  </a:lnTo>
                  <a:lnTo>
                    <a:pt x="388" y="176690"/>
                  </a:lnTo>
                  <a:lnTo>
                    <a:pt x="834" y="181964"/>
                  </a:lnTo>
                  <a:lnTo>
                    <a:pt x="1446" y="187221"/>
                  </a:lnTo>
                  <a:lnTo>
                    <a:pt x="2224" y="192456"/>
                  </a:lnTo>
                  <a:lnTo>
                    <a:pt x="3167" y="197664"/>
                  </a:lnTo>
                  <a:lnTo>
                    <a:pt x="4275" y="202840"/>
                  </a:lnTo>
                  <a:lnTo>
                    <a:pt x="5546" y="207977"/>
                  </a:lnTo>
                  <a:lnTo>
                    <a:pt x="6980" y="213073"/>
                  </a:lnTo>
                  <a:lnTo>
                    <a:pt x="8573" y="218120"/>
                  </a:lnTo>
                  <a:lnTo>
                    <a:pt x="10326" y="223114"/>
                  </a:lnTo>
                  <a:lnTo>
                    <a:pt x="12236" y="228050"/>
                  </a:lnTo>
                  <a:lnTo>
                    <a:pt x="14302" y="232923"/>
                  </a:lnTo>
                  <a:lnTo>
                    <a:pt x="16520" y="237728"/>
                  </a:lnTo>
                  <a:lnTo>
                    <a:pt x="18890" y="242461"/>
                  </a:lnTo>
                  <a:lnTo>
                    <a:pt x="21408" y="247116"/>
                  </a:lnTo>
                  <a:lnTo>
                    <a:pt x="24072" y="251690"/>
                  </a:lnTo>
                  <a:lnTo>
                    <a:pt x="26880" y="256176"/>
                  </a:lnTo>
                  <a:lnTo>
                    <a:pt x="29828" y="260572"/>
                  </a:lnTo>
                  <a:lnTo>
                    <a:pt x="32914" y="264872"/>
                  </a:lnTo>
                  <a:lnTo>
                    <a:pt x="36135" y="269072"/>
                  </a:lnTo>
                  <a:lnTo>
                    <a:pt x="39487" y="273168"/>
                  </a:lnTo>
                  <a:lnTo>
                    <a:pt x="42967" y="277156"/>
                  </a:lnTo>
                  <a:lnTo>
                    <a:pt x="46572" y="281032"/>
                  </a:lnTo>
                  <a:lnTo>
                    <a:pt x="50297" y="284791"/>
                  </a:lnTo>
                  <a:lnTo>
                    <a:pt x="54140" y="288431"/>
                  </a:lnTo>
                  <a:lnTo>
                    <a:pt x="58095" y="291948"/>
                  </a:lnTo>
                  <a:lnTo>
                    <a:pt x="62161" y="295337"/>
                  </a:lnTo>
                  <a:lnTo>
                    <a:pt x="66331" y="298596"/>
                  </a:lnTo>
                  <a:lnTo>
                    <a:pt x="70602" y="301721"/>
                  </a:lnTo>
                  <a:lnTo>
                    <a:pt x="74971" y="304710"/>
                  </a:lnTo>
                  <a:lnTo>
                    <a:pt x="79432" y="307559"/>
                  </a:lnTo>
                  <a:lnTo>
                    <a:pt x="83980" y="310265"/>
                  </a:lnTo>
                  <a:lnTo>
                    <a:pt x="88612" y="312825"/>
                  </a:lnTo>
                  <a:lnTo>
                    <a:pt x="93323" y="315238"/>
                  </a:lnTo>
                  <a:lnTo>
                    <a:pt x="98108" y="317501"/>
                  </a:lnTo>
                  <a:lnTo>
                    <a:pt x="102962" y="319611"/>
                  </a:lnTo>
                  <a:lnTo>
                    <a:pt x="107880" y="321566"/>
                  </a:lnTo>
                  <a:lnTo>
                    <a:pt x="112858" y="323364"/>
                  </a:lnTo>
                  <a:lnTo>
                    <a:pt x="117891" y="325004"/>
                  </a:lnTo>
                  <a:lnTo>
                    <a:pt x="122972" y="326484"/>
                  </a:lnTo>
                  <a:lnTo>
                    <a:pt x="128098" y="327802"/>
                  </a:lnTo>
                  <a:lnTo>
                    <a:pt x="133263" y="328957"/>
                  </a:lnTo>
                  <a:lnTo>
                    <a:pt x="138463" y="329949"/>
                  </a:lnTo>
                  <a:lnTo>
                    <a:pt x="143691" y="330775"/>
                  </a:lnTo>
                  <a:lnTo>
                    <a:pt x="148942" y="331435"/>
                  </a:lnTo>
                  <a:lnTo>
                    <a:pt x="154212" y="331929"/>
                  </a:lnTo>
                  <a:lnTo>
                    <a:pt x="159494" y="332255"/>
                  </a:lnTo>
                  <a:lnTo>
                    <a:pt x="164785" y="332414"/>
                  </a:lnTo>
                  <a:lnTo>
                    <a:pt x="170078" y="332406"/>
                  </a:lnTo>
                  <a:lnTo>
                    <a:pt x="175367" y="332230"/>
                  </a:lnTo>
                  <a:lnTo>
                    <a:pt x="180649" y="331886"/>
                  </a:lnTo>
                  <a:lnTo>
                    <a:pt x="185917" y="331376"/>
                  </a:lnTo>
                  <a:lnTo>
                    <a:pt x="191166" y="330699"/>
                  </a:lnTo>
                  <a:lnTo>
                    <a:pt x="196392" y="329856"/>
                  </a:lnTo>
                  <a:lnTo>
                    <a:pt x="201588" y="328849"/>
                  </a:lnTo>
                  <a:lnTo>
                    <a:pt x="206749" y="327677"/>
                  </a:lnTo>
                  <a:lnTo>
                    <a:pt x="211871" y="326342"/>
                  </a:lnTo>
                  <a:lnTo>
                    <a:pt x="216948" y="324846"/>
                  </a:lnTo>
                  <a:lnTo>
                    <a:pt x="221975" y="323190"/>
                  </a:lnTo>
                  <a:lnTo>
                    <a:pt x="226947" y="321376"/>
                  </a:lnTo>
                  <a:lnTo>
                    <a:pt x="231859" y="319405"/>
                  </a:lnTo>
                  <a:lnTo>
                    <a:pt x="236707" y="317280"/>
                  </a:lnTo>
                  <a:lnTo>
                    <a:pt x="241484" y="315002"/>
                  </a:lnTo>
                  <a:lnTo>
                    <a:pt x="246187" y="312574"/>
                  </a:lnTo>
                  <a:lnTo>
                    <a:pt x="250811" y="309999"/>
                  </a:lnTo>
                  <a:lnTo>
                    <a:pt x="255351" y="307278"/>
                  </a:lnTo>
                  <a:lnTo>
                    <a:pt x="259803" y="304415"/>
                  </a:lnTo>
                  <a:lnTo>
                    <a:pt x="264162" y="301413"/>
                  </a:lnTo>
                  <a:lnTo>
                    <a:pt x="268423" y="298274"/>
                  </a:lnTo>
                  <a:lnTo>
                    <a:pt x="272583" y="295002"/>
                  </a:lnTo>
                  <a:lnTo>
                    <a:pt x="276637" y="291599"/>
                  </a:lnTo>
                  <a:lnTo>
                    <a:pt x="280582" y="288070"/>
                  </a:lnTo>
                  <a:lnTo>
                    <a:pt x="284413" y="284418"/>
                  </a:lnTo>
                  <a:lnTo>
                    <a:pt x="288126" y="280647"/>
                  </a:lnTo>
                  <a:lnTo>
                    <a:pt x="291718" y="276760"/>
                  </a:lnTo>
                  <a:lnTo>
                    <a:pt x="295186" y="272761"/>
                  </a:lnTo>
                  <a:lnTo>
                    <a:pt x="298525" y="268654"/>
                  </a:lnTo>
                  <a:lnTo>
                    <a:pt x="301732" y="264443"/>
                  </a:lnTo>
                  <a:lnTo>
                    <a:pt x="304804" y="260134"/>
                  </a:lnTo>
                  <a:lnTo>
                    <a:pt x="307739" y="255729"/>
                  </a:lnTo>
                  <a:lnTo>
                    <a:pt x="310532" y="251233"/>
                  </a:lnTo>
                  <a:lnTo>
                    <a:pt x="313182" y="246652"/>
                  </a:lnTo>
                  <a:lnTo>
                    <a:pt x="315685" y="241988"/>
                  </a:lnTo>
                  <a:lnTo>
                    <a:pt x="318040" y="237248"/>
                  </a:lnTo>
                  <a:lnTo>
                    <a:pt x="320243" y="232435"/>
                  </a:lnTo>
                  <a:lnTo>
                    <a:pt x="322293" y="227556"/>
                  </a:lnTo>
                  <a:lnTo>
                    <a:pt x="324187" y="222614"/>
                  </a:lnTo>
                  <a:lnTo>
                    <a:pt x="325924" y="217614"/>
                  </a:lnTo>
                  <a:lnTo>
                    <a:pt x="327501" y="212562"/>
                  </a:lnTo>
                  <a:lnTo>
                    <a:pt x="328918" y="207462"/>
                  </a:lnTo>
                  <a:lnTo>
                    <a:pt x="330173" y="202320"/>
                  </a:lnTo>
                  <a:lnTo>
                    <a:pt x="331265" y="197141"/>
                  </a:lnTo>
                  <a:lnTo>
                    <a:pt x="332192" y="191930"/>
                  </a:lnTo>
                  <a:lnTo>
                    <a:pt x="332953" y="186692"/>
                  </a:lnTo>
                  <a:lnTo>
                    <a:pt x="333548" y="181433"/>
                  </a:lnTo>
                  <a:lnTo>
                    <a:pt x="333977" y="176158"/>
                  </a:lnTo>
                  <a:lnTo>
                    <a:pt x="334238" y="170872"/>
                  </a:lnTo>
                  <a:lnTo>
                    <a:pt x="334332" y="165580"/>
                  </a:lnTo>
                  <a:lnTo>
                    <a:pt x="334258" y="160287"/>
                  </a:lnTo>
                  <a:lnTo>
                    <a:pt x="334017" y="155000"/>
                  </a:lnTo>
                  <a:lnTo>
                    <a:pt x="333608" y="149723"/>
                  </a:lnTo>
                  <a:lnTo>
                    <a:pt x="333033" y="144462"/>
                  </a:lnTo>
                  <a:lnTo>
                    <a:pt x="332291" y="139221"/>
                  </a:lnTo>
                  <a:lnTo>
                    <a:pt x="331384" y="134007"/>
                  </a:lnTo>
                  <a:lnTo>
                    <a:pt x="330312" y="128824"/>
                  </a:lnTo>
                  <a:lnTo>
                    <a:pt x="329077" y="123677"/>
                  </a:lnTo>
                  <a:lnTo>
                    <a:pt x="327679" y="118572"/>
                  </a:lnTo>
                  <a:lnTo>
                    <a:pt x="326121" y="113514"/>
                  </a:lnTo>
                  <a:lnTo>
                    <a:pt x="324403" y="108508"/>
                  </a:lnTo>
                  <a:lnTo>
                    <a:pt x="322527" y="103558"/>
                  </a:lnTo>
                  <a:lnTo>
                    <a:pt x="320496" y="98671"/>
                  </a:lnTo>
                  <a:lnTo>
                    <a:pt x="318311" y="93850"/>
                  </a:lnTo>
                  <a:lnTo>
                    <a:pt x="315974" y="89101"/>
                  </a:lnTo>
                  <a:lnTo>
                    <a:pt x="313488" y="84428"/>
                  </a:lnTo>
                  <a:lnTo>
                    <a:pt x="310856" y="79837"/>
                  </a:lnTo>
                  <a:lnTo>
                    <a:pt x="308080" y="75331"/>
                  </a:lnTo>
                  <a:lnTo>
                    <a:pt x="305162" y="70915"/>
                  </a:lnTo>
                  <a:lnTo>
                    <a:pt x="302106" y="66593"/>
                  </a:lnTo>
                  <a:lnTo>
                    <a:pt x="298915" y="62371"/>
                  </a:lnTo>
                  <a:lnTo>
                    <a:pt x="295591" y="58251"/>
                  </a:lnTo>
                  <a:lnTo>
                    <a:pt x="292139" y="54239"/>
                  </a:lnTo>
                  <a:lnTo>
                    <a:pt x="288562" y="50339"/>
                  </a:lnTo>
                  <a:lnTo>
                    <a:pt x="284863" y="46553"/>
                  </a:lnTo>
                  <a:lnTo>
                    <a:pt x="281045" y="42887"/>
                  </a:lnTo>
                  <a:lnTo>
                    <a:pt x="277114" y="39343"/>
                  </a:lnTo>
                  <a:lnTo>
                    <a:pt x="273073" y="35925"/>
                  </a:lnTo>
                  <a:lnTo>
                    <a:pt x="268925" y="32637"/>
                  </a:lnTo>
                  <a:lnTo>
                    <a:pt x="264676" y="29482"/>
                  </a:lnTo>
                  <a:lnTo>
                    <a:pt x="260328" y="26463"/>
                  </a:lnTo>
                  <a:lnTo>
                    <a:pt x="255887" y="23584"/>
                  </a:lnTo>
                  <a:lnTo>
                    <a:pt x="251358" y="20846"/>
                  </a:lnTo>
                  <a:lnTo>
                    <a:pt x="246743" y="18253"/>
                  </a:lnTo>
                  <a:lnTo>
                    <a:pt x="242050" y="15807"/>
                  </a:lnTo>
                  <a:lnTo>
                    <a:pt x="237281" y="13511"/>
                  </a:lnTo>
                  <a:lnTo>
                    <a:pt x="232441" y="11368"/>
                  </a:lnTo>
                  <a:lnTo>
                    <a:pt x="227537" y="9378"/>
                  </a:lnTo>
                  <a:lnTo>
                    <a:pt x="222571" y="7545"/>
                  </a:lnTo>
                  <a:lnTo>
                    <a:pt x="217551" y="5870"/>
                  </a:lnTo>
                  <a:lnTo>
                    <a:pt x="212479" y="4355"/>
                  </a:lnTo>
                  <a:lnTo>
                    <a:pt x="207363" y="3001"/>
                  </a:lnTo>
                  <a:lnTo>
                    <a:pt x="202206" y="1810"/>
                  </a:lnTo>
                  <a:lnTo>
                    <a:pt x="197014" y="783"/>
                  </a:lnTo>
                  <a:lnTo>
                    <a:pt x="167165" y="1652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4617280" y="5399291"/>
              <a:ext cx="29848" cy="167167"/>
            </a:xfrm>
            <a:custGeom>
              <a:avLst/>
              <a:pathLst>
                <a:path w="29848" h="167167">
                  <a:moveTo>
                    <a:pt x="29848" y="2686"/>
                  </a:moveTo>
                  <a:lnTo>
                    <a:pt x="22439" y="1512"/>
                  </a:lnTo>
                  <a:lnTo>
                    <a:pt x="14984" y="672"/>
                  </a:lnTo>
                  <a:lnTo>
                    <a:pt x="7499" y="16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4968515" y="5369149"/>
              <a:ext cx="167160" cy="289380"/>
            </a:xfrm>
            <a:custGeom>
              <a:avLst/>
              <a:pathLst>
                <a:path w="167160" h="289380">
                  <a:moveTo>
                    <a:pt x="167160" y="0"/>
                  </a:moveTo>
                  <a:lnTo>
                    <a:pt x="161833" y="84"/>
                  </a:lnTo>
                  <a:lnTo>
                    <a:pt x="156510" y="339"/>
                  </a:lnTo>
                  <a:lnTo>
                    <a:pt x="151199" y="763"/>
                  </a:lnTo>
                  <a:lnTo>
                    <a:pt x="145904" y="1357"/>
                  </a:lnTo>
                  <a:lnTo>
                    <a:pt x="140630" y="2118"/>
                  </a:lnTo>
                  <a:lnTo>
                    <a:pt x="135383" y="3048"/>
                  </a:lnTo>
                  <a:lnTo>
                    <a:pt x="130169" y="4144"/>
                  </a:lnTo>
                  <a:lnTo>
                    <a:pt x="124992" y="5406"/>
                  </a:lnTo>
                  <a:lnTo>
                    <a:pt x="119858" y="6832"/>
                  </a:lnTo>
                  <a:lnTo>
                    <a:pt x="114772" y="8421"/>
                  </a:lnTo>
                  <a:lnTo>
                    <a:pt x="109739" y="10171"/>
                  </a:lnTo>
                  <a:lnTo>
                    <a:pt x="104765" y="12081"/>
                  </a:lnTo>
                  <a:lnTo>
                    <a:pt x="99854" y="14148"/>
                  </a:lnTo>
                  <a:lnTo>
                    <a:pt x="95011" y="16371"/>
                  </a:lnTo>
                  <a:lnTo>
                    <a:pt x="90242" y="18747"/>
                  </a:lnTo>
                  <a:lnTo>
                    <a:pt x="85551" y="21274"/>
                  </a:lnTo>
                  <a:lnTo>
                    <a:pt x="80942" y="23949"/>
                  </a:lnTo>
                  <a:lnTo>
                    <a:pt x="76422" y="26770"/>
                  </a:lnTo>
                  <a:lnTo>
                    <a:pt x="71993" y="29733"/>
                  </a:lnTo>
                  <a:lnTo>
                    <a:pt x="67661" y="32836"/>
                  </a:lnTo>
                  <a:lnTo>
                    <a:pt x="63431" y="36075"/>
                  </a:lnTo>
                  <a:lnTo>
                    <a:pt x="59305" y="39447"/>
                  </a:lnTo>
                  <a:lnTo>
                    <a:pt x="55290" y="42950"/>
                  </a:lnTo>
                  <a:lnTo>
                    <a:pt x="51388" y="46578"/>
                  </a:lnTo>
                  <a:lnTo>
                    <a:pt x="47603" y="50329"/>
                  </a:lnTo>
                  <a:lnTo>
                    <a:pt x="43940" y="54199"/>
                  </a:lnTo>
                  <a:lnTo>
                    <a:pt x="40402" y="58184"/>
                  </a:lnTo>
                  <a:lnTo>
                    <a:pt x="36993" y="62279"/>
                  </a:lnTo>
                  <a:lnTo>
                    <a:pt x="33717" y="66481"/>
                  </a:lnTo>
                  <a:lnTo>
                    <a:pt x="30576" y="70785"/>
                  </a:lnTo>
                  <a:lnTo>
                    <a:pt x="27573" y="75187"/>
                  </a:lnTo>
                  <a:lnTo>
                    <a:pt x="24713" y="79682"/>
                  </a:lnTo>
                  <a:lnTo>
                    <a:pt x="21997" y="84266"/>
                  </a:lnTo>
                  <a:lnTo>
                    <a:pt x="19428" y="88935"/>
                  </a:lnTo>
                  <a:lnTo>
                    <a:pt x="17010" y="93683"/>
                  </a:lnTo>
                  <a:lnTo>
                    <a:pt x="14744" y="98506"/>
                  </a:lnTo>
                  <a:lnTo>
                    <a:pt x="12634" y="103398"/>
                  </a:lnTo>
                  <a:lnTo>
                    <a:pt x="10680" y="108356"/>
                  </a:lnTo>
                  <a:lnTo>
                    <a:pt x="8885" y="113373"/>
                  </a:lnTo>
                  <a:lnTo>
                    <a:pt x="7251" y="118444"/>
                  </a:lnTo>
                  <a:lnTo>
                    <a:pt x="5779" y="123565"/>
                  </a:lnTo>
                  <a:lnTo>
                    <a:pt x="4472" y="128731"/>
                  </a:lnTo>
                  <a:lnTo>
                    <a:pt x="3329" y="133935"/>
                  </a:lnTo>
                  <a:lnTo>
                    <a:pt x="2353" y="139174"/>
                  </a:lnTo>
                  <a:lnTo>
                    <a:pt x="1545" y="144440"/>
                  </a:lnTo>
                  <a:lnTo>
                    <a:pt x="905" y="149730"/>
                  </a:lnTo>
                  <a:lnTo>
                    <a:pt x="434" y="155038"/>
                  </a:lnTo>
                  <a:lnTo>
                    <a:pt x="132" y="160358"/>
                  </a:lnTo>
                  <a:lnTo>
                    <a:pt x="0" y="165684"/>
                  </a:lnTo>
                  <a:lnTo>
                    <a:pt x="37" y="171013"/>
                  </a:lnTo>
                  <a:lnTo>
                    <a:pt x="245" y="176337"/>
                  </a:lnTo>
                  <a:lnTo>
                    <a:pt x="622" y="181652"/>
                  </a:lnTo>
                  <a:lnTo>
                    <a:pt x="1168" y="186952"/>
                  </a:lnTo>
                  <a:lnTo>
                    <a:pt x="1883" y="192233"/>
                  </a:lnTo>
                  <a:lnTo>
                    <a:pt x="2766" y="197487"/>
                  </a:lnTo>
                  <a:lnTo>
                    <a:pt x="3816" y="202711"/>
                  </a:lnTo>
                  <a:lnTo>
                    <a:pt x="5031" y="207899"/>
                  </a:lnTo>
                  <a:lnTo>
                    <a:pt x="6412" y="213046"/>
                  </a:lnTo>
                  <a:lnTo>
                    <a:pt x="7956" y="218146"/>
                  </a:lnTo>
                  <a:lnTo>
                    <a:pt x="9661" y="223194"/>
                  </a:lnTo>
                  <a:lnTo>
                    <a:pt x="11527" y="228185"/>
                  </a:lnTo>
                  <a:lnTo>
                    <a:pt x="13551" y="233114"/>
                  </a:lnTo>
                  <a:lnTo>
                    <a:pt x="15730" y="237976"/>
                  </a:lnTo>
                  <a:lnTo>
                    <a:pt x="18064" y="242766"/>
                  </a:lnTo>
                  <a:lnTo>
                    <a:pt x="20549" y="247480"/>
                  </a:lnTo>
                  <a:lnTo>
                    <a:pt x="23183" y="252112"/>
                  </a:lnTo>
                  <a:lnTo>
                    <a:pt x="25964" y="256657"/>
                  </a:lnTo>
                  <a:lnTo>
                    <a:pt x="28888" y="261112"/>
                  </a:lnTo>
                  <a:lnTo>
                    <a:pt x="31952" y="265471"/>
                  </a:lnTo>
                  <a:lnTo>
                    <a:pt x="35154" y="269730"/>
                  </a:lnTo>
                  <a:lnTo>
                    <a:pt x="38489" y="273885"/>
                  </a:lnTo>
                  <a:lnTo>
                    <a:pt x="41956" y="277932"/>
                  </a:lnTo>
                  <a:lnTo>
                    <a:pt x="45550" y="281866"/>
                  </a:lnTo>
                  <a:lnTo>
                    <a:pt x="49267" y="285683"/>
                  </a:lnTo>
                  <a:lnTo>
                    <a:pt x="53104" y="28938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5021619" y="5536317"/>
              <a:ext cx="114056" cy="122213"/>
            </a:xfrm>
            <a:custGeom>
              <a:avLst/>
              <a:pathLst>
                <a:path w="114056" h="122213">
                  <a:moveTo>
                    <a:pt x="0" y="122213"/>
                  </a:moveTo>
                  <a:lnTo>
                    <a:pt x="11405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5021619" y="5536317"/>
              <a:ext cx="114056" cy="122213"/>
            </a:xfrm>
            <a:custGeom>
              <a:avLst/>
              <a:pathLst>
                <a:path w="114056" h="122213">
                  <a:moveTo>
                    <a:pt x="0" y="122213"/>
                  </a:moveTo>
                  <a:lnTo>
                    <a:pt x="11405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5021619" y="5536317"/>
              <a:ext cx="114056" cy="122213"/>
            </a:xfrm>
            <a:custGeom>
              <a:avLst/>
              <a:pathLst>
                <a:path w="114056" h="122213">
                  <a:moveTo>
                    <a:pt x="0" y="122213"/>
                  </a:moveTo>
                  <a:lnTo>
                    <a:pt x="11405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5021619" y="5536317"/>
              <a:ext cx="114056" cy="122213"/>
            </a:xfrm>
            <a:custGeom>
              <a:avLst/>
              <a:pathLst>
                <a:path w="114056" h="122213">
                  <a:moveTo>
                    <a:pt x="0" y="122213"/>
                  </a:moveTo>
                  <a:lnTo>
                    <a:pt x="11405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5021619" y="5536317"/>
              <a:ext cx="114056" cy="122213"/>
            </a:xfrm>
            <a:custGeom>
              <a:avLst/>
              <a:pathLst>
                <a:path w="114056" h="122213">
                  <a:moveTo>
                    <a:pt x="0" y="122213"/>
                  </a:moveTo>
                  <a:lnTo>
                    <a:pt x="11405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5021619" y="5536317"/>
              <a:ext cx="114056" cy="167150"/>
            </a:xfrm>
            <a:custGeom>
              <a:avLst/>
              <a:pathLst>
                <a:path w="114056" h="167150">
                  <a:moveTo>
                    <a:pt x="0" y="122213"/>
                  </a:moveTo>
                  <a:lnTo>
                    <a:pt x="4155" y="125963"/>
                  </a:lnTo>
                  <a:lnTo>
                    <a:pt x="8433" y="129571"/>
                  </a:lnTo>
                  <a:lnTo>
                    <a:pt x="12830" y="133035"/>
                  </a:lnTo>
                  <a:lnTo>
                    <a:pt x="17341" y="136349"/>
                  </a:lnTo>
                  <a:lnTo>
                    <a:pt x="21960" y="139510"/>
                  </a:lnTo>
                  <a:lnTo>
                    <a:pt x="26682" y="142515"/>
                  </a:lnTo>
                  <a:lnTo>
                    <a:pt x="31502" y="145361"/>
                  </a:lnTo>
                  <a:lnTo>
                    <a:pt x="36415" y="148043"/>
                  </a:lnTo>
                  <a:lnTo>
                    <a:pt x="41414" y="150559"/>
                  </a:lnTo>
                  <a:lnTo>
                    <a:pt x="46495" y="152907"/>
                  </a:lnTo>
                  <a:lnTo>
                    <a:pt x="51652" y="155083"/>
                  </a:lnTo>
                  <a:lnTo>
                    <a:pt x="56879" y="157085"/>
                  </a:lnTo>
                  <a:lnTo>
                    <a:pt x="62170" y="158911"/>
                  </a:lnTo>
                  <a:lnTo>
                    <a:pt x="67519" y="160559"/>
                  </a:lnTo>
                  <a:lnTo>
                    <a:pt x="72920" y="162027"/>
                  </a:lnTo>
                  <a:lnTo>
                    <a:pt x="78368" y="163313"/>
                  </a:lnTo>
                  <a:lnTo>
                    <a:pt x="83855" y="164416"/>
                  </a:lnTo>
                  <a:lnTo>
                    <a:pt x="89376" y="165335"/>
                  </a:lnTo>
                  <a:lnTo>
                    <a:pt x="94925" y="166069"/>
                  </a:lnTo>
                  <a:lnTo>
                    <a:pt x="100496" y="166616"/>
                  </a:lnTo>
                  <a:lnTo>
                    <a:pt x="106081" y="166977"/>
                  </a:lnTo>
                  <a:lnTo>
                    <a:pt x="111676" y="167150"/>
                  </a:lnTo>
                  <a:lnTo>
                    <a:pt x="11405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5133296" y="5369149"/>
              <a:ext cx="169540" cy="334317"/>
            </a:xfrm>
            <a:custGeom>
              <a:avLst/>
              <a:pathLst>
                <a:path w="169540" h="334317">
                  <a:moveTo>
                    <a:pt x="0" y="334317"/>
                  </a:moveTo>
                  <a:lnTo>
                    <a:pt x="5328" y="334308"/>
                  </a:lnTo>
                  <a:lnTo>
                    <a:pt x="10654" y="334129"/>
                  </a:lnTo>
                  <a:lnTo>
                    <a:pt x="15971" y="333781"/>
                  </a:lnTo>
                  <a:lnTo>
                    <a:pt x="21274" y="333263"/>
                  </a:lnTo>
                  <a:lnTo>
                    <a:pt x="26558" y="332577"/>
                  </a:lnTo>
                  <a:lnTo>
                    <a:pt x="31818" y="331722"/>
                  </a:lnTo>
                  <a:lnTo>
                    <a:pt x="37048" y="330700"/>
                  </a:lnTo>
                  <a:lnTo>
                    <a:pt x="42242" y="329512"/>
                  </a:lnTo>
                  <a:lnTo>
                    <a:pt x="47396" y="328159"/>
                  </a:lnTo>
                  <a:lnTo>
                    <a:pt x="52504" y="326643"/>
                  </a:lnTo>
                  <a:lnTo>
                    <a:pt x="57562" y="324964"/>
                  </a:lnTo>
                  <a:lnTo>
                    <a:pt x="62563" y="323125"/>
                  </a:lnTo>
                  <a:lnTo>
                    <a:pt x="67503" y="321128"/>
                  </a:lnTo>
                  <a:lnTo>
                    <a:pt x="72377" y="318974"/>
                  </a:lnTo>
                  <a:lnTo>
                    <a:pt x="77180" y="316666"/>
                  </a:lnTo>
                  <a:lnTo>
                    <a:pt x="81906" y="314206"/>
                  </a:lnTo>
                  <a:lnTo>
                    <a:pt x="86552" y="311596"/>
                  </a:lnTo>
                  <a:lnTo>
                    <a:pt x="91113" y="308840"/>
                  </a:lnTo>
                  <a:lnTo>
                    <a:pt x="95583" y="305940"/>
                  </a:lnTo>
                  <a:lnTo>
                    <a:pt x="99959" y="302899"/>
                  </a:lnTo>
                  <a:lnTo>
                    <a:pt x="104235" y="299720"/>
                  </a:lnTo>
                  <a:lnTo>
                    <a:pt x="108408" y="296407"/>
                  </a:lnTo>
                  <a:lnTo>
                    <a:pt x="112473" y="292962"/>
                  </a:lnTo>
                  <a:lnTo>
                    <a:pt x="116427" y="289389"/>
                  </a:lnTo>
                  <a:lnTo>
                    <a:pt x="120264" y="285692"/>
                  </a:lnTo>
                  <a:lnTo>
                    <a:pt x="123982" y="281875"/>
                  </a:lnTo>
                  <a:lnTo>
                    <a:pt x="127576" y="277941"/>
                  </a:lnTo>
                  <a:lnTo>
                    <a:pt x="131043" y="273894"/>
                  </a:lnTo>
                  <a:lnTo>
                    <a:pt x="134379" y="269739"/>
                  </a:lnTo>
                  <a:lnTo>
                    <a:pt x="137581" y="265480"/>
                  </a:lnTo>
                  <a:lnTo>
                    <a:pt x="140646" y="261121"/>
                  </a:lnTo>
                  <a:lnTo>
                    <a:pt x="143570" y="256666"/>
                  </a:lnTo>
                  <a:lnTo>
                    <a:pt x="146351" y="252121"/>
                  </a:lnTo>
                  <a:lnTo>
                    <a:pt x="148985" y="247489"/>
                  </a:lnTo>
                  <a:lnTo>
                    <a:pt x="151471" y="242776"/>
                  </a:lnTo>
                  <a:lnTo>
                    <a:pt x="153805" y="237986"/>
                  </a:lnTo>
                  <a:lnTo>
                    <a:pt x="155985" y="233124"/>
                  </a:lnTo>
                  <a:lnTo>
                    <a:pt x="158009" y="228194"/>
                  </a:lnTo>
                  <a:lnTo>
                    <a:pt x="159875" y="223203"/>
                  </a:lnTo>
                  <a:lnTo>
                    <a:pt x="161581" y="218155"/>
                  </a:lnTo>
                  <a:lnTo>
                    <a:pt x="163125" y="213055"/>
                  </a:lnTo>
                  <a:lnTo>
                    <a:pt x="164506" y="207909"/>
                  </a:lnTo>
                  <a:lnTo>
                    <a:pt x="165722" y="202721"/>
                  </a:lnTo>
                  <a:lnTo>
                    <a:pt x="166773" y="197497"/>
                  </a:lnTo>
                  <a:lnTo>
                    <a:pt x="167656" y="192242"/>
                  </a:lnTo>
                  <a:lnTo>
                    <a:pt x="168371" y="186961"/>
                  </a:lnTo>
                  <a:lnTo>
                    <a:pt x="168917" y="181661"/>
                  </a:lnTo>
                  <a:lnTo>
                    <a:pt x="169295" y="176346"/>
                  </a:lnTo>
                  <a:lnTo>
                    <a:pt x="169503" y="171021"/>
                  </a:lnTo>
                  <a:lnTo>
                    <a:pt x="169540" y="165693"/>
                  </a:lnTo>
                  <a:lnTo>
                    <a:pt x="169409" y="160366"/>
                  </a:lnTo>
                  <a:lnTo>
                    <a:pt x="169107" y="155046"/>
                  </a:lnTo>
                  <a:lnTo>
                    <a:pt x="168636" y="149738"/>
                  </a:lnTo>
                  <a:lnTo>
                    <a:pt x="167996" y="144448"/>
                  </a:lnTo>
                  <a:lnTo>
                    <a:pt x="167188" y="139181"/>
                  </a:lnTo>
                  <a:lnTo>
                    <a:pt x="166212" y="133942"/>
                  </a:lnTo>
                  <a:lnTo>
                    <a:pt x="165070" y="128738"/>
                  </a:lnTo>
                  <a:lnTo>
                    <a:pt x="163762" y="123572"/>
                  </a:lnTo>
                  <a:lnTo>
                    <a:pt x="162291" y="118451"/>
                  </a:lnTo>
                  <a:lnTo>
                    <a:pt x="160657" y="113379"/>
                  </a:lnTo>
                  <a:lnTo>
                    <a:pt x="158862" y="108361"/>
                  </a:lnTo>
                  <a:lnTo>
                    <a:pt x="156909" y="103404"/>
                  </a:lnTo>
                  <a:lnTo>
                    <a:pt x="154798" y="98511"/>
                  </a:lnTo>
                  <a:lnTo>
                    <a:pt x="152532" y="93688"/>
                  </a:lnTo>
                  <a:lnTo>
                    <a:pt x="150114" y="88940"/>
                  </a:lnTo>
                  <a:lnTo>
                    <a:pt x="147546" y="84271"/>
                  </a:lnTo>
                  <a:lnTo>
                    <a:pt x="144830" y="79687"/>
                  </a:lnTo>
                  <a:lnTo>
                    <a:pt x="141970" y="75191"/>
                  </a:lnTo>
                  <a:lnTo>
                    <a:pt x="138967" y="70789"/>
                  </a:lnTo>
                  <a:lnTo>
                    <a:pt x="135826" y="66484"/>
                  </a:lnTo>
                  <a:lnTo>
                    <a:pt x="132549" y="62282"/>
                  </a:lnTo>
                  <a:lnTo>
                    <a:pt x="129140" y="58187"/>
                  </a:lnTo>
                  <a:lnTo>
                    <a:pt x="125603" y="54202"/>
                  </a:lnTo>
                  <a:lnTo>
                    <a:pt x="121940" y="50332"/>
                  </a:lnTo>
                  <a:lnTo>
                    <a:pt x="118155" y="46581"/>
                  </a:lnTo>
                  <a:lnTo>
                    <a:pt x="114253" y="42952"/>
                  </a:lnTo>
                  <a:lnTo>
                    <a:pt x="110237" y="39450"/>
                  </a:lnTo>
                  <a:lnTo>
                    <a:pt x="106112" y="36077"/>
                  </a:lnTo>
                  <a:lnTo>
                    <a:pt x="101881" y="32838"/>
                  </a:lnTo>
                  <a:lnTo>
                    <a:pt x="97549" y="29735"/>
                  </a:lnTo>
                  <a:lnTo>
                    <a:pt x="93121" y="26771"/>
                  </a:lnTo>
                  <a:lnTo>
                    <a:pt x="88600" y="23950"/>
                  </a:lnTo>
                  <a:lnTo>
                    <a:pt x="83992" y="21275"/>
                  </a:lnTo>
                  <a:lnTo>
                    <a:pt x="79300" y="18748"/>
                  </a:lnTo>
                  <a:lnTo>
                    <a:pt x="74531" y="16372"/>
                  </a:lnTo>
                  <a:lnTo>
                    <a:pt x="69688" y="14149"/>
                  </a:lnTo>
                  <a:lnTo>
                    <a:pt x="64777" y="12082"/>
                  </a:lnTo>
                  <a:lnTo>
                    <a:pt x="59803" y="10172"/>
                  </a:lnTo>
                  <a:lnTo>
                    <a:pt x="54770" y="8421"/>
                  </a:lnTo>
                  <a:lnTo>
                    <a:pt x="49684" y="6832"/>
                  </a:lnTo>
                  <a:lnTo>
                    <a:pt x="44549" y="5406"/>
                  </a:lnTo>
                  <a:lnTo>
                    <a:pt x="39372" y="4144"/>
                  </a:lnTo>
                  <a:lnTo>
                    <a:pt x="34158" y="3048"/>
                  </a:lnTo>
                  <a:lnTo>
                    <a:pt x="28911" y="2118"/>
                  </a:lnTo>
                  <a:lnTo>
                    <a:pt x="23637" y="1357"/>
                  </a:lnTo>
                  <a:lnTo>
                    <a:pt x="18342" y="763"/>
                  </a:lnTo>
                  <a:lnTo>
                    <a:pt x="13030" y="339"/>
                  </a:lnTo>
                  <a:lnTo>
                    <a:pt x="7707" y="84"/>
                  </a:lnTo>
                  <a:lnTo>
                    <a:pt x="2380" y="0"/>
                  </a:lnTo>
                  <a:lnTo>
                    <a:pt x="238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5515205" y="5220472"/>
              <a:ext cx="117930" cy="167167"/>
            </a:xfrm>
            <a:custGeom>
              <a:avLst/>
              <a:pathLst>
                <a:path w="117930" h="167167">
                  <a:moveTo>
                    <a:pt x="117930" y="0"/>
                  </a:moveTo>
                  <a:lnTo>
                    <a:pt x="112240" y="96"/>
                  </a:lnTo>
                  <a:lnTo>
                    <a:pt x="106556" y="387"/>
                  </a:lnTo>
                  <a:lnTo>
                    <a:pt x="100885" y="871"/>
                  </a:lnTo>
                  <a:lnTo>
                    <a:pt x="95234" y="1547"/>
                  </a:lnTo>
                  <a:lnTo>
                    <a:pt x="89610" y="2416"/>
                  </a:lnTo>
                  <a:lnTo>
                    <a:pt x="84018" y="3475"/>
                  </a:lnTo>
                  <a:lnTo>
                    <a:pt x="78465" y="4725"/>
                  </a:lnTo>
                  <a:lnTo>
                    <a:pt x="72959" y="6162"/>
                  </a:lnTo>
                  <a:lnTo>
                    <a:pt x="67504" y="7786"/>
                  </a:lnTo>
                  <a:lnTo>
                    <a:pt x="62108" y="9595"/>
                  </a:lnTo>
                  <a:lnTo>
                    <a:pt x="56777" y="11587"/>
                  </a:lnTo>
                  <a:lnTo>
                    <a:pt x="51516" y="13759"/>
                  </a:lnTo>
                  <a:lnTo>
                    <a:pt x="46333" y="16108"/>
                  </a:lnTo>
                  <a:lnTo>
                    <a:pt x="41232" y="18633"/>
                  </a:lnTo>
                  <a:lnTo>
                    <a:pt x="36220" y="21330"/>
                  </a:lnTo>
                  <a:lnTo>
                    <a:pt x="31303" y="24196"/>
                  </a:lnTo>
                  <a:lnTo>
                    <a:pt x="26487" y="27227"/>
                  </a:lnTo>
                  <a:lnTo>
                    <a:pt x="21776" y="30421"/>
                  </a:lnTo>
                  <a:lnTo>
                    <a:pt x="17177" y="33774"/>
                  </a:lnTo>
                  <a:lnTo>
                    <a:pt x="12695" y="37281"/>
                  </a:lnTo>
                  <a:lnTo>
                    <a:pt x="8334" y="40938"/>
                  </a:lnTo>
                  <a:lnTo>
                    <a:pt x="4101" y="44742"/>
                  </a:lnTo>
                  <a:lnTo>
                    <a:pt x="0" y="48688"/>
                  </a:lnTo>
                  <a:lnTo>
                    <a:pt x="11793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5515205" y="5269160"/>
              <a:ext cx="117930" cy="118479"/>
            </a:xfrm>
            <a:custGeom>
              <a:avLst/>
              <a:pathLst>
                <a:path w="117930" h="118479">
                  <a:moveTo>
                    <a:pt x="0" y="0"/>
                  </a:moveTo>
                  <a:lnTo>
                    <a:pt x="117930" y="1184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5515205" y="5269160"/>
              <a:ext cx="117930" cy="118479"/>
            </a:xfrm>
            <a:custGeom>
              <a:avLst/>
              <a:pathLst>
                <a:path w="117930" h="118479">
                  <a:moveTo>
                    <a:pt x="0" y="0"/>
                  </a:moveTo>
                  <a:lnTo>
                    <a:pt x="117930" y="1184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5515205" y="5269160"/>
              <a:ext cx="117930" cy="118479"/>
            </a:xfrm>
            <a:custGeom>
              <a:avLst/>
              <a:pathLst>
                <a:path w="117930" h="118479">
                  <a:moveTo>
                    <a:pt x="0" y="0"/>
                  </a:moveTo>
                  <a:lnTo>
                    <a:pt x="117930" y="1184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5515205" y="5269160"/>
              <a:ext cx="117930" cy="118479"/>
            </a:xfrm>
            <a:custGeom>
              <a:avLst/>
              <a:pathLst>
                <a:path w="117930" h="118479">
                  <a:moveTo>
                    <a:pt x="0" y="0"/>
                  </a:moveTo>
                  <a:lnTo>
                    <a:pt x="117930" y="1184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5480794" y="5269160"/>
              <a:ext cx="152340" cy="118479"/>
            </a:xfrm>
            <a:custGeom>
              <a:avLst/>
              <a:pathLst>
                <a:path w="152340" h="118479">
                  <a:moveTo>
                    <a:pt x="34410" y="0"/>
                  </a:moveTo>
                  <a:lnTo>
                    <a:pt x="30184" y="4362"/>
                  </a:lnTo>
                  <a:lnTo>
                    <a:pt x="26118" y="8875"/>
                  </a:lnTo>
                  <a:lnTo>
                    <a:pt x="22220" y="13533"/>
                  </a:lnTo>
                  <a:lnTo>
                    <a:pt x="18493" y="18330"/>
                  </a:lnTo>
                  <a:lnTo>
                    <a:pt x="14943" y="23258"/>
                  </a:lnTo>
                  <a:lnTo>
                    <a:pt x="11575" y="28313"/>
                  </a:lnTo>
                  <a:lnTo>
                    <a:pt x="8392" y="33486"/>
                  </a:lnTo>
                  <a:lnTo>
                    <a:pt x="5399" y="38772"/>
                  </a:lnTo>
                  <a:lnTo>
                    <a:pt x="2601" y="44163"/>
                  </a:lnTo>
                  <a:lnTo>
                    <a:pt x="0" y="49652"/>
                  </a:lnTo>
                  <a:lnTo>
                    <a:pt x="152340" y="1184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5465980" y="5220472"/>
              <a:ext cx="334304" cy="334334"/>
            </a:xfrm>
            <a:custGeom>
              <a:avLst/>
              <a:pathLst>
                <a:path w="334304" h="334334">
                  <a:moveTo>
                    <a:pt x="14814" y="98340"/>
                  </a:moveTo>
                  <a:lnTo>
                    <a:pt x="12708" y="103204"/>
                  </a:lnTo>
                  <a:lnTo>
                    <a:pt x="10758" y="108133"/>
                  </a:lnTo>
                  <a:lnTo>
                    <a:pt x="8965" y="113120"/>
                  </a:lnTo>
                  <a:lnTo>
                    <a:pt x="7331" y="118163"/>
                  </a:lnTo>
                  <a:lnTo>
                    <a:pt x="5858" y="123254"/>
                  </a:lnTo>
                  <a:lnTo>
                    <a:pt x="4547" y="128390"/>
                  </a:lnTo>
                  <a:lnTo>
                    <a:pt x="3399" y="133565"/>
                  </a:lnTo>
                  <a:lnTo>
                    <a:pt x="2416" y="138773"/>
                  </a:lnTo>
                  <a:lnTo>
                    <a:pt x="1599" y="144010"/>
                  </a:lnTo>
                  <a:lnTo>
                    <a:pt x="948" y="149270"/>
                  </a:lnTo>
                  <a:lnTo>
                    <a:pt x="464" y="154548"/>
                  </a:lnTo>
                  <a:lnTo>
                    <a:pt x="148" y="159839"/>
                  </a:lnTo>
                  <a:lnTo>
                    <a:pt x="0" y="165138"/>
                  </a:lnTo>
                  <a:lnTo>
                    <a:pt x="19" y="170438"/>
                  </a:lnTo>
                  <a:lnTo>
                    <a:pt x="207" y="175735"/>
                  </a:lnTo>
                  <a:lnTo>
                    <a:pt x="562" y="181023"/>
                  </a:lnTo>
                  <a:lnTo>
                    <a:pt x="1085" y="186298"/>
                  </a:lnTo>
                  <a:lnTo>
                    <a:pt x="1775" y="191553"/>
                  </a:lnTo>
                  <a:lnTo>
                    <a:pt x="2632" y="196784"/>
                  </a:lnTo>
                  <a:lnTo>
                    <a:pt x="3653" y="201985"/>
                  </a:lnTo>
                  <a:lnTo>
                    <a:pt x="4839" y="207151"/>
                  </a:lnTo>
                  <a:lnTo>
                    <a:pt x="6189" y="212277"/>
                  </a:lnTo>
                  <a:lnTo>
                    <a:pt x="7700" y="217357"/>
                  </a:lnTo>
                  <a:lnTo>
                    <a:pt x="9371" y="222387"/>
                  </a:lnTo>
                  <a:lnTo>
                    <a:pt x="11201" y="227361"/>
                  </a:lnTo>
                  <a:lnTo>
                    <a:pt x="13188" y="232275"/>
                  </a:lnTo>
                  <a:lnTo>
                    <a:pt x="15329" y="237124"/>
                  </a:lnTo>
                  <a:lnTo>
                    <a:pt x="17623" y="241902"/>
                  </a:lnTo>
                  <a:lnTo>
                    <a:pt x="20068" y="246605"/>
                  </a:lnTo>
                  <a:lnTo>
                    <a:pt x="22660" y="251228"/>
                  </a:lnTo>
                  <a:lnTo>
                    <a:pt x="25398" y="255767"/>
                  </a:lnTo>
                  <a:lnTo>
                    <a:pt x="28278" y="260216"/>
                  </a:lnTo>
                  <a:lnTo>
                    <a:pt x="31298" y="264572"/>
                  </a:lnTo>
                  <a:lnTo>
                    <a:pt x="34454" y="268831"/>
                  </a:lnTo>
                  <a:lnTo>
                    <a:pt x="37744" y="272986"/>
                  </a:lnTo>
                  <a:lnTo>
                    <a:pt x="41164" y="277036"/>
                  </a:lnTo>
                  <a:lnTo>
                    <a:pt x="44710" y="280975"/>
                  </a:lnTo>
                  <a:lnTo>
                    <a:pt x="48380" y="284800"/>
                  </a:lnTo>
                  <a:lnTo>
                    <a:pt x="52169" y="288506"/>
                  </a:lnTo>
                  <a:lnTo>
                    <a:pt x="56073" y="292090"/>
                  </a:lnTo>
                  <a:lnTo>
                    <a:pt x="60090" y="295549"/>
                  </a:lnTo>
                  <a:lnTo>
                    <a:pt x="64213" y="298879"/>
                  </a:lnTo>
                  <a:lnTo>
                    <a:pt x="68441" y="302076"/>
                  </a:lnTo>
                  <a:lnTo>
                    <a:pt x="72767" y="305138"/>
                  </a:lnTo>
                  <a:lnTo>
                    <a:pt x="77189" y="308061"/>
                  </a:lnTo>
                  <a:lnTo>
                    <a:pt x="81701" y="310842"/>
                  </a:lnTo>
                  <a:lnTo>
                    <a:pt x="86299" y="313479"/>
                  </a:lnTo>
                  <a:lnTo>
                    <a:pt x="90978" y="315969"/>
                  </a:lnTo>
                  <a:lnTo>
                    <a:pt x="95734" y="318309"/>
                  </a:lnTo>
                  <a:lnTo>
                    <a:pt x="100561" y="320498"/>
                  </a:lnTo>
                  <a:lnTo>
                    <a:pt x="105456" y="322532"/>
                  </a:lnTo>
                  <a:lnTo>
                    <a:pt x="110412" y="324410"/>
                  </a:lnTo>
                  <a:lnTo>
                    <a:pt x="115426" y="326130"/>
                  </a:lnTo>
                  <a:lnTo>
                    <a:pt x="120492" y="327690"/>
                  </a:lnTo>
                  <a:lnTo>
                    <a:pt x="125604" y="329088"/>
                  </a:lnTo>
                  <a:lnTo>
                    <a:pt x="130758" y="330324"/>
                  </a:lnTo>
                  <a:lnTo>
                    <a:pt x="135949" y="331396"/>
                  </a:lnTo>
                  <a:lnTo>
                    <a:pt x="141171" y="332303"/>
                  </a:lnTo>
                  <a:lnTo>
                    <a:pt x="146420" y="333043"/>
                  </a:lnTo>
                  <a:lnTo>
                    <a:pt x="151689" y="333617"/>
                  </a:lnTo>
                  <a:lnTo>
                    <a:pt x="156974" y="334024"/>
                  </a:lnTo>
                  <a:lnTo>
                    <a:pt x="162269" y="334263"/>
                  </a:lnTo>
                  <a:lnTo>
                    <a:pt x="167569" y="334334"/>
                  </a:lnTo>
                  <a:lnTo>
                    <a:pt x="172868" y="334237"/>
                  </a:lnTo>
                  <a:lnTo>
                    <a:pt x="178162" y="333972"/>
                  </a:lnTo>
                  <a:lnTo>
                    <a:pt x="183444" y="333539"/>
                  </a:lnTo>
                  <a:lnTo>
                    <a:pt x="188711" y="332939"/>
                  </a:lnTo>
                  <a:lnTo>
                    <a:pt x="193955" y="332172"/>
                  </a:lnTo>
                  <a:lnTo>
                    <a:pt x="199173" y="331239"/>
                  </a:lnTo>
                  <a:lnTo>
                    <a:pt x="204358" y="330142"/>
                  </a:lnTo>
                  <a:lnTo>
                    <a:pt x="209507" y="328880"/>
                  </a:lnTo>
                  <a:lnTo>
                    <a:pt x="214612" y="327457"/>
                  </a:lnTo>
                  <a:lnTo>
                    <a:pt x="219670" y="325871"/>
                  </a:lnTo>
                  <a:lnTo>
                    <a:pt x="224675" y="324127"/>
                  </a:lnTo>
                  <a:lnTo>
                    <a:pt x="229622" y="322224"/>
                  </a:lnTo>
                  <a:lnTo>
                    <a:pt x="234506" y="320166"/>
                  </a:lnTo>
                  <a:lnTo>
                    <a:pt x="239323" y="317954"/>
                  </a:lnTo>
                  <a:lnTo>
                    <a:pt x="244067" y="315590"/>
                  </a:lnTo>
                  <a:lnTo>
                    <a:pt x="248734" y="313077"/>
                  </a:lnTo>
                  <a:lnTo>
                    <a:pt x="253319" y="310417"/>
                  </a:lnTo>
                  <a:lnTo>
                    <a:pt x="257817" y="307614"/>
                  </a:lnTo>
                  <a:lnTo>
                    <a:pt x="262224" y="304669"/>
                  </a:lnTo>
                  <a:lnTo>
                    <a:pt x="266535" y="301586"/>
                  </a:lnTo>
                  <a:lnTo>
                    <a:pt x="270747" y="298368"/>
                  </a:lnTo>
                  <a:lnTo>
                    <a:pt x="274854" y="295017"/>
                  </a:lnTo>
                  <a:lnTo>
                    <a:pt x="278853" y="291539"/>
                  </a:lnTo>
                  <a:lnTo>
                    <a:pt x="282740" y="287935"/>
                  </a:lnTo>
                  <a:lnTo>
                    <a:pt x="286511" y="284210"/>
                  </a:lnTo>
                  <a:lnTo>
                    <a:pt x="290161" y="280367"/>
                  </a:lnTo>
                  <a:lnTo>
                    <a:pt x="293688" y="276411"/>
                  </a:lnTo>
                  <a:lnTo>
                    <a:pt x="297088" y="272344"/>
                  </a:lnTo>
                  <a:lnTo>
                    <a:pt x="300357" y="268172"/>
                  </a:lnTo>
                  <a:lnTo>
                    <a:pt x="303492" y="263898"/>
                  </a:lnTo>
                  <a:lnTo>
                    <a:pt x="306490" y="259527"/>
                  </a:lnTo>
                  <a:lnTo>
                    <a:pt x="309349" y="255064"/>
                  </a:lnTo>
                  <a:lnTo>
                    <a:pt x="312064" y="250512"/>
                  </a:lnTo>
                  <a:lnTo>
                    <a:pt x="314633" y="245876"/>
                  </a:lnTo>
                  <a:lnTo>
                    <a:pt x="317054" y="241161"/>
                  </a:lnTo>
                  <a:lnTo>
                    <a:pt x="319325" y="236371"/>
                  </a:lnTo>
                  <a:lnTo>
                    <a:pt x="321442" y="231512"/>
                  </a:lnTo>
                  <a:lnTo>
                    <a:pt x="323405" y="226588"/>
                  </a:lnTo>
                  <a:lnTo>
                    <a:pt x="325210" y="221605"/>
                  </a:lnTo>
                  <a:lnTo>
                    <a:pt x="326856" y="216567"/>
                  </a:lnTo>
                  <a:lnTo>
                    <a:pt x="328342" y="211479"/>
                  </a:lnTo>
                  <a:lnTo>
                    <a:pt x="329666" y="206347"/>
                  </a:lnTo>
                  <a:lnTo>
                    <a:pt x="330826" y="201175"/>
                  </a:lnTo>
                  <a:lnTo>
                    <a:pt x="331822" y="195969"/>
                  </a:lnTo>
                  <a:lnTo>
                    <a:pt x="332653" y="190734"/>
                  </a:lnTo>
                  <a:lnTo>
                    <a:pt x="333316" y="185475"/>
                  </a:lnTo>
                  <a:lnTo>
                    <a:pt x="333813" y="180198"/>
                  </a:lnTo>
                  <a:lnTo>
                    <a:pt x="334143" y="174908"/>
                  </a:lnTo>
                  <a:lnTo>
                    <a:pt x="334304" y="169610"/>
                  </a:lnTo>
                  <a:lnTo>
                    <a:pt x="334298" y="164310"/>
                  </a:lnTo>
                  <a:lnTo>
                    <a:pt x="334123" y="159012"/>
                  </a:lnTo>
                  <a:lnTo>
                    <a:pt x="333781" y="153723"/>
                  </a:lnTo>
                  <a:lnTo>
                    <a:pt x="333271" y="148447"/>
                  </a:lnTo>
                  <a:lnTo>
                    <a:pt x="332594" y="143190"/>
                  </a:lnTo>
                  <a:lnTo>
                    <a:pt x="331750" y="137957"/>
                  </a:lnTo>
                  <a:lnTo>
                    <a:pt x="330742" y="132754"/>
                  </a:lnTo>
                  <a:lnTo>
                    <a:pt x="329568" y="127585"/>
                  </a:lnTo>
                  <a:lnTo>
                    <a:pt x="328232" y="122456"/>
                  </a:lnTo>
                  <a:lnTo>
                    <a:pt x="326733" y="117372"/>
                  </a:lnTo>
                  <a:lnTo>
                    <a:pt x="325075" y="112338"/>
                  </a:lnTo>
                  <a:lnTo>
                    <a:pt x="323257" y="107359"/>
                  </a:lnTo>
                  <a:lnTo>
                    <a:pt x="321282" y="102440"/>
                  </a:lnTo>
                  <a:lnTo>
                    <a:pt x="319153" y="97586"/>
                  </a:lnTo>
                  <a:lnTo>
                    <a:pt x="316871" y="92802"/>
                  </a:lnTo>
                  <a:lnTo>
                    <a:pt x="314438" y="88093"/>
                  </a:lnTo>
                  <a:lnTo>
                    <a:pt x="311857" y="83464"/>
                  </a:lnTo>
                  <a:lnTo>
                    <a:pt x="309130" y="78918"/>
                  </a:lnTo>
                  <a:lnTo>
                    <a:pt x="306261" y="74462"/>
                  </a:lnTo>
                  <a:lnTo>
                    <a:pt x="303252" y="70098"/>
                  </a:lnTo>
                  <a:lnTo>
                    <a:pt x="300107" y="65832"/>
                  </a:lnTo>
                  <a:lnTo>
                    <a:pt x="296827" y="61668"/>
                  </a:lnTo>
                  <a:lnTo>
                    <a:pt x="293417" y="57610"/>
                  </a:lnTo>
                  <a:lnTo>
                    <a:pt x="289881" y="53662"/>
                  </a:lnTo>
                  <a:lnTo>
                    <a:pt x="286221" y="49829"/>
                  </a:lnTo>
                  <a:lnTo>
                    <a:pt x="282441" y="46113"/>
                  </a:lnTo>
                  <a:lnTo>
                    <a:pt x="278545" y="42519"/>
                  </a:lnTo>
                  <a:lnTo>
                    <a:pt x="274537" y="39050"/>
                  </a:lnTo>
                  <a:lnTo>
                    <a:pt x="270422" y="35710"/>
                  </a:lnTo>
                  <a:lnTo>
                    <a:pt x="266202" y="32502"/>
                  </a:lnTo>
                  <a:lnTo>
                    <a:pt x="261883" y="29430"/>
                  </a:lnTo>
                  <a:lnTo>
                    <a:pt x="257469" y="26496"/>
                  </a:lnTo>
                  <a:lnTo>
                    <a:pt x="252964" y="23704"/>
                  </a:lnTo>
                  <a:lnTo>
                    <a:pt x="248372" y="21055"/>
                  </a:lnTo>
                  <a:lnTo>
                    <a:pt x="243699" y="18554"/>
                  </a:lnTo>
                  <a:lnTo>
                    <a:pt x="238949" y="16202"/>
                  </a:lnTo>
                  <a:lnTo>
                    <a:pt x="234127" y="14002"/>
                  </a:lnTo>
                  <a:lnTo>
                    <a:pt x="229238" y="11955"/>
                  </a:lnTo>
                  <a:lnTo>
                    <a:pt x="224286" y="10065"/>
                  </a:lnTo>
                  <a:lnTo>
                    <a:pt x="219277" y="8333"/>
                  </a:lnTo>
                  <a:lnTo>
                    <a:pt x="214215" y="6760"/>
                  </a:lnTo>
                  <a:lnTo>
                    <a:pt x="209106" y="5349"/>
                  </a:lnTo>
                  <a:lnTo>
                    <a:pt x="203955" y="4100"/>
                  </a:lnTo>
                  <a:lnTo>
                    <a:pt x="198767" y="3016"/>
                  </a:lnTo>
                  <a:lnTo>
                    <a:pt x="193547" y="2096"/>
                  </a:lnTo>
                  <a:lnTo>
                    <a:pt x="188300" y="1342"/>
                  </a:lnTo>
                  <a:lnTo>
                    <a:pt x="183032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5922953" y="4961274"/>
              <a:ext cx="159887" cy="167167"/>
            </a:xfrm>
            <a:custGeom>
              <a:avLst/>
              <a:pathLst>
                <a:path w="159887" h="167167">
                  <a:moveTo>
                    <a:pt x="159887" y="0"/>
                  </a:moveTo>
                  <a:lnTo>
                    <a:pt x="154425" y="89"/>
                  </a:lnTo>
                  <a:lnTo>
                    <a:pt x="148968" y="356"/>
                  </a:lnTo>
                  <a:lnTo>
                    <a:pt x="143523" y="802"/>
                  </a:lnTo>
                  <a:lnTo>
                    <a:pt x="138096" y="1426"/>
                  </a:lnTo>
                  <a:lnTo>
                    <a:pt x="132692" y="2226"/>
                  </a:lnTo>
                  <a:lnTo>
                    <a:pt x="127317" y="3203"/>
                  </a:lnTo>
                  <a:lnTo>
                    <a:pt x="121976" y="4355"/>
                  </a:lnTo>
                  <a:lnTo>
                    <a:pt x="116677" y="5681"/>
                  </a:lnTo>
                  <a:lnTo>
                    <a:pt x="111423" y="7179"/>
                  </a:lnTo>
                  <a:lnTo>
                    <a:pt x="106221" y="8848"/>
                  </a:lnTo>
                  <a:lnTo>
                    <a:pt x="101076" y="10686"/>
                  </a:lnTo>
                  <a:lnTo>
                    <a:pt x="95995" y="12691"/>
                  </a:lnTo>
                  <a:lnTo>
                    <a:pt x="90981" y="14861"/>
                  </a:lnTo>
                  <a:lnTo>
                    <a:pt x="86041" y="17194"/>
                  </a:lnTo>
                  <a:lnTo>
                    <a:pt x="81180" y="19687"/>
                  </a:lnTo>
                  <a:lnTo>
                    <a:pt x="76403" y="22338"/>
                  </a:lnTo>
                  <a:lnTo>
                    <a:pt x="71715" y="25143"/>
                  </a:lnTo>
                  <a:lnTo>
                    <a:pt x="67122" y="28100"/>
                  </a:lnTo>
                  <a:lnTo>
                    <a:pt x="62627" y="31206"/>
                  </a:lnTo>
                  <a:lnTo>
                    <a:pt x="58236" y="34456"/>
                  </a:lnTo>
                  <a:lnTo>
                    <a:pt x="53954" y="37849"/>
                  </a:lnTo>
                  <a:lnTo>
                    <a:pt x="49785" y="41379"/>
                  </a:lnTo>
                  <a:lnTo>
                    <a:pt x="45734" y="45044"/>
                  </a:lnTo>
                  <a:lnTo>
                    <a:pt x="41804" y="48839"/>
                  </a:lnTo>
                  <a:lnTo>
                    <a:pt x="38001" y="52761"/>
                  </a:lnTo>
                  <a:lnTo>
                    <a:pt x="34327" y="56805"/>
                  </a:lnTo>
                  <a:lnTo>
                    <a:pt x="30788" y="60967"/>
                  </a:lnTo>
                  <a:lnTo>
                    <a:pt x="27387" y="65242"/>
                  </a:lnTo>
                  <a:lnTo>
                    <a:pt x="24127" y="69626"/>
                  </a:lnTo>
                  <a:lnTo>
                    <a:pt x="21013" y="74114"/>
                  </a:lnTo>
                  <a:lnTo>
                    <a:pt x="18046" y="78701"/>
                  </a:lnTo>
                  <a:lnTo>
                    <a:pt x="15231" y="83383"/>
                  </a:lnTo>
                  <a:lnTo>
                    <a:pt x="12571" y="88155"/>
                  </a:lnTo>
                  <a:lnTo>
                    <a:pt x="10068" y="93011"/>
                  </a:lnTo>
                  <a:lnTo>
                    <a:pt x="7724" y="97946"/>
                  </a:lnTo>
                  <a:lnTo>
                    <a:pt x="5544" y="102955"/>
                  </a:lnTo>
                  <a:lnTo>
                    <a:pt x="3528" y="108032"/>
                  </a:lnTo>
                  <a:lnTo>
                    <a:pt x="1679" y="113173"/>
                  </a:lnTo>
                  <a:lnTo>
                    <a:pt x="0" y="118372"/>
                  </a:lnTo>
                  <a:lnTo>
                    <a:pt x="15988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5922953" y="5079646"/>
              <a:ext cx="159887" cy="48795"/>
            </a:xfrm>
            <a:custGeom>
              <a:avLst/>
              <a:pathLst>
                <a:path w="159887" h="48795">
                  <a:moveTo>
                    <a:pt x="0" y="0"/>
                  </a:moveTo>
                  <a:lnTo>
                    <a:pt x="159887" y="487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5922953" y="5079646"/>
              <a:ext cx="159887" cy="48795"/>
            </a:xfrm>
            <a:custGeom>
              <a:avLst/>
              <a:pathLst>
                <a:path w="159887" h="48795">
                  <a:moveTo>
                    <a:pt x="0" y="0"/>
                  </a:moveTo>
                  <a:lnTo>
                    <a:pt x="159887" y="4879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5922953" y="5079646"/>
              <a:ext cx="159887" cy="48795"/>
            </a:xfrm>
            <a:custGeom>
              <a:avLst/>
              <a:pathLst>
                <a:path w="159887" h="48795">
                  <a:moveTo>
                    <a:pt x="0" y="0"/>
                  </a:moveTo>
                  <a:lnTo>
                    <a:pt x="159887" y="4879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5915672" y="5079646"/>
              <a:ext cx="167167" cy="55054"/>
            </a:xfrm>
            <a:custGeom>
              <a:avLst/>
              <a:pathLst>
                <a:path w="167167" h="55054">
                  <a:moveTo>
                    <a:pt x="7280" y="0"/>
                  </a:moveTo>
                  <a:lnTo>
                    <a:pt x="5581" y="5959"/>
                  </a:lnTo>
                  <a:lnTo>
                    <a:pt x="4104" y="11978"/>
                  </a:lnTo>
                  <a:lnTo>
                    <a:pt x="2852" y="18047"/>
                  </a:lnTo>
                  <a:lnTo>
                    <a:pt x="1825" y="24158"/>
                  </a:lnTo>
                  <a:lnTo>
                    <a:pt x="1025" y="30304"/>
                  </a:lnTo>
                  <a:lnTo>
                    <a:pt x="454" y="36474"/>
                  </a:lnTo>
                  <a:lnTo>
                    <a:pt x="112" y="42662"/>
                  </a:lnTo>
                  <a:lnTo>
                    <a:pt x="0" y="48858"/>
                  </a:lnTo>
                  <a:lnTo>
                    <a:pt x="117" y="55054"/>
                  </a:lnTo>
                  <a:lnTo>
                    <a:pt x="167167" y="487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5915790" y="4961274"/>
              <a:ext cx="334204" cy="334330"/>
            </a:xfrm>
            <a:custGeom>
              <a:avLst/>
              <a:pathLst>
                <a:path w="334204" h="334330">
                  <a:moveTo>
                    <a:pt x="0" y="173426"/>
                  </a:moveTo>
                  <a:lnTo>
                    <a:pt x="283" y="178735"/>
                  </a:lnTo>
                  <a:lnTo>
                    <a:pt x="735" y="184031"/>
                  </a:lnTo>
                  <a:lnTo>
                    <a:pt x="1355" y="189311"/>
                  </a:lnTo>
                  <a:lnTo>
                    <a:pt x="2143" y="194569"/>
                  </a:lnTo>
                  <a:lnTo>
                    <a:pt x="3098" y="199798"/>
                  </a:lnTo>
                  <a:lnTo>
                    <a:pt x="4219" y="204995"/>
                  </a:lnTo>
                  <a:lnTo>
                    <a:pt x="5504" y="210153"/>
                  </a:lnTo>
                  <a:lnTo>
                    <a:pt x="6952" y="215268"/>
                  </a:lnTo>
                  <a:lnTo>
                    <a:pt x="8563" y="220335"/>
                  </a:lnTo>
                  <a:lnTo>
                    <a:pt x="10333" y="225347"/>
                  </a:lnTo>
                  <a:lnTo>
                    <a:pt x="12263" y="230301"/>
                  </a:lnTo>
                  <a:lnTo>
                    <a:pt x="14348" y="235191"/>
                  </a:lnTo>
                  <a:lnTo>
                    <a:pt x="16588" y="240012"/>
                  </a:lnTo>
                  <a:lnTo>
                    <a:pt x="18981" y="244759"/>
                  </a:lnTo>
                  <a:lnTo>
                    <a:pt x="21523" y="249428"/>
                  </a:lnTo>
                  <a:lnTo>
                    <a:pt x="24212" y="254014"/>
                  </a:lnTo>
                  <a:lnTo>
                    <a:pt x="27046" y="258512"/>
                  </a:lnTo>
                  <a:lnTo>
                    <a:pt x="30021" y="262917"/>
                  </a:lnTo>
                  <a:lnTo>
                    <a:pt x="33135" y="267226"/>
                  </a:lnTo>
                  <a:lnTo>
                    <a:pt x="36384" y="271433"/>
                  </a:lnTo>
                  <a:lnTo>
                    <a:pt x="39766" y="275535"/>
                  </a:lnTo>
                  <a:lnTo>
                    <a:pt x="43276" y="279528"/>
                  </a:lnTo>
                  <a:lnTo>
                    <a:pt x="46911" y="283407"/>
                  </a:lnTo>
                  <a:lnTo>
                    <a:pt x="50668" y="287168"/>
                  </a:lnTo>
                  <a:lnTo>
                    <a:pt x="54542" y="290808"/>
                  </a:lnTo>
                  <a:lnTo>
                    <a:pt x="58531" y="294323"/>
                  </a:lnTo>
                  <a:lnTo>
                    <a:pt x="62629" y="297709"/>
                  </a:lnTo>
                  <a:lnTo>
                    <a:pt x="66832" y="300963"/>
                  </a:lnTo>
                  <a:lnTo>
                    <a:pt x="71137" y="304082"/>
                  </a:lnTo>
                  <a:lnTo>
                    <a:pt x="75539" y="307063"/>
                  </a:lnTo>
                  <a:lnTo>
                    <a:pt x="80034" y="309902"/>
                  </a:lnTo>
                  <a:lnTo>
                    <a:pt x="84616" y="312596"/>
                  </a:lnTo>
                  <a:lnTo>
                    <a:pt x="89282" y="315144"/>
                  </a:lnTo>
                  <a:lnTo>
                    <a:pt x="94027" y="317542"/>
                  </a:lnTo>
                  <a:lnTo>
                    <a:pt x="98845" y="319788"/>
                  </a:lnTo>
                  <a:lnTo>
                    <a:pt x="103732" y="321879"/>
                  </a:lnTo>
                  <a:lnTo>
                    <a:pt x="108684" y="323814"/>
                  </a:lnTo>
                  <a:lnTo>
                    <a:pt x="113694" y="325591"/>
                  </a:lnTo>
                  <a:lnTo>
                    <a:pt x="118759" y="327207"/>
                  </a:lnTo>
                  <a:lnTo>
                    <a:pt x="123872" y="328662"/>
                  </a:lnTo>
                  <a:lnTo>
                    <a:pt x="129029" y="329953"/>
                  </a:lnTo>
                  <a:lnTo>
                    <a:pt x="134224" y="331080"/>
                  </a:lnTo>
                  <a:lnTo>
                    <a:pt x="139453" y="332041"/>
                  </a:lnTo>
                  <a:lnTo>
                    <a:pt x="144709" y="332835"/>
                  </a:lnTo>
                  <a:lnTo>
                    <a:pt x="149988" y="333461"/>
                  </a:lnTo>
                  <a:lnTo>
                    <a:pt x="155284" y="333920"/>
                  </a:lnTo>
                  <a:lnTo>
                    <a:pt x="160592" y="334210"/>
                  </a:lnTo>
                  <a:lnTo>
                    <a:pt x="165907" y="334330"/>
                  </a:lnTo>
                  <a:lnTo>
                    <a:pt x="171223" y="334282"/>
                  </a:lnTo>
                  <a:lnTo>
                    <a:pt x="176535" y="334065"/>
                  </a:lnTo>
                  <a:lnTo>
                    <a:pt x="181837" y="333679"/>
                  </a:lnTo>
                  <a:lnTo>
                    <a:pt x="187124" y="333125"/>
                  </a:lnTo>
                  <a:lnTo>
                    <a:pt x="192391" y="332403"/>
                  </a:lnTo>
                  <a:lnTo>
                    <a:pt x="197632" y="331513"/>
                  </a:lnTo>
                  <a:lnTo>
                    <a:pt x="202842" y="330458"/>
                  </a:lnTo>
                  <a:lnTo>
                    <a:pt x="208016" y="329237"/>
                  </a:lnTo>
                  <a:lnTo>
                    <a:pt x="213149" y="327852"/>
                  </a:lnTo>
                  <a:lnTo>
                    <a:pt x="218235" y="326305"/>
                  </a:lnTo>
                  <a:lnTo>
                    <a:pt x="223269" y="324597"/>
                  </a:lnTo>
                  <a:lnTo>
                    <a:pt x="228246" y="322730"/>
                  </a:lnTo>
                  <a:lnTo>
                    <a:pt x="233162" y="320706"/>
                  </a:lnTo>
                  <a:lnTo>
                    <a:pt x="238010" y="318526"/>
                  </a:lnTo>
                  <a:lnTo>
                    <a:pt x="242787" y="316193"/>
                  </a:lnTo>
                  <a:lnTo>
                    <a:pt x="247488" y="313709"/>
                  </a:lnTo>
                  <a:lnTo>
                    <a:pt x="252107" y="311078"/>
                  </a:lnTo>
                  <a:lnTo>
                    <a:pt x="256639" y="308300"/>
                  </a:lnTo>
                  <a:lnTo>
                    <a:pt x="261082" y="305380"/>
                  </a:lnTo>
                  <a:lnTo>
                    <a:pt x="265429" y="302320"/>
                  </a:lnTo>
                  <a:lnTo>
                    <a:pt x="269677" y="299124"/>
                  </a:lnTo>
                  <a:lnTo>
                    <a:pt x="273821" y="295794"/>
                  </a:lnTo>
                  <a:lnTo>
                    <a:pt x="277857" y="292334"/>
                  </a:lnTo>
                  <a:lnTo>
                    <a:pt x="281780" y="288747"/>
                  </a:lnTo>
                  <a:lnTo>
                    <a:pt x="285588" y="285038"/>
                  </a:lnTo>
                  <a:lnTo>
                    <a:pt x="289276" y="281209"/>
                  </a:lnTo>
                  <a:lnTo>
                    <a:pt x="292841" y="277265"/>
                  </a:lnTo>
                  <a:lnTo>
                    <a:pt x="296278" y="273210"/>
                  </a:lnTo>
                  <a:lnTo>
                    <a:pt x="299584" y="269047"/>
                  </a:lnTo>
                  <a:lnTo>
                    <a:pt x="302757" y="264781"/>
                  </a:lnTo>
                  <a:lnTo>
                    <a:pt x="305792" y="260417"/>
                  </a:lnTo>
                  <a:lnTo>
                    <a:pt x="308687" y="255958"/>
                  </a:lnTo>
                  <a:lnTo>
                    <a:pt x="311439" y="251409"/>
                  </a:lnTo>
                  <a:lnTo>
                    <a:pt x="314044" y="246776"/>
                  </a:lnTo>
                  <a:lnTo>
                    <a:pt x="316501" y="242061"/>
                  </a:lnTo>
                  <a:lnTo>
                    <a:pt x="318807" y="237272"/>
                  </a:lnTo>
                  <a:lnTo>
                    <a:pt x="320959" y="232411"/>
                  </a:lnTo>
                  <a:lnTo>
                    <a:pt x="322956" y="227484"/>
                  </a:lnTo>
                  <a:lnTo>
                    <a:pt x="324795" y="222496"/>
                  </a:lnTo>
                  <a:lnTo>
                    <a:pt x="326475" y="217452"/>
                  </a:lnTo>
                  <a:lnTo>
                    <a:pt x="327993" y="212357"/>
                  </a:lnTo>
                  <a:lnTo>
                    <a:pt x="329349" y="207217"/>
                  </a:lnTo>
                  <a:lnTo>
                    <a:pt x="330540" y="202036"/>
                  </a:lnTo>
                  <a:lnTo>
                    <a:pt x="331566" y="196820"/>
                  </a:lnTo>
                  <a:lnTo>
                    <a:pt x="332426" y="191574"/>
                  </a:lnTo>
                  <a:lnTo>
                    <a:pt x="333118" y="186303"/>
                  </a:lnTo>
                  <a:lnTo>
                    <a:pt x="333643" y="181013"/>
                  </a:lnTo>
                  <a:lnTo>
                    <a:pt x="333999" y="175709"/>
                  </a:lnTo>
                  <a:lnTo>
                    <a:pt x="334186" y="170396"/>
                  </a:lnTo>
                  <a:lnTo>
                    <a:pt x="334204" y="165080"/>
                  </a:lnTo>
                  <a:lnTo>
                    <a:pt x="334053" y="159766"/>
                  </a:lnTo>
                  <a:lnTo>
                    <a:pt x="333733" y="154460"/>
                  </a:lnTo>
                  <a:lnTo>
                    <a:pt x="333245" y="149166"/>
                  </a:lnTo>
                  <a:lnTo>
                    <a:pt x="332589" y="143891"/>
                  </a:lnTo>
                  <a:lnTo>
                    <a:pt x="331765" y="138639"/>
                  </a:lnTo>
                  <a:lnTo>
                    <a:pt x="330775" y="133416"/>
                  </a:lnTo>
                  <a:lnTo>
                    <a:pt x="329619" y="128227"/>
                  </a:lnTo>
                  <a:lnTo>
                    <a:pt x="328298" y="123077"/>
                  </a:lnTo>
                  <a:lnTo>
                    <a:pt x="326815" y="117973"/>
                  </a:lnTo>
                  <a:lnTo>
                    <a:pt x="325170" y="112917"/>
                  </a:lnTo>
                  <a:lnTo>
                    <a:pt x="323365" y="107917"/>
                  </a:lnTo>
                  <a:lnTo>
                    <a:pt x="321402" y="102977"/>
                  </a:lnTo>
                  <a:lnTo>
                    <a:pt x="319283" y="98101"/>
                  </a:lnTo>
                  <a:lnTo>
                    <a:pt x="317010" y="93296"/>
                  </a:lnTo>
                  <a:lnTo>
                    <a:pt x="314585" y="88565"/>
                  </a:lnTo>
                  <a:lnTo>
                    <a:pt x="312011" y="83913"/>
                  </a:lnTo>
                  <a:lnTo>
                    <a:pt x="309291" y="79346"/>
                  </a:lnTo>
                  <a:lnTo>
                    <a:pt x="306426" y="74868"/>
                  </a:lnTo>
                  <a:lnTo>
                    <a:pt x="303421" y="70483"/>
                  </a:lnTo>
                  <a:lnTo>
                    <a:pt x="300278" y="66195"/>
                  </a:lnTo>
                  <a:lnTo>
                    <a:pt x="297000" y="62010"/>
                  </a:lnTo>
                  <a:lnTo>
                    <a:pt x="293590" y="57931"/>
                  </a:lnTo>
                  <a:lnTo>
                    <a:pt x="290053" y="53963"/>
                  </a:lnTo>
                  <a:lnTo>
                    <a:pt x="286391" y="50109"/>
                  </a:lnTo>
                  <a:lnTo>
                    <a:pt x="282609" y="46373"/>
                  </a:lnTo>
                  <a:lnTo>
                    <a:pt x="278709" y="42760"/>
                  </a:lnTo>
                  <a:lnTo>
                    <a:pt x="274697" y="39273"/>
                  </a:lnTo>
                  <a:lnTo>
                    <a:pt x="270576" y="35914"/>
                  </a:lnTo>
                  <a:lnTo>
                    <a:pt x="266350" y="32689"/>
                  </a:lnTo>
                  <a:lnTo>
                    <a:pt x="262024" y="29599"/>
                  </a:lnTo>
                  <a:lnTo>
                    <a:pt x="257602" y="26649"/>
                  </a:lnTo>
                  <a:lnTo>
                    <a:pt x="253088" y="23841"/>
                  </a:lnTo>
                  <a:lnTo>
                    <a:pt x="248487" y="21178"/>
                  </a:lnTo>
                  <a:lnTo>
                    <a:pt x="243804" y="18662"/>
                  </a:lnTo>
                  <a:lnTo>
                    <a:pt x="239043" y="16297"/>
                  </a:lnTo>
                  <a:lnTo>
                    <a:pt x="234210" y="14084"/>
                  </a:lnTo>
                  <a:lnTo>
                    <a:pt x="229308" y="12026"/>
                  </a:lnTo>
                  <a:lnTo>
                    <a:pt x="224344" y="10124"/>
                  </a:lnTo>
                  <a:lnTo>
                    <a:pt x="219321" y="8382"/>
                  </a:lnTo>
                  <a:lnTo>
                    <a:pt x="214246" y="6800"/>
                  </a:lnTo>
                  <a:lnTo>
                    <a:pt x="209123" y="5381"/>
                  </a:lnTo>
                  <a:lnTo>
                    <a:pt x="203957" y="4125"/>
                  </a:lnTo>
                  <a:lnTo>
                    <a:pt x="198754" y="3034"/>
                  </a:lnTo>
                  <a:lnTo>
                    <a:pt x="193519" y="2108"/>
                  </a:lnTo>
                  <a:lnTo>
                    <a:pt x="188258" y="1350"/>
                  </a:lnTo>
                  <a:lnTo>
                    <a:pt x="182974" y="760"/>
                  </a:lnTo>
                  <a:lnTo>
                    <a:pt x="177675" y="338"/>
                  </a:lnTo>
                  <a:lnTo>
                    <a:pt x="172365" y="84"/>
                  </a:lnTo>
                  <a:lnTo>
                    <a:pt x="167050" y="0"/>
                  </a:lnTo>
                  <a:lnTo>
                    <a:pt x="1670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293399" y="4605529"/>
              <a:ext cx="326821" cy="334334"/>
            </a:xfrm>
            <a:custGeom>
              <a:avLst/>
              <a:pathLst>
                <a:path w="326821" h="334334">
                  <a:moveTo>
                    <a:pt x="167147" y="0"/>
                  </a:moveTo>
                  <a:lnTo>
                    <a:pt x="161842" y="84"/>
                  </a:lnTo>
                  <a:lnTo>
                    <a:pt x="156542" y="336"/>
                  </a:lnTo>
                  <a:lnTo>
                    <a:pt x="151253" y="757"/>
                  </a:lnTo>
                  <a:lnTo>
                    <a:pt x="145980" y="1345"/>
                  </a:lnTo>
                  <a:lnTo>
                    <a:pt x="140729" y="2100"/>
                  </a:lnTo>
                  <a:lnTo>
                    <a:pt x="135504" y="3022"/>
                  </a:lnTo>
                  <a:lnTo>
                    <a:pt x="130310" y="4109"/>
                  </a:lnTo>
                  <a:lnTo>
                    <a:pt x="125154" y="5360"/>
                  </a:lnTo>
                  <a:lnTo>
                    <a:pt x="120041" y="6774"/>
                  </a:lnTo>
                  <a:lnTo>
                    <a:pt x="114974" y="8349"/>
                  </a:lnTo>
                  <a:lnTo>
                    <a:pt x="109961" y="10085"/>
                  </a:lnTo>
                  <a:lnTo>
                    <a:pt x="105004" y="11979"/>
                  </a:lnTo>
                  <a:lnTo>
                    <a:pt x="100111" y="14029"/>
                  </a:lnTo>
                  <a:lnTo>
                    <a:pt x="95285" y="16234"/>
                  </a:lnTo>
                  <a:lnTo>
                    <a:pt x="90531" y="18590"/>
                  </a:lnTo>
                  <a:lnTo>
                    <a:pt x="85855" y="21096"/>
                  </a:lnTo>
                  <a:lnTo>
                    <a:pt x="81260" y="23750"/>
                  </a:lnTo>
                  <a:lnTo>
                    <a:pt x="76752" y="26548"/>
                  </a:lnTo>
                  <a:lnTo>
                    <a:pt x="72335" y="29487"/>
                  </a:lnTo>
                  <a:lnTo>
                    <a:pt x="68014" y="32565"/>
                  </a:lnTo>
                  <a:lnTo>
                    <a:pt x="63792" y="35779"/>
                  </a:lnTo>
                  <a:lnTo>
                    <a:pt x="59675" y="39125"/>
                  </a:lnTo>
                  <a:lnTo>
                    <a:pt x="55666" y="42600"/>
                  </a:lnTo>
                  <a:lnTo>
                    <a:pt x="51769" y="46201"/>
                  </a:lnTo>
                  <a:lnTo>
                    <a:pt x="47988" y="49923"/>
                  </a:lnTo>
                  <a:lnTo>
                    <a:pt x="44327" y="53764"/>
                  </a:lnTo>
                  <a:lnTo>
                    <a:pt x="40790" y="57718"/>
                  </a:lnTo>
                  <a:lnTo>
                    <a:pt x="37381" y="61783"/>
                  </a:lnTo>
                  <a:lnTo>
                    <a:pt x="34102" y="65954"/>
                  </a:lnTo>
                  <a:lnTo>
                    <a:pt x="30957" y="70228"/>
                  </a:lnTo>
                  <a:lnTo>
                    <a:pt x="27949" y="74598"/>
                  </a:lnTo>
                  <a:lnTo>
                    <a:pt x="25082" y="79062"/>
                  </a:lnTo>
                  <a:lnTo>
                    <a:pt x="22357" y="83615"/>
                  </a:lnTo>
                  <a:lnTo>
                    <a:pt x="19779" y="88252"/>
                  </a:lnTo>
                  <a:lnTo>
                    <a:pt x="17348" y="92968"/>
                  </a:lnTo>
                  <a:lnTo>
                    <a:pt x="15069" y="97760"/>
                  </a:lnTo>
                  <a:lnTo>
                    <a:pt x="12943" y="102621"/>
                  </a:lnTo>
                  <a:lnTo>
                    <a:pt x="10973" y="107547"/>
                  </a:lnTo>
                  <a:lnTo>
                    <a:pt x="9159" y="112533"/>
                  </a:lnTo>
                  <a:lnTo>
                    <a:pt x="7505" y="117574"/>
                  </a:lnTo>
                  <a:lnTo>
                    <a:pt x="6012" y="122665"/>
                  </a:lnTo>
                  <a:lnTo>
                    <a:pt x="4680" y="127801"/>
                  </a:lnTo>
                  <a:lnTo>
                    <a:pt x="3513" y="132977"/>
                  </a:lnTo>
                  <a:lnTo>
                    <a:pt x="2510" y="138187"/>
                  </a:lnTo>
                  <a:lnTo>
                    <a:pt x="1674" y="143426"/>
                  </a:lnTo>
                  <a:lnTo>
                    <a:pt x="1004" y="148689"/>
                  </a:lnTo>
                  <a:lnTo>
                    <a:pt x="501" y="153971"/>
                  </a:lnTo>
                  <a:lnTo>
                    <a:pt x="166" y="159266"/>
                  </a:lnTo>
                  <a:lnTo>
                    <a:pt x="0" y="164569"/>
                  </a:lnTo>
                  <a:lnTo>
                    <a:pt x="1" y="169875"/>
                  </a:lnTo>
                  <a:lnTo>
                    <a:pt x="171" y="175178"/>
                  </a:lnTo>
                  <a:lnTo>
                    <a:pt x="510" y="180473"/>
                  </a:lnTo>
                  <a:lnTo>
                    <a:pt x="1016" y="185754"/>
                  </a:lnTo>
                  <a:lnTo>
                    <a:pt x="1689" y="191017"/>
                  </a:lnTo>
                  <a:lnTo>
                    <a:pt x="2530" y="196256"/>
                  </a:lnTo>
                  <a:lnTo>
                    <a:pt x="3536" y="201465"/>
                  </a:lnTo>
                  <a:lnTo>
                    <a:pt x="4706" y="206640"/>
                  </a:lnTo>
                  <a:lnTo>
                    <a:pt x="6041" y="211775"/>
                  </a:lnTo>
                  <a:lnTo>
                    <a:pt x="7538" y="216865"/>
                  </a:lnTo>
                  <a:lnTo>
                    <a:pt x="9195" y="221905"/>
                  </a:lnTo>
                  <a:lnTo>
                    <a:pt x="11012" y="226890"/>
                  </a:lnTo>
                  <a:lnTo>
                    <a:pt x="12986" y="231815"/>
                  </a:lnTo>
                  <a:lnTo>
                    <a:pt x="15115" y="236675"/>
                  </a:lnTo>
                  <a:lnTo>
                    <a:pt x="17397" y="241464"/>
                  </a:lnTo>
                  <a:lnTo>
                    <a:pt x="19831" y="246179"/>
                  </a:lnTo>
                  <a:lnTo>
                    <a:pt x="22412" y="250814"/>
                  </a:lnTo>
                  <a:lnTo>
                    <a:pt x="25140" y="255365"/>
                  </a:lnTo>
                  <a:lnTo>
                    <a:pt x="28010" y="259827"/>
                  </a:lnTo>
                  <a:lnTo>
                    <a:pt x="31021" y="264196"/>
                  </a:lnTo>
                  <a:lnTo>
                    <a:pt x="34168" y="268467"/>
                  </a:lnTo>
                  <a:lnTo>
                    <a:pt x="37450" y="272636"/>
                  </a:lnTo>
                  <a:lnTo>
                    <a:pt x="40863" y="276699"/>
                  </a:lnTo>
                  <a:lnTo>
                    <a:pt x="44402" y="280651"/>
                  </a:lnTo>
                  <a:lnTo>
                    <a:pt x="48065" y="284489"/>
                  </a:lnTo>
                  <a:lnTo>
                    <a:pt x="51848" y="288209"/>
                  </a:lnTo>
                  <a:lnTo>
                    <a:pt x="55748" y="291807"/>
                  </a:lnTo>
                  <a:lnTo>
                    <a:pt x="59759" y="295280"/>
                  </a:lnTo>
                  <a:lnTo>
                    <a:pt x="63879" y="298623"/>
                  </a:lnTo>
                  <a:lnTo>
                    <a:pt x="68103" y="301834"/>
                  </a:lnTo>
                  <a:lnTo>
                    <a:pt x="72426" y="304909"/>
                  </a:lnTo>
                  <a:lnTo>
                    <a:pt x="76845" y="307846"/>
                  </a:lnTo>
                  <a:lnTo>
                    <a:pt x="81355" y="310641"/>
                  </a:lnTo>
                  <a:lnTo>
                    <a:pt x="85951" y="313291"/>
                  </a:lnTo>
                  <a:lnTo>
                    <a:pt x="90629" y="315794"/>
                  </a:lnTo>
                  <a:lnTo>
                    <a:pt x="95384" y="318147"/>
                  </a:lnTo>
                  <a:lnTo>
                    <a:pt x="100212" y="320349"/>
                  </a:lnTo>
                  <a:lnTo>
                    <a:pt x="105107" y="322396"/>
                  </a:lnTo>
                  <a:lnTo>
                    <a:pt x="110064" y="324286"/>
                  </a:lnTo>
                  <a:lnTo>
                    <a:pt x="115079" y="326019"/>
                  </a:lnTo>
                  <a:lnTo>
                    <a:pt x="120146" y="327591"/>
                  </a:lnTo>
                  <a:lnTo>
                    <a:pt x="125261" y="329002"/>
                  </a:lnTo>
                  <a:lnTo>
                    <a:pt x="130418" y="330250"/>
                  </a:lnTo>
                  <a:lnTo>
                    <a:pt x="135612" y="331333"/>
                  </a:lnTo>
                  <a:lnTo>
                    <a:pt x="140837" y="332251"/>
                  </a:lnTo>
                  <a:lnTo>
                    <a:pt x="146090" y="333003"/>
                  </a:lnTo>
                  <a:lnTo>
                    <a:pt x="151363" y="333588"/>
                  </a:lnTo>
                  <a:lnTo>
                    <a:pt x="156652" y="334005"/>
                  </a:lnTo>
                  <a:lnTo>
                    <a:pt x="161952" y="334254"/>
                  </a:lnTo>
                  <a:lnTo>
                    <a:pt x="167257" y="334334"/>
                  </a:lnTo>
                  <a:lnTo>
                    <a:pt x="172562" y="334247"/>
                  </a:lnTo>
                  <a:lnTo>
                    <a:pt x="177861" y="333991"/>
                  </a:lnTo>
                  <a:lnTo>
                    <a:pt x="183150" y="333567"/>
                  </a:lnTo>
                  <a:lnTo>
                    <a:pt x="188423" y="332975"/>
                  </a:lnTo>
                  <a:lnTo>
                    <a:pt x="193674" y="332216"/>
                  </a:lnTo>
                  <a:lnTo>
                    <a:pt x="198898" y="331291"/>
                  </a:lnTo>
                  <a:lnTo>
                    <a:pt x="204091" y="330201"/>
                  </a:lnTo>
                  <a:lnTo>
                    <a:pt x="209246" y="328947"/>
                  </a:lnTo>
                  <a:lnTo>
                    <a:pt x="214359" y="327529"/>
                  </a:lnTo>
                  <a:lnTo>
                    <a:pt x="219424" y="325950"/>
                  </a:lnTo>
                  <a:lnTo>
                    <a:pt x="224436" y="324211"/>
                  </a:lnTo>
                  <a:lnTo>
                    <a:pt x="229391" y="322314"/>
                  </a:lnTo>
                  <a:lnTo>
                    <a:pt x="234283" y="320260"/>
                  </a:lnTo>
                  <a:lnTo>
                    <a:pt x="239108" y="318053"/>
                  </a:lnTo>
                  <a:lnTo>
                    <a:pt x="243860" y="315693"/>
                  </a:lnTo>
                  <a:lnTo>
                    <a:pt x="248535" y="313184"/>
                  </a:lnTo>
                  <a:lnTo>
                    <a:pt x="253128" y="310527"/>
                  </a:lnTo>
                  <a:lnTo>
                    <a:pt x="257634" y="307727"/>
                  </a:lnTo>
                  <a:lnTo>
                    <a:pt x="262049" y="304784"/>
                  </a:lnTo>
                  <a:lnTo>
                    <a:pt x="266368" y="301703"/>
                  </a:lnTo>
                  <a:lnTo>
                    <a:pt x="270588" y="298487"/>
                  </a:lnTo>
                  <a:lnTo>
                    <a:pt x="274703" y="295138"/>
                  </a:lnTo>
                  <a:lnTo>
                    <a:pt x="278710" y="291660"/>
                  </a:lnTo>
                  <a:lnTo>
                    <a:pt x="282605" y="288057"/>
                  </a:lnTo>
                  <a:lnTo>
                    <a:pt x="286383" y="284332"/>
                  </a:lnTo>
                  <a:lnTo>
                    <a:pt x="290041" y="280489"/>
                  </a:lnTo>
                  <a:lnTo>
                    <a:pt x="293575" y="276532"/>
                  </a:lnTo>
                  <a:lnTo>
                    <a:pt x="296982" y="272465"/>
                  </a:lnTo>
                  <a:lnTo>
                    <a:pt x="300258" y="268292"/>
                  </a:lnTo>
                  <a:lnTo>
                    <a:pt x="303401" y="264017"/>
                  </a:lnTo>
                  <a:lnTo>
                    <a:pt x="306405" y="259644"/>
                  </a:lnTo>
                  <a:lnTo>
                    <a:pt x="309270" y="255178"/>
                  </a:lnTo>
                  <a:lnTo>
                    <a:pt x="311991" y="250623"/>
                  </a:lnTo>
                  <a:lnTo>
                    <a:pt x="314567" y="245985"/>
                  </a:lnTo>
                  <a:lnTo>
                    <a:pt x="316994" y="241267"/>
                  </a:lnTo>
                  <a:lnTo>
                    <a:pt x="319270" y="236474"/>
                  </a:lnTo>
                  <a:lnTo>
                    <a:pt x="321393" y="231612"/>
                  </a:lnTo>
                  <a:lnTo>
                    <a:pt x="323360" y="226684"/>
                  </a:lnTo>
                  <a:lnTo>
                    <a:pt x="325170" y="221697"/>
                  </a:lnTo>
                  <a:lnTo>
                    <a:pt x="326821" y="216655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460546" y="4772696"/>
              <a:ext cx="159674" cy="49487"/>
            </a:xfrm>
            <a:custGeom>
              <a:avLst/>
              <a:pathLst>
                <a:path w="159674" h="49487">
                  <a:moveTo>
                    <a:pt x="159674" y="494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460546" y="4772696"/>
              <a:ext cx="159674" cy="49487"/>
            </a:xfrm>
            <a:custGeom>
              <a:avLst/>
              <a:pathLst>
                <a:path w="159674" h="49487">
                  <a:moveTo>
                    <a:pt x="159674" y="494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460546" y="4678798"/>
              <a:ext cx="167167" cy="143385"/>
            </a:xfrm>
            <a:custGeom>
              <a:avLst/>
              <a:pathLst>
                <a:path w="167167" h="143385">
                  <a:moveTo>
                    <a:pt x="159674" y="143385"/>
                  </a:moveTo>
                  <a:lnTo>
                    <a:pt x="161230" y="138054"/>
                  </a:lnTo>
                  <a:lnTo>
                    <a:pt x="162607" y="132674"/>
                  </a:lnTo>
                  <a:lnTo>
                    <a:pt x="163806" y="127252"/>
                  </a:lnTo>
                  <a:lnTo>
                    <a:pt x="164823" y="121793"/>
                  </a:lnTo>
                  <a:lnTo>
                    <a:pt x="165659" y="116303"/>
                  </a:lnTo>
                  <a:lnTo>
                    <a:pt x="166311" y="110788"/>
                  </a:lnTo>
                  <a:lnTo>
                    <a:pt x="166781" y="105254"/>
                  </a:lnTo>
                  <a:lnTo>
                    <a:pt x="167066" y="99708"/>
                  </a:lnTo>
                  <a:lnTo>
                    <a:pt x="167167" y="94156"/>
                  </a:lnTo>
                  <a:lnTo>
                    <a:pt x="167083" y="88603"/>
                  </a:lnTo>
                  <a:lnTo>
                    <a:pt x="166815" y="83057"/>
                  </a:lnTo>
                  <a:lnTo>
                    <a:pt x="166363" y="77522"/>
                  </a:lnTo>
                  <a:lnTo>
                    <a:pt x="165727" y="72005"/>
                  </a:lnTo>
                  <a:lnTo>
                    <a:pt x="164909" y="66512"/>
                  </a:lnTo>
                  <a:lnTo>
                    <a:pt x="163908" y="61050"/>
                  </a:lnTo>
                  <a:lnTo>
                    <a:pt x="162727" y="55624"/>
                  </a:lnTo>
                  <a:lnTo>
                    <a:pt x="161365" y="50240"/>
                  </a:lnTo>
                  <a:lnTo>
                    <a:pt x="159826" y="44904"/>
                  </a:lnTo>
                  <a:lnTo>
                    <a:pt x="158111" y="39622"/>
                  </a:lnTo>
                  <a:lnTo>
                    <a:pt x="156221" y="34401"/>
                  </a:lnTo>
                  <a:lnTo>
                    <a:pt x="154158" y="29245"/>
                  </a:lnTo>
                  <a:lnTo>
                    <a:pt x="151926" y="24160"/>
                  </a:lnTo>
                  <a:lnTo>
                    <a:pt x="149526" y="19152"/>
                  </a:lnTo>
                  <a:lnTo>
                    <a:pt x="146961" y="14227"/>
                  </a:lnTo>
                  <a:lnTo>
                    <a:pt x="144233" y="9389"/>
                  </a:lnTo>
                  <a:lnTo>
                    <a:pt x="141347" y="4645"/>
                  </a:lnTo>
                  <a:lnTo>
                    <a:pt x="138304" y="0"/>
                  </a:lnTo>
                  <a:lnTo>
                    <a:pt x="0" y="938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8"/>
            <p:cNvSpPr/>
            <p:nvPr/>
          </p:nvSpPr>
          <p:spPr>
            <a:xfrm>
              <a:off x="6460546" y="4605529"/>
              <a:ext cx="138304" cy="167167"/>
            </a:xfrm>
            <a:custGeom>
              <a:avLst/>
              <a:pathLst>
                <a:path w="138304" h="167167">
                  <a:moveTo>
                    <a:pt x="138304" y="73269"/>
                  </a:moveTo>
                  <a:lnTo>
                    <a:pt x="135182" y="68827"/>
                  </a:lnTo>
                  <a:lnTo>
                    <a:pt x="131917" y="64490"/>
                  </a:lnTo>
                  <a:lnTo>
                    <a:pt x="128514" y="60260"/>
                  </a:lnTo>
                  <a:lnTo>
                    <a:pt x="124974" y="56143"/>
                  </a:lnTo>
                  <a:lnTo>
                    <a:pt x="121303" y="52143"/>
                  </a:lnTo>
                  <a:lnTo>
                    <a:pt x="117504" y="48265"/>
                  </a:lnTo>
                  <a:lnTo>
                    <a:pt x="113581" y="44512"/>
                  </a:lnTo>
                  <a:lnTo>
                    <a:pt x="109538" y="40888"/>
                  </a:lnTo>
                  <a:lnTo>
                    <a:pt x="105380" y="37398"/>
                  </a:lnTo>
                  <a:lnTo>
                    <a:pt x="101110" y="34044"/>
                  </a:lnTo>
                  <a:lnTo>
                    <a:pt x="96734" y="30831"/>
                  </a:lnTo>
                  <a:lnTo>
                    <a:pt x="92256" y="27762"/>
                  </a:lnTo>
                  <a:lnTo>
                    <a:pt x="87680" y="24840"/>
                  </a:lnTo>
                  <a:lnTo>
                    <a:pt x="83012" y="22067"/>
                  </a:lnTo>
                  <a:lnTo>
                    <a:pt x="78256" y="19448"/>
                  </a:lnTo>
                  <a:lnTo>
                    <a:pt x="73418" y="16985"/>
                  </a:lnTo>
                  <a:lnTo>
                    <a:pt x="68503" y="14680"/>
                  </a:lnTo>
                  <a:lnTo>
                    <a:pt x="63515" y="12536"/>
                  </a:lnTo>
                  <a:lnTo>
                    <a:pt x="58460" y="10555"/>
                  </a:lnTo>
                  <a:lnTo>
                    <a:pt x="53344" y="8739"/>
                  </a:lnTo>
                  <a:lnTo>
                    <a:pt x="48171" y="7090"/>
                  </a:lnTo>
                  <a:lnTo>
                    <a:pt x="42947" y="5611"/>
                  </a:lnTo>
                  <a:lnTo>
                    <a:pt x="37678" y="4301"/>
                  </a:lnTo>
                  <a:lnTo>
                    <a:pt x="32370" y="3164"/>
                  </a:lnTo>
                  <a:lnTo>
                    <a:pt x="27027" y="2199"/>
                  </a:lnTo>
                  <a:lnTo>
                    <a:pt x="21656" y="1408"/>
                  </a:lnTo>
                  <a:lnTo>
                    <a:pt x="16262" y="792"/>
                  </a:lnTo>
                  <a:lnTo>
                    <a:pt x="10851" y="352"/>
                  </a:lnTo>
                  <a:lnTo>
                    <a:pt x="5428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90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g90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g90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g90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g90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g90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g90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g90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g90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g90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g91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g91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g91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g91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g91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g91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g91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g91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g91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g91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g92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g92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g92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g92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g924"/>
            <p:cNvSpPr/>
            <p:nvPr/>
          </p:nvSpPr>
          <p:spPr>
            <a:xfrm>
              <a:off x="6578742" y="4172415"/>
              <a:ext cx="318932" cy="334334"/>
            </a:xfrm>
            <a:custGeom>
              <a:avLst/>
              <a:pathLst>
                <a:path w="318932" h="334334">
                  <a:moveTo>
                    <a:pt x="167150" y="0"/>
                  </a:moveTo>
                  <a:lnTo>
                    <a:pt x="161851" y="84"/>
                  </a:lnTo>
                  <a:lnTo>
                    <a:pt x="156557" y="335"/>
                  </a:lnTo>
                  <a:lnTo>
                    <a:pt x="151274" y="755"/>
                  </a:lnTo>
                  <a:lnTo>
                    <a:pt x="146007" y="1342"/>
                  </a:lnTo>
                  <a:lnTo>
                    <a:pt x="140761" y="2095"/>
                  </a:lnTo>
                  <a:lnTo>
                    <a:pt x="135542" y="3015"/>
                  </a:lnTo>
                  <a:lnTo>
                    <a:pt x="130355" y="4099"/>
                  </a:lnTo>
                  <a:lnTo>
                    <a:pt x="125204" y="5347"/>
                  </a:lnTo>
                  <a:lnTo>
                    <a:pt x="120096" y="6758"/>
                  </a:lnTo>
                  <a:lnTo>
                    <a:pt x="115035" y="8331"/>
                  </a:lnTo>
                  <a:lnTo>
                    <a:pt x="110026" y="10062"/>
                  </a:lnTo>
                  <a:lnTo>
                    <a:pt x="105075" y="11952"/>
                  </a:lnTo>
                  <a:lnTo>
                    <a:pt x="100186" y="13998"/>
                  </a:lnTo>
                  <a:lnTo>
                    <a:pt x="95364" y="16197"/>
                  </a:lnTo>
                  <a:lnTo>
                    <a:pt x="90615" y="18549"/>
                  </a:lnTo>
                  <a:lnTo>
                    <a:pt x="85943" y="21049"/>
                  </a:lnTo>
                  <a:lnTo>
                    <a:pt x="81352" y="23697"/>
                  </a:lnTo>
                  <a:lnTo>
                    <a:pt x="76847" y="26489"/>
                  </a:lnTo>
                  <a:lnTo>
                    <a:pt x="72433" y="29422"/>
                  </a:lnTo>
                  <a:lnTo>
                    <a:pt x="68114" y="32493"/>
                  </a:lnTo>
                  <a:lnTo>
                    <a:pt x="63895" y="35700"/>
                  </a:lnTo>
                  <a:lnTo>
                    <a:pt x="59780" y="39039"/>
                  </a:lnTo>
                  <a:lnTo>
                    <a:pt x="55772" y="42507"/>
                  </a:lnTo>
                  <a:lnTo>
                    <a:pt x="51877" y="46100"/>
                  </a:lnTo>
                  <a:lnTo>
                    <a:pt x="48097" y="49815"/>
                  </a:lnTo>
                  <a:lnTo>
                    <a:pt x="44437" y="53648"/>
                  </a:lnTo>
                  <a:lnTo>
                    <a:pt x="40900" y="57595"/>
                  </a:lnTo>
                  <a:lnTo>
                    <a:pt x="37491" y="61652"/>
                  </a:lnTo>
                  <a:lnTo>
                    <a:pt x="34211" y="65815"/>
                  </a:lnTo>
                  <a:lnTo>
                    <a:pt x="31065" y="70079"/>
                  </a:lnTo>
                  <a:lnTo>
                    <a:pt x="28056" y="74442"/>
                  </a:lnTo>
                  <a:lnTo>
                    <a:pt x="25187" y="78898"/>
                  </a:lnTo>
                  <a:lnTo>
                    <a:pt x="22460" y="83442"/>
                  </a:lnTo>
                  <a:lnTo>
                    <a:pt x="19879" y="88070"/>
                  </a:lnTo>
                  <a:lnTo>
                    <a:pt x="17446" y="92778"/>
                  </a:lnTo>
                  <a:lnTo>
                    <a:pt x="15163" y="97561"/>
                  </a:lnTo>
                  <a:lnTo>
                    <a:pt x="13033" y="102414"/>
                  </a:lnTo>
                  <a:lnTo>
                    <a:pt x="11058" y="107332"/>
                  </a:lnTo>
                  <a:lnTo>
                    <a:pt x="9239" y="112310"/>
                  </a:lnTo>
                  <a:lnTo>
                    <a:pt x="7580" y="117343"/>
                  </a:lnTo>
                  <a:lnTo>
                    <a:pt x="6081" y="122426"/>
                  </a:lnTo>
                  <a:lnTo>
                    <a:pt x="4744" y="127554"/>
                  </a:lnTo>
                  <a:lnTo>
                    <a:pt x="3569" y="132722"/>
                  </a:lnTo>
                  <a:lnTo>
                    <a:pt x="2560" y="137924"/>
                  </a:lnTo>
                  <a:lnTo>
                    <a:pt x="1716" y="143156"/>
                  </a:lnTo>
                  <a:lnTo>
                    <a:pt x="1038" y="148412"/>
                  </a:lnTo>
                  <a:lnTo>
                    <a:pt x="527" y="153687"/>
                  </a:lnTo>
                  <a:lnTo>
                    <a:pt x="183" y="158976"/>
                  </a:lnTo>
                  <a:lnTo>
                    <a:pt x="7" y="164272"/>
                  </a:lnTo>
                  <a:lnTo>
                    <a:pt x="0" y="169572"/>
                  </a:lnTo>
                  <a:lnTo>
                    <a:pt x="160" y="174869"/>
                  </a:lnTo>
                  <a:lnTo>
                    <a:pt x="488" y="180158"/>
                  </a:lnTo>
                  <a:lnTo>
                    <a:pt x="983" y="185435"/>
                  </a:lnTo>
                  <a:lnTo>
                    <a:pt x="1646" y="190693"/>
                  </a:lnTo>
                  <a:lnTo>
                    <a:pt x="2475" y="195927"/>
                  </a:lnTo>
                  <a:lnTo>
                    <a:pt x="3469" y="201133"/>
                  </a:lnTo>
                  <a:lnTo>
                    <a:pt x="4628" y="206304"/>
                  </a:lnTo>
                  <a:lnTo>
                    <a:pt x="5950" y="211436"/>
                  </a:lnTo>
                  <a:lnTo>
                    <a:pt x="7435" y="216524"/>
                  </a:lnTo>
                  <a:lnTo>
                    <a:pt x="9079" y="221561"/>
                  </a:lnTo>
                  <a:lnTo>
                    <a:pt x="10883" y="226545"/>
                  </a:lnTo>
                  <a:lnTo>
                    <a:pt x="12844" y="231468"/>
                  </a:lnTo>
                  <a:lnTo>
                    <a:pt x="14960" y="236327"/>
                  </a:lnTo>
                  <a:lnTo>
                    <a:pt x="17228" y="241117"/>
                  </a:lnTo>
                  <a:lnTo>
                    <a:pt x="19648" y="245832"/>
                  </a:lnTo>
                  <a:lnTo>
                    <a:pt x="22215" y="250468"/>
                  </a:lnTo>
                  <a:lnTo>
                    <a:pt x="24929" y="255020"/>
                  </a:lnTo>
                  <a:lnTo>
                    <a:pt x="27785" y="259484"/>
                  </a:lnTo>
                  <a:lnTo>
                    <a:pt x="30781" y="263855"/>
                  </a:lnTo>
                  <a:lnTo>
                    <a:pt x="33915" y="268129"/>
                  </a:lnTo>
                  <a:lnTo>
                    <a:pt x="37182" y="272302"/>
                  </a:lnTo>
                  <a:lnTo>
                    <a:pt x="40580" y="276369"/>
                  </a:lnTo>
                  <a:lnTo>
                    <a:pt x="44105" y="280326"/>
                  </a:lnTo>
                  <a:lnTo>
                    <a:pt x="47754" y="284169"/>
                  </a:lnTo>
                  <a:lnTo>
                    <a:pt x="51523" y="287895"/>
                  </a:lnTo>
                  <a:lnTo>
                    <a:pt x="55408" y="291500"/>
                  </a:lnTo>
                  <a:lnTo>
                    <a:pt x="59405" y="294979"/>
                  </a:lnTo>
                  <a:lnTo>
                    <a:pt x="63511" y="298331"/>
                  </a:lnTo>
                  <a:lnTo>
                    <a:pt x="67720" y="301550"/>
                  </a:lnTo>
                  <a:lnTo>
                    <a:pt x="72030" y="304634"/>
                  </a:lnTo>
                  <a:lnTo>
                    <a:pt x="76435" y="307580"/>
                  </a:lnTo>
                  <a:lnTo>
                    <a:pt x="80932" y="310385"/>
                  </a:lnTo>
                  <a:lnTo>
                    <a:pt x="85515" y="313046"/>
                  </a:lnTo>
                  <a:lnTo>
                    <a:pt x="90180" y="315560"/>
                  </a:lnTo>
                  <a:lnTo>
                    <a:pt x="94922" y="317926"/>
                  </a:lnTo>
                  <a:lnTo>
                    <a:pt x="99738" y="320139"/>
                  </a:lnTo>
                  <a:lnTo>
                    <a:pt x="104620" y="322199"/>
                  </a:lnTo>
                  <a:lnTo>
                    <a:pt x="109566" y="324104"/>
                  </a:lnTo>
                  <a:lnTo>
                    <a:pt x="114570" y="325850"/>
                  </a:lnTo>
                  <a:lnTo>
                    <a:pt x="119626" y="327437"/>
                  </a:lnTo>
                  <a:lnTo>
                    <a:pt x="124730" y="328863"/>
                  </a:lnTo>
                  <a:lnTo>
                    <a:pt x="129877" y="330126"/>
                  </a:lnTo>
                  <a:lnTo>
                    <a:pt x="135061" y="331226"/>
                  </a:lnTo>
                  <a:lnTo>
                    <a:pt x="140278" y="332160"/>
                  </a:lnTo>
                  <a:lnTo>
                    <a:pt x="145521" y="332929"/>
                  </a:lnTo>
                  <a:lnTo>
                    <a:pt x="150787" y="333532"/>
                  </a:lnTo>
                  <a:lnTo>
                    <a:pt x="156068" y="333967"/>
                  </a:lnTo>
                  <a:lnTo>
                    <a:pt x="161361" y="334234"/>
                  </a:lnTo>
                  <a:lnTo>
                    <a:pt x="166660" y="334334"/>
                  </a:lnTo>
                  <a:lnTo>
                    <a:pt x="171959" y="334265"/>
                  </a:lnTo>
                  <a:lnTo>
                    <a:pt x="177253" y="334029"/>
                  </a:lnTo>
                  <a:lnTo>
                    <a:pt x="182537" y="333625"/>
                  </a:lnTo>
                  <a:lnTo>
                    <a:pt x="187806" y="333053"/>
                  </a:lnTo>
                  <a:lnTo>
                    <a:pt x="193054" y="332315"/>
                  </a:lnTo>
                  <a:lnTo>
                    <a:pt x="198276" y="331411"/>
                  </a:lnTo>
                  <a:lnTo>
                    <a:pt x="203467" y="330342"/>
                  </a:lnTo>
                  <a:lnTo>
                    <a:pt x="208621" y="329109"/>
                  </a:lnTo>
                  <a:lnTo>
                    <a:pt x="213733" y="327713"/>
                  </a:lnTo>
                  <a:lnTo>
                    <a:pt x="218799" y="326155"/>
                  </a:lnTo>
                  <a:lnTo>
                    <a:pt x="223813" y="324438"/>
                  </a:lnTo>
                  <a:lnTo>
                    <a:pt x="228769" y="322563"/>
                  </a:lnTo>
                  <a:lnTo>
                    <a:pt x="233664" y="320532"/>
                  </a:lnTo>
                  <a:lnTo>
                    <a:pt x="238492" y="318346"/>
                  </a:lnTo>
                  <a:lnTo>
                    <a:pt x="243248" y="316009"/>
                  </a:lnTo>
                  <a:lnTo>
                    <a:pt x="247928" y="313522"/>
                  </a:lnTo>
                  <a:lnTo>
                    <a:pt x="252527" y="310888"/>
                  </a:lnTo>
                  <a:lnTo>
                    <a:pt x="257040" y="308109"/>
                  </a:lnTo>
                  <a:lnTo>
                    <a:pt x="261462" y="305189"/>
                  </a:lnTo>
                  <a:lnTo>
                    <a:pt x="265790" y="302130"/>
                  </a:lnTo>
                  <a:lnTo>
                    <a:pt x="270018" y="298936"/>
                  </a:lnTo>
                  <a:lnTo>
                    <a:pt x="274144" y="295609"/>
                  </a:lnTo>
                  <a:lnTo>
                    <a:pt x="278161" y="292153"/>
                  </a:lnTo>
                  <a:lnTo>
                    <a:pt x="282067" y="288571"/>
                  </a:lnTo>
                  <a:lnTo>
                    <a:pt x="285858" y="284867"/>
                  </a:lnTo>
                  <a:lnTo>
                    <a:pt x="289529" y="281045"/>
                  </a:lnTo>
                  <a:lnTo>
                    <a:pt x="293077" y="277109"/>
                  </a:lnTo>
                  <a:lnTo>
                    <a:pt x="296499" y="273062"/>
                  </a:lnTo>
                  <a:lnTo>
                    <a:pt x="299791" y="268908"/>
                  </a:lnTo>
                  <a:lnTo>
                    <a:pt x="302949" y="264653"/>
                  </a:lnTo>
                  <a:lnTo>
                    <a:pt x="305971" y="260299"/>
                  </a:lnTo>
                  <a:lnTo>
                    <a:pt x="308853" y="255852"/>
                  </a:lnTo>
                  <a:lnTo>
                    <a:pt x="311593" y="251316"/>
                  </a:lnTo>
                  <a:lnTo>
                    <a:pt x="314188" y="246695"/>
                  </a:lnTo>
                  <a:lnTo>
                    <a:pt x="316635" y="241994"/>
                  </a:lnTo>
                  <a:lnTo>
                    <a:pt x="318932" y="237218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g925"/>
            <p:cNvSpPr/>
            <p:nvPr/>
          </p:nvSpPr>
          <p:spPr>
            <a:xfrm>
              <a:off x="6745892" y="4339583"/>
              <a:ext cx="151782" cy="70050"/>
            </a:xfrm>
            <a:custGeom>
              <a:avLst/>
              <a:pathLst>
                <a:path w="151782" h="70050">
                  <a:moveTo>
                    <a:pt x="151782" y="7005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g926"/>
            <p:cNvSpPr/>
            <p:nvPr/>
          </p:nvSpPr>
          <p:spPr>
            <a:xfrm>
              <a:off x="6745892" y="4262013"/>
              <a:ext cx="167162" cy="147621"/>
            </a:xfrm>
            <a:custGeom>
              <a:avLst/>
              <a:pathLst>
                <a:path w="167162" h="147621">
                  <a:moveTo>
                    <a:pt x="151782" y="147621"/>
                  </a:moveTo>
                  <a:lnTo>
                    <a:pt x="153989" y="142624"/>
                  </a:lnTo>
                  <a:lnTo>
                    <a:pt x="156032" y="137559"/>
                  </a:lnTo>
                  <a:lnTo>
                    <a:pt x="157909" y="132429"/>
                  </a:lnTo>
                  <a:lnTo>
                    <a:pt x="159617" y="127241"/>
                  </a:lnTo>
                  <a:lnTo>
                    <a:pt x="161154" y="122000"/>
                  </a:lnTo>
                  <a:lnTo>
                    <a:pt x="162520" y="116711"/>
                  </a:lnTo>
                  <a:lnTo>
                    <a:pt x="163712" y="111381"/>
                  </a:lnTo>
                  <a:lnTo>
                    <a:pt x="164729" y="106014"/>
                  </a:lnTo>
                  <a:lnTo>
                    <a:pt x="165571" y="100617"/>
                  </a:lnTo>
                  <a:lnTo>
                    <a:pt x="166235" y="95195"/>
                  </a:lnTo>
                  <a:lnTo>
                    <a:pt x="166722" y="89755"/>
                  </a:lnTo>
                  <a:lnTo>
                    <a:pt x="167031" y="84302"/>
                  </a:lnTo>
                  <a:lnTo>
                    <a:pt x="167162" y="78841"/>
                  </a:lnTo>
                  <a:lnTo>
                    <a:pt x="167114" y="73379"/>
                  </a:lnTo>
                  <a:lnTo>
                    <a:pt x="166888" y="67922"/>
                  </a:lnTo>
                  <a:lnTo>
                    <a:pt x="166484" y="62475"/>
                  </a:lnTo>
                  <a:lnTo>
                    <a:pt x="165902" y="57044"/>
                  </a:lnTo>
                  <a:lnTo>
                    <a:pt x="165143" y="51634"/>
                  </a:lnTo>
                  <a:lnTo>
                    <a:pt x="164207" y="46253"/>
                  </a:lnTo>
                  <a:lnTo>
                    <a:pt x="163097" y="40905"/>
                  </a:lnTo>
                  <a:lnTo>
                    <a:pt x="161812" y="35596"/>
                  </a:lnTo>
                  <a:lnTo>
                    <a:pt x="160354" y="30332"/>
                  </a:lnTo>
                  <a:lnTo>
                    <a:pt x="158725" y="25118"/>
                  </a:lnTo>
                  <a:lnTo>
                    <a:pt x="156927" y="19961"/>
                  </a:lnTo>
                  <a:lnTo>
                    <a:pt x="154961" y="14865"/>
                  </a:lnTo>
                  <a:lnTo>
                    <a:pt x="152830" y="9836"/>
                  </a:lnTo>
                  <a:lnTo>
                    <a:pt x="150535" y="4879"/>
                  </a:lnTo>
                  <a:lnTo>
                    <a:pt x="148080" y="0"/>
                  </a:lnTo>
                  <a:lnTo>
                    <a:pt x="0" y="775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g927"/>
            <p:cNvSpPr/>
            <p:nvPr/>
          </p:nvSpPr>
          <p:spPr>
            <a:xfrm>
              <a:off x="6745892" y="4172415"/>
              <a:ext cx="148080" cy="167167"/>
            </a:xfrm>
            <a:custGeom>
              <a:avLst/>
              <a:pathLst>
                <a:path w="148080" h="167167">
                  <a:moveTo>
                    <a:pt x="148080" y="89597"/>
                  </a:moveTo>
                  <a:lnTo>
                    <a:pt x="145442" y="84756"/>
                  </a:lnTo>
                  <a:lnTo>
                    <a:pt x="142645" y="80006"/>
                  </a:lnTo>
                  <a:lnTo>
                    <a:pt x="139694" y="75350"/>
                  </a:lnTo>
                  <a:lnTo>
                    <a:pt x="136591" y="70794"/>
                  </a:lnTo>
                  <a:lnTo>
                    <a:pt x="133339" y="66343"/>
                  </a:lnTo>
                  <a:lnTo>
                    <a:pt x="129942" y="62001"/>
                  </a:lnTo>
                  <a:lnTo>
                    <a:pt x="126404" y="57774"/>
                  </a:lnTo>
                  <a:lnTo>
                    <a:pt x="122728" y="53665"/>
                  </a:lnTo>
                  <a:lnTo>
                    <a:pt x="118919" y="49681"/>
                  </a:lnTo>
                  <a:lnTo>
                    <a:pt x="114981" y="45824"/>
                  </a:lnTo>
                  <a:lnTo>
                    <a:pt x="110918" y="42098"/>
                  </a:lnTo>
                  <a:lnTo>
                    <a:pt x="106734" y="38509"/>
                  </a:lnTo>
                  <a:lnTo>
                    <a:pt x="102433" y="35060"/>
                  </a:lnTo>
                  <a:lnTo>
                    <a:pt x="98022" y="31754"/>
                  </a:lnTo>
                  <a:lnTo>
                    <a:pt x="93504" y="28596"/>
                  </a:lnTo>
                  <a:lnTo>
                    <a:pt x="88884" y="25588"/>
                  </a:lnTo>
                  <a:lnTo>
                    <a:pt x="84168" y="22735"/>
                  </a:lnTo>
                  <a:lnTo>
                    <a:pt x="79360" y="20038"/>
                  </a:lnTo>
                  <a:lnTo>
                    <a:pt x="74466" y="17501"/>
                  </a:lnTo>
                  <a:lnTo>
                    <a:pt x="69490" y="15128"/>
                  </a:lnTo>
                  <a:lnTo>
                    <a:pt x="64440" y="12919"/>
                  </a:lnTo>
                  <a:lnTo>
                    <a:pt x="59319" y="10878"/>
                  </a:lnTo>
                  <a:lnTo>
                    <a:pt x="54133" y="9007"/>
                  </a:lnTo>
                  <a:lnTo>
                    <a:pt x="48889" y="7308"/>
                  </a:lnTo>
                  <a:lnTo>
                    <a:pt x="43592" y="5783"/>
                  </a:lnTo>
                  <a:lnTo>
                    <a:pt x="38247" y="4434"/>
                  </a:lnTo>
                  <a:lnTo>
                    <a:pt x="32861" y="3261"/>
                  </a:lnTo>
                  <a:lnTo>
                    <a:pt x="27439" y="2267"/>
                  </a:lnTo>
                  <a:lnTo>
                    <a:pt x="21987" y="1452"/>
                  </a:lnTo>
                  <a:lnTo>
                    <a:pt x="16511" y="817"/>
                  </a:lnTo>
                  <a:lnTo>
                    <a:pt x="11017" y="363"/>
                  </a:lnTo>
                  <a:lnTo>
                    <a:pt x="5511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g92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g92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g93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g93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g93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g93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g93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g93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g93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g93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g93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g93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g94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g94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g94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g94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g94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g94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g94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g94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g94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g94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g95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g95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g95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g95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g954"/>
            <p:cNvSpPr/>
            <p:nvPr/>
          </p:nvSpPr>
          <p:spPr>
            <a:xfrm>
              <a:off x="6756328" y="3685283"/>
              <a:ext cx="167166" cy="333933"/>
            </a:xfrm>
            <a:custGeom>
              <a:avLst/>
              <a:pathLst>
                <a:path w="167166" h="333933">
                  <a:moveTo>
                    <a:pt x="167166" y="0"/>
                  </a:moveTo>
                  <a:lnTo>
                    <a:pt x="161817" y="85"/>
                  </a:lnTo>
                  <a:lnTo>
                    <a:pt x="156474" y="342"/>
                  </a:lnTo>
                  <a:lnTo>
                    <a:pt x="151142" y="769"/>
                  </a:lnTo>
                  <a:lnTo>
                    <a:pt x="145825" y="1367"/>
                  </a:lnTo>
                  <a:lnTo>
                    <a:pt x="140531" y="2135"/>
                  </a:lnTo>
                  <a:lnTo>
                    <a:pt x="135264" y="3072"/>
                  </a:lnTo>
                  <a:lnTo>
                    <a:pt x="130030" y="4177"/>
                  </a:lnTo>
                  <a:lnTo>
                    <a:pt x="124834" y="5448"/>
                  </a:lnTo>
                  <a:lnTo>
                    <a:pt x="119681" y="6886"/>
                  </a:lnTo>
                  <a:lnTo>
                    <a:pt x="114577" y="8487"/>
                  </a:lnTo>
                  <a:lnTo>
                    <a:pt x="109526" y="10251"/>
                  </a:lnTo>
                  <a:lnTo>
                    <a:pt x="104535" y="12176"/>
                  </a:lnTo>
                  <a:lnTo>
                    <a:pt x="99608" y="14259"/>
                  </a:lnTo>
                  <a:lnTo>
                    <a:pt x="94750" y="16499"/>
                  </a:lnTo>
                  <a:lnTo>
                    <a:pt x="89966" y="18893"/>
                  </a:lnTo>
                  <a:lnTo>
                    <a:pt x="85261" y="21440"/>
                  </a:lnTo>
                  <a:lnTo>
                    <a:pt x="80640" y="24135"/>
                  </a:lnTo>
                  <a:lnTo>
                    <a:pt x="76108" y="26977"/>
                  </a:lnTo>
                  <a:lnTo>
                    <a:pt x="71669" y="29962"/>
                  </a:lnTo>
                  <a:lnTo>
                    <a:pt x="67327" y="33088"/>
                  </a:lnTo>
                  <a:lnTo>
                    <a:pt x="63088" y="36351"/>
                  </a:lnTo>
                  <a:lnTo>
                    <a:pt x="58956" y="39748"/>
                  </a:lnTo>
                  <a:lnTo>
                    <a:pt x="54934" y="43276"/>
                  </a:lnTo>
                  <a:lnTo>
                    <a:pt x="51028" y="46931"/>
                  </a:lnTo>
                  <a:lnTo>
                    <a:pt x="47240" y="50708"/>
                  </a:lnTo>
                  <a:lnTo>
                    <a:pt x="43575" y="54605"/>
                  </a:lnTo>
                  <a:lnTo>
                    <a:pt x="40037" y="58618"/>
                  </a:lnTo>
                  <a:lnTo>
                    <a:pt x="36628" y="62741"/>
                  </a:lnTo>
                  <a:lnTo>
                    <a:pt x="33354" y="66971"/>
                  </a:lnTo>
                  <a:lnTo>
                    <a:pt x="30216" y="71304"/>
                  </a:lnTo>
                  <a:lnTo>
                    <a:pt x="27219" y="75735"/>
                  </a:lnTo>
                  <a:lnTo>
                    <a:pt x="24365" y="80260"/>
                  </a:lnTo>
                  <a:lnTo>
                    <a:pt x="21658" y="84874"/>
                  </a:lnTo>
                  <a:lnTo>
                    <a:pt x="19099" y="89572"/>
                  </a:lnTo>
                  <a:lnTo>
                    <a:pt x="16692" y="94349"/>
                  </a:lnTo>
                  <a:lnTo>
                    <a:pt x="14439" y="99201"/>
                  </a:lnTo>
                  <a:lnTo>
                    <a:pt x="12343" y="104123"/>
                  </a:lnTo>
                  <a:lnTo>
                    <a:pt x="10405" y="109109"/>
                  </a:lnTo>
                  <a:lnTo>
                    <a:pt x="8627" y="114155"/>
                  </a:lnTo>
                  <a:lnTo>
                    <a:pt x="7012" y="119255"/>
                  </a:lnTo>
                  <a:lnTo>
                    <a:pt x="5561" y="124404"/>
                  </a:lnTo>
                  <a:lnTo>
                    <a:pt x="4275" y="129597"/>
                  </a:lnTo>
                  <a:lnTo>
                    <a:pt x="3157" y="134828"/>
                  </a:lnTo>
                  <a:lnTo>
                    <a:pt x="2206" y="140092"/>
                  </a:lnTo>
                  <a:lnTo>
                    <a:pt x="1424" y="145385"/>
                  </a:lnTo>
                  <a:lnTo>
                    <a:pt x="812" y="150699"/>
                  </a:lnTo>
                  <a:lnTo>
                    <a:pt x="370" y="156030"/>
                  </a:lnTo>
                  <a:lnTo>
                    <a:pt x="99" y="161373"/>
                  </a:lnTo>
                  <a:lnTo>
                    <a:pt x="0" y="166722"/>
                  </a:lnTo>
                  <a:lnTo>
                    <a:pt x="71" y="172071"/>
                  </a:lnTo>
                  <a:lnTo>
                    <a:pt x="313" y="177415"/>
                  </a:lnTo>
                  <a:lnTo>
                    <a:pt x="727" y="182749"/>
                  </a:lnTo>
                  <a:lnTo>
                    <a:pt x="1310" y="188066"/>
                  </a:lnTo>
                  <a:lnTo>
                    <a:pt x="2064" y="193362"/>
                  </a:lnTo>
                  <a:lnTo>
                    <a:pt x="2987" y="198632"/>
                  </a:lnTo>
                  <a:lnTo>
                    <a:pt x="4078" y="203869"/>
                  </a:lnTo>
                  <a:lnTo>
                    <a:pt x="5336" y="209069"/>
                  </a:lnTo>
                  <a:lnTo>
                    <a:pt x="6759" y="214225"/>
                  </a:lnTo>
                  <a:lnTo>
                    <a:pt x="8347" y="219334"/>
                  </a:lnTo>
                  <a:lnTo>
                    <a:pt x="10098" y="224389"/>
                  </a:lnTo>
                  <a:lnTo>
                    <a:pt x="12009" y="229385"/>
                  </a:lnTo>
                  <a:lnTo>
                    <a:pt x="14079" y="234318"/>
                  </a:lnTo>
                  <a:lnTo>
                    <a:pt x="16306" y="239182"/>
                  </a:lnTo>
                  <a:lnTo>
                    <a:pt x="18688" y="243972"/>
                  </a:lnTo>
                  <a:lnTo>
                    <a:pt x="21221" y="248684"/>
                  </a:lnTo>
                  <a:lnTo>
                    <a:pt x="23904" y="253312"/>
                  </a:lnTo>
                  <a:lnTo>
                    <a:pt x="26734" y="257852"/>
                  </a:lnTo>
                  <a:lnTo>
                    <a:pt x="29708" y="262299"/>
                  </a:lnTo>
                  <a:lnTo>
                    <a:pt x="32822" y="266648"/>
                  </a:lnTo>
                  <a:lnTo>
                    <a:pt x="36074" y="270896"/>
                  </a:lnTo>
                  <a:lnTo>
                    <a:pt x="39460" y="275038"/>
                  </a:lnTo>
                  <a:lnTo>
                    <a:pt x="42977" y="279069"/>
                  </a:lnTo>
                  <a:lnTo>
                    <a:pt x="46621" y="282985"/>
                  </a:lnTo>
                  <a:lnTo>
                    <a:pt x="50389" y="286783"/>
                  </a:lnTo>
                  <a:lnTo>
                    <a:pt x="54276" y="290458"/>
                  </a:lnTo>
                  <a:lnTo>
                    <a:pt x="58279" y="294007"/>
                  </a:lnTo>
                  <a:lnTo>
                    <a:pt x="62393" y="297426"/>
                  </a:lnTo>
                  <a:lnTo>
                    <a:pt x="66615" y="300712"/>
                  </a:lnTo>
                  <a:lnTo>
                    <a:pt x="70939" y="303861"/>
                  </a:lnTo>
                  <a:lnTo>
                    <a:pt x="75362" y="306870"/>
                  </a:lnTo>
                  <a:lnTo>
                    <a:pt x="79880" y="309736"/>
                  </a:lnTo>
                  <a:lnTo>
                    <a:pt x="84486" y="312456"/>
                  </a:lnTo>
                  <a:lnTo>
                    <a:pt x="89177" y="315027"/>
                  </a:lnTo>
                  <a:lnTo>
                    <a:pt x="93948" y="317447"/>
                  </a:lnTo>
                  <a:lnTo>
                    <a:pt x="98794" y="319713"/>
                  </a:lnTo>
                  <a:lnTo>
                    <a:pt x="103710" y="321822"/>
                  </a:lnTo>
                  <a:lnTo>
                    <a:pt x="108691" y="323774"/>
                  </a:lnTo>
                  <a:lnTo>
                    <a:pt x="113732" y="325564"/>
                  </a:lnTo>
                  <a:lnTo>
                    <a:pt x="118828" y="327193"/>
                  </a:lnTo>
                  <a:lnTo>
                    <a:pt x="123973" y="328658"/>
                  </a:lnTo>
                  <a:lnTo>
                    <a:pt x="129163" y="329957"/>
                  </a:lnTo>
                  <a:lnTo>
                    <a:pt x="134391" y="331090"/>
                  </a:lnTo>
                  <a:lnTo>
                    <a:pt x="139653" y="332055"/>
                  </a:lnTo>
                  <a:lnTo>
                    <a:pt x="144943" y="332851"/>
                  </a:lnTo>
                  <a:lnTo>
                    <a:pt x="150256" y="333477"/>
                  </a:lnTo>
                  <a:lnTo>
                    <a:pt x="155586" y="333933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g955"/>
            <p:cNvSpPr/>
            <p:nvPr/>
          </p:nvSpPr>
          <p:spPr>
            <a:xfrm>
              <a:off x="6911914" y="3685584"/>
              <a:ext cx="178729" cy="334030"/>
            </a:xfrm>
            <a:custGeom>
              <a:avLst/>
              <a:pathLst>
                <a:path w="178729" h="334030">
                  <a:moveTo>
                    <a:pt x="0" y="333631"/>
                  </a:moveTo>
                  <a:lnTo>
                    <a:pt x="5312" y="333916"/>
                  </a:lnTo>
                  <a:lnTo>
                    <a:pt x="10631" y="334030"/>
                  </a:lnTo>
                  <a:lnTo>
                    <a:pt x="15951" y="333976"/>
                  </a:lnTo>
                  <a:lnTo>
                    <a:pt x="21267" y="333752"/>
                  </a:lnTo>
                  <a:lnTo>
                    <a:pt x="26572" y="333359"/>
                  </a:lnTo>
                  <a:lnTo>
                    <a:pt x="31863" y="332798"/>
                  </a:lnTo>
                  <a:lnTo>
                    <a:pt x="37133" y="332069"/>
                  </a:lnTo>
                  <a:lnTo>
                    <a:pt x="42377" y="331172"/>
                  </a:lnTo>
                  <a:lnTo>
                    <a:pt x="47590" y="330109"/>
                  </a:lnTo>
                  <a:lnTo>
                    <a:pt x="52766" y="328880"/>
                  </a:lnTo>
                  <a:lnTo>
                    <a:pt x="57901" y="327487"/>
                  </a:lnTo>
                  <a:lnTo>
                    <a:pt x="62989" y="325932"/>
                  </a:lnTo>
                  <a:lnTo>
                    <a:pt x="68024" y="324216"/>
                  </a:lnTo>
                  <a:lnTo>
                    <a:pt x="73003" y="322340"/>
                  </a:lnTo>
                  <a:lnTo>
                    <a:pt x="77919" y="320306"/>
                  </a:lnTo>
                  <a:lnTo>
                    <a:pt x="82768" y="318118"/>
                  </a:lnTo>
                  <a:lnTo>
                    <a:pt x="87546" y="315776"/>
                  </a:lnTo>
                  <a:lnTo>
                    <a:pt x="92246" y="313283"/>
                  </a:lnTo>
                  <a:lnTo>
                    <a:pt x="96864" y="310642"/>
                  </a:lnTo>
                  <a:lnTo>
                    <a:pt x="101396" y="307855"/>
                  </a:lnTo>
                  <a:lnTo>
                    <a:pt x="105837" y="304926"/>
                  </a:lnTo>
                  <a:lnTo>
                    <a:pt x="110183" y="301856"/>
                  </a:lnTo>
                  <a:lnTo>
                    <a:pt x="114428" y="298650"/>
                  </a:lnTo>
                  <a:lnTo>
                    <a:pt x="118570" y="295311"/>
                  </a:lnTo>
                  <a:lnTo>
                    <a:pt x="122603" y="291841"/>
                  </a:lnTo>
                  <a:lnTo>
                    <a:pt x="126524" y="288245"/>
                  </a:lnTo>
                  <a:lnTo>
                    <a:pt x="130328" y="284526"/>
                  </a:lnTo>
                  <a:lnTo>
                    <a:pt x="134012" y="280688"/>
                  </a:lnTo>
                  <a:lnTo>
                    <a:pt x="137572" y="276734"/>
                  </a:lnTo>
                  <a:lnTo>
                    <a:pt x="141004" y="272669"/>
                  </a:lnTo>
                  <a:lnTo>
                    <a:pt x="144306" y="268497"/>
                  </a:lnTo>
                  <a:lnTo>
                    <a:pt x="147473" y="264222"/>
                  </a:lnTo>
                  <a:lnTo>
                    <a:pt x="150502" y="259848"/>
                  </a:lnTo>
                  <a:lnTo>
                    <a:pt x="153390" y="255380"/>
                  </a:lnTo>
                  <a:lnTo>
                    <a:pt x="156135" y="250823"/>
                  </a:lnTo>
                  <a:lnTo>
                    <a:pt x="158734" y="246180"/>
                  </a:lnTo>
                  <a:lnTo>
                    <a:pt x="161183" y="241458"/>
                  </a:lnTo>
                  <a:lnTo>
                    <a:pt x="163481" y="236659"/>
                  </a:lnTo>
                  <a:lnTo>
                    <a:pt x="165625" y="231790"/>
                  </a:lnTo>
                  <a:lnTo>
                    <a:pt x="167613" y="226855"/>
                  </a:lnTo>
                  <a:lnTo>
                    <a:pt x="169443" y="221860"/>
                  </a:lnTo>
                  <a:lnTo>
                    <a:pt x="171113" y="216808"/>
                  </a:lnTo>
                  <a:lnTo>
                    <a:pt x="172621" y="211707"/>
                  </a:lnTo>
                  <a:lnTo>
                    <a:pt x="173967" y="206559"/>
                  </a:lnTo>
                  <a:lnTo>
                    <a:pt x="175148" y="201372"/>
                  </a:lnTo>
                  <a:lnTo>
                    <a:pt x="176163" y="196149"/>
                  </a:lnTo>
                  <a:lnTo>
                    <a:pt x="177011" y="190897"/>
                  </a:lnTo>
                  <a:lnTo>
                    <a:pt x="177692" y="185621"/>
                  </a:lnTo>
                  <a:lnTo>
                    <a:pt x="178205" y="180325"/>
                  </a:lnTo>
                  <a:lnTo>
                    <a:pt x="178549" y="175016"/>
                  </a:lnTo>
                  <a:lnTo>
                    <a:pt x="178724" y="169699"/>
                  </a:lnTo>
                  <a:lnTo>
                    <a:pt x="178729" y="164379"/>
                  </a:lnTo>
                  <a:lnTo>
                    <a:pt x="178565" y="159061"/>
                  </a:lnTo>
                  <a:lnTo>
                    <a:pt x="178232" y="153751"/>
                  </a:lnTo>
                  <a:lnTo>
                    <a:pt x="177731" y="148455"/>
                  </a:lnTo>
                  <a:lnTo>
                    <a:pt x="177061" y="143177"/>
                  </a:lnTo>
                  <a:lnTo>
                    <a:pt x="176223" y="137923"/>
                  </a:lnTo>
                  <a:lnTo>
                    <a:pt x="175219" y="132698"/>
                  </a:lnTo>
                  <a:lnTo>
                    <a:pt x="174049" y="127508"/>
                  </a:lnTo>
                  <a:lnTo>
                    <a:pt x="172714" y="122358"/>
                  </a:lnTo>
                  <a:lnTo>
                    <a:pt x="171216" y="117253"/>
                  </a:lnTo>
                  <a:lnTo>
                    <a:pt x="169556" y="112198"/>
                  </a:lnTo>
                  <a:lnTo>
                    <a:pt x="167737" y="107199"/>
                  </a:lnTo>
                  <a:lnTo>
                    <a:pt x="165759" y="102260"/>
                  </a:lnTo>
                  <a:lnTo>
                    <a:pt x="163625" y="97387"/>
                  </a:lnTo>
                  <a:lnTo>
                    <a:pt x="161337" y="92583"/>
                  </a:lnTo>
                  <a:lnTo>
                    <a:pt x="158897" y="87856"/>
                  </a:lnTo>
                  <a:lnTo>
                    <a:pt x="156309" y="83208"/>
                  </a:lnTo>
                  <a:lnTo>
                    <a:pt x="153573" y="78645"/>
                  </a:lnTo>
                  <a:lnTo>
                    <a:pt x="150694" y="74171"/>
                  </a:lnTo>
                  <a:lnTo>
                    <a:pt x="147674" y="69791"/>
                  </a:lnTo>
                  <a:lnTo>
                    <a:pt x="144516" y="65509"/>
                  </a:lnTo>
                  <a:lnTo>
                    <a:pt x="141223" y="61330"/>
                  </a:lnTo>
                  <a:lnTo>
                    <a:pt x="137799" y="57258"/>
                  </a:lnTo>
                  <a:lnTo>
                    <a:pt x="134247" y="53297"/>
                  </a:lnTo>
                  <a:lnTo>
                    <a:pt x="130571" y="49452"/>
                  </a:lnTo>
                  <a:lnTo>
                    <a:pt x="126775" y="45724"/>
                  </a:lnTo>
                  <a:lnTo>
                    <a:pt x="122861" y="42120"/>
                  </a:lnTo>
                  <a:lnTo>
                    <a:pt x="118835" y="38642"/>
                  </a:lnTo>
                  <a:lnTo>
                    <a:pt x="114701" y="35294"/>
                  </a:lnTo>
                  <a:lnTo>
                    <a:pt x="110462" y="32079"/>
                  </a:lnTo>
                  <a:lnTo>
                    <a:pt x="106123" y="29001"/>
                  </a:lnTo>
                  <a:lnTo>
                    <a:pt x="101688" y="26062"/>
                  </a:lnTo>
                  <a:lnTo>
                    <a:pt x="97161" y="23266"/>
                  </a:lnTo>
                  <a:lnTo>
                    <a:pt x="92548" y="20616"/>
                  </a:lnTo>
                  <a:lnTo>
                    <a:pt x="87854" y="18113"/>
                  </a:lnTo>
                  <a:lnTo>
                    <a:pt x="83081" y="15761"/>
                  </a:lnTo>
                  <a:lnTo>
                    <a:pt x="78237" y="13563"/>
                  </a:lnTo>
                  <a:lnTo>
                    <a:pt x="73325" y="11519"/>
                  </a:lnTo>
                  <a:lnTo>
                    <a:pt x="68350" y="9633"/>
                  </a:lnTo>
                  <a:lnTo>
                    <a:pt x="63318" y="7906"/>
                  </a:lnTo>
                  <a:lnTo>
                    <a:pt x="58233" y="6340"/>
                  </a:lnTo>
                  <a:lnTo>
                    <a:pt x="53101" y="4937"/>
                  </a:lnTo>
                  <a:lnTo>
                    <a:pt x="47928" y="3698"/>
                  </a:lnTo>
                  <a:lnTo>
                    <a:pt x="42717" y="2624"/>
                  </a:lnTo>
                  <a:lnTo>
                    <a:pt x="37475" y="1716"/>
                  </a:lnTo>
                  <a:lnTo>
                    <a:pt x="32206" y="976"/>
                  </a:lnTo>
                  <a:lnTo>
                    <a:pt x="26917" y="403"/>
                  </a:lnTo>
                  <a:lnTo>
                    <a:pt x="21612" y="0"/>
                  </a:lnTo>
                  <a:lnTo>
                    <a:pt x="11580" y="1668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g956"/>
            <p:cNvSpPr/>
            <p:nvPr/>
          </p:nvSpPr>
          <p:spPr>
            <a:xfrm>
              <a:off x="6923495" y="3685283"/>
              <a:ext cx="10031" cy="167167"/>
            </a:xfrm>
            <a:custGeom>
              <a:avLst/>
              <a:pathLst>
                <a:path w="10031" h="167167">
                  <a:moveTo>
                    <a:pt x="10031" y="30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tx957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958" name="tx958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59" name="tx959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60" name="tx960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61" name="tx961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962" name="tx962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63" name="tx963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64" name="tx964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65" name="tx965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66" name="tx966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67" name="tx967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68" name="tx968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69" name="tx969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70" name="tx970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71" name="tx971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72" name="tx972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73" name="tx973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74" name="tx974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75" name="tx975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76" name="tx976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78" name="tx978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79" name="tx979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80" name="tx980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81" name="tx981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82" name="tx982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83" name="tx983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2025-06-26T12:00:22Z</dcterms:modified>
  <cp:category/>
</cp:coreProperties>
</file>