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1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4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46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3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4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46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5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3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1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0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53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21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1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7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1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8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40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13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1875" y="3170392"/>
              <a:ext cx="1903" cy="167167"/>
            </a:xfrm>
            <a:custGeom>
              <a:avLst/>
              <a:pathLst>
                <a:path w="1903" h="167167">
                  <a:moveTo>
                    <a:pt x="1903" y="0"/>
                  </a:moveTo>
                  <a:lnTo>
                    <a:pt x="0" y="10"/>
                  </a:lnTo>
                  <a:lnTo>
                    <a:pt x="19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816621" y="3170403"/>
              <a:ext cx="334320" cy="334323"/>
            </a:xfrm>
            <a:custGeom>
              <a:avLst/>
              <a:pathLst>
                <a:path w="334320" h="334323">
                  <a:moveTo>
                    <a:pt x="165254" y="0"/>
                  </a:moveTo>
                  <a:lnTo>
                    <a:pt x="159973" y="143"/>
                  </a:lnTo>
                  <a:lnTo>
                    <a:pt x="154700" y="453"/>
                  </a:lnTo>
                  <a:lnTo>
                    <a:pt x="149439" y="930"/>
                  </a:lnTo>
                  <a:lnTo>
                    <a:pt x="144195" y="1573"/>
                  </a:lnTo>
                  <a:lnTo>
                    <a:pt x="138975" y="2381"/>
                  </a:lnTo>
                  <a:lnTo>
                    <a:pt x="133783" y="3354"/>
                  </a:lnTo>
                  <a:lnTo>
                    <a:pt x="128624" y="4490"/>
                  </a:lnTo>
                  <a:lnTo>
                    <a:pt x="123503" y="5789"/>
                  </a:lnTo>
                  <a:lnTo>
                    <a:pt x="118427" y="7249"/>
                  </a:lnTo>
                  <a:lnTo>
                    <a:pt x="113398" y="8868"/>
                  </a:lnTo>
                  <a:lnTo>
                    <a:pt x="108424" y="10646"/>
                  </a:lnTo>
                  <a:lnTo>
                    <a:pt x="103508" y="12580"/>
                  </a:lnTo>
                  <a:lnTo>
                    <a:pt x="98656" y="14668"/>
                  </a:lnTo>
                  <a:lnTo>
                    <a:pt x="93872" y="16909"/>
                  </a:lnTo>
                  <a:lnTo>
                    <a:pt x="89161" y="19299"/>
                  </a:lnTo>
                  <a:lnTo>
                    <a:pt x="84528" y="21838"/>
                  </a:lnTo>
                  <a:lnTo>
                    <a:pt x="79978" y="24521"/>
                  </a:lnTo>
                  <a:lnTo>
                    <a:pt x="75515" y="27347"/>
                  </a:lnTo>
                  <a:lnTo>
                    <a:pt x="71143" y="30312"/>
                  </a:lnTo>
                  <a:lnTo>
                    <a:pt x="66867" y="33414"/>
                  </a:lnTo>
                  <a:lnTo>
                    <a:pt x="62692" y="36650"/>
                  </a:lnTo>
                  <a:lnTo>
                    <a:pt x="58620" y="40015"/>
                  </a:lnTo>
                  <a:lnTo>
                    <a:pt x="54657" y="43508"/>
                  </a:lnTo>
                  <a:lnTo>
                    <a:pt x="50807" y="47125"/>
                  </a:lnTo>
                  <a:lnTo>
                    <a:pt x="47072" y="50861"/>
                  </a:lnTo>
                  <a:lnTo>
                    <a:pt x="43458" y="54713"/>
                  </a:lnTo>
                  <a:lnTo>
                    <a:pt x="39967" y="58678"/>
                  </a:lnTo>
                  <a:lnTo>
                    <a:pt x="36603" y="62751"/>
                  </a:lnTo>
                  <a:lnTo>
                    <a:pt x="33369" y="66928"/>
                  </a:lnTo>
                  <a:lnTo>
                    <a:pt x="30269" y="71205"/>
                  </a:lnTo>
                  <a:lnTo>
                    <a:pt x="27306" y="75578"/>
                  </a:lnTo>
                  <a:lnTo>
                    <a:pt x="24482" y="80043"/>
                  </a:lnTo>
                  <a:lnTo>
                    <a:pt x="21801" y="84594"/>
                  </a:lnTo>
                  <a:lnTo>
                    <a:pt x="19264" y="89228"/>
                  </a:lnTo>
                  <a:lnTo>
                    <a:pt x="16876" y="93940"/>
                  </a:lnTo>
                  <a:lnTo>
                    <a:pt x="14638" y="98725"/>
                  </a:lnTo>
                  <a:lnTo>
                    <a:pt x="12552" y="103578"/>
                  </a:lnTo>
                  <a:lnTo>
                    <a:pt x="10620" y="108495"/>
                  </a:lnTo>
                  <a:lnTo>
                    <a:pt x="8845" y="113470"/>
                  </a:lnTo>
                  <a:lnTo>
                    <a:pt x="7228" y="118499"/>
                  </a:lnTo>
                  <a:lnTo>
                    <a:pt x="5770" y="123576"/>
                  </a:lnTo>
                  <a:lnTo>
                    <a:pt x="4474" y="128697"/>
                  </a:lnTo>
                  <a:lnTo>
                    <a:pt x="3340" y="133857"/>
                  </a:lnTo>
                  <a:lnTo>
                    <a:pt x="2369" y="139049"/>
                  </a:lnTo>
                  <a:lnTo>
                    <a:pt x="1564" y="144270"/>
                  </a:lnTo>
                  <a:lnTo>
                    <a:pt x="923" y="149514"/>
                  </a:lnTo>
                  <a:lnTo>
                    <a:pt x="449" y="154775"/>
                  </a:lnTo>
                  <a:lnTo>
                    <a:pt x="141" y="160049"/>
                  </a:lnTo>
                  <a:lnTo>
                    <a:pt x="0" y="165329"/>
                  </a:lnTo>
                  <a:lnTo>
                    <a:pt x="25" y="170612"/>
                  </a:lnTo>
                  <a:lnTo>
                    <a:pt x="218" y="175891"/>
                  </a:lnTo>
                  <a:lnTo>
                    <a:pt x="577" y="181161"/>
                  </a:lnTo>
                  <a:lnTo>
                    <a:pt x="1103" y="186417"/>
                  </a:lnTo>
                  <a:lnTo>
                    <a:pt x="1794" y="191654"/>
                  </a:lnTo>
                  <a:lnTo>
                    <a:pt x="2651" y="196867"/>
                  </a:lnTo>
                  <a:lnTo>
                    <a:pt x="3672" y="202050"/>
                  </a:lnTo>
                  <a:lnTo>
                    <a:pt x="4856" y="207198"/>
                  </a:lnTo>
                  <a:lnTo>
                    <a:pt x="6202" y="212306"/>
                  </a:lnTo>
                  <a:lnTo>
                    <a:pt x="7709" y="217369"/>
                  </a:lnTo>
                  <a:lnTo>
                    <a:pt x="9375" y="222382"/>
                  </a:lnTo>
                  <a:lnTo>
                    <a:pt x="11199" y="227340"/>
                  </a:lnTo>
                  <a:lnTo>
                    <a:pt x="13179" y="232238"/>
                  </a:lnTo>
                  <a:lnTo>
                    <a:pt x="15312" y="237070"/>
                  </a:lnTo>
                  <a:lnTo>
                    <a:pt x="17597" y="241833"/>
                  </a:lnTo>
                  <a:lnTo>
                    <a:pt x="20031" y="246521"/>
                  </a:lnTo>
                  <a:lnTo>
                    <a:pt x="22612" y="251130"/>
                  </a:lnTo>
                  <a:lnTo>
                    <a:pt x="25337" y="255656"/>
                  </a:lnTo>
                  <a:lnTo>
                    <a:pt x="28204" y="260092"/>
                  </a:lnTo>
                  <a:lnTo>
                    <a:pt x="31210" y="264436"/>
                  </a:lnTo>
                  <a:lnTo>
                    <a:pt x="34352" y="268683"/>
                  </a:lnTo>
                  <a:lnTo>
                    <a:pt x="37626" y="272829"/>
                  </a:lnTo>
                  <a:lnTo>
                    <a:pt x="41030" y="276869"/>
                  </a:lnTo>
                  <a:lnTo>
                    <a:pt x="44559" y="280799"/>
                  </a:lnTo>
                  <a:lnTo>
                    <a:pt x="48211" y="284616"/>
                  </a:lnTo>
                  <a:lnTo>
                    <a:pt x="51982" y="288316"/>
                  </a:lnTo>
                  <a:lnTo>
                    <a:pt x="55867" y="291894"/>
                  </a:lnTo>
                  <a:lnTo>
                    <a:pt x="59864" y="295348"/>
                  </a:lnTo>
                  <a:lnTo>
                    <a:pt x="63968" y="298674"/>
                  </a:lnTo>
                  <a:lnTo>
                    <a:pt x="68175" y="301869"/>
                  </a:lnTo>
                  <a:lnTo>
                    <a:pt x="72481" y="304929"/>
                  </a:lnTo>
                  <a:lnTo>
                    <a:pt x="76882" y="307852"/>
                  </a:lnTo>
                  <a:lnTo>
                    <a:pt x="81372" y="310634"/>
                  </a:lnTo>
                  <a:lnTo>
                    <a:pt x="85948" y="313273"/>
                  </a:lnTo>
                  <a:lnTo>
                    <a:pt x="90606" y="315766"/>
                  </a:lnTo>
                  <a:lnTo>
                    <a:pt x="95339" y="318110"/>
                  </a:lnTo>
                  <a:lnTo>
                    <a:pt x="100145" y="320304"/>
                  </a:lnTo>
                  <a:lnTo>
                    <a:pt x="105017" y="322345"/>
                  </a:lnTo>
                  <a:lnTo>
                    <a:pt x="109952" y="324231"/>
                  </a:lnTo>
                  <a:lnTo>
                    <a:pt x="114943" y="325960"/>
                  </a:lnTo>
                  <a:lnTo>
                    <a:pt x="119987" y="327531"/>
                  </a:lnTo>
                  <a:lnTo>
                    <a:pt x="125078" y="328941"/>
                  </a:lnTo>
                  <a:lnTo>
                    <a:pt x="130211" y="330190"/>
                  </a:lnTo>
                  <a:lnTo>
                    <a:pt x="135380" y="331276"/>
                  </a:lnTo>
                  <a:lnTo>
                    <a:pt x="140582" y="332198"/>
                  </a:lnTo>
                  <a:lnTo>
                    <a:pt x="145810" y="332955"/>
                  </a:lnTo>
                  <a:lnTo>
                    <a:pt x="151059" y="333547"/>
                  </a:lnTo>
                  <a:lnTo>
                    <a:pt x="156324" y="333972"/>
                  </a:lnTo>
                  <a:lnTo>
                    <a:pt x="161601" y="334231"/>
                  </a:lnTo>
                  <a:lnTo>
                    <a:pt x="166882" y="334323"/>
                  </a:lnTo>
                  <a:lnTo>
                    <a:pt x="172164" y="334249"/>
                  </a:lnTo>
                  <a:lnTo>
                    <a:pt x="177441" y="334007"/>
                  </a:lnTo>
                  <a:lnTo>
                    <a:pt x="182708" y="333599"/>
                  </a:lnTo>
                  <a:lnTo>
                    <a:pt x="187959" y="333024"/>
                  </a:lnTo>
                  <a:lnTo>
                    <a:pt x="193190" y="332284"/>
                  </a:lnTo>
                  <a:lnTo>
                    <a:pt x="198394" y="331379"/>
                  </a:lnTo>
                  <a:lnTo>
                    <a:pt x="203568" y="330310"/>
                  </a:lnTo>
                  <a:lnTo>
                    <a:pt x="208704" y="329078"/>
                  </a:lnTo>
                  <a:lnTo>
                    <a:pt x="213800" y="327685"/>
                  </a:lnTo>
                  <a:lnTo>
                    <a:pt x="218849" y="326131"/>
                  </a:lnTo>
                  <a:lnTo>
                    <a:pt x="223846" y="324418"/>
                  </a:lnTo>
                  <a:lnTo>
                    <a:pt x="228787" y="322548"/>
                  </a:lnTo>
                  <a:lnTo>
                    <a:pt x="233666" y="320523"/>
                  </a:lnTo>
                  <a:lnTo>
                    <a:pt x="238478" y="318345"/>
                  </a:lnTo>
                  <a:lnTo>
                    <a:pt x="243220" y="316017"/>
                  </a:lnTo>
                  <a:lnTo>
                    <a:pt x="247885" y="313539"/>
                  </a:lnTo>
                  <a:lnTo>
                    <a:pt x="252470" y="310915"/>
                  </a:lnTo>
                  <a:lnTo>
                    <a:pt x="256970" y="308148"/>
                  </a:lnTo>
                  <a:lnTo>
                    <a:pt x="261380" y="305240"/>
                  </a:lnTo>
                  <a:lnTo>
                    <a:pt x="265696" y="302194"/>
                  </a:lnTo>
                  <a:lnTo>
                    <a:pt x="269913" y="299013"/>
                  </a:lnTo>
                  <a:lnTo>
                    <a:pt x="274028" y="295700"/>
                  </a:lnTo>
                  <a:lnTo>
                    <a:pt x="278036" y="292259"/>
                  </a:lnTo>
                  <a:lnTo>
                    <a:pt x="281934" y="288693"/>
                  </a:lnTo>
                  <a:lnTo>
                    <a:pt x="285716" y="285006"/>
                  </a:lnTo>
                  <a:lnTo>
                    <a:pt x="289381" y="281201"/>
                  </a:lnTo>
                  <a:lnTo>
                    <a:pt x="292923" y="277282"/>
                  </a:lnTo>
                  <a:lnTo>
                    <a:pt x="296340" y="273254"/>
                  </a:lnTo>
                  <a:lnTo>
                    <a:pt x="299628" y="269119"/>
                  </a:lnTo>
                  <a:lnTo>
                    <a:pt x="302783" y="264882"/>
                  </a:lnTo>
                  <a:lnTo>
                    <a:pt x="305803" y="260548"/>
                  </a:lnTo>
                  <a:lnTo>
                    <a:pt x="308685" y="256121"/>
                  </a:lnTo>
                  <a:lnTo>
                    <a:pt x="311425" y="251605"/>
                  </a:lnTo>
                  <a:lnTo>
                    <a:pt x="314022" y="247004"/>
                  </a:lnTo>
                  <a:lnTo>
                    <a:pt x="316471" y="242324"/>
                  </a:lnTo>
                  <a:lnTo>
                    <a:pt x="318772" y="237569"/>
                  </a:lnTo>
                  <a:lnTo>
                    <a:pt x="320921" y="232743"/>
                  </a:lnTo>
                  <a:lnTo>
                    <a:pt x="322916" y="227852"/>
                  </a:lnTo>
                  <a:lnTo>
                    <a:pt x="324756" y="222900"/>
                  </a:lnTo>
                  <a:lnTo>
                    <a:pt x="326439" y="217893"/>
                  </a:lnTo>
                  <a:lnTo>
                    <a:pt x="327962" y="212835"/>
                  </a:lnTo>
                  <a:lnTo>
                    <a:pt x="329325" y="207731"/>
                  </a:lnTo>
                  <a:lnTo>
                    <a:pt x="330527" y="202587"/>
                  </a:lnTo>
                  <a:lnTo>
                    <a:pt x="331564" y="197407"/>
                  </a:lnTo>
                  <a:lnTo>
                    <a:pt x="332438" y="192198"/>
                  </a:lnTo>
                  <a:lnTo>
                    <a:pt x="333147" y="186963"/>
                  </a:lnTo>
                  <a:lnTo>
                    <a:pt x="333690" y="181708"/>
                  </a:lnTo>
                  <a:lnTo>
                    <a:pt x="334066" y="176439"/>
                  </a:lnTo>
                  <a:lnTo>
                    <a:pt x="334276" y="171161"/>
                  </a:lnTo>
                  <a:lnTo>
                    <a:pt x="334320" y="165878"/>
                  </a:lnTo>
                  <a:lnTo>
                    <a:pt x="334196" y="160597"/>
                  </a:lnTo>
                  <a:lnTo>
                    <a:pt x="333905" y="155323"/>
                  </a:lnTo>
                  <a:lnTo>
                    <a:pt x="333448" y="150060"/>
                  </a:lnTo>
                  <a:lnTo>
                    <a:pt x="332825" y="144814"/>
                  </a:lnTo>
                  <a:lnTo>
                    <a:pt x="332036" y="139591"/>
                  </a:lnTo>
                  <a:lnTo>
                    <a:pt x="331083" y="134395"/>
                  </a:lnTo>
                  <a:lnTo>
                    <a:pt x="329966" y="129232"/>
                  </a:lnTo>
                  <a:lnTo>
                    <a:pt x="328686" y="124107"/>
                  </a:lnTo>
                  <a:lnTo>
                    <a:pt x="327245" y="119024"/>
                  </a:lnTo>
                  <a:lnTo>
                    <a:pt x="325645" y="113990"/>
                  </a:lnTo>
                  <a:lnTo>
                    <a:pt x="323886" y="109009"/>
                  </a:lnTo>
                  <a:lnTo>
                    <a:pt x="321970" y="104086"/>
                  </a:lnTo>
                  <a:lnTo>
                    <a:pt x="319900" y="99226"/>
                  </a:lnTo>
                  <a:lnTo>
                    <a:pt x="317678" y="94434"/>
                  </a:lnTo>
                  <a:lnTo>
                    <a:pt x="315305" y="89714"/>
                  </a:lnTo>
                  <a:lnTo>
                    <a:pt x="312784" y="85072"/>
                  </a:lnTo>
                  <a:lnTo>
                    <a:pt x="310117" y="80512"/>
                  </a:lnTo>
                  <a:lnTo>
                    <a:pt x="307308" y="76038"/>
                  </a:lnTo>
                  <a:lnTo>
                    <a:pt x="304359" y="71655"/>
                  </a:lnTo>
                  <a:lnTo>
                    <a:pt x="301273" y="67368"/>
                  </a:lnTo>
                  <a:lnTo>
                    <a:pt x="298054" y="63180"/>
                  </a:lnTo>
                  <a:lnTo>
                    <a:pt x="294703" y="59096"/>
                  </a:lnTo>
                  <a:lnTo>
                    <a:pt x="291225" y="55120"/>
                  </a:lnTo>
                  <a:lnTo>
                    <a:pt x="287623" y="51256"/>
                  </a:lnTo>
                  <a:lnTo>
                    <a:pt x="283901" y="47507"/>
                  </a:lnTo>
                  <a:lnTo>
                    <a:pt x="280062" y="43878"/>
                  </a:lnTo>
                  <a:lnTo>
                    <a:pt x="276111" y="40373"/>
                  </a:lnTo>
                  <a:lnTo>
                    <a:pt x="272050" y="36993"/>
                  </a:lnTo>
                  <a:lnTo>
                    <a:pt x="267885" y="33744"/>
                  </a:lnTo>
                  <a:lnTo>
                    <a:pt x="263620" y="30628"/>
                  </a:lnTo>
                  <a:lnTo>
                    <a:pt x="259258" y="27648"/>
                  </a:lnTo>
                  <a:lnTo>
                    <a:pt x="254804" y="24808"/>
                  </a:lnTo>
                  <a:lnTo>
                    <a:pt x="250262" y="22110"/>
                  </a:lnTo>
                  <a:lnTo>
                    <a:pt x="245638" y="19556"/>
                  </a:lnTo>
                  <a:lnTo>
                    <a:pt x="240935" y="17150"/>
                  </a:lnTo>
                  <a:lnTo>
                    <a:pt x="236159" y="14894"/>
                  </a:lnTo>
                  <a:lnTo>
                    <a:pt x="231313" y="12790"/>
                  </a:lnTo>
                  <a:lnTo>
                    <a:pt x="226404" y="10840"/>
                  </a:lnTo>
                  <a:lnTo>
                    <a:pt x="221435" y="9046"/>
                  </a:lnTo>
                  <a:lnTo>
                    <a:pt x="216412" y="7410"/>
                  </a:lnTo>
                  <a:lnTo>
                    <a:pt x="211340" y="5933"/>
                  </a:lnTo>
                  <a:lnTo>
                    <a:pt x="206224" y="4618"/>
                  </a:lnTo>
                  <a:lnTo>
                    <a:pt x="201069" y="3465"/>
                  </a:lnTo>
                  <a:lnTo>
                    <a:pt x="195880" y="2475"/>
                  </a:lnTo>
                  <a:lnTo>
                    <a:pt x="190662" y="1649"/>
                  </a:lnTo>
                  <a:lnTo>
                    <a:pt x="185421" y="989"/>
                  </a:lnTo>
                  <a:lnTo>
                    <a:pt x="180162" y="495"/>
                  </a:lnTo>
                  <a:lnTo>
                    <a:pt x="174890" y="168"/>
                  </a:lnTo>
                  <a:lnTo>
                    <a:pt x="16715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3779" y="3170392"/>
              <a:ext cx="7732" cy="167167"/>
            </a:xfrm>
            <a:custGeom>
              <a:avLst/>
              <a:pathLst>
                <a:path w="7732" h="167167">
                  <a:moveTo>
                    <a:pt x="7732" y="1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1716" y="2633064"/>
              <a:ext cx="27295" cy="167167"/>
            </a:xfrm>
            <a:custGeom>
              <a:avLst/>
              <a:pathLst>
                <a:path w="27295" h="167167">
                  <a:moveTo>
                    <a:pt x="27295" y="0"/>
                  </a:moveTo>
                  <a:lnTo>
                    <a:pt x="20442" y="140"/>
                  </a:lnTo>
                  <a:lnTo>
                    <a:pt x="13601" y="561"/>
                  </a:lnTo>
                  <a:lnTo>
                    <a:pt x="6783" y="1263"/>
                  </a:lnTo>
                  <a:lnTo>
                    <a:pt x="0" y="2243"/>
                  </a:lnTo>
                  <a:lnTo>
                    <a:pt x="272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716" y="2635307"/>
              <a:ext cx="27295" cy="164924"/>
            </a:xfrm>
            <a:custGeom>
              <a:avLst/>
              <a:pathLst>
                <a:path w="27295" h="164924">
                  <a:moveTo>
                    <a:pt x="0" y="0"/>
                  </a:moveTo>
                  <a:lnTo>
                    <a:pt x="27295" y="1649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751851" y="2635307"/>
              <a:ext cx="334324" cy="332085"/>
            </a:xfrm>
            <a:custGeom>
              <a:avLst/>
              <a:pathLst>
                <a:path w="334324" h="332085">
                  <a:moveTo>
                    <a:pt x="139865" y="0"/>
                  </a:moveTo>
                  <a:lnTo>
                    <a:pt x="134641" y="950"/>
                  </a:lnTo>
                  <a:lnTo>
                    <a:pt x="129450" y="2065"/>
                  </a:lnTo>
                  <a:lnTo>
                    <a:pt x="124297" y="3345"/>
                  </a:lnTo>
                  <a:lnTo>
                    <a:pt x="119187" y="4787"/>
                  </a:lnTo>
                  <a:lnTo>
                    <a:pt x="114126" y="6392"/>
                  </a:lnTo>
                  <a:lnTo>
                    <a:pt x="109118" y="8156"/>
                  </a:lnTo>
                  <a:lnTo>
                    <a:pt x="104169" y="10078"/>
                  </a:lnTo>
                  <a:lnTo>
                    <a:pt x="99283" y="12157"/>
                  </a:lnTo>
                  <a:lnTo>
                    <a:pt x="94466" y="14389"/>
                  </a:lnTo>
                  <a:lnTo>
                    <a:pt x="89722" y="16774"/>
                  </a:lnTo>
                  <a:lnTo>
                    <a:pt x="85056" y="19308"/>
                  </a:lnTo>
                  <a:lnTo>
                    <a:pt x="80473" y="21989"/>
                  </a:lnTo>
                  <a:lnTo>
                    <a:pt x="75978" y="24814"/>
                  </a:lnTo>
                  <a:lnTo>
                    <a:pt x="71574" y="27780"/>
                  </a:lnTo>
                  <a:lnTo>
                    <a:pt x="67267" y="30885"/>
                  </a:lnTo>
                  <a:lnTo>
                    <a:pt x="63061" y="34125"/>
                  </a:lnTo>
                  <a:lnTo>
                    <a:pt x="58959" y="37497"/>
                  </a:lnTo>
                  <a:lnTo>
                    <a:pt x="54967" y="40997"/>
                  </a:lnTo>
                  <a:lnTo>
                    <a:pt x="51088" y="44623"/>
                  </a:lnTo>
                  <a:lnTo>
                    <a:pt x="47326" y="48369"/>
                  </a:lnTo>
                  <a:lnTo>
                    <a:pt x="43685" y="52234"/>
                  </a:lnTo>
                  <a:lnTo>
                    <a:pt x="40169" y="56212"/>
                  </a:lnTo>
                  <a:lnTo>
                    <a:pt x="36780" y="60300"/>
                  </a:lnTo>
                  <a:lnTo>
                    <a:pt x="33524" y="64493"/>
                  </a:lnTo>
                  <a:lnTo>
                    <a:pt x="30402" y="68787"/>
                  </a:lnTo>
                  <a:lnTo>
                    <a:pt x="27418" y="73179"/>
                  </a:lnTo>
                  <a:lnTo>
                    <a:pt x="24574" y="77663"/>
                  </a:lnTo>
                  <a:lnTo>
                    <a:pt x="21875" y="82235"/>
                  </a:lnTo>
                  <a:lnTo>
                    <a:pt x="19323" y="86891"/>
                  </a:lnTo>
                  <a:lnTo>
                    <a:pt x="16919" y="91625"/>
                  </a:lnTo>
                  <a:lnTo>
                    <a:pt x="14667" y="96433"/>
                  </a:lnTo>
                  <a:lnTo>
                    <a:pt x="12569" y="101311"/>
                  </a:lnTo>
                  <a:lnTo>
                    <a:pt x="10627" y="106252"/>
                  </a:lnTo>
                  <a:lnTo>
                    <a:pt x="8842" y="111253"/>
                  </a:lnTo>
                  <a:lnTo>
                    <a:pt x="7218" y="116308"/>
                  </a:lnTo>
                  <a:lnTo>
                    <a:pt x="5755" y="121412"/>
                  </a:lnTo>
                  <a:lnTo>
                    <a:pt x="4454" y="126559"/>
                  </a:lnTo>
                  <a:lnTo>
                    <a:pt x="3318" y="131746"/>
                  </a:lnTo>
                  <a:lnTo>
                    <a:pt x="2347" y="136966"/>
                  </a:lnTo>
                  <a:lnTo>
                    <a:pt x="1542" y="142214"/>
                  </a:lnTo>
                  <a:lnTo>
                    <a:pt x="904" y="147485"/>
                  </a:lnTo>
                  <a:lnTo>
                    <a:pt x="435" y="152774"/>
                  </a:lnTo>
                  <a:lnTo>
                    <a:pt x="133" y="158075"/>
                  </a:lnTo>
                  <a:lnTo>
                    <a:pt x="0" y="163382"/>
                  </a:lnTo>
                  <a:lnTo>
                    <a:pt x="35" y="168692"/>
                  </a:lnTo>
                  <a:lnTo>
                    <a:pt x="239" y="173997"/>
                  </a:lnTo>
                  <a:lnTo>
                    <a:pt x="611" y="179294"/>
                  </a:lnTo>
                  <a:lnTo>
                    <a:pt x="1152" y="184576"/>
                  </a:lnTo>
                  <a:lnTo>
                    <a:pt x="1859" y="189838"/>
                  </a:lnTo>
                  <a:lnTo>
                    <a:pt x="2734" y="195075"/>
                  </a:lnTo>
                  <a:lnTo>
                    <a:pt x="3774" y="200281"/>
                  </a:lnTo>
                  <a:lnTo>
                    <a:pt x="4980" y="205452"/>
                  </a:lnTo>
                  <a:lnTo>
                    <a:pt x="6349" y="210582"/>
                  </a:lnTo>
                  <a:lnTo>
                    <a:pt x="7880" y="215666"/>
                  </a:lnTo>
                  <a:lnTo>
                    <a:pt x="9572" y="220699"/>
                  </a:lnTo>
                  <a:lnTo>
                    <a:pt x="11422" y="225675"/>
                  </a:lnTo>
                  <a:lnTo>
                    <a:pt x="13430" y="230590"/>
                  </a:lnTo>
                  <a:lnTo>
                    <a:pt x="15593" y="235439"/>
                  </a:lnTo>
                  <a:lnTo>
                    <a:pt x="17909" y="240217"/>
                  </a:lnTo>
                  <a:lnTo>
                    <a:pt x="20375" y="244919"/>
                  </a:lnTo>
                  <a:lnTo>
                    <a:pt x="22990" y="249540"/>
                  </a:lnTo>
                  <a:lnTo>
                    <a:pt x="25750" y="254076"/>
                  </a:lnTo>
                  <a:lnTo>
                    <a:pt x="28652" y="258522"/>
                  </a:lnTo>
                  <a:lnTo>
                    <a:pt x="31695" y="262873"/>
                  </a:lnTo>
                  <a:lnTo>
                    <a:pt x="34874" y="267126"/>
                  </a:lnTo>
                  <a:lnTo>
                    <a:pt x="38186" y="271275"/>
                  </a:lnTo>
                  <a:lnTo>
                    <a:pt x="41629" y="275318"/>
                  </a:lnTo>
                  <a:lnTo>
                    <a:pt x="45198" y="279248"/>
                  </a:lnTo>
                  <a:lnTo>
                    <a:pt x="48890" y="283064"/>
                  </a:lnTo>
                  <a:lnTo>
                    <a:pt x="52701" y="286760"/>
                  </a:lnTo>
                  <a:lnTo>
                    <a:pt x="56628" y="290334"/>
                  </a:lnTo>
                  <a:lnTo>
                    <a:pt x="60667" y="293781"/>
                  </a:lnTo>
                  <a:lnTo>
                    <a:pt x="64813" y="297098"/>
                  </a:lnTo>
                  <a:lnTo>
                    <a:pt x="69062" y="300281"/>
                  </a:lnTo>
                  <a:lnTo>
                    <a:pt x="73410" y="303328"/>
                  </a:lnTo>
                  <a:lnTo>
                    <a:pt x="77853" y="306236"/>
                  </a:lnTo>
                  <a:lnTo>
                    <a:pt x="82385" y="309001"/>
                  </a:lnTo>
                  <a:lnTo>
                    <a:pt x="87004" y="311620"/>
                  </a:lnTo>
                  <a:lnTo>
                    <a:pt x="91703" y="314092"/>
                  </a:lnTo>
                  <a:lnTo>
                    <a:pt x="96478" y="316413"/>
                  </a:lnTo>
                  <a:lnTo>
                    <a:pt x="101325" y="318581"/>
                  </a:lnTo>
                  <a:lnTo>
                    <a:pt x="106238" y="320594"/>
                  </a:lnTo>
                  <a:lnTo>
                    <a:pt x="111212" y="322451"/>
                  </a:lnTo>
                  <a:lnTo>
                    <a:pt x="116243" y="324148"/>
                  </a:lnTo>
                  <a:lnTo>
                    <a:pt x="121325" y="325685"/>
                  </a:lnTo>
                  <a:lnTo>
                    <a:pt x="126454" y="327059"/>
                  </a:lnTo>
                  <a:lnTo>
                    <a:pt x="131623" y="328270"/>
                  </a:lnTo>
                  <a:lnTo>
                    <a:pt x="136829" y="329316"/>
                  </a:lnTo>
                  <a:lnTo>
                    <a:pt x="142065" y="330197"/>
                  </a:lnTo>
                  <a:lnTo>
                    <a:pt x="147326" y="330910"/>
                  </a:lnTo>
                  <a:lnTo>
                    <a:pt x="152607" y="331456"/>
                  </a:lnTo>
                  <a:lnTo>
                    <a:pt x="157903" y="331834"/>
                  </a:lnTo>
                  <a:lnTo>
                    <a:pt x="163209" y="332044"/>
                  </a:lnTo>
                  <a:lnTo>
                    <a:pt x="168518" y="332085"/>
                  </a:lnTo>
                  <a:lnTo>
                    <a:pt x="173826" y="331958"/>
                  </a:lnTo>
                  <a:lnTo>
                    <a:pt x="179127" y="331662"/>
                  </a:lnTo>
                  <a:lnTo>
                    <a:pt x="184416" y="331198"/>
                  </a:lnTo>
                  <a:lnTo>
                    <a:pt x="189688" y="330566"/>
                  </a:lnTo>
                  <a:lnTo>
                    <a:pt x="194937" y="329767"/>
                  </a:lnTo>
                  <a:lnTo>
                    <a:pt x="200158" y="328802"/>
                  </a:lnTo>
                  <a:lnTo>
                    <a:pt x="205346" y="327671"/>
                  </a:lnTo>
                  <a:lnTo>
                    <a:pt x="210495" y="326376"/>
                  </a:lnTo>
                  <a:lnTo>
                    <a:pt x="215600" y="324919"/>
                  </a:lnTo>
                  <a:lnTo>
                    <a:pt x="220657" y="323300"/>
                  </a:lnTo>
                  <a:lnTo>
                    <a:pt x="225660" y="321521"/>
                  </a:lnTo>
                  <a:lnTo>
                    <a:pt x="230603" y="319584"/>
                  </a:lnTo>
                  <a:lnTo>
                    <a:pt x="235483" y="317491"/>
                  </a:lnTo>
                  <a:lnTo>
                    <a:pt x="240294" y="315245"/>
                  </a:lnTo>
                  <a:lnTo>
                    <a:pt x="245030" y="312846"/>
                  </a:lnTo>
                  <a:lnTo>
                    <a:pt x="249689" y="310299"/>
                  </a:lnTo>
                  <a:lnTo>
                    <a:pt x="254264" y="307604"/>
                  </a:lnTo>
                  <a:lnTo>
                    <a:pt x="258751" y="304766"/>
                  </a:lnTo>
                  <a:lnTo>
                    <a:pt x="263146" y="301787"/>
                  </a:lnTo>
                  <a:lnTo>
                    <a:pt x="267444" y="298670"/>
                  </a:lnTo>
                  <a:lnTo>
                    <a:pt x="271641" y="295417"/>
                  </a:lnTo>
                  <a:lnTo>
                    <a:pt x="275732" y="292034"/>
                  </a:lnTo>
                  <a:lnTo>
                    <a:pt x="279714" y="288521"/>
                  </a:lnTo>
                  <a:lnTo>
                    <a:pt x="283583" y="284885"/>
                  </a:lnTo>
                  <a:lnTo>
                    <a:pt x="287334" y="281127"/>
                  </a:lnTo>
                  <a:lnTo>
                    <a:pt x="290963" y="277252"/>
                  </a:lnTo>
                  <a:lnTo>
                    <a:pt x="294468" y="273263"/>
                  </a:lnTo>
                  <a:lnTo>
                    <a:pt x="297845" y="269166"/>
                  </a:lnTo>
                  <a:lnTo>
                    <a:pt x="301089" y="264963"/>
                  </a:lnTo>
                  <a:lnTo>
                    <a:pt x="304199" y="260659"/>
                  </a:lnTo>
                  <a:lnTo>
                    <a:pt x="307170" y="256259"/>
                  </a:lnTo>
                  <a:lnTo>
                    <a:pt x="310000" y="251767"/>
                  </a:lnTo>
                  <a:lnTo>
                    <a:pt x="312686" y="247187"/>
                  </a:lnTo>
                  <a:lnTo>
                    <a:pt x="315225" y="242524"/>
                  </a:lnTo>
                  <a:lnTo>
                    <a:pt x="317614" y="237782"/>
                  </a:lnTo>
                  <a:lnTo>
                    <a:pt x="319852" y="232967"/>
                  </a:lnTo>
                  <a:lnTo>
                    <a:pt x="321936" y="228084"/>
                  </a:lnTo>
                  <a:lnTo>
                    <a:pt x="323864" y="223137"/>
                  </a:lnTo>
                  <a:lnTo>
                    <a:pt x="325634" y="218131"/>
                  </a:lnTo>
                  <a:lnTo>
                    <a:pt x="327243" y="213071"/>
                  </a:lnTo>
                  <a:lnTo>
                    <a:pt x="328692" y="207963"/>
                  </a:lnTo>
                  <a:lnTo>
                    <a:pt x="329977" y="202812"/>
                  </a:lnTo>
                  <a:lnTo>
                    <a:pt x="331098" y="197622"/>
                  </a:lnTo>
                  <a:lnTo>
                    <a:pt x="332054" y="192399"/>
                  </a:lnTo>
                  <a:lnTo>
                    <a:pt x="332843" y="187149"/>
                  </a:lnTo>
                  <a:lnTo>
                    <a:pt x="333465" y="181876"/>
                  </a:lnTo>
                  <a:lnTo>
                    <a:pt x="333920" y="176586"/>
                  </a:lnTo>
                  <a:lnTo>
                    <a:pt x="334206" y="171284"/>
                  </a:lnTo>
                  <a:lnTo>
                    <a:pt x="334324" y="165976"/>
                  </a:lnTo>
                  <a:lnTo>
                    <a:pt x="334273" y="160667"/>
                  </a:lnTo>
                  <a:lnTo>
                    <a:pt x="334054" y="155362"/>
                  </a:lnTo>
                  <a:lnTo>
                    <a:pt x="333666" y="150066"/>
                  </a:lnTo>
                  <a:lnTo>
                    <a:pt x="333110" y="144786"/>
                  </a:lnTo>
                  <a:lnTo>
                    <a:pt x="332387" y="139526"/>
                  </a:lnTo>
                  <a:lnTo>
                    <a:pt x="331497" y="134292"/>
                  </a:lnTo>
                  <a:lnTo>
                    <a:pt x="330441" y="129088"/>
                  </a:lnTo>
                  <a:lnTo>
                    <a:pt x="329221" y="123921"/>
                  </a:lnTo>
                  <a:lnTo>
                    <a:pt x="327837" y="118795"/>
                  </a:lnTo>
                  <a:lnTo>
                    <a:pt x="326291" y="113716"/>
                  </a:lnTo>
                  <a:lnTo>
                    <a:pt x="324584" y="108688"/>
                  </a:lnTo>
                  <a:lnTo>
                    <a:pt x="322719" y="103717"/>
                  </a:lnTo>
                  <a:lnTo>
                    <a:pt x="320697" y="98807"/>
                  </a:lnTo>
                  <a:lnTo>
                    <a:pt x="318520" y="93965"/>
                  </a:lnTo>
                  <a:lnTo>
                    <a:pt x="316190" y="89194"/>
                  </a:lnTo>
                  <a:lnTo>
                    <a:pt x="313710" y="84499"/>
                  </a:lnTo>
                  <a:lnTo>
                    <a:pt x="311082" y="79886"/>
                  </a:lnTo>
                  <a:lnTo>
                    <a:pt x="308309" y="75358"/>
                  </a:lnTo>
                  <a:lnTo>
                    <a:pt x="305393" y="70921"/>
                  </a:lnTo>
                  <a:lnTo>
                    <a:pt x="302338" y="66578"/>
                  </a:lnTo>
                  <a:lnTo>
                    <a:pt x="299147" y="62335"/>
                  </a:lnTo>
                  <a:lnTo>
                    <a:pt x="295822" y="58195"/>
                  </a:lnTo>
                  <a:lnTo>
                    <a:pt x="292368" y="54163"/>
                  </a:lnTo>
                  <a:lnTo>
                    <a:pt x="288787" y="50242"/>
                  </a:lnTo>
                  <a:lnTo>
                    <a:pt x="285084" y="46438"/>
                  </a:lnTo>
                  <a:lnTo>
                    <a:pt x="281262" y="42753"/>
                  </a:lnTo>
                  <a:lnTo>
                    <a:pt x="277324" y="39191"/>
                  </a:lnTo>
                  <a:lnTo>
                    <a:pt x="273276" y="35755"/>
                  </a:lnTo>
                  <a:lnTo>
                    <a:pt x="269120" y="32451"/>
                  </a:lnTo>
                  <a:lnTo>
                    <a:pt x="264862" y="29279"/>
                  </a:lnTo>
                  <a:lnTo>
                    <a:pt x="260505" y="26245"/>
                  </a:lnTo>
                  <a:lnTo>
                    <a:pt x="256054" y="23351"/>
                  </a:lnTo>
                  <a:lnTo>
                    <a:pt x="251513" y="20599"/>
                  </a:lnTo>
                  <a:lnTo>
                    <a:pt x="246887" y="17993"/>
                  </a:lnTo>
                  <a:lnTo>
                    <a:pt x="242180" y="15535"/>
                  </a:lnTo>
                  <a:lnTo>
                    <a:pt x="167160" y="164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9011" y="2633064"/>
              <a:ext cx="75020" cy="167167"/>
            </a:xfrm>
            <a:custGeom>
              <a:avLst/>
              <a:pathLst>
                <a:path w="75020" h="167167">
                  <a:moveTo>
                    <a:pt x="75020" y="17779"/>
                  </a:moveTo>
                  <a:lnTo>
                    <a:pt x="69625" y="15189"/>
                  </a:lnTo>
                  <a:lnTo>
                    <a:pt x="64141" y="12795"/>
                  </a:lnTo>
                  <a:lnTo>
                    <a:pt x="58575" y="10598"/>
                  </a:lnTo>
                  <a:lnTo>
                    <a:pt x="52933" y="8602"/>
                  </a:lnTo>
                  <a:lnTo>
                    <a:pt x="47224" y="6809"/>
                  </a:lnTo>
                  <a:lnTo>
                    <a:pt x="41454" y="5221"/>
                  </a:lnTo>
                  <a:lnTo>
                    <a:pt x="35631" y="3841"/>
                  </a:lnTo>
                  <a:lnTo>
                    <a:pt x="29763" y="2670"/>
                  </a:lnTo>
                  <a:lnTo>
                    <a:pt x="23856" y="1711"/>
                  </a:lnTo>
                  <a:lnTo>
                    <a:pt x="17919" y="963"/>
                  </a:lnTo>
                  <a:lnTo>
                    <a:pt x="11958" y="428"/>
                  </a:lnTo>
                  <a:lnTo>
                    <a:pt x="598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2843" y="2126963"/>
              <a:ext cx="5628" cy="167167"/>
            </a:xfrm>
            <a:custGeom>
              <a:avLst/>
              <a:pathLst>
                <a:path w="5628" h="167167">
                  <a:moveTo>
                    <a:pt x="5628" y="0"/>
                  </a:moveTo>
                  <a:lnTo>
                    <a:pt x="0" y="94"/>
                  </a:lnTo>
                  <a:lnTo>
                    <a:pt x="562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843" y="2127058"/>
              <a:ext cx="5628" cy="167072"/>
            </a:xfrm>
            <a:custGeom>
              <a:avLst/>
              <a:pathLst>
                <a:path w="5628" h="167072">
                  <a:moveTo>
                    <a:pt x="0" y="0"/>
                  </a:moveTo>
                  <a:lnTo>
                    <a:pt x="5628" y="167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561322" y="2127058"/>
              <a:ext cx="326779" cy="334240"/>
            </a:xfrm>
            <a:custGeom>
              <a:avLst/>
              <a:pathLst>
                <a:path w="326779" h="334240">
                  <a:moveTo>
                    <a:pt x="161521" y="0"/>
                  </a:moveTo>
                  <a:lnTo>
                    <a:pt x="156225" y="262"/>
                  </a:lnTo>
                  <a:lnTo>
                    <a:pt x="150940" y="692"/>
                  </a:lnTo>
                  <a:lnTo>
                    <a:pt x="145672" y="1290"/>
                  </a:lnTo>
                  <a:lnTo>
                    <a:pt x="140425" y="2055"/>
                  </a:lnTo>
                  <a:lnTo>
                    <a:pt x="135205" y="2985"/>
                  </a:lnTo>
                  <a:lnTo>
                    <a:pt x="130017" y="4081"/>
                  </a:lnTo>
                  <a:lnTo>
                    <a:pt x="124867" y="5340"/>
                  </a:lnTo>
                  <a:lnTo>
                    <a:pt x="119759" y="6763"/>
                  </a:lnTo>
                  <a:lnTo>
                    <a:pt x="114699" y="8346"/>
                  </a:lnTo>
                  <a:lnTo>
                    <a:pt x="109691" y="10089"/>
                  </a:lnTo>
                  <a:lnTo>
                    <a:pt x="104742" y="11991"/>
                  </a:lnTo>
                  <a:lnTo>
                    <a:pt x="99855" y="14048"/>
                  </a:lnTo>
                  <a:lnTo>
                    <a:pt x="95036" y="16259"/>
                  </a:lnTo>
                  <a:lnTo>
                    <a:pt x="90289" y="18622"/>
                  </a:lnTo>
                  <a:lnTo>
                    <a:pt x="85620" y="21134"/>
                  </a:lnTo>
                  <a:lnTo>
                    <a:pt x="81032" y="23793"/>
                  </a:lnTo>
                  <a:lnTo>
                    <a:pt x="76532" y="26596"/>
                  </a:lnTo>
                  <a:lnTo>
                    <a:pt x="72122" y="29541"/>
                  </a:lnTo>
                  <a:lnTo>
                    <a:pt x="67809" y="32624"/>
                  </a:lnTo>
                  <a:lnTo>
                    <a:pt x="63595" y="35842"/>
                  </a:lnTo>
                  <a:lnTo>
                    <a:pt x="59485" y="39192"/>
                  </a:lnTo>
                  <a:lnTo>
                    <a:pt x="55483" y="42671"/>
                  </a:lnTo>
                  <a:lnTo>
                    <a:pt x="51594" y="46275"/>
                  </a:lnTo>
                  <a:lnTo>
                    <a:pt x="47821" y="50000"/>
                  </a:lnTo>
                  <a:lnTo>
                    <a:pt x="44169" y="53843"/>
                  </a:lnTo>
                  <a:lnTo>
                    <a:pt x="40640" y="57801"/>
                  </a:lnTo>
                  <a:lnTo>
                    <a:pt x="37238" y="61868"/>
                  </a:lnTo>
                  <a:lnTo>
                    <a:pt x="33967" y="66041"/>
                  </a:lnTo>
                  <a:lnTo>
                    <a:pt x="30829" y="70315"/>
                  </a:lnTo>
                  <a:lnTo>
                    <a:pt x="27830" y="74687"/>
                  </a:lnTo>
                  <a:lnTo>
                    <a:pt x="24970" y="79152"/>
                  </a:lnTo>
                  <a:lnTo>
                    <a:pt x="22253" y="83705"/>
                  </a:lnTo>
                  <a:lnTo>
                    <a:pt x="19682" y="88343"/>
                  </a:lnTo>
                  <a:lnTo>
                    <a:pt x="17259" y="93059"/>
                  </a:lnTo>
                  <a:lnTo>
                    <a:pt x="14987" y="97850"/>
                  </a:lnTo>
                  <a:lnTo>
                    <a:pt x="12869" y="102710"/>
                  </a:lnTo>
                  <a:lnTo>
                    <a:pt x="10905" y="107635"/>
                  </a:lnTo>
                  <a:lnTo>
                    <a:pt x="9099" y="112621"/>
                  </a:lnTo>
                  <a:lnTo>
                    <a:pt x="7451" y="117660"/>
                  </a:lnTo>
                  <a:lnTo>
                    <a:pt x="5965" y="122750"/>
                  </a:lnTo>
                  <a:lnTo>
                    <a:pt x="4640" y="127884"/>
                  </a:lnTo>
                  <a:lnTo>
                    <a:pt x="3479" y="133057"/>
                  </a:lnTo>
                  <a:lnTo>
                    <a:pt x="2482" y="138265"/>
                  </a:lnTo>
                  <a:lnTo>
                    <a:pt x="1652" y="143502"/>
                  </a:lnTo>
                  <a:lnTo>
                    <a:pt x="987" y="148762"/>
                  </a:lnTo>
                  <a:lnTo>
                    <a:pt x="490" y="154041"/>
                  </a:lnTo>
                  <a:lnTo>
                    <a:pt x="161" y="159333"/>
                  </a:lnTo>
                  <a:lnTo>
                    <a:pt x="0" y="164633"/>
                  </a:lnTo>
                  <a:lnTo>
                    <a:pt x="6" y="169935"/>
                  </a:lnTo>
                  <a:lnTo>
                    <a:pt x="181" y="175235"/>
                  </a:lnTo>
                  <a:lnTo>
                    <a:pt x="524" y="180526"/>
                  </a:lnTo>
                  <a:lnTo>
                    <a:pt x="1034" y="185803"/>
                  </a:lnTo>
                  <a:lnTo>
                    <a:pt x="1712" y="191062"/>
                  </a:lnTo>
                  <a:lnTo>
                    <a:pt x="2556" y="196297"/>
                  </a:lnTo>
                  <a:lnTo>
                    <a:pt x="3566" y="201502"/>
                  </a:lnTo>
                  <a:lnTo>
                    <a:pt x="4740" y="206672"/>
                  </a:lnTo>
                  <a:lnTo>
                    <a:pt x="6077" y="211803"/>
                  </a:lnTo>
                  <a:lnTo>
                    <a:pt x="7577" y="216889"/>
                  </a:lnTo>
                  <a:lnTo>
                    <a:pt x="9237" y="221925"/>
                  </a:lnTo>
                  <a:lnTo>
                    <a:pt x="11056" y="226905"/>
                  </a:lnTo>
                  <a:lnTo>
                    <a:pt x="13032" y="231825"/>
                  </a:lnTo>
                  <a:lnTo>
                    <a:pt x="15163" y="236680"/>
                  </a:lnTo>
                  <a:lnTo>
                    <a:pt x="17447" y="241465"/>
                  </a:lnTo>
                  <a:lnTo>
                    <a:pt x="19882" y="246176"/>
                  </a:lnTo>
                  <a:lnTo>
                    <a:pt x="22465" y="250806"/>
                  </a:lnTo>
                  <a:lnTo>
                    <a:pt x="25193" y="255353"/>
                  </a:lnTo>
                  <a:lnTo>
                    <a:pt x="28064" y="259810"/>
                  </a:lnTo>
                  <a:lnTo>
                    <a:pt x="31075" y="264175"/>
                  </a:lnTo>
                  <a:lnTo>
                    <a:pt x="34223" y="268441"/>
                  </a:lnTo>
                  <a:lnTo>
                    <a:pt x="37505" y="272606"/>
                  </a:lnTo>
                  <a:lnTo>
                    <a:pt x="40917" y="276664"/>
                  </a:lnTo>
                  <a:lnTo>
                    <a:pt x="44456" y="280612"/>
                  </a:lnTo>
                  <a:lnTo>
                    <a:pt x="48119" y="284446"/>
                  </a:lnTo>
                  <a:lnTo>
                    <a:pt x="51901" y="288162"/>
                  </a:lnTo>
                  <a:lnTo>
                    <a:pt x="55799" y="291756"/>
                  </a:lnTo>
                  <a:lnTo>
                    <a:pt x="59810" y="295225"/>
                  </a:lnTo>
                  <a:lnTo>
                    <a:pt x="63928" y="298565"/>
                  </a:lnTo>
                  <a:lnTo>
                    <a:pt x="68150" y="301772"/>
                  </a:lnTo>
                  <a:lnTo>
                    <a:pt x="72472" y="304844"/>
                  </a:lnTo>
                  <a:lnTo>
                    <a:pt x="76889" y="307777"/>
                  </a:lnTo>
                  <a:lnTo>
                    <a:pt x="81396" y="310569"/>
                  </a:lnTo>
                  <a:lnTo>
                    <a:pt x="85990" y="313217"/>
                  </a:lnTo>
                  <a:lnTo>
                    <a:pt x="90666" y="315717"/>
                  </a:lnTo>
                  <a:lnTo>
                    <a:pt x="95419" y="318068"/>
                  </a:lnTo>
                  <a:lnTo>
                    <a:pt x="100243" y="320267"/>
                  </a:lnTo>
                  <a:lnTo>
                    <a:pt x="105135" y="322311"/>
                  </a:lnTo>
                  <a:lnTo>
                    <a:pt x="110090" y="324200"/>
                  </a:lnTo>
                  <a:lnTo>
                    <a:pt x="115102" y="325931"/>
                  </a:lnTo>
                  <a:lnTo>
                    <a:pt x="120166" y="327501"/>
                  </a:lnTo>
                  <a:lnTo>
                    <a:pt x="125277" y="328911"/>
                  </a:lnTo>
                  <a:lnTo>
                    <a:pt x="130431" y="330157"/>
                  </a:lnTo>
                  <a:lnTo>
                    <a:pt x="135622" y="331240"/>
                  </a:lnTo>
                  <a:lnTo>
                    <a:pt x="140844" y="332157"/>
                  </a:lnTo>
                  <a:lnTo>
                    <a:pt x="146093" y="332908"/>
                  </a:lnTo>
                  <a:lnTo>
                    <a:pt x="151363" y="333493"/>
                  </a:lnTo>
                  <a:lnTo>
                    <a:pt x="156648" y="333909"/>
                  </a:lnTo>
                  <a:lnTo>
                    <a:pt x="161945" y="334159"/>
                  </a:lnTo>
                  <a:lnTo>
                    <a:pt x="167246" y="334240"/>
                  </a:lnTo>
                  <a:lnTo>
                    <a:pt x="172548" y="334152"/>
                  </a:lnTo>
                  <a:lnTo>
                    <a:pt x="177844" y="333897"/>
                  </a:lnTo>
                  <a:lnTo>
                    <a:pt x="183129" y="333474"/>
                  </a:lnTo>
                  <a:lnTo>
                    <a:pt x="188398" y="332884"/>
                  </a:lnTo>
                  <a:lnTo>
                    <a:pt x="193646" y="332126"/>
                  </a:lnTo>
                  <a:lnTo>
                    <a:pt x="198867" y="331203"/>
                  </a:lnTo>
                  <a:lnTo>
                    <a:pt x="204057" y="330114"/>
                  </a:lnTo>
                  <a:lnTo>
                    <a:pt x="209209" y="328862"/>
                  </a:lnTo>
                  <a:lnTo>
                    <a:pt x="214319" y="327447"/>
                  </a:lnTo>
                  <a:lnTo>
                    <a:pt x="219381" y="325870"/>
                  </a:lnTo>
                  <a:lnTo>
                    <a:pt x="224391" y="324134"/>
                  </a:lnTo>
                  <a:lnTo>
                    <a:pt x="229343" y="322239"/>
                  </a:lnTo>
                  <a:lnTo>
                    <a:pt x="234233" y="320189"/>
                  </a:lnTo>
                  <a:lnTo>
                    <a:pt x="239055" y="317984"/>
                  </a:lnTo>
                  <a:lnTo>
                    <a:pt x="243805" y="315628"/>
                  </a:lnTo>
                  <a:lnTo>
                    <a:pt x="248478" y="313122"/>
                  </a:lnTo>
                  <a:lnTo>
                    <a:pt x="253069" y="310469"/>
                  </a:lnTo>
                  <a:lnTo>
                    <a:pt x="257573" y="307672"/>
                  </a:lnTo>
                  <a:lnTo>
                    <a:pt x="261987" y="304734"/>
                  </a:lnTo>
                  <a:lnTo>
                    <a:pt x="266305" y="301657"/>
                  </a:lnTo>
                  <a:lnTo>
                    <a:pt x="270523" y="298445"/>
                  </a:lnTo>
                  <a:lnTo>
                    <a:pt x="274638" y="295100"/>
                  </a:lnTo>
                  <a:lnTo>
                    <a:pt x="278644" y="291627"/>
                  </a:lnTo>
                  <a:lnTo>
                    <a:pt x="282538" y="288028"/>
                  </a:lnTo>
                  <a:lnTo>
                    <a:pt x="286316" y="284308"/>
                  </a:lnTo>
                  <a:lnTo>
                    <a:pt x="289974" y="280470"/>
                  </a:lnTo>
                  <a:lnTo>
                    <a:pt x="293508" y="276518"/>
                  </a:lnTo>
                  <a:lnTo>
                    <a:pt x="296916" y="272455"/>
                  </a:lnTo>
                  <a:lnTo>
                    <a:pt x="300193" y="268287"/>
                  </a:lnTo>
                  <a:lnTo>
                    <a:pt x="303336" y="264016"/>
                  </a:lnTo>
                  <a:lnTo>
                    <a:pt x="306342" y="259649"/>
                  </a:lnTo>
                  <a:lnTo>
                    <a:pt x="309208" y="255188"/>
                  </a:lnTo>
                  <a:lnTo>
                    <a:pt x="311931" y="250638"/>
                  </a:lnTo>
                  <a:lnTo>
                    <a:pt x="314508" y="246004"/>
                  </a:lnTo>
                  <a:lnTo>
                    <a:pt x="316937" y="241291"/>
                  </a:lnTo>
                  <a:lnTo>
                    <a:pt x="319216" y="236504"/>
                  </a:lnTo>
                  <a:lnTo>
                    <a:pt x="321341" y="231646"/>
                  </a:lnTo>
                  <a:lnTo>
                    <a:pt x="323311" y="226724"/>
                  </a:lnTo>
                  <a:lnTo>
                    <a:pt x="325125" y="221741"/>
                  </a:lnTo>
                  <a:lnTo>
                    <a:pt x="326779" y="216703"/>
                  </a:lnTo>
                  <a:lnTo>
                    <a:pt x="167149" y="167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8472" y="2126963"/>
              <a:ext cx="167157" cy="216798"/>
            </a:xfrm>
            <a:custGeom>
              <a:avLst/>
              <a:pathLst>
                <a:path w="167157" h="216798">
                  <a:moveTo>
                    <a:pt x="159629" y="216798"/>
                  </a:moveTo>
                  <a:lnTo>
                    <a:pt x="161148" y="211620"/>
                  </a:lnTo>
                  <a:lnTo>
                    <a:pt x="162499" y="206396"/>
                  </a:lnTo>
                  <a:lnTo>
                    <a:pt x="163680" y="201131"/>
                  </a:lnTo>
                  <a:lnTo>
                    <a:pt x="164691" y="195831"/>
                  </a:lnTo>
                  <a:lnTo>
                    <a:pt x="165530" y="190501"/>
                  </a:lnTo>
                  <a:lnTo>
                    <a:pt x="166197" y="185146"/>
                  </a:lnTo>
                  <a:lnTo>
                    <a:pt x="166691" y="179773"/>
                  </a:lnTo>
                  <a:lnTo>
                    <a:pt x="167011" y="174386"/>
                  </a:lnTo>
                  <a:lnTo>
                    <a:pt x="167157" y="168993"/>
                  </a:lnTo>
                  <a:lnTo>
                    <a:pt x="167129" y="163597"/>
                  </a:lnTo>
                  <a:lnTo>
                    <a:pt x="166927" y="158205"/>
                  </a:lnTo>
                  <a:lnTo>
                    <a:pt x="166550" y="152822"/>
                  </a:lnTo>
                  <a:lnTo>
                    <a:pt x="166001" y="147454"/>
                  </a:lnTo>
                  <a:lnTo>
                    <a:pt x="165278" y="142107"/>
                  </a:lnTo>
                  <a:lnTo>
                    <a:pt x="164383" y="136785"/>
                  </a:lnTo>
                  <a:lnTo>
                    <a:pt x="163317" y="131496"/>
                  </a:lnTo>
                  <a:lnTo>
                    <a:pt x="162080" y="126243"/>
                  </a:lnTo>
                  <a:lnTo>
                    <a:pt x="160675" y="121034"/>
                  </a:lnTo>
                  <a:lnTo>
                    <a:pt x="159103" y="115872"/>
                  </a:lnTo>
                  <a:lnTo>
                    <a:pt x="157364" y="110764"/>
                  </a:lnTo>
                  <a:lnTo>
                    <a:pt x="155462" y="105714"/>
                  </a:lnTo>
                  <a:lnTo>
                    <a:pt x="153398" y="100729"/>
                  </a:lnTo>
                  <a:lnTo>
                    <a:pt x="151173" y="95813"/>
                  </a:lnTo>
                  <a:lnTo>
                    <a:pt x="148792" y="90971"/>
                  </a:lnTo>
                  <a:lnTo>
                    <a:pt x="146255" y="86208"/>
                  </a:lnTo>
                  <a:lnTo>
                    <a:pt x="143566" y="81530"/>
                  </a:lnTo>
                  <a:lnTo>
                    <a:pt x="140727" y="76941"/>
                  </a:lnTo>
                  <a:lnTo>
                    <a:pt x="137742" y="72447"/>
                  </a:lnTo>
                  <a:lnTo>
                    <a:pt x="134613" y="68050"/>
                  </a:lnTo>
                  <a:lnTo>
                    <a:pt x="131344" y="63757"/>
                  </a:lnTo>
                  <a:lnTo>
                    <a:pt x="127938" y="59572"/>
                  </a:lnTo>
                  <a:lnTo>
                    <a:pt x="124399" y="55499"/>
                  </a:lnTo>
                  <a:lnTo>
                    <a:pt x="120730" y="51542"/>
                  </a:lnTo>
                  <a:lnTo>
                    <a:pt x="116936" y="47706"/>
                  </a:lnTo>
                  <a:lnTo>
                    <a:pt x="113019" y="43994"/>
                  </a:lnTo>
                  <a:lnTo>
                    <a:pt x="108985" y="40411"/>
                  </a:lnTo>
                  <a:lnTo>
                    <a:pt x="104837" y="36959"/>
                  </a:lnTo>
                  <a:lnTo>
                    <a:pt x="100580" y="33644"/>
                  </a:lnTo>
                  <a:lnTo>
                    <a:pt x="96219" y="30467"/>
                  </a:lnTo>
                  <a:lnTo>
                    <a:pt x="91756" y="27433"/>
                  </a:lnTo>
                  <a:lnTo>
                    <a:pt x="87199" y="24544"/>
                  </a:lnTo>
                  <a:lnTo>
                    <a:pt x="82550" y="21804"/>
                  </a:lnTo>
                  <a:lnTo>
                    <a:pt x="77816" y="19216"/>
                  </a:lnTo>
                  <a:lnTo>
                    <a:pt x="73000" y="16781"/>
                  </a:lnTo>
                  <a:lnTo>
                    <a:pt x="68109" y="14504"/>
                  </a:lnTo>
                  <a:lnTo>
                    <a:pt x="63146" y="12385"/>
                  </a:lnTo>
                  <a:lnTo>
                    <a:pt x="58118" y="10428"/>
                  </a:lnTo>
                  <a:lnTo>
                    <a:pt x="53029" y="8634"/>
                  </a:lnTo>
                  <a:lnTo>
                    <a:pt x="47885" y="7005"/>
                  </a:lnTo>
                  <a:lnTo>
                    <a:pt x="42691" y="5543"/>
                  </a:lnTo>
                  <a:lnTo>
                    <a:pt x="37452" y="4249"/>
                  </a:lnTo>
                  <a:lnTo>
                    <a:pt x="32174" y="3125"/>
                  </a:lnTo>
                  <a:lnTo>
                    <a:pt x="26863" y="2172"/>
                  </a:lnTo>
                  <a:lnTo>
                    <a:pt x="21524" y="1391"/>
                  </a:lnTo>
                  <a:lnTo>
                    <a:pt x="16163" y="783"/>
                  </a:lnTo>
                  <a:lnTo>
                    <a:pt x="10784" y="348"/>
                  </a:lnTo>
                  <a:lnTo>
                    <a:pt x="539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2025" y="1681503"/>
              <a:ext cx="11209" cy="167167"/>
            </a:xfrm>
            <a:custGeom>
              <a:avLst/>
              <a:pathLst>
                <a:path w="11209" h="167167">
                  <a:moveTo>
                    <a:pt x="11209" y="0"/>
                  </a:moveTo>
                  <a:lnTo>
                    <a:pt x="0" y="376"/>
                  </a:lnTo>
                  <a:lnTo>
                    <a:pt x="112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025" y="1681879"/>
              <a:ext cx="11209" cy="166791"/>
            </a:xfrm>
            <a:custGeom>
              <a:avLst/>
              <a:pathLst>
                <a:path w="11209" h="166791">
                  <a:moveTo>
                    <a:pt x="0" y="0"/>
                  </a:moveTo>
                  <a:lnTo>
                    <a:pt x="11209" y="166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256083" y="1681879"/>
              <a:ext cx="334301" cy="333958"/>
            </a:xfrm>
            <a:custGeom>
              <a:avLst/>
              <a:pathLst>
                <a:path w="334301" h="333958">
                  <a:moveTo>
                    <a:pt x="155941" y="0"/>
                  </a:moveTo>
                  <a:lnTo>
                    <a:pt x="150660" y="439"/>
                  </a:lnTo>
                  <a:lnTo>
                    <a:pt x="145396" y="1045"/>
                  </a:lnTo>
                  <a:lnTo>
                    <a:pt x="140154" y="1818"/>
                  </a:lnTo>
                  <a:lnTo>
                    <a:pt x="134939" y="2756"/>
                  </a:lnTo>
                  <a:lnTo>
                    <a:pt x="129756" y="3860"/>
                  </a:lnTo>
                  <a:lnTo>
                    <a:pt x="124610" y="5127"/>
                  </a:lnTo>
                  <a:lnTo>
                    <a:pt x="119508" y="6556"/>
                  </a:lnTo>
                  <a:lnTo>
                    <a:pt x="114453" y="8147"/>
                  </a:lnTo>
                  <a:lnTo>
                    <a:pt x="109452" y="9897"/>
                  </a:lnTo>
                  <a:lnTo>
                    <a:pt x="104508" y="11804"/>
                  </a:lnTo>
                  <a:lnTo>
                    <a:pt x="99627" y="13868"/>
                  </a:lnTo>
                  <a:lnTo>
                    <a:pt x="94814" y="16085"/>
                  </a:lnTo>
                  <a:lnTo>
                    <a:pt x="90074" y="18453"/>
                  </a:lnTo>
                  <a:lnTo>
                    <a:pt x="85411" y="20971"/>
                  </a:lnTo>
                  <a:lnTo>
                    <a:pt x="80830" y="23635"/>
                  </a:lnTo>
                  <a:lnTo>
                    <a:pt x="76336" y="26442"/>
                  </a:lnTo>
                  <a:lnTo>
                    <a:pt x="71934" y="29391"/>
                  </a:lnTo>
                  <a:lnTo>
                    <a:pt x="67627" y="32478"/>
                  </a:lnTo>
                  <a:lnTo>
                    <a:pt x="63420" y="35700"/>
                  </a:lnTo>
                  <a:lnTo>
                    <a:pt x="59317" y="39054"/>
                  </a:lnTo>
                  <a:lnTo>
                    <a:pt x="55322" y="42536"/>
                  </a:lnTo>
                  <a:lnTo>
                    <a:pt x="51440" y="46142"/>
                  </a:lnTo>
                  <a:lnTo>
                    <a:pt x="47675" y="49870"/>
                  </a:lnTo>
                  <a:lnTo>
                    <a:pt x="44029" y="53716"/>
                  </a:lnTo>
                  <a:lnTo>
                    <a:pt x="40507" y="57675"/>
                  </a:lnTo>
                  <a:lnTo>
                    <a:pt x="37112" y="61744"/>
                  </a:lnTo>
                  <a:lnTo>
                    <a:pt x="33848" y="65918"/>
                  </a:lnTo>
                  <a:lnTo>
                    <a:pt x="30718" y="70194"/>
                  </a:lnTo>
                  <a:lnTo>
                    <a:pt x="27725" y="74567"/>
                  </a:lnTo>
                  <a:lnTo>
                    <a:pt x="24872" y="79032"/>
                  </a:lnTo>
                  <a:lnTo>
                    <a:pt x="22162" y="83586"/>
                  </a:lnTo>
                  <a:lnTo>
                    <a:pt x="19597" y="88223"/>
                  </a:lnTo>
                  <a:lnTo>
                    <a:pt x="17181" y="92939"/>
                  </a:lnTo>
                  <a:lnTo>
                    <a:pt x="14916" y="97730"/>
                  </a:lnTo>
                  <a:lnTo>
                    <a:pt x="12804" y="102589"/>
                  </a:lnTo>
                  <a:lnTo>
                    <a:pt x="10846" y="107514"/>
                  </a:lnTo>
                  <a:lnTo>
                    <a:pt x="9046" y="112497"/>
                  </a:lnTo>
                  <a:lnTo>
                    <a:pt x="7405" y="117536"/>
                  </a:lnTo>
                  <a:lnTo>
                    <a:pt x="5924" y="122624"/>
                  </a:lnTo>
                  <a:lnTo>
                    <a:pt x="4605" y="127756"/>
                  </a:lnTo>
                  <a:lnTo>
                    <a:pt x="3449" y="132927"/>
                  </a:lnTo>
                  <a:lnTo>
                    <a:pt x="2458" y="138133"/>
                  </a:lnTo>
                  <a:lnTo>
                    <a:pt x="1633" y="143367"/>
                  </a:lnTo>
                  <a:lnTo>
                    <a:pt x="974" y="148625"/>
                  </a:lnTo>
                  <a:lnTo>
                    <a:pt x="481" y="153901"/>
                  </a:lnTo>
                  <a:lnTo>
                    <a:pt x="156" y="159190"/>
                  </a:lnTo>
                  <a:lnTo>
                    <a:pt x="0" y="164487"/>
                  </a:lnTo>
                  <a:lnTo>
                    <a:pt x="10" y="169786"/>
                  </a:lnTo>
                  <a:lnTo>
                    <a:pt x="189" y="175082"/>
                  </a:lnTo>
                  <a:lnTo>
                    <a:pt x="536" y="180370"/>
                  </a:lnTo>
                  <a:lnTo>
                    <a:pt x="1050" y="185644"/>
                  </a:lnTo>
                  <a:lnTo>
                    <a:pt x="1731" y="190899"/>
                  </a:lnTo>
                  <a:lnTo>
                    <a:pt x="2578" y="196129"/>
                  </a:lnTo>
                  <a:lnTo>
                    <a:pt x="3591" y="201331"/>
                  </a:lnTo>
                  <a:lnTo>
                    <a:pt x="4768" y="206498"/>
                  </a:lnTo>
                  <a:lnTo>
                    <a:pt x="6108" y="211624"/>
                  </a:lnTo>
                  <a:lnTo>
                    <a:pt x="7610" y="216706"/>
                  </a:lnTo>
                  <a:lnTo>
                    <a:pt x="9272" y="221738"/>
                  </a:lnTo>
                  <a:lnTo>
                    <a:pt x="11093" y="226714"/>
                  </a:lnTo>
                  <a:lnTo>
                    <a:pt x="13071" y="231630"/>
                  </a:lnTo>
                  <a:lnTo>
                    <a:pt x="15203" y="236481"/>
                  </a:lnTo>
                  <a:lnTo>
                    <a:pt x="17488" y="241262"/>
                  </a:lnTo>
                  <a:lnTo>
                    <a:pt x="19924" y="245968"/>
                  </a:lnTo>
                  <a:lnTo>
                    <a:pt x="22507" y="250595"/>
                  </a:lnTo>
                  <a:lnTo>
                    <a:pt x="25236" y="255137"/>
                  </a:lnTo>
                  <a:lnTo>
                    <a:pt x="28107" y="259591"/>
                  </a:lnTo>
                  <a:lnTo>
                    <a:pt x="31119" y="263951"/>
                  </a:lnTo>
                  <a:lnTo>
                    <a:pt x="34266" y="268214"/>
                  </a:lnTo>
                  <a:lnTo>
                    <a:pt x="37548" y="272374"/>
                  </a:lnTo>
                  <a:lnTo>
                    <a:pt x="40959" y="276429"/>
                  </a:lnTo>
                  <a:lnTo>
                    <a:pt x="44498" y="280374"/>
                  </a:lnTo>
                  <a:lnTo>
                    <a:pt x="48159" y="284204"/>
                  </a:lnTo>
                  <a:lnTo>
                    <a:pt x="51941" y="287917"/>
                  </a:lnTo>
                  <a:lnTo>
                    <a:pt x="55837" y="291507"/>
                  </a:lnTo>
                  <a:lnTo>
                    <a:pt x="59846" y="294973"/>
                  </a:lnTo>
                  <a:lnTo>
                    <a:pt x="63963" y="298309"/>
                  </a:lnTo>
                  <a:lnTo>
                    <a:pt x="68183" y="301514"/>
                  </a:lnTo>
                  <a:lnTo>
                    <a:pt x="72503" y="304583"/>
                  </a:lnTo>
                  <a:lnTo>
                    <a:pt x="76918" y="307513"/>
                  </a:lnTo>
                  <a:lnTo>
                    <a:pt x="81423" y="310303"/>
                  </a:lnTo>
                  <a:lnTo>
                    <a:pt x="86015" y="312948"/>
                  </a:lnTo>
                  <a:lnTo>
                    <a:pt x="90688" y="315446"/>
                  </a:lnTo>
                  <a:lnTo>
                    <a:pt x="95438" y="317795"/>
                  </a:lnTo>
                  <a:lnTo>
                    <a:pt x="100260" y="319992"/>
                  </a:lnTo>
                  <a:lnTo>
                    <a:pt x="105150" y="322035"/>
                  </a:lnTo>
                  <a:lnTo>
                    <a:pt x="110101" y="323922"/>
                  </a:lnTo>
                  <a:lnTo>
                    <a:pt x="115110" y="325651"/>
                  </a:lnTo>
                  <a:lnTo>
                    <a:pt x="120171" y="327221"/>
                  </a:lnTo>
                  <a:lnTo>
                    <a:pt x="125280" y="328629"/>
                  </a:lnTo>
                  <a:lnTo>
                    <a:pt x="130430" y="329875"/>
                  </a:lnTo>
                  <a:lnTo>
                    <a:pt x="135618" y="330957"/>
                  </a:lnTo>
                  <a:lnTo>
                    <a:pt x="140837" y="331874"/>
                  </a:lnTo>
                  <a:lnTo>
                    <a:pt x="146082" y="332625"/>
                  </a:lnTo>
                  <a:lnTo>
                    <a:pt x="151349" y="333210"/>
                  </a:lnTo>
                  <a:lnTo>
                    <a:pt x="156631" y="333627"/>
                  </a:lnTo>
                  <a:lnTo>
                    <a:pt x="161924" y="333876"/>
                  </a:lnTo>
                  <a:lnTo>
                    <a:pt x="167223" y="333958"/>
                  </a:lnTo>
                  <a:lnTo>
                    <a:pt x="172521" y="333872"/>
                  </a:lnTo>
                  <a:lnTo>
                    <a:pt x="177814" y="333618"/>
                  </a:lnTo>
                  <a:lnTo>
                    <a:pt x="183096" y="333196"/>
                  </a:lnTo>
                  <a:lnTo>
                    <a:pt x="188362" y="332607"/>
                  </a:lnTo>
                  <a:lnTo>
                    <a:pt x="193607" y="331851"/>
                  </a:lnTo>
                  <a:lnTo>
                    <a:pt x="198826" y="330930"/>
                  </a:lnTo>
                  <a:lnTo>
                    <a:pt x="204012" y="329843"/>
                  </a:lnTo>
                  <a:lnTo>
                    <a:pt x="209161" y="328593"/>
                  </a:lnTo>
                  <a:lnTo>
                    <a:pt x="214269" y="327180"/>
                  </a:lnTo>
                  <a:lnTo>
                    <a:pt x="219328" y="325607"/>
                  </a:lnTo>
                  <a:lnTo>
                    <a:pt x="224336" y="323873"/>
                  </a:lnTo>
                  <a:lnTo>
                    <a:pt x="229286" y="321982"/>
                  </a:lnTo>
                  <a:lnTo>
                    <a:pt x="234173" y="319934"/>
                  </a:lnTo>
                  <a:lnTo>
                    <a:pt x="238994" y="317733"/>
                  </a:lnTo>
                  <a:lnTo>
                    <a:pt x="243742" y="315380"/>
                  </a:lnTo>
                  <a:lnTo>
                    <a:pt x="248413" y="312878"/>
                  </a:lnTo>
                  <a:lnTo>
                    <a:pt x="253002" y="310229"/>
                  </a:lnTo>
                  <a:lnTo>
                    <a:pt x="257505" y="307436"/>
                  </a:lnTo>
                  <a:lnTo>
                    <a:pt x="261918" y="304502"/>
                  </a:lnTo>
                  <a:lnTo>
                    <a:pt x="266235" y="301429"/>
                  </a:lnTo>
                  <a:lnTo>
                    <a:pt x="270452" y="298221"/>
                  </a:lnTo>
                  <a:lnTo>
                    <a:pt x="274566" y="294880"/>
                  </a:lnTo>
                  <a:lnTo>
                    <a:pt x="278572" y="291412"/>
                  </a:lnTo>
                  <a:lnTo>
                    <a:pt x="282466" y="287818"/>
                  </a:lnTo>
                  <a:lnTo>
                    <a:pt x="286244" y="284102"/>
                  </a:lnTo>
                  <a:lnTo>
                    <a:pt x="289902" y="280268"/>
                  </a:lnTo>
                  <a:lnTo>
                    <a:pt x="293437" y="276321"/>
                  </a:lnTo>
                  <a:lnTo>
                    <a:pt x="296845" y="272263"/>
                  </a:lnTo>
                  <a:lnTo>
                    <a:pt x="300123" y="268100"/>
                  </a:lnTo>
                  <a:lnTo>
                    <a:pt x="303267" y="263834"/>
                  </a:lnTo>
                  <a:lnTo>
                    <a:pt x="306274" y="259471"/>
                  </a:lnTo>
                  <a:lnTo>
                    <a:pt x="309142" y="255015"/>
                  </a:lnTo>
                  <a:lnTo>
                    <a:pt x="311867" y="250470"/>
                  </a:lnTo>
                  <a:lnTo>
                    <a:pt x="314446" y="245842"/>
                  </a:lnTo>
                  <a:lnTo>
                    <a:pt x="316878" y="241133"/>
                  </a:lnTo>
                  <a:lnTo>
                    <a:pt x="319159" y="236350"/>
                  </a:lnTo>
                  <a:lnTo>
                    <a:pt x="321287" y="231498"/>
                  </a:lnTo>
                  <a:lnTo>
                    <a:pt x="323261" y="226580"/>
                  </a:lnTo>
                  <a:lnTo>
                    <a:pt x="325077" y="221602"/>
                  </a:lnTo>
                  <a:lnTo>
                    <a:pt x="326735" y="216569"/>
                  </a:lnTo>
                  <a:lnTo>
                    <a:pt x="328233" y="211486"/>
                  </a:lnTo>
                  <a:lnTo>
                    <a:pt x="329568" y="206358"/>
                  </a:lnTo>
                  <a:lnTo>
                    <a:pt x="330741" y="201190"/>
                  </a:lnTo>
                  <a:lnTo>
                    <a:pt x="331749" y="195988"/>
                  </a:lnTo>
                  <a:lnTo>
                    <a:pt x="332592" y="190757"/>
                  </a:lnTo>
                  <a:lnTo>
                    <a:pt x="333268" y="185501"/>
                  </a:lnTo>
                  <a:lnTo>
                    <a:pt x="333778" y="180226"/>
                  </a:lnTo>
                  <a:lnTo>
                    <a:pt x="334120" y="174939"/>
                  </a:lnTo>
                  <a:lnTo>
                    <a:pt x="334294" y="169642"/>
                  </a:lnTo>
                  <a:lnTo>
                    <a:pt x="334301" y="164343"/>
                  </a:lnTo>
                  <a:lnTo>
                    <a:pt x="334139" y="159047"/>
                  </a:lnTo>
                  <a:lnTo>
                    <a:pt x="333810" y="153758"/>
                  </a:lnTo>
                  <a:lnTo>
                    <a:pt x="333313" y="148482"/>
                  </a:lnTo>
                  <a:lnTo>
                    <a:pt x="332649" y="143225"/>
                  </a:lnTo>
                  <a:lnTo>
                    <a:pt x="331819" y="137992"/>
                  </a:lnTo>
                  <a:lnTo>
                    <a:pt x="330824" y="132787"/>
                  </a:lnTo>
                  <a:lnTo>
                    <a:pt x="329664" y="127616"/>
                  </a:lnTo>
                  <a:lnTo>
                    <a:pt x="328340" y="122485"/>
                  </a:lnTo>
                  <a:lnTo>
                    <a:pt x="326855" y="117399"/>
                  </a:lnTo>
                  <a:lnTo>
                    <a:pt x="325209" y="112362"/>
                  </a:lnTo>
                  <a:lnTo>
                    <a:pt x="323405" y="107379"/>
                  </a:lnTo>
                  <a:lnTo>
                    <a:pt x="321443" y="102457"/>
                  </a:lnTo>
                  <a:lnTo>
                    <a:pt x="319327" y="97599"/>
                  </a:lnTo>
                  <a:lnTo>
                    <a:pt x="317057" y="92810"/>
                  </a:lnTo>
                  <a:lnTo>
                    <a:pt x="314637" y="88096"/>
                  </a:lnTo>
                  <a:lnTo>
                    <a:pt x="312069" y="83461"/>
                  </a:lnTo>
                  <a:lnTo>
                    <a:pt x="309355" y="78910"/>
                  </a:lnTo>
                  <a:lnTo>
                    <a:pt x="306498" y="74447"/>
                  </a:lnTo>
                  <a:lnTo>
                    <a:pt x="303501" y="70077"/>
                  </a:lnTo>
                  <a:lnTo>
                    <a:pt x="300367" y="65804"/>
                  </a:lnTo>
                  <a:lnTo>
                    <a:pt x="297100" y="61632"/>
                  </a:lnTo>
                  <a:lnTo>
                    <a:pt x="293702" y="57566"/>
                  </a:lnTo>
                  <a:lnTo>
                    <a:pt x="290176" y="53610"/>
                  </a:lnTo>
                  <a:lnTo>
                    <a:pt x="286527" y="49768"/>
                  </a:lnTo>
                  <a:lnTo>
                    <a:pt x="282758" y="46043"/>
                  </a:lnTo>
                  <a:lnTo>
                    <a:pt x="278873" y="42440"/>
                  </a:lnTo>
                  <a:lnTo>
                    <a:pt x="274876" y="38961"/>
                  </a:lnTo>
                  <a:lnTo>
                    <a:pt x="270770" y="35611"/>
                  </a:lnTo>
                  <a:lnTo>
                    <a:pt x="266560" y="32393"/>
                  </a:lnTo>
                  <a:lnTo>
                    <a:pt x="262250" y="29310"/>
                  </a:lnTo>
                  <a:lnTo>
                    <a:pt x="257845" y="26364"/>
                  </a:lnTo>
                  <a:lnTo>
                    <a:pt x="253349" y="23560"/>
                  </a:lnTo>
                  <a:lnTo>
                    <a:pt x="248766" y="20900"/>
                  </a:lnTo>
                  <a:lnTo>
                    <a:pt x="244101" y="18387"/>
                  </a:lnTo>
                  <a:lnTo>
                    <a:pt x="239359" y="16023"/>
                  </a:lnTo>
                  <a:lnTo>
                    <a:pt x="234544" y="13810"/>
                  </a:lnTo>
                  <a:lnTo>
                    <a:pt x="229661" y="11751"/>
                  </a:lnTo>
                  <a:lnTo>
                    <a:pt x="224716" y="9847"/>
                  </a:lnTo>
                  <a:lnTo>
                    <a:pt x="219713" y="8102"/>
                  </a:lnTo>
                  <a:lnTo>
                    <a:pt x="214657" y="6515"/>
                  </a:lnTo>
                  <a:lnTo>
                    <a:pt x="209553" y="5090"/>
                  </a:lnTo>
                  <a:lnTo>
                    <a:pt x="204406" y="3828"/>
                  </a:lnTo>
                  <a:lnTo>
                    <a:pt x="199223" y="2729"/>
                  </a:lnTo>
                  <a:lnTo>
                    <a:pt x="194007" y="1795"/>
                  </a:lnTo>
                  <a:lnTo>
                    <a:pt x="167151" y="166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23235" y="1681503"/>
              <a:ext cx="26855" cy="167167"/>
            </a:xfrm>
            <a:custGeom>
              <a:avLst/>
              <a:pathLst>
                <a:path w="26855" h="167167">
                  <a:moveTo>
                    <a:pt x="26855" y="2171"/>
                  </a:moveTo>
                  <a:lnTo>
                    <a:pt x="20179" y="1222"/>
                  </a:lnTo>
                  <a:lnTo>
                    <a:pt x="13471" y="543"/>
                  </a:lnTo>
                  <a:lnTo>
                    <a:pt x="674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853880" y="1322571"/>
              <a:ext cx="167158" cy="318818"/>
            </a:xfrm>
            <a:custGeom>
              <a:avLst/>
              <a:pathLst>
                <a:path w="167158" h="318818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09" y="762"/>
                  </a:lnTo>
                  <a:lnTo>
                    <a:pt x="145918" y="1354"/>
                  </a:lnTo>
                  <a:lnTo>
                    <a:pt x="140649" y="2115"/>
                  </a:lnTo>
                  <a:lnTo>
                    <a:pt x="135406" y="3043"/>
                  </a:lnTo>
                  <a:lnTo>
                    <a:pt x="130195" y="4137"/>
                  </a:lnTo>
                  <a:lnTo>
                    <a:pt x="125022" y="5397"/>
                  </a:lnTo>
                  <a:lnTo>
                    <a:pt x="119892" y="6821"/>
                  </a:lnTo>
                  <a:lnTo>
                    <a:pt x="114810" y="8407"/>
                  </a:lnTo>
                  <a:lnTo>
                    <a:pt x="109780" y="10155"/>
                  </a:lnTo>
                  <a:lnTo>
                    <a:pt x="104809" y="12062"/>
                  </a:lnTo>
                  <a:lnTo>
                    <a:pt x="99902" y="14126"/>
                  </a:lnTo>
                  <a:lnTo>
                    <a:pt x="95062" y="16346"/>
                  </a:lnTo>
                  <a:lnTo>
                    <a:pt x="90296" y="18718"/>
                  </a:lnTo>
                  <a:lnTo>
                    <a:pt x="85607" y="21241"/>
                  </a:lnTo>
                  <a:lnTo>
                    <a:pt x="81002" y="23912"/>
                  </a:lnTo>
                  <a:lnTo>
                    <a:pt x="76483" y="26728"/>
                  </a:lnTo>
                  <a:lnTo>
                    <a:pt x="72057" y="29687"/>
                  </a:lnTo>
                  <a:lnTo>
                    <a:pt x="67727" y="32786"/>
                  </a:lnTo>
                  <a:lnTo>
                    <a:pt x="63498" y="36020"/>
                  </a:lnTo>
                  <a:lnTo>
                    <a:pt x="59374" y="39388"/>
                  </a:lnTo>
                  <a:lnTo>
                    <a:pt x="55360" y="42885"/>
                  </a:lnTo>
                  <a:lnTo>
                    <a:pt x="51458" y="46508"/>
                  </a:lnTo>
                  <a:lnTo>
                    <a:pt x="47675" y="50254"/>
                  </a:lnTo>
                  <a:lnTo>
                    <a:pt x="44012" y="54119"/>
                  </a:lnTo>
                  <a:lnTo>
                    <a:pt x="40475" y="58098"/>
                  </a:lnTo>
                  <a:lnTo>
                    <a:pt x="37065" y="62187"/>
                  </a:lnTo>
                  <a:lnTo>
                    <a:pt x="33788" y="66383"/>
                  </a:lnTo>
                  <a:lnTo>
                    <a:pt x="30646" y="70682"/>
                  </a:lnTo>
                  <a:lnTo>
                    <a:pt x="27643" y="75078"/>
                  </a:lnTo>
                  <a:lnTo>
                    <a:pt x="24781" y="79568"/>
                  </a:lnTo>
                  <a:lnTo>
                    <a:pt x="22064" y="84146"/>
                  </a:lnTo>
                  <a:lnTo>
                    <a:pt x="19493" y="88809"/>
                  </a:lnTo>
                  <a:lnTo>
                    <a:pt x="17073" y="93551"/>
                  </a:lnTo>
                  <a:lnTo>
                    <a:pt x="14805" y="98368"/>
                  </a:lnTo>
                  <a:lnTo>
                    <a:pt x="12691" y="103255"/>
                  </a:lnTo>
                  <a:lnTo>
                    <a:pt x="10734" y="108206"/>
                  </a:lnTo>
                  <a:lnTo>
                    <a:pt x="8936" y="113217"/>
                  </a:lnTo>
                  <a:lnTo>
                    <a:pt x="7298" y="118283"/>
                  </a:lnTo>
                  <a:lnTo>
                    <a:pt x="5822" y="123399"/>
                  </a:lnTo>
                  <a:lnTo>
                    <a:pt x="4510" y="128559"/>
                  </a:lnTo>
                  <a:lnTo>
                    <a:pt x="3363" y="133758"/>
                  </a:lnTo>
                  <a:lnTo>
                    <a:pt x="2383" y="138991"/>
                  </a:lnTo>
                  <a:lnTo>
                    <a:pt x="1569" y="144253"/>
                  </a:lnTo>
                  <a:lnTo>
                    <a:pt x="923" y="149538"/>
                  </a:lnTo>
                  <a:lnTo>
                    <a:pt x="446" y="154841"/>
                  </a:lnTo>
                  <a:lnTo>
                    <a:pt x="138" y="160156"/>
                  </a:lnTo>
                  <a:lnTo>
                    <a:pt x="0" y="165479"/>
                  </a:lnTo>
                  <a:lnTo>
                    <a:pt x="31" y="170803"/>
                  </a:lnTo>
                  <a:lnTo>
                    <a:pt x="231" y="176123"/>
                  </a:lnTo>
                  <a:lnTo>
                    <a:pt x="601" y="181434"/>
                  </a:lnTo>
                  <a:lnTo>
                    <a:pt x="1140" y="186731"/>
                  </a:lnTo>
                  <a:lnTo>
                    <a:pt x="1847" y="192008"/>
                  </a:lnTo>
                  <a:lnTo>
                    <a:pt x="2722" y="197260"/>
                  </a:lnTo>
                  <a:lnTo>
                    <a:pt x="3764" y="202481"/>
                  </a:lnTo>
                  <a:lnTo>
                    <a:pt x="4971" y="207667"/>
                  </a:lnTo>
                  <a:lnTo>
                    <a:pt x="6343" y="212811"/>
                  </a:lnTo>
                  <a:lnTo>
                    <a:pt x="7878" y="217909"/>
                  </a:lnTo>
                  <a:lnTo>
                    <a:pt x="9575" y="222956"/>
                  </a:lnTo>
                  <a:lnTo>
                    <a:pt x="11432" y="227946"/>
                  </a:lnTo>
                  <a:lnTo>
                    <a:pt x="13446" y="232875"/>
                  </a:lnTo>
                  <a:lnTo>
                    <a:pt x="15617" y="237736"/>
                  </a:lnTo>
                  <a:lnTo>
                    <a:pt x="17941" y="242526"/>
                  </a:lnTo>
                  <a:lnTo>
                    <a:pt x="20416" y="247240"/>
                  </a:lnTo>
                  <a:lnTo>
                    <a:pt x="23041" y="251873"/>
                  </a:lnTo>
                  <a:lnTo>
                    <a:pt x="25811" y="256419"/>
                  </a:lnTo>
                  <a:lnTo>
                    <a:pt x="28725" y="260875"/>
                  </a:lnTo>
                  <a:lnTo>
                    <a:pt x="31780" y="265236"/>
                  </a:lnTo>
                  <a:lnTo>
                    <a:pt x="34971" y="269498"/>
                  </a:lnTo>
                  <a:lnTo>
                    <a:pt x="38297" y="273655"/>
                  </a:lnTo>
                  <a:lnTo>
                    <a:pt x="41754" y="277705"/>
                  </a:lnTo>
                  <a:lnTo>
                    <a:pt x="45337" y="281642"/>
                  </a:lnTo>
                  <a:lnTo>
                    <a:pt x="49045" y="285464"/>
                  </a:lnTo>
                  <a:lnTo>
                    <a:pt x="52872" y="289165"/>
                  </a:lnTo>
                  <a:lnTo>
                    <a:pt x="56815" y="292743"/>
                  </a:lnTo>
                  <a:lnTo>
                    <a:pt x="60870" y="296193"/>
                  </a:lnTo>
                  <a:lnTo>
                    <a:pt x="65033" y="299512"/>
                  </a:lnTo>
                  <a:lnTo>
                    <a:pt x="69299" y="302698"/>
                  </a:lnTo>
                  <a:lnTo>
                    <a:pt x="73665" y="305745"/>
                  </a:lnTo>
                  <a:lnTo>
                    <a:pt x="78125" y="308652"/>
                  </a:lnTo>
                  <a:lnTo>
                    <a:pt x="82676" y="311416"/>
                  </a:lnTo>
                  <a:lnTo>
                    <a:pt x="87313" y="314033"/>
                  </a:lnTo>
                  <a:lnTo>
                    <a:pt x="92030" y="316501"/>
                  </a:lnTo>
                  <a:lnTo>
                    <a:pt x="96824" y="31881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0704" y="1489739"/>
              <a:ext cx="70334" cy="151651"/>
            </a:xfrm>
            <a:custGeom>
              <a:avLst/>
              <a:pathLst>
                <a:path w="70334" h="151651">
                  <a:moveTo>
                    <a:pt x="0" y="151651"/>
                  </a:moveTo>
                  <a:lnTo>
                    <a:pt x="703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0704" y="1325803"/>
              <a:ext cx="237500" cy="331090"/>
            </a:xfrm>
            <a:custGeom>
              <a:avLst/>
              <a:pathLst>
                <a:path w="237500" h="331090">
                  <a:moveTo>
                    <a:pt x="0" y="315586"/>
                  </a:moveTo>
                  <a:lnTo>
                    <a:pt x="4868" y="317750"/>
                  </a:lnTo>
                  <a:lnTo>
                    <a:pt x="9804" y="319759"/>
                  </a:lnTo>
                  <a:lnTo>
                    <a:pt x="14801" y="321609"/>
                  </a:lnTo>
                  <a:lnTo>
                    <a:pt x="19854" y="323299"/>
                  </a:lnTo>
                  <a:lnTo>
                    <a:pt x="24959" y="324826"/>
                  </a:lnTo>
                  <a:lnTo>
                    <a:pt x="30110" y="326191"/>
                  </a:lnTo>
                  <a:lnTo>
                    <a:pt x="35302" y="327390"/>
                  </a:lnTo>
                  <a:lnTo>
                    <a:pt x="40529" y="328424"/>
                  </a:lnTo>
                  <a:lnTo>
                    <a:pt x="45786" y="329290"/>
                  </a:lnTo>
                  <a:lnTo>
                    <a:pt x="51069" y="329988"/>
                  </a:lnTo>
                  <a:lnTo>
                    <a:pt x="56371" y="330518"/>
                  </a:lnTo>
                  <a:lnTo>
                    <a:pt x="61687" y="330879"/>
                  </a:lnTo>
                  <a:lnTo>
                    <a:pt x="67012" y="331069"/>
                  </a:lnTo>
                  <a:lnTo>
                    <a:pt x="72341" y="331090"/>
                  </a:lnTo>
                  <a:lnTo>
                    <a:pt x="77667" y="330941"/>
                  </a:lnTo>
                  <a:lnTo>
                    <a:pt x="82986" y="330623"/>
                  </a:lnTo>
                  <a:lnTo>
                    <a:pt x="88292" y="330135"/>
                  </a:lnTo>
                  <a:lnTo>
                    <a:pt x="93580" y="329478"/>
                  </a:lnTo>
                  <a:lnTo>
                    <a:pt x="98844" y="328653"/>
                  </a:lnTo>
                  <a:lnTo>
                    <a:pt x="104079" y="327661"/>
                  </a:lnTo>
                  <a:lnTo>
                    <a:pt x="109280" y="326502"/>
                  </a:lnTo>
                  <a:lnTo>
                    <a:pt x="114442" y="325178"/>
                  </a:lnTo>
                  <a:lnTo>
                    <a:pt x="119558" y="323691"/>
                  </a:lnTo>
                  <a:lnTo>
                    <a:pt x="124625" y="322041"/>
                  </a:lnTo>
                  <a:lnTo>
                    <a:pt x="129636" y="320230"/>
                  </a:lnTo>
                  <a:lnTo>
                    <a:pt x="134587" y="318261"/>
                  </a:lnTo>
                  <a:lnTo>
                    <a:pt x="139473" y="316134"/>
                  </a:lnTo>
                  <a:lnTo>
                    <a:pt x="144289" y="313853"/>
                  </a:lnTo>
                  <a:lnTo>
                    <a:pt x="149029" y="311420"/>
                  </a:lnTo>
                  <a:lnTo>
                    <a:pt x="153690" y="308837"/>
                  </a:lnTo>
                  <a:lnTo>
                    <a:pt x="158266" y="306107"/>
                  </a:lnTo>
                  <a:lnTo>
                    <a:pt x="162752" y="303232"/>
                  </a:lnTo>
                  <a:lnTo>
                    <a:pt x="167145" y="300216"/>
                  </a:lnTo>
                  <a:lnTo>
                    <a:pt x="171439" y="297061"/>
                  </a:lnTo>
                  <a:lnTo>
                    <a:pt x="175631" y="293771"/>
                  </a:lnTo>
                  <a:lnTo>
                    <a:pt x="179715" y="290350"/>
                  </a:lnTo>
                  <a:lnTo>
                    <a:pt x="183689" y="286799"/>
                  </a:lnTo>
                  <a:lnTo>
                    <a:pt x="187547" y="283124"/>
                  </a:lnTo>
                  <a:lnTo>
                    <a:pt x="191286" y="279328"/>
                  </a:lnTo>
                  <a:lnTo>
                    <a:pt x="194902" y="275414"/>
                  </a:lnTo>
                  <a:lnTo>
                    <a:pt x="198392" y="271388"/>
                  </a:lnTo>
                  <a:lnTo>
                    <a:pt x="201751" y="267252"/>
                  </a:lnTo>
                  <a:lnTo>
                    <a:pt x="204977" y="263011"/>
                  </a:lnTo>
                  <a:lnTo>
                    <a:pt x="208067" y="258669"/>
                  </a:lnTo>
                  <a:lnTo>
                    <a:pt x="211016" y="254231"/>
                  </a:lnTo>
                  <a:lnTo>
                    <a:pt x="213822" y="249702"/>
                  </a:lnTo>
                  <a:lnTo>
                    <a:pt x="216483" y="245085"/>
                  </a:lnTo>
                  <a:lnTo>
                    <a:pt x="218995" y="240386"/>
                  </a:lnTo>
                  <a:lnTo>
                    <a:pt x="221356" y="235609"/>
                  </a:lnTo>
                  <a:lnTo>
                    <a:pt x="223564" y="230760"/>
                  </a:lnTo>
                  <a:lnTo>
                    <a:pt x="225616" y="225842"/>
                  </a:lnTo>
                  <a:lnTo>
                    <a:pt x="227510" y="220862"/>
                  </a:lnTo>
                  <a:lnTo>
                    <a:pt x="229244" y="215823"/>
                  </a:lnTo>
                  <a:lnTo>
                    <a:pt x="230817" y="210732"/>
                  </a:lnTo>
                  <a:lnTo>
                    <a:pt x="232227" y="205594"/>
                  </a:lnTo>
                  <a:lnTo>
                    <a:pt x="233473" y="200413"/>
                  </a:lnTo>
                  <a:lnTo>
                    <a:pt x="234552" y="195195"/>
                  </a:lnTo>
                  <a:lnTo>
                    <a:pt x="235465" y="189945"/>
                  </a:lnTo>
                  <a:lnTo>
                    <a:pt x="236210" y="184669"/>
                  </a:lnTo>
                  <a:lnTo>
                    <a:pt x="236787" y="179372"/>
                  </a:lnTo>
                  <a:lnTo>
                    <a:pt x="237194" y="174059"/>
                  </a:lnTo>
                  <a:lnTo>
                    <a:pt x="237432" y="168736"/>
                  </a:lnTo>
                  <a:lnTo>
                    <a:pt x="237500" y="163408"/>
                  </a:lnTo>
                  <a:lnTo>
                    <a:pt x="237399" y="158081"/>
                  </a:lnTo>
                  <a:lnTo>
                    <a:pt x="237127" y="152759"/>
                  </a:lnTo>
                  <a:lnTo>
                    <a:pt x="236686" y="147449"/>
                  </a:lnTo>
                  <a:lnTo>
                    <a:pt x="236076" y="142155"/>
                  </a:lnTo>
                  <a:lnTo>
                    <a:pt x="235298" y="136884"/>
                  </a:lnTo>
                  <a:lnTo>
                    <a:pt x="234352" y="131640"/>
                  </a:lnTo>
                  <a:lnTo>
                    <a:pt x="233240" y="126429"/>
                  </a:lnTo>
                  <a:lnTo>
                    <a:pt x="231962" y="121256"/>
                  </a:lnTo>
                  <a:lnTo>
                    <a:pt x="230519" y="116127"/>
                  </a:lnTo>
                  <a:lnTo>
                    <a:pt x="228914" y="111046"/>
                  </a:lnTo>
                  <a:lnTo>
                    <a:pt x="227148" y="106019"/>
                  </a:lnTo>
                  <a:lnTo>
                    <a:pt x="225222" y="101050"/>
                  </a:lnTo>
                  <a:lnTo>
                    <a:pt x="223140" y="96146"/>
                  </a:lnTo>
                  <a:lnTo>
                    <a:pt x="220901" y="91310"/>
                  </a:lnTo>
                  <a:lnTo>
                    <a:pt x="218510" y="86548"/>
                  </a:lnTo>
                  <a:lnTo>
                    <a:pt x="215969" y="81865"/>
                  </a:lnTo>
                  <a:lnTo>
                    <a:pt x="213279" y="77265"/>
                  </a:lnTo>
                  <a:lnTo>
                    <a:pt x="210444" y="72754"/>
                  </a:lnTo>
                  <a:lnTo>
                    <a:pt x="207467" y="68334"/>
                  </a:lnTo>
                  <a:lnTo>
                    <a:pt x="204350" y="64012"/>
                  </a:lnTo>
                  <a:lnTo>
                    <a:pt x="201098" y="59792"/>
                  </a:lnTo>
                  <a:lnTo>
                    <a:pt x="197712" y="55677"/>
                  </a:lnTo>
                  <a:lnTo>
                    <a:pt x="194197" y="51673"/>
                  </a:lnTo>
                  <a:lnTo>
                    <a:pt x="190556" y="47782"/>
                  </a:lnTo>
                  <a:lnTo>
                    <a:pt x="186793" y="44009"/>
                  </a:lnTo>
                  <a:lnTo>
                    <a:pt x="182912" y="40359"/>
                  </a:lnTo>
                  <a:lnTo>
                    <a:pt x="178916" y="36833"/>
                  </a:lnTo>
                  <a:lnTo>
                    <a:pt x="174810" y="33437"/>
                  </a:lnTo>
                  <a:lnTo>
                    <a:pt x="170598" y="30174"/>
                  </a:lnTo>
                  <a:lnTo>
                    <a:pt x="166284" y="27046"/>
                  </a:lnTo>
                  <a:lnTo>
                    <a:pt x="161873" y="24058"/>
                  </a:lnTo>
                  <a:lnTo>
                    <a:pt x="157368" y="21211"/>
                  </a:lnTo>
                  <a:lnTo>
                    <a:pt x="152775" y="18510"/>
                  </a:lnTo>
                  <a:lnTo>
                    <a:pt x="148099" y="15956"/>
                  </a:lnTo>
                  <a:lnTo>
                    <a:pt x="143343" y="13553"/>
                  </a:lnTo>
                  <a:lnTo>
                    <a:pt x="138513" y="11303"/>
                  </a:lnTo>
                  <a:lnTo>
                    <a:pt x="133614" y="9207"/>
                  </a:lnTo>
                  <a:lnTo>
                    <a:pt x="128650" y="7269"/>
                  </a:lnTo>
                  <a:lnTo>
                    <a:pt x="123628" y="5490"/>
                  </a:lnTo>
                  <a:lnTo>
                    <a:pt x="118551" y="3872"/>
                  </a:lnTo>
                  <a:lnTo>
                    <a:pt x="113425" y="2417"/>
                  </a:lnTo>
                  <a:lnTo>
                    <a:pt x="108255" y="1125"/>
                  </a:lnTo>
                  <a:lnTo>
                    <a:pt x="103047" y="0"/>
                  </a:lnTo>
                  <a:lnTo>
                    <a:pt x="70334" y="1639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21039" y="1322571"/>
              <a:ext cx="32713" cy="167167"/>
            </a:xfrm>
            <a:custGeom>
              <a:avLst/>
              <a:pathLst>
                <a:path w="32713" h="167167">
                  <a:moveTo>
                    <a:pt x="32713" y="3232"/>
                  </a:moveTo>
                  <a:lnTo>
                    <a:pt x="26231" y="2070"/>
                  </a:lnTo>
                  <a:lnTo>
                    <a:pt x="19709" y="1165"/>
                  </a:lnTo>
                  <a:lnTo>
                    <a:pt x="13156" y="518"/>
                  </a:lnTo>
                  <a:lnTo>
                    <a:pt x="6583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378099" y="1071028"/>
              <a:ext cx="167158" cy="289018"/>
            </a:xfrm>
            <a:custGeom>
              <a:avLst/>
              <a:pathLst>
                <a:path w="167158" h="289018">
                  <a:moveTo>
                    <a:pt x="167158" y="0"/>
                  </a:moveTo>
                  <a:lnTo>
                    <a:pt x="161766" y="87"/>
                  </a:lnTo>
                  <a:lnTo>
                    <a:pt x="156379" y="347"/>
                  </a:lnTo>
                  <a:lnTo>
                    <a:pt x="151003" y="782"/>
                  </a:lnTo>
                  <a:lnTo>
                    <a:pt x="145644" y="1390"/>
                  </a:lnTo>
                  <a:lnTo>
                    <a:pt x="140308" y="2170"/>
                  </a:lnTo>
                  <a:lnTo>
                    <a:pt x="134999" y="3122"/>
                  </a:lnTo>
                  <a:lnTo>
                    <a:pt x="129724" y="4245"/>
                  </a:lnTo>
                  <a:lnTo>
                    <a:pt x="124488" y="5537"/>
                  </a:lnTo>
                  <a:lnTo>
                    <a:pt x="119296" y="6998"/>
                  </a:lnTo>
                  <a:lnTo>
                    <a:pt x="114154" y="8625"/>
                  </a:lnTo>
                  <a:lnTo>
                    <a:pt x="109068" y="10417"/>
                  </a:lnTo>
                  <a:lnTo>
                    <a:pt x="104041" y="12373"/>
                  </a:lnTo>
                  <a:lnTo>
                    <a:pt x="99081" y="14490"/>
                  </a:lnTo>
                  <a:lnTo>
                    <a:pt x="94191" y="16765"/>
                  </a:lnTo>
                  <a:lnTo>
                    <a:pt x="89377" y="19197"/>
                  </a:lnTo>
                  <a:lnTo>
                    <a:pt x="84644" y="21783"/>
                  </a:lnTo>
                  <a:lnTo>
                    <a:pt x="79998" y="24521"/>
                  </a:lnTo>
                  <a:lnTo>
                    <a:pt x="75441" y="27407"/>
                  </a:lnTo>
                  <a:lnTo>
                    <a:pt x="70981" y="30438"/>
                  </a:lnTo>
                  <a:lnTo>
                    <a:pt x="66620" y="33612"/>
                  </a:lnTo>
                  <a:lnTo>
                    <a:pt x="62364" y="36924"/>
                  </a:lnTo>
                  <a:lnTo>
                    <a:pt x="58217" y="40373"/>
                  </a:lnTo>
                  <a:lnTo>
                    <a:pt x="54184" y="43953"/>
                  </a:lnTo>
                  <a:lnTo>
                    <a:pt x="50268" y="47661"/>
                  </a:lnTo>
                  <a:lnTo>
                    <a:pt x="46474" y="51494"/>
                  </a:lnTo>
                  <a:lnTo>
                    <a:pt x="42805" y="55448"/>
                  </a:lnTo>
                  <a:lnTo>
                    <a:pt x="39266" y="59517"/>
                  </a:lnTo>
                  <a:lnTo>
                    <a:pt x="35860" y="63699"/>
                  </a:lnTo>
                  <a:lnTo>
                    <a:pt x="32590" y="67988"/>
                  </a:lnTo>
                  <a:lnTo>
                    <a:pt x="29461" y="72381"/>
                  </a:lnTo>
                  <a:lnTo>
                    <a:pt x="26475" y="76872"/>
                  </a:lnTo>
                  <a:lnTo>
                    <a:pt x="23636" y="81457"/>
                  </a:lnTo>
                  <a:lnTo>
                    <a:pt x="20945" y="86132"/>
                  </a:lnTo>
                  <a:lnTo>
                    <a:pt x="18407" y="90890"/>
                  </a:lnTo>
                  <a:lnTo>
                    <a:pt x="16024" y="95729"/>
                  </a:lnTo>
                  <a:lnTo>
                    <a:pt x="13798" y="100641"/>
                  </a:lnTo>
                  <a:lnTo>
                    <a:pt x="11732" y="105623"/>
                  </a:lnTo>
                  <a:lnTo>
                    <a:pt x="9828" y="110669"/>
                  </a:lnTo>
                  <a:lnTo>
                    <a:pt x="8087" y="115773"/>
                  </a:lnTo>
                  <a:lnTo>
                    <a:pt x="6512" y="120931"/>
                  </a:lnTo>
                  <a:lnTo>
                    <a:pt x="5104" y="126138"/>
                  </a:lnTo>
                  <a:lnTo>
                    <a:pt x="3865" y="131387"/>
                  </a:lnTo>
                  <a:lnTo>
                    <a:pt x="2796" y="136673"/>
                  </a:lnTo>
                  <a:lnTo>
                    <a:pt x="1898" y="141991"/>
                  </a:lnTo>
                  <a:lnTo>
                    <a:pt x="1171" y="147335"/>
                  </a:lnTo>
                  <a:lnTo>
                    <a:pt x="618" y="152700"/>
                  </a:lnTo>
                  <a:lnTo>
                    <a:pt x="238" y="158080"/>
                  </a:lnTo>
                  <a:lnTo>
                    <a:pt x="32" y="163469"/>
                  </a:lnTo>
                  <a:lnTo>
                    <a:pt x="0" y="168862"/>
                  </a:lnTo>
                  <a:lnTo>
                    <a:pt x="141" y="174254"/>
                  </a:lnTo>
                  <a:lnTo>
                    <a:pt x="457" y="179638"/>
                  </a:lnTo>
                  <a:lnTo>
                    <a:pt x="946" y="185009"/>
                  </a:lnTo>
                  <a:lnTo>
                    <a:pt x="1608" y="190361"/>
                  </a:lnTo>
                  <a:lnTo>
                    <a:pt x="2442" y="195689"/>
                  </a:lnTo>
                  <a:lnTo>
                    <a:pt x="3448" y="200988"/>
                  </a:lnTo>
                  <a:lnTo>
                    <a:pt x="4624" y="206251"/>
                  </a:lnTo>
                  <a:lnTo>
                    <a:pt x="5970" y="211474"/>
                  </a:lnTo>
                  <a:lnTo>
                    <a:pt x="7483" y="216651"/>
                  </a:lnTo>
                  <a:lnTo>
                    <a:pt x="9162" y="221776"/>
                  </a:lnTo>
                  <a:lnTo>
                    <a:pt x="11006" y="226844"/>
                  </a:lnTo>
                  <a:lnTo>
                    <a:pt x="13012" y="231850"/>
                  </a:lnTo>
                  <a:lnTo>
                    <a:pt x="15179" y="236789"/>
                  </a:lnTo>
                  <a:lnTo>
                    <a:pt x="17504" y="241656"/>
                  </a:lnTo>
                  <a:lnTo>
                    <a:pt x="19985" y="246445"/>
                  </a:lnTo>
                  <a:lnTo>
                    <a:pt x="22619" y="251151"/>
                  </a:lnTo>
                  <a:lnTo>
                    <a:pt x="25403" y="255770"/>
                  </a:lnTo>
                  <a:lnTo>
                    <a:pt x="28335" y="260296"/>
                  </a:lnTo>
                  <a:lnTo>
                    <a:pt x="31412" y="264726"/>
                  </a:lnTo>
                  <a:lnTo>
                    <a:pt x="34629" y="269054"/>
                  </a:lnTo>
                  <a:lnTo>
                    <a:pt x="37985" y="273277"/>
                  </a:lnTo>
                  <a:lnTo>
                    <a:pt x="41475" y="277388"/>
                  </a:lnTo>
                  <a:lnTo>
                    <a:pt x="45096" y="281385"/>
                  </a:lnTo>
                  <a:lnTo>
                    <a:pt x="48844" y="285263"/>
                  </a:lnTo>
                  <a:lnTo>
                    <a:pt x="52716" y="28901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0815" y="1238196"/>
              <a:ext cx="114442" cy="121851"/>
            </a:xfrm>
            <a:custGeom>
              <a:avLst/>
              <a:pathLst>
                <a:path w="114442" h="121851">
                  <a:moveTo>
                    <a:pt x="0" y="121851"/>
                  </a:moveTo>
                  <a:lnTo>
                    <a:pt x="1144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0815" y="1109705"/>
              <a:ext cx="281597" cy="295640"/>
            </a:xfrm>
            <a:custGeom>
              <a:avLst/>
              <a:pathLst>
                <a:path w="281597" h="295640">
                  <a:moveTo>
                    <a:pt x="0" y="250342"/>
                  </a:moveTo>
                  <a:lnTo>
                    <a:pt x="3959" y="253942"/>
                  </a:lnTo>
                  <a:lnTo>
                    <a:pt x="8031" y="257415"/>
                  </a:lnTo>
                  <a:lnTo>
                    <a:pt x="12212" y="260755"/>
                  </a:lnTo>
                  <a:lnTo>
                    <a:pt x="16499" y="263959"/>
                  </a:lnTo>
                  <a:lnTo>
                    <a:pt x="20885" y="267025"/>
                  </a:lnTo>
                  <a:lnTo>
                    <a:pt x="25368" y="269949"/>
                  </a:lnTo>
                  <a:lnTo>
                    <a:pt x="29941" y="272728"/>
                  </a:lnTo>
                  <a:lnTo>
                    <a:pt x="34602" y="275359"/>
                  </a:lnTo>
                  <a:lnTo>
                    <a:pt x="39344" y="277839"/>
                  </a:lnTo>
                  <a:lnTo>
                    <a:pt x="44163" y="280167"/>
                  </a:lnTo>
                  <a:lnTo>
                    <a:pt x="49054" y="282339"/>
                  </a:lnTo>
                  <a:lnTo>
                    <a:pt x="54013" y="284353"/>
                  </a:lnTo>
                  <a:lnTo>
                    <a:pt x="59033" y="286207"/>
                  </a:lnTo>
                  <a:lnTo>
                    <a:pt x="64110" y="287900"/>
                  </a:lnTo>
                  <a:lnTo>
                    <a:pt x="69238" y="289430"/>
                  </a:lnTo>
                  <a:lnTo>
                    <a:pt x="74413" y="290794"/>
                  </a:lnTo>
                  <a:lnTo>
                    <a:pt x="79629" y="291992"/>
                  </a:lnTo>
                  <a:lnTo>
                    <a:pt x="84880" y="293023"/>
                  </a:lnTo>
                  <a:lnTo>
                    <a:pt x="90162" y="293885"/>
                  </a:lnTo>
                  <a:lnTo>
                    <a:pt x="95469" y="294577"/>
                  </a:lnTo>
                  <a:lnTo>
                    <a:pt x="100795" y="295099"/>
                  </a:lnTo>
                  <a:lnTo>
                    <a:pt x="106135" y="295451"/>
                  </a:lnTo>
                  <a:lnTo>
                    <a:pt x="111484" y="295631"/>
                  </a:lnTo>
                  <a:lnTo>
                    <a:pt x="116836" y="295640"/>
                  </a:lnTo>
                  <a:lnTo>
                    <a:pt x="122185" y="295478"/>
                  </a:lnTo>
                  <a:lnTo>
                    <a:pt x="127526" y="295145"/>
                  </a:lnTo>
                  <a:lnTo>
                    <a:pt x="132854" y="294640"/>
                  </a:lnTo>
                  <a:lnTo>
                    <a:pt x="138163" y="293966"/>
                  </a:lnTo>
                  <a:lnTo>
                    <a:pt x="143448" y="293122"/>
                  </a:lnTo>
                  <a:lnTo>
                    <a:pt x="148703" y="292109"/>
                  </a:lnTo>
                  <a:lnTo>
                    <a:pt x="153923" y="290928"/>
                  </a:lnTo>
                  <a:lnTo>
                    <a:pt x="159102" y="289581"/>
                  </a:lnTo>
                  <a:lnTo>
                    <a:pt x="164236" y="288069"/>
                  </a:lnTo>
                  <a:lnTo>
                    <a:pt x="169319" y="286394"/>
                  </a:lnTo>
                  <a:lnTo>
                    <a:pt x="174345" y="284556"/>
                  </a:lnTo>
                  <a:lnTo>
                    <a:pt x="179310" y="282559"/>
                  </a:lnTo>
                  <a:lnTo>
                    <a:pt x="184209" y="280403"/>
                  </a:lnTo>
                  <a:lnTo>
                    <a:pt x="189036" y="278092"/>
                  </a:lnTo>
                  <a:lnTo>
                    <a:pt x="193786" y="275628"/>
                  </a:lnTo>
                  <a:lnTo>
                    <a:pt x="198455" y="273013"/>
                  </a:lnTo>
                  <a:lnTo>
                    <a:pt x="203038" y="270249"/>
                  </a:lnTo>
                  <a:lnTo>
                    <a:pt x="207531" y="267341"/>
                  </a:lnTo>
                  <a:lnTo>
                    <a:pt x="211928" y="264290"/>
                  </a:lnTo>
                  <a:lnTo>
                    <a:pt x="216225" y="261100"/>
                  </a:lnTo>
                  <a:lnTo>
                    <a:pt x="220417" y="257774"/>
                  </a:lnTo>
                  <a:lnTo>
                    <a:pt x="224501" y="254315"/>
                  </a:lnTo>
                  <a:lnTo>
                    <a:pt x="228473" y="250728"/>
                  </a:lnTo>
                  <a:lnTo>
                    <a:pt x="232327" y="247015"/>
                  </a:lnTo>
                  <a:lnTo>
                    <a:pt x="236061" y="243181"/>
                  </a:lnTo>
                  <a:lnTo>
                    <a:pt x="239670" y="239229"/>
                  </a:lnTo>
                  <a:lnTo>
                    <a:pt x="243150" y="235164"/>
                  </a:lnTo>
                  <a:lnTo>
                    <a:pt x="246499" y="230989"/>
                  </a:lnTo>
                  <a:lnTo>
                    <a:pt x="249712" y="226709"/>
                  </a:lnTo>
                  <a:lnTo>
                    <a:pt x="252787" y="222329"/>
                  </a:lnTo>
                  <a:lnTo>
                    <a:pt x="255720" y="217852"/>
                  </a:lnTo>
                  <a:lnTo>
                    <a:pt x="258508" y="213284"/>
                  </a:lnTo>
                  <a:lnTo>
                    <a:pt x="261148" y="208629"/>
                  </a:lnTo>
                  <a:lnTo>
                    <a:pt x="263638" y="203892"/>
                  </a:lnTo>
                  <a:lnTo>
                    <a:pt x="265976" y="199078"/>
                  </a:lnTo>
                  <a:lnTo>
                    <a:pt x="268157" y="194191"/>
                  </a:lnTo>
                  <a:lnTo>
                    <a:pt x="270182" y="189237"/>
                  </a:lnTo>
                  <a:lnTo>
                    <a:pt x="272046" y="184221"/>
                  </a:lnTo>
                  <a:lnTo>
                    <a:pt x="273750" y="179147"/>
                  </a:lnTo>
                  <a:lnTo>
                    <a:pt x="275290" y="174022"/>
                  </a:lnTo>
                  <a:lnTo>
                    <a:pt x="276665" y="168850"/>
                  </a:lnTo>
                  <a:lnTo>
                    <a:pt x="277873" y="163636"/>
                  </a:lnTo>
                  <a:lnTo>
                    <a:pt x="278915" y="158387"/>
                  </a:lnTo>
                  <a:lnTo>
                    <a:pt x="279787" y="153107"/>
                  </a:lnTo>
                  <a:lnTo>
                    <a:pt x="280491" y="147801"/>
                  </a:lnTo>
                  <a:lnTo>
                    <a:pt x="281024" y="142476"/>
                  </a:lnTo>
                  <a:lnTo>
                    <a:pt x="281386" y="137137"/>
                  </a:lnTo>
                  <a:lnTo>
                    <a:pt x="281577" y="131788"/>
                  </a:lnTo>
                  <a:lnTo>
                    <a:pt x="281597" y="126437"/>
                  </a:lnTo>
                  <a:lnTo>
                    <a:pt x="281446" y="121087"/>
                  </a:lnTo>
                  <a:lnTo>
                    <a:pt x="281123" y="115745"/>
                  </a:lnTo>
                  <a:lnTo>
                    <a:pt x="280630" y="110416"/>
                  </a:lnTo>
                  <a:lnTo>
                    <a:pt x="279966" y="105106"/>
                  </a:lnTo>
                  <a:lnTo>
                    <a:pt x="279133" y="99819"/>
                  </a:lnTo>
                  <a:lnTo>
                    <a:pt x="278131" y="94562"/>
                  </a:lnTo>
                  <a:lnTo>
                    <a:pt x="276961" y="89340"/>
                  </a:lnTo>
                  <a:lnTo>
                    <a:pt x="275624" y="84158"/>
                  </a:lnTo>
                  <a:lnTo>
                    <a:pt x="274123" y="79021"/>
                  </a:lnTo>
                  <a:lnTo>
                    <a:pt x="272457" y="73935"/>
                  </a:lnTo>
                  <a:lnTo>
                    <a:pt x="270630" y="68905"/>
                  </a:lnTo>
                  <a:lnTo>
                    <a:pt x="268643" y="63936"/>
                  </a:lnTo>
                  <a:lnTo>
                    <a:pt x="266497" y="59033"/>
                  </a:lnTo>
                  <a:lnTo>
                    <a:pt x="264196" y="54201"/>
                  </a:lnTo>
                  <a:lnTo>
                    <a:pt x="261741" y="49446"/>
                  </a:lnTo>
                  <a:lnTo>
                    <a:pt x="259136" y="44771"/>
                  </a:lnTo>
                  <a:lnTo>
                    <a:pt x="256382" y="40183"/>
                  </a:lnTo>
                  <a:lnTo>
                    <a:pt x="253482" y="35684"/>
                  </a:lnTo>
                  <a:lnTo>
                    <a:pt x="250440" y="31281"/>
                  </a:lnTo>
                  <a:lnTo>
                    <a:pt x="247259" y="26978"/>
                  </a:lnTo>
                  <a:lnTo>
                    <a:pt x="243941" y="22778"/>
                  </a:lnTo>
                  <a:lnTo>
                    <a:pt x="240491" y="18687"/>
                  </a:lnTo>
                  <a:lnTo>
                    <a:pt x="236912" y="14709"/>
                  </a:lnTo>
                  <a:lnTo>
                    <a:pt x="233207" y="10847"/>
                  </a:lnTo>
                  <a:lnTo>
                    <a:pt x="229380" y="7105"/>
                  </a:lnTo>
                  <a:lnTo>
                    <a:pt x="225436" y="3488"/>
                  </a:lnTo>
                  <a:lnTo>
                    <a:pt x="221378" y="0"/>
                  </a:lnTo>
                  <a:lnTo>
                    <a:pt x="114442" y="128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258" y="1071028"/>
              <a:ext cx="106935" cy="167167"/>
            </a:xfrm>
            <a:custGeom>
              <a:avLst/>
              <a:pathLst>
                <a:path w="106935" h="167167">
                  <a:moveTo>
                    <a:pt x="106935" y="38676"/>
                  </a:moveTo>
                  <a:lnTo>
                    <a:pt x="102630" y="35213"/>
                  </a:lnTo>
                  <a:lnTo>
                    <a:pt x="98214" y="31893"/>
                  </a:lnTo>
                  <a:lnTo>
                    <a:pt x="93690" y="28722"/>
                  </a:lnTo>
                  <a:lnTo>
                    <a:pt x="89063" y="25701"/>
                  </a:lnTo>
                  <a:lnTo>
                    <a:pt x="84340" y="22835"/>
                  </a:lnTo>
                  <a:lnTo>
                    <a:pt x="79524" y="20127"/>
                  </a:lnTo>
                  <a:lnTo>
                    <a:pt x="74622" y="17579"/>
                  </a:lnTo>
                  <a:lnTo>
                    <a:pt x="69638" y="15195"/>
                  </a:lnTo>
                  <a:lnTo>
                    <a:pt x="64578" y="12977"/>
                  </a:lnTo>
                  <a:lnTo>
                    <a:pt x="59447" y="10927"/>
                  </a:lnTo>
                  <a:lnTo>
                    <a:pt x="54251" y="9048"/>
                  </a:lnTo>
                  <a:lnTo>
                    <a:pt x="48996" y="7341"/>
                  </a:lnTo>
                  <a:lnTo>
                    <a:pt x="43688" y="5809"/>
                  </a:lnTo>
                  <a:lnTo>
                    <a:pt x="38332" y="4454"/>
                  </a:lnTo>
                  <a:lnTo>
                    <a:pt x="32934" y="3276"/>
                  </a:lnTo>
                  <a:lnTo>
                    <a:pt x="27500" y="2277"/>
                  </a:lnTo>
                  <a:lnTo>
                    <a:pt x="22036" y="1458"/>
                  </a:lnTo>
                  <a:lnTo>
                    <a:pt x="16548" y="821"/>
                  </a:lnTo>
                  <a:lnTo>
                    <a:pt x="11042" y="365"/>
                  </a:lnTo>
                  <a:lnTo>
                    <a:pt x="552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0741" y="941493"/>
              <a:ext cx="82802" cy="167167"/>
            </a:xfrm>
            <a:custGeom>
              <a:avLst/>
              <a:pathLst>
                <a:path w="82802" h="167167">
                  <a:moveTo>
                    <a:pt x="82802" y="0"/>
                  </a:moveTo>
                  <a:lnTo>
                    <a:pt x="77028" y="99"/>
                  </a:lnTo>
                  <a:lnTo>
                    <a:pt x="71260" y="398"/>
                  </a:lnTo>
                  <a:lnTo>
                    <a:pt x="65507" y="897"/>
                  </a:lnTo>
                  <a:lnTo>
                    <a:pt x="59774" y="1593"/>
                  </a:lnTo>
                  <a:lnTo>
                    <a:pt x="54069" y="2487"/>
                  </a:lnTo>
                  <a:lnTo>
                    <a:pt x="48398" y="3578"/>
                  </a:lnTo>
                  <a:lnTo>
                    <a:pt x="42768" y="4864"/>
                  </a:lnTo>
                  <a:lnTo>
                    <a:pt x="37186" y="6343"/>
                  </a:lnTo>
                  <a:lnTo>
                    <a:pt x="31659" y="8015"/>
                  </a:lnTo>
                  <a:lnTo>
                    <a:pt x="26192" y="9876"/>
                  </a:lnTo>
                  <a:lnTo>
                    <a:pt x="20793" y="11926"/>
                  </a:lnTo>
                  <a:lnTo>
                    <a:pt x="15468" y="14160"/>
                  </a:lnTo>
                  <a:lnTo>
                    <a:pt x="10223" y="16577"/>
                  </a:lnTo>
                  <a:lnTo>
                    <a:pt x="5065" y="19174"/>
                  </a:lnTo>
                  <a:lnTo>
                    <a:pt x="0" y="21947"/>
                  </a:lnTo>
                  <a:lnTo>
                    <a:pt x="828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741" y="963441"/>
              <a:ext cx="82802" cy="145219"/>
            </a:xfrm>
            <a:custGeom>
              <a:avLst/>
              <a:pathLst>
                <a:path w="82802" h="145219">
                  <a:moveTo>
                    <a:pt x="0" y="0"/>
                  </a:moveTo>
                  <a:lnTo>
                    <a:pt x="82802" y="1452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856379" y="949306"/>
              <a:ext cx="334329" cy="326512"/>
            </a:xfrm>
            <a:custGeom>
              <a:avLst/>
              <a:pathLst>
                <a:path w="334329" h="326512">
                  <a:moveTo>
                    <a:pt x="84362" y="14134"/>
                  </a:moveTo>
                  <a:lnTo>
                    <a:pt x="79797" y="16834"/>
                  </a:lnTo>
                  <a:lnTo>
                    <a:pt x="75319" y="19678"/>
                  </a:lnTo>
                  <a:lnTo>
                    <a:pt x="70934" y="22662"/>
                  </a:lnTo>
                  <a:lnTo>
                    <a:pt x="66645" y="25784"/>
                  </a:lnTo>
                  <a:lnTo>
                    <a:pt x="62458" y="29040"/>
                  </a:lnTo>
                  <a:lnTo>
                    <a:pt x="58376" y="32428"/>
                  </a:lnTo>
                  <a:lnTo>
                    <a:pt x="54404" y="35943"/>
                  </a:lnTo>
                  <a:lnTo>
                    <a:pt x="50545" y="39583"/>
                  </a:lnTo>
                  <a:lnTo>
                    <a:pt x="46804" y="43344"/>
                  </a:lnTo>
                  <a:lnTo>
                    <a:pt x="43184" y="47221"/>
                  </a:lnTo>
                  <a:lnTo>
                    <a:pt x="39689" y="51211"/>
                  </a:lnTo>
                  <a:lnTo>
                    <a:pt x="36322" y="55310"/>
                  </a:lnTo>
                  <a:lnTo>
                    <a:pt x="33086" y="59513"/>
                  </a:lnTo>
                  <a:lnTo>
                    <a:pt x="29986" y="63818"/>
                  </a:lnTo>
                  <a:lnTo>
                    <a:pt x="27024" y="68218"/>
                  </a:lnTo>
                  <a:lnTo>
                    <a:pt x="24203" y="72710"/>
                  </a:lnTo>
                  <a:lnTo>
                    <a:pt x="21526" y="77289"/>
                  </a:lnTo>
                  <a:lnTo>
                    <a:pt x="18996" y="81952"/>
                  </a:lnTo>
                  <a:lnTo>
                    <a:pt x="16615" y="86691"/>
                  </a:lnTo>
                  <a:lnTo>
                    <a:pt x="14385" y="91505"/>
                  </a:lnTo>
                  <a:lnTo>
                    <a:pt x="12309" y="96386"/>
                  </a:lnTo>
                  <a:lnTo>
                    <a:pt x="10390" y="101331"/>
                  </a:lnTo>
                  <a:lnTo>
                    <a:pt x="8628" y="106334"/>
                  </a:lnTo>
                  <a:lnTo>
                    <a:pt x="7025" y="111391"/>
                  </a:lnTo>
                  <a:lnTo>
                    <a:pt x="5584" y="116496"/>
                  </a:lnTo>
                  <a:lnTo>
                    <a:pt x="4306" y="121644"/>
                  </a:lnTo>
                  <a:lnTo>
                    <a:pt x="3191" y="126830"/>
                  </a:lnTo>
                  <a:lnTo>
                    <a:pt x="2242" y="132049"/>
                  </a:lnTo>
                  <a:lnTo>
                    <a:pt x="1459" y="137295"/>
                  </a:lnTo>
                  <a:lnTo>
                    <a:pt x="842" y="142564"/>
                  </a:lnTo>
                  <a:lnTo>
                    <a:pt x="393" y="147849"/>
                  </a:lnTo>
                  <a:lnTo>
                    <a:pt x="112" y="153146"/>
                  </a:lnTo>
                  <a:lnTo>
                    <a:pt x="0" y="158449"/>
                  </a:lnTo>
                  <a:lnTo>
                    <a:pt x="55" y="163753"/>
                  </a:lnTo>
                  <a:lnTo>
                    <a:pt x="279" y="169053"/>
                  </a:lnTo>
                  <a:lnTo>
                    <a:pt x="670" y="174343"/>
                  </a:lnTo>
                  <a:lnTo>
                    <a:pt x="1230" y="179618"/>
                  </a:lnTo>
                  <a:lnTo>
                    <a:pt x="1956" y="184872"/>
                  </a:lnTo>
                  <a:lnTo>
                    <a:pt x="2849" y="190101"/>
                  </a:lnTo>
                  <a:lnTo>
                    <a:pt x="3907" y="195299"/>
                  </a:lnTo>
                  <a:lnTo>
                    <a:pt x="5130" y="200461"/>
                  </a:lnTo>
                  <a:lnTo>
                    <a:pt x="6516" y="205581"/>
                  </a:lnTo>
                  <a:lnTo>
                    <a:pt x="8063" y="210655"/>
                  </a:lnTo>
                  <a:lnTo>
                    <a:pt x="9771" y="215677"/>
                  </a:lnTo>
                  <a:lnTo>
                    <a:pt x="11637" y="220642"/>
                  </a:lnTo>
                  <a:lnTo>
                    <a:pt x="13660" y="225546"/>
                  </a:lnTo>
                  <a:lnTo>
                    <a:pt x="15838" y="230382"/>
                  </a:lnTo>
                  <a:lnTo>
                    <a:pt x="18167" y="235148"/>
                  </a:lnTo>
                  <a:lnTo>
                    <a:pt x="20647" y="239837"/>
                  </a:lnTo>
                  <a:lnTo>
                    <a:pt x="23274" y="244445"/>
                  </a:lnTo>
                  <a:lnTo>
                    <a:pt x="26047" y="248968"/>
                  </a:lnTo>
                  <a:lnTo>
                    <a:pt x="28961" y="253400"/>
                  </a:lnTo>
                  <a:lnTo>
                    <a:pt x="32014" y="257737"/>
                  </a:lnTo>
                  <a:lnTo>
                    <a:pt x="35204" y="261976"/>
                  </a:lnTo>
                  <a:lnTo>
                    <a:pt x="38526" y="266111"/>
                  </a:lnTo>
                  <a:lnTo>
                    <a:pt x="41978" y="270138"/>
                  </a:lnTo>
                  <a:lnTo>
                    <a:pt x="45556" y="274054"/>
                  </a:lnTo>
                  <a:lnTo>
                    <a:pt x="49256" y="277855"/>
                  </a:lnTo>
                  <a:lnTo>
                    <a:pt x="53076" y="281536"/>
                  </a:lnTo>
                  <a:lnTo>
                    <a:pt x="57010" y="285094"/>
                  </a:lnTo>
                  <a:lnTo>
                    <a:pt x="61054" y="288526"/>
                  </a:lnTo>
                  <a:lnTo>
                    <a:pt x="65206" y="291828"/>
                  </a:lnTo>
                  <a:lnTo>
                    <a:pt x="69461" y="294996"/>
                  </a:lnTo>
                  <a:lnTo>
                    <a:pt x="73813" y="298027"/>
                  </a:lnTo>
                  <a:lnTo>
                    <a:pt x="78260" y="300919"/>
                  </a:lnTo>
                  <a:lnTo>
                    <a:pt x="82796" y="303669"/>
                  </a:lnTo>
                  <a:lnTo>
                    <a:pt x="87418" y="306273"/>
                  </a:lnTo>
                  <a:lnTo>
                    <a:pt x="92119" y="308729"/>
                  </a:lnTo>
                  <a:lnTo>
                    <a:pt x="96896" y="311035"/>
                  </a:lnTo>
                  <a:lnTo>
                    <a:pt x="101744" y="313188"/>
                  </a:lnTo>
                  <a:lnTo>
                    <a:pt x="106658" y="315186"/>
                  </a:lnTo>
                  <a:lnTo>
                    <a:pt x="111632" y="317028"/>
                  </a:lnTo>
                  <a:lnTo>
                    <a:pt x="116663" y="318710"/>
                  </a:lnTo>
                  <a:lnTo>
                    <a:pt x="121744" y="320232"/>
                  </a:lnTo>
                  <a:lnTo>
                    <a:pt x="126871" y="321592"/>
                  </a:lnTo>
                  <a:lnTo>
                    <a:pt x="132039" y="322789"/>
                  </a:lnTo>
                  <a:lnTo>
                    <a:pt x="137242" y="323821"/>
                  </a:lnTo>
                  <a:lnTo>
                    <a:pt x="142475" y="324688"/>
                  </a:lnTo>
                  <a:lnTo>
                    <a:pt x="147733" y="325388"/>
                  </a:lnTo>
                  <a:lnTo>
                    <a:pt x="153011" y="325921"/>
                  </a:lnTo>
                  <a:lnTo>
                    <a:pt x="158303" y="326286"/>
                  </a:lnTo>
                  <a:lnTo>
                    <a:pt x="163604" y="326483"/>
                  </a:lnTo>
                  <a:lnTo>
                    <a:pt x="168908" y="326512"/>
                  </a:lnTo>
                  <a:lnTo>
                    <a:pt x="174211" y="326372"/>
                  </a:lnTo>
                  <a:lnTo>
                    <a:pt x="179506" y="326065"/>
                  </a:lnTo>
                  <a:lnTo>
                    <a:pt x="184789" y="325589"/>
                  </a:lnTo>
                  <a:lnTo>
                    <a:pt x="190055" y="324946"/>
                  </a:lnTo>
                  <a:lnTo>
                    <a:pt x="195297" y="324137"/>
                  </a:lnTo>
                  <a:lnTo>
                    <a:pt x="200511" y="323161"/>
                  </a:lnTo>
                  <a:lnTo>
                    <a:pt x="205691" y="322021"/>
                  </a:lnTo>
                  <a:lnTo>
                    <a:pt x="210833" y="320716"/>
                  </a:lnTo>
                  <a:lnTo>
                    <a:pt x="215931" y="319250"/>
                  </a:lnTo>
                  <a:lnTo>
                    <a:pt x="220979" y="317622"/>
                  </a:lnTo>
                  <a:lnTo>
                    <a:pt x="225973" y="315835"/>
                  </a:lnTo>
                  <a:lnTo>
                    <a:pt x="230909" y="313890"/>
                  </a:lnTo>
                  <a:lnTo>
                    <a:pt x="235780" y="311790"/>
                  </a:lnTo>
                  <a:lnTo>
                    <a:pt x="240581" y="309536"/>
                  </a:lnTo>
                  <a:lnTo>
                    <a:pt x="245309" y="307131"/>
                  </a:lnTo>
                  <a:lnTo>
                    <a:pt x="249959" y="304578"/>
                  </a:lnTo>
                  <a:lnTo>
                    <a:pt x="254525" y="301878"/>
                  </a:lnTo>
                  <a:lnTo>
                    <a:pt x="259002" y="299034"/>
                  </a:lnTo>
                  <a:lnTo>
                    <a:pt x="263388" y="296050"/>
                  </a:lnTo>
                  <a:lnTo>
                    <a:pt x="267677" y="292928"/>
                  </a:lnTo>
                  <a:lnTo>
                    <a:pt x="271864" y="289672"/>
                  </a:lnTo>
                  <a:lnTo>
                    <a:pt x="275946" y="286285"/>
                  </a:lnTo>
                  <a:lnTo>
                    <a:pt x="279918" y="282769"/>
                  </a:lnTo>
                  <a:lnTo>
                    <a:pt x="283777" y="279130"/>
                  </a:lnTo>
                  <a:lnTo>
                    <a:pt x="287519" y="275370"/>
                  </a:lnTo>
                  <a:lnTo>
                    <a:pt x="291139" y="271493"/>
                  </a:lnTo>
                  <a:lnTo>
                    <a:pt x="294635" y="267503"/>
                  </a:lnTo>
                  <a:lnTo>
                    <a:pt x="298002" y="263404"/>
                  </a:lnTo>
                  <a:lnTo>
                    <a:pt x="301237" y="259201"/>
                  </a:lnTo>
                  <a:lnTo>
                    <a:pt x="304337" y="254897"/>
                  </a:lnTo>
                  <a:lnTo>
                    <a:pt x="307300" y="250497"/>
                  </a:lnTo>
                  <a:lnTo>
                    <a:pt x="310121" y="246005"/>
                  </a:lnTo>
                  <a:lnTo>
                    <a:pt x="312798" y="241425"/>
                  </a:lnTo>
                  <a:lnTo>
                    <a:pt x="315329" y="236763"/>
                  </a:lnTo>
                  <a:lnTo>
                    <a:pt x="317710" y="232024"/>
                  </a:lnTo>
                  <a:lnTo>
                    <a:pt x="319940" y="227211"/>
                  </a:lnTo>
                  <a:lnTo>
                    <a:pt x="322016" y="222329"/>
                  </a:lnTo>
                  <a:lnTo>
                    <a:pt x="323936" y="217384"/>
                  </a:lnTo>
                  <a:lnTo>
                    <a:pt x="325698" y="212381"/>
                  </a:lnTo>
                  <a:lnTo>
                    <a:pt x="327301" y="207325"/>
                  </a:lnTo>
                  <a:lnTo>
                    <a:pt x="328742" y="202220"/>
                  </a:lnTo>
                  <a:lnTo>
                    <a:pt x="330021" y="197072"/>
                  </a:lnTo>
                  <a:lnTo>
                    <a:pt x="331136" y="191886"/>
                  </a:lnTo>
                  <a:lnTo>
                    <a:pt x="332085" y="186667"/>
                  </a:lnTo>
                  <a:lnTo>
                    <a:pt x="332869" y="181421"/>
                  </a:lnTo>
                  <a:lnTo>
                    <a:pt x="333486" y="176152"/>
                  </a:lnTo>
                  <a:lnTo>
                    <a:pt x="333935" y="170867"/>
                  </a:lnTo>
                  <a:lnTo>
                    <a:pt x="334216" y="165570"/>
                  </a:lnTo>
                  <a:lnTo>
                    <a:pt x="334329" y="160267"/>
                  </a:lnTo>
                  <a:lnTo>
                    <a:pt x="334274" y="154963"/>
                  </a:lnTo>
                  <a:lnTo>
                    <a:pt x="334051" y="149663"/>
                  </a:lnTo>
                  <a:lnTo>
                    <a:pt x="333659" y="144373"/>
                  </a:lnTo>
                  <a:lnTo>
                    <a:pt x="333100" y="139098"/>
                  </a:lnTo>
                  <a:lnTo>
                    <a:pt x="332374" y="133843"/>
                  </a:lnTo>
                  <a:lnTo>
                    <a:pt x="331482" y="128615"/>
                  </a:lnTo>
                  <a:lnTo>
                    <a:pt x="330424" y="123417"/>
                  </a:lnTo>
                  <a:lnTo>
                    <a:pt x="329201" y="118255"/>
                  </a:lnTo>
                  <a:lnTo>
                    <a:pt x="327816" y="113135"/>
                  </a:lnTo>
                  <a:lnTo>
                    <a:pt x="326268" y="108061"/>
                  </a:lnTo>
                  <a:lnTo>
                    <a:pt x="324561" y="103039"/>
                  </a:lnTo>
                  <a:lnTo>
                    <a:pt x="322695" y="98073"/>
                  </a:lnTo>
                  <a:lnTo>
                    <a:pt x="320672" y="93170"/>
                  </a:lnTo>
                  <a:lnTo>
                    <a:pt x="318495" y="88333"/>
                  </a:lnTo>
                  <a:lnTo>
                    <a:pt x="316166" y="83567"/>
                  </a:lnTo>
                  <a:lnTo>
                    <a:pt x="313686" y="78878"/>
                  </a:lnTo>
                  <a:lnTo>
                    <a:pt x="311059" y="74270"/>
                  </a:lnTo>
                  <a:lnTo>
                    <a:pt x="308287" y="69747"/>
                  </a:lnTo>
                  <a:lnTo>
                    <a:pt x="305373" y="65315"/>
                  </a:lnTo>
                  <a:lnTo>
                    <a:pt x="302320" y="60977"/>
                  </a:lnTo>
                  <a:lnTo>
                    <a:pt x="299131" y="56738"/>
                  </a:lnTo>
                  <a:lnTo>
                    <a:pt x="295809" y="52603"/>
                  </a:lnTo>
                  <a:lnTo>
                    <a:pt x="292357" y="48575"/>
                  </a:lnTo>
                  <a:lnTo>
                    <a:pt x="288779" y="44659"/>
                  </a:lnTo>
                  <a:lnTo>
                    <a:pt x="285079" y="40858"/>
                  </a:lnTo>
                  <a:lnTo>
                    <a:pt x="281260" y="37177"/>
                  </a:lnTo>
                  <a:lnTo>
                    <a:pt x="277326" y="33618"/>
                  </a:lnTo>
                  <a:lnTo>
                    <a:pt x="273282" y="30186"/>
                  </a:lnTo>
                  <a:lnTo>
                    <a:pt x="269130" y="26885"/>
                  </a:lnTo>
                  <a:lnTo>
                    <a:pt x="264876" y="23716"/>
                  </a:lnTo>
                  <a:lnTo>
                    <a:pt x="260523" y="20684"/>
                  </a:lnTo>
                  <a:lnTo>
                    <a:pt x="256077" y="17792"/>
                  </a:lnTo>
                  <a:lnTo>
                    <a:pt x="251541" y="15042"/>
                  </a:lnTo>
                  <a:lnTo>
                    <a:pt x="246920" y="12438"/>
                  </a:lnTo>
                  <a:lnTo>
                    <a:pt x="242218" y="9982"/>
                  </a:lnTo>
                  <a:lnTo>
                    <a:pt x="237441" y="7676"/>
                  </a:lnTo>
                  <a:lnTo>
                    <a:pt x="232593" y="5522"/>
                  </a:lnTo>
                  <a:lnTo>
                    <a:pt x="227680" y="3524"/>
                  </a:lnTo>
                  <a:lnTo>
                    <a:pt x="222705" y="1682"/>
                  </a:lnTo>
                  <a:lnTo>
                    <a:pt x="217675" y="0"/>
                  </a:lnTo>
                  <a:lnTo>
                    <a:pt x="167164" y="159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23544" y="941493"/>
              <a:ext cx="50510" cy="167167"/>
            </a:xfrm>
            <a:custGeom>
              <a:avLst/>
              <a:pathLst>
                <a:path w="50510" h="167167">
                  <a:moveTo>
                    <a:pt x="50510" y="7813"/>
                  </a:moveTo>
                  <a:lnTo>
                    <a:pt x="44360" y="5993"/>
                  </a:lnTo>
                  <a:lnTo>
                    <a:pt x="38145" y="4410"/>
                  </a:lnTo>
                  <a:lnTo>
                    <a:pt x="31873" y="3066"/>
                  </a:lnTo>
                  <a:lnTo>
                    <a:pt x="25555" y="1964"/>
                  </a:lnTo>
                  <a:lnTo>
                    <a:pt x="19199" y="1106"/>
                  </a:lnTo>
                  <a:lnTo>
                    <a:pt x="12815" y="491"/>
                  </a:lnTo>
                  <a:lnTo>
                    <a:pt x="641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5168" y="941493"/>
              <a:ext cx="41046" cy="167167"/>
            </a:xfrm>
            <a:custGeom>
              <a:avLst/>
              <a:pathLst>
                <a:path w="41046" h="167167">
                  <a:moveTo>
                    <a:pt x="41046" y="0"/>
                  </a:moveTo>
                  <a:lnTo>
                    <a:pt x="34137" y="142"/>
                  </a:lnTo>
                  <a:lnTo>
                    <a:pt x="27239" y="571"/>
                  </a:lnTo>
                  <a:lnTo>
                    <a:pt x="20364" y="1284"/>
                  </a:lnTo>
                  <a:lnTo>
                    <a:pt x="13525" y="2281"/>
                  </a:lnTo>
                  <a:lnTo>
                    <a:pt x="6733" y="3559"/>
                  </a:lnTo>
                  <a:lnTo>
                    <a:pt x="0" y="5117"/>
                  </a:lnTo>
                  <a:lnTo>
                    <a:pt x="410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5168" y="946611"/>
              <a:ext cx="41046" cy="162049"/>
            </a:xfrm>
            <a:custGeom>
              <a:avLst/>
              <a:pathLst>
                <a:path w="41046" h="162049">
                  <a:moveTo>
                    <a:pt x="0" y="0"/>
                  </a:moveTo>
                  <a:lnTo>
                    <a:pt x="41046" y="162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60" y="946611"/>
              <a:ext cx="185766" cy="329196"/>
            </a:xfrm>
            <a:custGeom>
              <a:avLst/>
              <a:pathLst>
                <a:path w="185766" h="329196">
                  <a:moveTo>
                    <a:pt x="126108" y="0"/>
                  </a:moveTo>
                  <a:lnTo>
                    <a:pt x="120949" y="1394"/>
                  </a:lnTo>
                  <a:lnTo>
                    <a:pt x="115838" y="2953"/>
                  </a:lnTo>
                  <a:lnTo>
                    <a:pt x="110779" y="4675"/>
                  </a:lnTo>
                  <a:lnTo>
                    <a:pt x="105777" y="6557"/>
                  </a:lnTo>
                  <a:lnTo>
                    <a:pt x="100839" y="8599"/>
                  </a:lnTo>
                  <a:lnTo>
                    <a:pt x="95968" y="10797"/>
                  </a:lnTo>
                  <a:lnTo>
                    <a:pt x="91170" y="13149"/>
                  </a:lnTo>
                  <a:lnTo>
                    <a:pt x="86449" y="15654"/>
                  </a:lnTo>
                  <a:lnTo>
                    <a:pt x="81811" y="18309"/>
                  </a:lnTo>
                  <a:lnTo>
                    <a:pt x="77260" y="21110"/>
                  </a:lnTo>
                  <a:lnTo>
                    <a:pt x="72801" y="24055"/>
                  </a:lnTo>
                  <a:lnTo>
                    <a:pt x="68439" y="27142"/>
                  </a:lnTo>
                  <a:lnTo>
                    <a:pt x="64177" y="30366"/>
                  </a:lnTo>
                  <a:lnTo>
                    <a:pt x="60020" y="33725"/>
                  </a:lnTo>
                  <a:lnTo>
                    <a:pt x="55974" y="37215"/>
                  </a:lnTo>
                  <a:lnTo>
                    <a:pt x="52040" y="40832"/>
                  </a:lnTo>
                  <a:lnTo>
                    <a:pt x="48225" y="44574"/>
                  </a:lnTo>
                  <a:lnTo>
                    <a:pt x="44530" y="48435"/>
                  </a:lnTo>
                  <a:lnTo>
                    <a:pt x="40962" y="52413"/>
                  </a:lnTo>
                  <a:lnTo>
                    <a:pt x="37522" y="56502"/>
                  </a:lnTo>
                  <a:lnTo>
                    <a:pt x="34214" y="60700"/>
                  </a:lnTo>
                  <a:lnTo>
                    <a:pt x="31043" y="65001"/>
                  </a:lnTo>
                  <a:lnTo>
                    <a:pt x="28010" y="69401"/>
                  </a:lnTo>
                  <a:lnTo>
                    <a:pt x="25120" y="73896"/>
                  </a:lnTo>
                  <a:lnTo>
                    <a:pt x="22375" y="78481"/>
                  </a:lnTo>
                  <a:lnTo>
                    <a:pt x="19778" y="83151"/>
                  </a:lnTo>
                  <a:lnTo>
                    <a:pt x="17331" y="87902"/>
                  </a:lnTo>
                  <a:lnTo>
                    <a:pt x="15038" y="92729"/>
                  </a:lnTo>
                  <a:lnTo>
                    <a:pt x="12900" y="97627"/>
                  </a:lnTo>
                  <a:lnTo>
                    <a:pt x="10919" y="102590"/>
                  </a:lnTo>
                  <a:lnTo>
                    <a:pt x="9099" y="107614"/>
                  </a:lnTo>
                  <a:lnTo>
                    <a:pt x="7439" y="112694"/>
                  </a:lnTo>
                  <a:lnTo>
                    <a:pt x="5944" y="117824"/>
                  </a:lnTo>
                  <a:lnTo>
                    <a:pt x="4612" y="123000"/>
                  </a:lnTo>
                  <a:lnTo>
                    <a:pt x="3447" y="128215"/>
                  </a:lnTo>
                  <a:lnTo>
                    <a:pt x="2449" y="133465"/>
                  </a:lnTo>
                  <a:lnTo>
                    <a:pt x="1620" y="138744"/>
                  </a:lnTo>
                  <a:lnTo>
                    <a:pt x="960" y="144047"/>
                  </a:lnTo>
                  <a:lnTo>
                    <a:pt x="469" y="149369"/>
                  </a:lnTo>
                  <a:lnTo>
                    <a:pt x="149" y="154703"/>
                  </a:lnTo>
                  <a:lnTo>
                    <a:pt x="0" y="160045"/>
                  </a:lnTo>
                  <a:lnTo>
                    <a:pt x="21" y="165389"/>
                  </a:lnTo>
                  <a:lnTo>
                    <a:pt x="213" y="170729"/>
                  </a:lnTo>
                  <a:lnTo>
                    <a:pt x="576" y="176061"/>
                  </a:lnTo>
                  <a:lnTo>
                    <a:pt x="1109" y="181378"/>
                  </a:lnTo>
                  <a:lnTo>
                    <a:pt x="1811" y="186676"/>
                  </a:lnTo>
                  <a:lnTo>
                    <a:pt x="2683" y="191948"/>
                  </a:lnTo>
                  <a:lnTo>
                    <a:pt x="3723" y="197190"/>
                  </a:lnTo>
                  <a:lnTo>
                    <a:pt x="4929" y="202396"/>
                  </a:lnTo>
                  <a:lnTo>
                    <a:pt x="6302" y="207560"/>
                  </a:lnTo>
                  <a:lnTo>
                    <a:pt x="7839" y="212678"/>
                  </a:lnTo>
                  <a:lnTo>
                    <a:pt x="9538" y="217745"/>
                  </a:lnTo>
                  <a:lnTo>
                    <a:pt x="11399" y="222754"/>
                  </a:lnTo>
                  <a:lnTo>
                    <a:pt x="13419" y="227702"/>
                  </a:lnTo>
                  <a:lnTo>
                    <a:pt x="15596" y="232582"/>
                  </a:lnTo>
                  <a:lnTo>
                    <a:pt x="17928" y="237391"/>
                  </a:lnTo>
                  <a:lnTo>
                    <a:pt x="20413" y="242122"/>
                  </a:lnTo>
                  <a:lnTo>
                    <a:pt x="23047" y="246771"/>
                  </a:lnTo>
                  <a:lnTo>
                    <a:pt x="25829" y="251334"/>
                  </a:lnTo>
                  <a:lnTo>
                    <a:pt x="28755" y="255806"/>
                  </a:lnTo>
                  <a:lnTo>
                    <a:pt x="31822" y="260182"/>
                  </a:lnTo>
                  <a:lnTo>
                    <a:pt x="35028" y="264457"/>
                  </a:lnTo>
                  <a:lnTo>
                    <a:pt x="38369" y="268628"/>
                  </a:lnTo>
                  <a:lnTo>
                    <a:pt x="41841" y="272690"/>
                  </a:lnTo>
                  <a:lnTo>
                    <a:pt x="45442" y="276639"/>
                  </a:lnTo>
                  <a:lnTo>
                    <a:pt x="49167" y="280471"/>
                  </a:lnTo>
                  <a:lnTo>
                    <a:pt x="53012" y="284182"/>
                  </a:lnTo>
                  <a:lnTo>
                    <a:pt x="56974" y="287768"/>
                  </a:lnTo>
                  <a:lnTo>
                    <a:pt x="61049" y="291225"/>
                  </a:lnTo>
                  <a:lnTo>
                    <a:pt x="65232" y="294551"/>
                  </a:lnTo>
                  <a:lnTo>
                    <a:pt x="69519" y="297741"/>
                  </a:lnTo>
                  <a:lnTo>
                    <a:pt x="73906" y="300792"/>
                  </a:lnTo>
                  <a:lnTo>
                    <a:pt x="78389" y="303702"/>
                  </a:lnTo>
                  <a:lnTo>
                    <a:pt x="82962" y="306467"/>
                  </a:lnTo>
                  <a:lnTo>
                    <a:pt x="87621" y="309084"/>
                  </a:lnTo>
                  <a:lnTo>
                    <a:pt x="92361" y="311551"/>
                  </a:lnTo>
                  <a:lnTo>
                    <a:pt x="97178" y="313865"/>
                  </a:lnTo>
                  <a:lnTo>
                    <a:pt x="102066" y="316025"/>
                  </a:lnTo>
                  <a:lnTo>
                    <a:pt x="107021" y="318026"/>
                  </a:lnTo>
                  <a:lnTo>
                    <a:pt x="112037" y="319869"/>
                  </a:lnTo>
                  <a:lnTo>
                    <a:pt x="117110" y="321550"/>
                  </a:lnTo>
                  <a:lnTo>
                    <a:pt x="122234" y="323068"/>
                  </a:lnTo>
                  <a:lnTo>
                    <a:pt x="127404" y="324422"/>
                  </a:lnTo>
                  <a:lnTo>
                    <a:pt x="132614" y="325609"/>
                  </a:lnTo>
                  <a:lnTo>
                    <a:pt x="137859" y="326630"/>
                  </a:lnTo>
                  <a:lnTo>
                    <a:pt x="143135" y="327482"/>
                  </a:lnTo>
                  <a:lnTo>
                    <a:pt x="148435" y="328165"/>
                  </a:lnTo>
                  <a:lnTo>
                    <a:pt x="153754" y="328679"/>
                  </a:lnTo>
                  <a:lnTo>
                    <a:pt x="159087" y="329022"/>
                  </a:lnTo>
                  <a:lnTo>
                    <a:pt x="164428" y="329194"/>
                  </a:lnTo>
                  <a:lnTo>
                    <a:pt x="169772" y="329196"/>
                  </a:lnTo>
                  <a:lnTo>
                    <a:pt x="175113" y="329027"/>
                  </a:lnTo>
                  <a:lnTo>
                    <a:pt x="180447" y="328687"/>
                  </a:lnTo>
                  <a:lnTo>
                    <a:pt x="185766" y="328177"/>
                  </a:lnTo>
                  <a:lnTo>
                    <a:pt x="167155" y="162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86215" y="941493"/>
              <a:ext cx="167162" cy="333295"/>
            </a:xfrm>
            <a:custGeom>
              <a:avLst/>
              <a:pathLst>
                <a:path w="167162" h="333295">
                  <a:moveTo>
                    <a:pt x="18611" y="333295"/>
                  </a:moveTo>
                  <a:lnTo>
                    <a:pt x="23899" y="332617"/>
                  </a:lnTo>
                  <a:lnTo>
                    <a:pt x="29163" y="331771"/>
                  </a:lnTo>
                  <a:lnTo>
                    <a:pt x="34397" y="330757"/>
                  </a:lnTo>
                  <a:lnTo>
                    <a:pt x="39597" y="329577"/>
                  </a:lnTo>
                  <a:lnTo>
                    <a:pt x="44756" y="328232"/>
                  </a:lnTo>
                  <a:lnTo>
                    <a:pt x="49869" y="326722"/>
                  </a:lnTo>
                  <a:lnTo>
                    <a:pt x="54932" y="325051"/>
                  </a:lnTo>
                  <a:lnTo>
                    <a:pt x="59939" y="323219"/>
                  </a:lnTo>
                  <a:lnTo>
                    <a:pt x="64885" y="321228"/>
                  </a:lnTo>
                  <a:lnTo>
                    <a:pt x="69765" y="319081"/>
                  </a:lnTo>
                  <a:lnTo>
                    <a:pt x="74574" y="316779"/>
                  </a:lnTo>
                  <a:lnTo>
                    <a:pt x="79307" y="314324"/>
                  </a:lnTo>
                  <a:lnTo>
                    <a:pt x="83959" y="311720"/>
                  </a:lnTo>
                  <a:lnTo>
                    <a:pt x="88526" y="308969"/>
                  </a:lnTo>
                  <a:lnTo>
                    <a:pt x="93003" y="306074"/>
                  </a:lnTo>
                  <a:lnTo>
                    <a:pt x="97386" y="303038"/>
                  </a:lnTo>
                  <a:lnTo>
                    <a:pt x="101669" y="299863"/>
                  </a:lnTo>
                  <a:lnTo>
                    <a:pt x="105849" y="296553"/>
                  </a:lnTo>
                  <a:lnTo>
                    <a:pt x="109921" y="293112"/>
                  </a:lnTo>
                  <a:lnTo>
                    <a:pt x="113882" y="289542"/>
                  </a:lnTo>
                  <a:lnTo>
                    <a:pt x="117726" y="285849"/>
                  </a:lnTo>
                  <a:lnTo>
                    <a:pt x="121451" y="282034"/>
                  </a:lnTo>
                  <a:lnTo>
                    <a:pt x="125053" y="278102"/>
                  </a:lnTo>
                  <a:lnTo>
                    <a:pt x="128527" y="274058"/>
                  </a:lnTo>
                  <a:lnTo>
                    <a:pt x="131870" y="269905"/>
                  </a:lnTo>
                  <a:lnTo>
                    <a:pt x="135079" y="265648"/>
                  </a:lnTo>
                  <a:lnTo>
                    <a:pt x="138151" y="261290"/>
                  </a:lnTo>
                  <a:lnTo>
                    <a:pt x="141082" y="256836"/>
                  </a:lnTo>
                  <a:lnTo>
                    <a:pt x="143870" y="252292"/>
                  </a:lnTo>
                  <a:lnTo>
                    <a:pt x="146511" y="247660"/>
                  </a:lnTo>
                  <a:lnTo>
                    <a:pt x="149004" y="242947"/>
                  </a:lnTo>
                  <a:lnTo>
                    <a:pt x="151345" y="238157"/>
                  </a:lnTo>
                  <a:lnTo>
                    <a:pt x="153532" y="233295"/>
                  </a:lnTo>
                  <a:lnTo>
                    <a:pt x="155562" y="228365"/>
                  </a:lnTo>
                  <a:lnTo>
                    <a:pt x="157435" y="223373"/>
                  </a:lnTo>
                  <a:lnTo>
                    <a:pt x="159147" y="218324"/>
                  </a:lnTo>
                  <a:lnTo>
                    <a:pt x="160697" y="213223"/>
                  </a:lnTo>
                  <a:lnTo>
                    <a:pt x="162084" y="208075"/>
                  </a:lnTo>
                  <a:lnTo>
                    <a:pt x="163307" y="202885"/>
                  </a:lnTo>
                  <a:lnTo>
                    <a:pt x="164362" y="197659"/>
                  </a:lnTo>
                  <a:lnTo>
                    <a:pt x="165251" y="192402"/>
                  </a:lnTo>
                  <a:lnTo>
                    <a:pt x="165972" y="187119"/>
                  </a:lnTo>
                  <a:lnTo>
                    <a:pt x="166524" y="181816"/>
                  </a:lnTo>
                  <a:lnTo>
                    <a:pt x="166906" y="176499"/>
                  </a:lnTo>
                  <a:lnTo>
                    <a:pt x="167119" y="171171"/>
                  </a:lnTo>
                  <a:lnTo>
                    <a:pt x="167162" y="165840"/>
                  </a:lnTo>
                  <a:lnTo>
                    <a:pt x="167034" y="160510"/>
                  </a:lnTo>
                  <a:lnTo>
                    <a:pt x="166737" y="155186"/>
                  </a:lnTo>
                  <a:lnTo>
                    <a:pt x="166270" y="149875"/>
                  </a:lnTo>
                  <a:lnTo>
                    <a:pt x="165634" y="144582"/>
                  </a:lnTo>
                  <a:lnTo>
                    <a:pt x="164830" y="139311"/>
                  </a:lnTo>
                  <a:lnTo>
                    <a:pt x="163858" y="134069"/>
                  </a:lnTo>
                  <a:lnTo>
                    <a:pt x="162719" y="128860"/>
                  </a:lnTo>
                  <a:lnTo>
                    <a:pt x="161414" y="123691"/>
                  </a:lnTo>
                  <a:lnTo>
                    <a:pt x="159946" y="118566"/>
                  </a:lnTo>
                  <a:lnTo>
                    <a:pt x="158315" y="113490"/>
                  </a:lnTo>
                  <a:lnTo>
                    <a:pt x="156522" y="108468"/>
                  </a:lnTo>
                  <a:lnTo>
                    <a:pt x="154571" y="103507"/>
                  </a:lnTo>
                  <a:lnTo>
                    <a:pt x="152462" y="98610"/>
                  </a:lnTo>
                  <a:lnTo>
                    <a:pt x="150198" y="93783"/>
                  </a:lnTo>
                  <a:lnTo>
                    <a:pt x="147782" y="89030"/>
                  </a:lnTo>
                  <a:lnTo>
                    <a:pt x="145215" y="84357"/>
                  </a:lnTo>
                  <a:lnTo>
                    <a:pt x="142500" y="79769"/>
                  </a:lnTo>
                  <a:lnTo>
                    <a:pt x="139641" y="75269"/>
                  </a:lnTo>
                  <a:lnTo>
                    <a:pt x="136639" y="70862"/>
                  </a:lnTo>
                  <a:lnTo>
                    <a:pt x="133498" y="66554"/>
                  </a:lnTo>
                  <a:lnTo>
                    <a:pt x="130222" y="62348"/>
                  </a:lnTo>
                  <a:lnTo>
                    <a:pt x="126813" y="58248"/>
                  </a:lnTo>
                  <a:lnTo>
                    <a:pt x="123275" y="54260"/>
                  </a:lnTo>
                  <a:lnTo>
                    <a:pt x="119612" y="50386"/>
                  </a:lnTo>
                  <a:lnTo>
                    <a:pt x="115827" y="46631"/>
                  </a:lnTo>
                  <a:lnTo>
                    <a:pt x="111924" y="42999"/>
                  </a:lnTo>
                  <a:lnTo>
                    <a:pt x="107908" y="39493"/>
                  </a:lnTo>
                  <a:lnTo>
                    <a:pt x="103781" y="36116"/>
                  </a:lnTo>
                  <a:lnTo>
                    <a:pt x="99549" y="32873"/>
                  </a:lnTo>
                  <a:lnTo>
                    <a:pt x="95216" y="29767"/>
                  </a:lnTo>
                  <a:lnTo>
                    <a:pt x="90786" y="26801"/>
                  </a:lnTo>
                  <a:lnTo>
                    <a:pt x="86264" y="23977"/>
                  </a:lnTo>
                  <a:lnTo>
                    <a:pt x="81654" y="21299"/>
                  </a:lnTo>
                  <a:lnTo>
                    <a:pt x="76960" y="18769"/>
                  </a:lnTo>
                  <a:lnTo>
                    <a:pt x="72189" y="16390"/>
                  </a:lnTo>
                  <a:lnTo>
                    <a:pt x="67344" y="14165"/>
                  </a:lnTo>
                  <a:lnTo>
                    <a:pt x="62431" y="12095"/>
                  </a:lnTo>
                  <a:lnTo>
                    <a:pt x="57454" y="10183"/>
                  </a:lnTo>
                  <a:lnTo>
                    <a:pt x="52418" y="8431"/>
                  </a:lnTo>
                  <a:lnTo>
                    <a:pt x="47330" y="6840"/>
                  </a:lnTo>
                  <a:lnTo>
                    <a:pt x="42193" y="5412"/>
                  </a:lnTo>
                  <a:lnTo>
                    <a:pt x="37013" y="4149"/>
                  </a:lnTo>
                  <a:lnTo>
                    <a:pt x="31795" y="3051"/>
                  </a:lnTo>
                  <a:lnTo>
                    <a:pt x="26546" y="2121"/>
                  </a:lnTo>
                  <a:lnTo>
                    <a:pt x="21269" y="1358"/>
                  </a:lnTo>
                  <a:lnTo>
                    <a:pt x="15971" y="764"/>
                  </a:lnTo>
                  <a:lnTo>
                    <a:pt x="10656" y="340"/>
                  </a:lnTo>
                  <a:lnTo>
                    <a:pt x="533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1048" y="1071028"/>
              <a:ext cx="163453" cy="167167"/>
            </a:xfrm>
            <a:custGeom>
              <a:avLst/>
              <a:pathLst>
                <a:path w="163453" h="167167">
                  <a:moveTo>
                    <a:pt x="163453" y="0"/>
                  </a:moveTo>
                  <a:lnTo>
                    <a:pt x="158042" y="87"/>
                  </a:lnTo>
                  <a:lnTo>
                    <a:pt x="152637" y="350"/>
                  </a:lnTo>
                  <a:lnTo>
                    <a:pt x="147244" y="787"/>
                  </a:lnTo>
                  <a:lnTo>
                    <a:pt x="141867" y="1399"/>
                  </a:lnTo>
                  <a:lnTo>
                    <a:pt x="136513" y="2184"/>
                  </a:lnTo>
                  <a:lnTo>
                    <a:pt x="131188" y="3143"/>
                  </a:lnTo>
                  <a:lnTo>
                    <a:pt x="125896" y="4273"/>
                  </a:lnTo>
                  <a:lnTo>
                    <a:pt x="120643" y="5574"/>
                  </a:lnTo>
                  <a:lnTo>
                    <a:pt x="115436" y="7044"/>
                  </a:lnTo>
                  <a:lnTo>
                    <a:pt x="110278" y="8682"/>
                  </a:lnTo>
                  <a:lnTo>
                    <a:pt x="105177" y="10486"/>
                  </a:lnTo>
                  <a:lnTo>
                    <a:pt x="100136" y="12454"/>
                  </a:lnTo>
                  <a:lnTo>
                    <a:pt x="95162" y="14585"/>
                  </a:lnTo>
                  <a:lnTo>
                    <a:pt x="90259" y="16875"/>
                  </a:lnTo>
                  <a:lnTo>
                    <a:pt x="85433" y="19323"/>
                  </a:lnTo>
                  <a:lnTo>
                    <a:pt x="80689" y="21925"/>
                  </a:lnTo>
                  <a:lnTo>
                    <a:pt x="76032" y="24680"/>
                  </a:lnTo>
                  <a:lnTo>
                    <a:pt x="71466" y="27584"/>
                  </a:lnTo>
                  <a:lnTo>
                    <a:pt x="66996" y="30635"/>
                  </a:lnTo>
                  <a:lnTo>
                    <a:pt x="62628" y="33828"/>
                  </a:lnTo>
                  <a:lnTo>
                    <a:pt x="58365" y="37161"/>
                  </a:lnTo>
                  <a:lnTo>
                    <a:pt x="54212" y="40630"/>
                  </a:lnTo>
                  <a:lnTo>
                    <a:pt x="50174" y="44232"/>
                  </a:lnTo>
                  <a:lnTo>
                    <a:pt x="46254" y="47963"/>
                  </a:lnTo>
                  <a:lnTo>
                    <a:pt x="42458" y="51819"/>
                  </a:lnTo>
                  <a:lnTo>
                    <a:pt x="38788" y="55795"/>
                  </a:lnTo>
                  <a:lnTo>
                    <a:pt x="35248" y="59889"/>
                  </a:lnTo>
                  <a:lnTo>
                    <a:pt x="31843" y="64094"/>
                  </a:lnTo>
                  <a:lnTo>
                    <a:pt x="28576" y="68408"/>
                  </a:lnTo>
                  <a:lnTo>
                    <a:pt x="25451" y="72825"/>
                  </a:lnTo>
                  <a:lnTo>
                    <a:pt x="22470" y="77341"/>
                  </a:lnTo>
                  <a:lnTo>
                    <a:pt x="19636" y="81951"/>
                  </a:lnTo>
                  <a:lnTo>
                    <a:pt x="16953" y="86650"/>
                  </a:lnTo>
                  <a:lnTo>
                    <a:pt x="14424" y="91434"/>
                  </a:lnTo>
                  <a:lnTo>
                    <a:pt x="12051" y="96297"/>
                  </a:lnTo>
                  <a:lnTo>
                    <a:pt x="9837" y="101235"/>
                  </a:lnTo>
                  <a:lnTo>
                    <a:pt x="7783" y="106241"/>
                  </a:lnTo>
                  <a:lnTo>
                    <a:pt x="5893" y="111311"/>
                  </a:lnTo>
                  <a:lnTo>
                    <a:pt x="4168" y="116440"/>
                  </a:lnTo>
                  <a:lnTo>
                    <a:pt x="2609" y="121622"/>
                  </a:lnTo>
                  <a:lnTo>
                    <a:pt x="1219" y="126852"/>
                  </a:lnTo>
                  <a:lnTo>
                    <a:pt x="0" y="132124"/>
                  </a:lnTo>
                  <a:lnTo>
                    <a:pt x="1634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1048" y="1203153"/>
              <a:ext cx="163453" cy="35043"/>
            </a:xfrm>
            <a:custGeom>
              <a:avLst/>
              <a:pathLst>
                <a:path w="163453" h="35043">
                  <a:moveTo>
                    <a:pt x="0" y="0"/>
                  </a:moveTo>
                  <a:lnTo>
                    <a:pt x="163453" y="35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44" y="1075004"/>
              <a:ext cx="334305" cy="330359"/>
            </a:xfrm>
            <a:custGeom>
              <a:avLst/>
              <a:pathLst>
                <a:path w="334305" h="330359">
                  <a:moveTo>
                    <a:pt x="3703" y="128148"/>
                  </a:moveTo>
                  <a:lnTo>
                    <a:pt x="2672" y="133361"/>
                  </a:lnTo>
                  <a:lnTo>
                    <a:pt x="1807" y="138605"/>
                  </a:lnTo>
                  <a:lnTo>
                    <a:pt x="1109" y="143873"/>
                  </a:lnTo>
                  <a:lnTo>
                    <a:pt x="579" y="149161"/>
                  </a:lnTo>
                  <a:lnTo>
                    <a:pt x="217" y="154462"/>
                  </a:lnTo>
                  <a:lnTo>
                    <a:pt x="24" y="159773"/>
                  </a:lnTo>
                  <a:lnTo>
                    <a:pt x="0" y="165087"/>
                  </a:lnTo>
                  <a:lnTo>
                    <a:pt x="144" y="170399"/>
                  </a:lnTo>
                  <a:lnTo>
                    <a:pt x="458" y="175704"/>
                  </a:lnTo>
                  <a:lnTo>
                    <a:pt x="940" y="180997"/>
                  </a:lnTo>
                  <a:lnTo>
                    <a:pt x="1590" y="186271"/>
                  </a:lnTo>
                  <a:lnTo>
                    <a:pt x="2407" y="191522"/>
                  </a:lnTo>
                  <a:lnTo>
                    <a:pt x="3391" y="196744"/>
                  </a:lnTo>
                  <a:lnTo>
                    <a:pt x="4540" y="201933"/>
                  </a:lnTo>
                  <a:lnTo>
                    <a:pt x="5853" y="207082"/>
                  </a:lnTo>
                  <a:lnTo>
                    <a:pt x="7330" y="212187"/>
                  </a:lnTo>
                  <a:lnTo>
                    <a:pt x="8968" y="217242"/>
                  </a:lnTo>
                  <a:lnTo>
                    <a:pt x="10766" y="222243"/>
                  </a:lnTo>
                  <a:lnTo>
                    <a:pt x="12722" y="227184"/>
                  </a:lnTo>
                  <a:lnTo>
                    <a:pt x="14834" y="232061"/>
                  </a:lnTo>
                  <a:lnTo>
                    <a:pt x="17100" y="236867"/>
                  </a:lnTo>
                  <a:lnTo>
                    <a:pt x="19518" y="241600"/>
                  </a:lnTo>
                  <a:lnTo>
                    <a:pt x="22085" y="246253"/>
                  </a:lnTo>
                  <a:lnTo>
                    <a:pt x="24798" y="250822"/>
                  </a:lnTo>
                  <a:lnTo>
                    <a:pt x="27656" y="255303"/>
                  </a:lnTo>
                  <a:lnTo>
                    <a:pt x="30654" y="259690"/>
                  </a:lnTo>
                  <a:lnTo>
                    <a:pt x="33790" y="263980"/>
                  </a:lnTo>
                  <a:lnTo>
                    <a:pt x="37061" y="268169"/>
                  </a:lnTo>
                  <a:lnTo>
                    <a:pt x="40464" y="272251"/>
                  </a:lnTo>
                  <a:lnTo>
                    <a:pt x="43994" y="276223"/>
                  </a:lnTo>
                  <a:lnTo>
                    <a:pt x="47649" y="280080"/>
                  </a:lnTo>
                  <a:lnTo>
                    <a:pt x="51425" y="283820"/>
                  </a:lnTo>
                  <a:lnTo>
                    <a:pt x="55318" y="287438"/>
                  </a:lnTo>
                  <a:lnTo>
                    <a:pt x="59323" y="290930"/>
                  </a:lnTo>
                  <a:lnTo>
                    <a:pt x="63438" y="294293"/>
                  </a:lnTo>
                  <a:lnTo>
                    <a:pt x="67658" y="297523"/>
                  </a:lnTo>
                  <a:lnTo>
                    <a:pt x="71978" y="300618"/>
                  </a:lnTo>
                  <a:lnTo>
                    <a:pt x="76394" y="303574"/>
                  </a:lnTo>
                  <a:lnTo>
                    <a:pt x="80902" y="306388"/>
                  </a:lnTo>
                  <a:lnTo>
                    <a:pt x="85497" y="309057"/>
                  </a:lnTo>
                  <a:lnTo>
                    <a:pt x="90175" y="311579"/>
                  </a:lnTo>
                  <a:lnTo>
                    <a:pt x="94930" y="313951"/>
                  </a:lnTo>
                  <a:lnTo>
                    <a:pt x="99759" y="316170"/>
                  </a:lnTo>
                  <a:lnTo>
                    <a:pt x="104655" y="318235"/>
                  </a:lnTo>
                  <a:lnTo>
                    <a:pt x="109615" y="320144"/>
                  </a:lnTo>
                  <a:lnTo>
                    <a:pt x="114633" y="321893"/>
                  </a:lnTo>
                  <a:lnTo>
                    <a:pt x="119704" y="323483"/>
                  </a:lnTo>
                  <a:lnTo>
                    <a:pt x="124823" y="324910"/>
                  </a:lnTo>
                  <a:lnTo>
                    <a:pt x="129985" y="326174"/>
                  </a:lnTo>
                  <a:lnTo>
                    <a:pt x="135184" y="327273"/>
                  </a:lnTo>
                  <a:lnTo>
                    <a:pt x="140415" y="328206"/>
                  </a:lnTo>
                  <a:lnTo>
                    <a:pt x="145674" y="328973"/>
                  </a:lnTo>
                  <a:lnTo>
                    <a:pt x="150954" y="329572"/>
                  </a:lnTo>
                  <a:lnTo>
                    <a:pt x="156251" y="330003"/>
                  </a:lnTo>
                  <a:lnTo>
                    <a:pt x="161559" y="330265"/>
                  </a:lnTo>
                  <a:lnTo>
                    <a:pt x="166872" y="330359"/>
                  </a:lnTo>
                  <a:lnTo>
                    <a:pt x="172186" y="330283"/>
                  </a:lnTo>
                  <a:lnTo>
                    <a:pt x="177494" y="330039"/>
                  </a:lnTo>
                  <a:lnTo>
                    <a:pt x="182792" y="329626"/>
                  </a:lnTo>
                  <a:lnTo>
                    <a:pt x="188075" y="329045"/>
                  </a:lnTo>
                  <a:lnTo>
                    <a:pt x="193336" y="328296"/>
                  </a:lnTo>
                  <a:lnTo>
                    <a:pt x="198571" y="327381"/>
                  </a:lnTo>
                  <a:lnTo>
                    <a:pt x="203774" y="326299"/>
                  </a:lnTo>
                  <a:lnTo>
                    <a:pt x="208940" y="325053"/>
                  </a:lnTo>
                  <a:lnTo>
                    <a:pt x="214063" y="323643"/>
                  </a:lnTo>
                  <a:lnTo>
                    <a:pt x="219140" y="322071"/>
                  </a:lnTo>
                  <a:lnTo>
                    <a:pt x="224164" y="320338"/>
                  </a:lnTo>
                  <a:lnTo>
                    <a:pt x="229130" y="318447"/>
                  </a:lnTo>
                  <a:lnTo>
                    <a:pt x="234033" y="316398"/>
                  </a:lnTo>
                  <a:lnTo>
                    <a:pt x="238869" y="314195"/>
                  </a:lnTo>
                  <a:lnTo>
                    <a:pt x="243633" y="311840"/>
                  </a:lnTo>
                  <a:lnTo>
                    <a:pt x="248319" y="309334"/>
                  </a:lnTo>
                  <a:lnTo>
                    <a:pt x="252923" y="306680"/>
                  </a:lnTo>
                  <a:lnTo>
                    <a:pt x="257441" y="303881"/>
                  </a:lnTo>
                  <a:lnTo>
                    <a:pt x="261867" y="300940"/>
                  </a:lnTo>
                  <a:lnTo>
                    <a:pt x="266198" y="297860"/>
                  </a:lnTo>
                  <a:lnTo>
                    <a:pt x="270428" y="294644"/>
                  </a:lnTo>
                  <a:lnTo>
                    <a:pt x="274554" y="291295"/>
                  </a:lnTo>
                  <a:lnTo>
                    <a:pt x="278572" y="287817"/>
                  </a:lnTo>
                  <a:lnTo>
                    <a:pt x="282477" y="284212"/>
                  </a:lnTo>
                  <a:lnTo>
                    <a:pt x="286265" y="280486"/>
                  </a:lnTo>
                  <a:lnTo>
                    <a:pt x="289933" y="276641"/>
                  </a:lnTo>
                  <a:lnTo>
                    <a:pt x="293477" y="272681"/>
                  </a:lnTo>
                  <a:lnTo>
                    <a:pt x="296894" y="268610"/>
                  </a:lnTo>
                  <a:lnTo>
                    <a:pt x="300179" y="264433"/>
                  </a:lnTo>
                  <a:lnTo>
                    <a:pt x="303330" y="260154"/>
                  </a:lnTo>
                  <a:lnTo>
                    <a:pt x="306343" y="255776"/>
                  </a:lnTo>
                  <a:lnTo>
                    <a:pt x="309216" y="251305"/>
                  </a:lnTo>
                  <a:lnTo>
                    <a:pt x="311945" y="246746"/>
                  </a:lnTo>
                  <a:lnTo>
                    <a:pt x="314527" y="242101"/>
                  </a:lnTo>
                  <a:lnTo>
                    <a:pt x="316961" y="237377"/>
                  </a:lnTo>
                  <a:lnTo>
                    <a:pt x="319243" y="232578"/>
                  </a:lnTo>
                  <a:lnTo>
                    <a:pt x="321372" y="227709"/>
                  </a:lnTo>
                  <a:lnTo>
                    <a:pt x="323345" y="222774"/>
                  </a:lnTo>
                  <a:lnTo>
                    <a:pt x="325160" y="217780"/>
                  </a:lnTo>
                  <a:lnTo>
                    <a:pt x="326815" y="212730"/>
                  </a:lnTo>
                  <a:lnTo>
                    <a:pt x="328309" y="207630"/>
                  </a:lnTo>
                  <a:lnTo>
                    <a:pt x="329640" y="202485"/>
                  </a:lnTo>
                  <a:lnTo>
                    <a:pt x="330807" y="197301"/>
                  </a:lnTo>
                  <a:lnTo>
                    <a:pt x="331808" y="192082"/>
                  </a:lnTo>
                  <a:lnTo>
                    <a:pt x="332643" y="186833"/>
                  </a:lnTo>
                  <a:lnTo>
                    <a:pt x="333311" y="181561"/>
                  </a:lnTo>
                  <a:lnTo>
                    <a:pt x="333811" y="176271"/>
                  </a:lnTo>
                  <a:lnTo>
                    <a:pt x="334143" y="170967"/>
                  </a:lnTo>
                  <a:lnTo>
                    <a:pt x="334305" y="165655"/>
                  </a:lnTo>
                  <a:lnTo>
                    <a:pt x="334299" y="160341"/>
                  </a:lnTo>
                  <a:lnTo>
                    <a:pt x="334124" y="155030"/>
                  </a:lnTo>
                  <a:lnTo>
                    <a:pt x="333780" y="149727"/>
                  </a:lnTo>
                  <a:lnTo>
                    <a:pt x="333268" y="144437"/>
                  </a:lnTo>
                  <a:lnTo>
                    <a:pt x="332588" y="139167"/>
                  </a:lnTo>
                  <a:lnTo>
                    <a:pt x="331741" y="133921"/>
                  </a:lnTo>
                  <a:lnTo>
                    <a:pt x="330727" y="128704"/>
                  </a:lnTo>
                  <a:lnTo>
                    <a:pt x="329549" y="123522"/>
                  </a:lnTo>
                  <a:lnTo>
                    <a:pt x="328206" y="118380"/>
                  </a:lnTo>
                  <a:lnTo>
                    <a:pt x="326700" y="113284"/>
                  </a:lnTo>
                  <a:lnTo>
                    <a:pt x="325033" y="108238"/>
                  </a:lnTo>
                  <a:lnTo>
                    <a:pt x="323206" y="103248"/>
                  </a:lnTo>
                  <a:lnTo>
                    <a:pt x="321222" y="98318"/>
                  </a:lnTo>
                  <a:lnTo>
                    <a:pt x="319082" y="93453"/>
                  </a:lnTo>
                  <a:lnTo>
                    <a:pt x="316789" y="88660"/>
                  </a:lnTo>
                  <a:lnTo>
                    <a:pt x="314344" y="83941"/>
                  </a:lnTo>
                  <a:lnTo>
                    <a:pt x="311751" y="79303"/>
                  </a:lnTo>
                  <a:lnTo>
                    <a:pt x="309011" y="74749"/>
                  </a:lnTo>
                  <a:lnTo>
                    <a:pt x="306129" y="70285"/>
                  </a:lnTo>
                  <a:lnTo>
                    <a:pt x="303105" y="65914"/>
                  </a:lnTo>
                  <a:lnTo>
                    <a:pt x="299944" y="61642"/>
                  </a:lnTo>
                  <a:lnTo>
                    <a:pt x="296650" y="57473"/>
                  </a:lnTo>
                  <a:lnTo>
                    <a:pt x="293224" y="53410"/>
                  </a:lnTo>
                  <a:lnTo>
                    <a:pt x="289671" y="49459"/>
                  </a:lnTo>
                  <a:lnTo>
                    <a:pt x="285994" y="45622"/>
                  </a:lnTo>
                  <a:lnTo>
                    <a:pt x="282197" y="41904"/>
                  </a:lnTo>
                  <a:lnTo>
                    <a:pt x="278283" y="38309"/>
                  </a:lnTo>
                  <a:lnTo>
                    <a:pt x="274258" y="34839"/>
                  </a:lnTo>
                  <a:lnTo>
                    <a:pt x="270124" y="31500"/>
                  </a:lnTo>
                  <a:lnTo>
                    <a:pt x="265886" y="28294"/>
                  </a:lnTo>
                  <a:lnTo>
                    <a:pt x="261548" y="25224"/>
                  </a:lnTo>
                  <a:lnTo>
                    <a:pt x="257115" y="22293"/>
                  </a:lnTo>
                  <a:lnTo>
                    <a:pt x="252591" y="19505"/>
                  </a:lnTo>
                  <a:lnTo>
                    <a:pt x="247981" y="16862"/>
                  </a:lnTo>
                  <a:lnTo>
                    <a:pt x="243289" y="14367"/>
                  </a:lnTo>
                  <a:lnTo>
                    <a:pt x="238520" y="12022"/>
                  </a:lnTo>
                  <a:lnTo>
                    <a:pt x="233679" y="9830"/>
                  </a:lnTo>
                  <a:lnTo>
                    <a:pt x="228770" y="7793"/>
                  </a:lnTo>
                  <a:lnTo>
                    <a:pt x="223800" y="5913"/>
                  </a:lnTo>
                  <a:lnTo>
                    <a:pt x="218772" y="4192"/>
                  </a:lnTo>
                  <a:lnTo>
                    <a:pt x="213692" y="2632"/>
                  </a:lnTo>
                  <a:lnTo>
                    <a:pt x="208565" y="1234"/>
                  </a:lnTo>
                  <a:lnTo>
                    <a:pt x="203396" y="0"/>
                  </a:lnTo>
                  <a:lnTo>
                    <a:pt x="167156" y="163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64501" y="1071028"/>
              <a:ext cx="36240" cy="167167"/>
            </a:xfrm>
            <a:custGeom>
              <a:avLst/>
              <a:pathLst>
                <a:path w="36240" h="167167">
                  <a:moveTo>
                    <a:pt x="36240" y="3975"/>
                  </a:moveTo>
                  <a:lnTo>
                    <a:pt x="29075" y="2547"/>
                  </a:lnTo>
                  <a:lnTo>
                    <a:pt x="21855" y="1434"/>
                  </a:lnTo>
                  <a:lnTo>
                    <a:pt x="14593" y="638"/>
                  </a:lnTo>
                  <a:lnTo>
                    <a:pt x="7303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0172" y="1322571"/>
              <a:ext cx="58548" cy="167167"/>
            </a:xfrm>
            <a:custGeom>
              <a:avLst/>
              <a:pathLst>
                <a:path w="58548" h="167167">
                  <a:moveTo>
                    <a:pt x="58548" y="0"/>
                  </a:moveTo>
                  <a:lnTo>
                    <a:pt x="52568" y="107"/>
                  </a:lnTo>
                  <a:lnTo>
                    <a:pt x="46595" y="427"/>
                  </a:lnTo>
                  <a:lnTo>
                    <a:pt x="40638" y="962"/>
                  </a:lnTo>
                  <a:lnTo>
                    <a:pt x="34703" y="1709"/>
                  </a:lnTo>
                  <a:lnTo>
                    <a:pt x="28799" y="2668"/>
                  </a:lnTo>
                  <a:lnTo>
                    <a:pt x="22933" y="3837"/>
                  </a:lnTo>
                  <a:lnTo>
                    <a:pt x="17113" y="5216"/>
                  </a:lnTo>
                  <a:lnTo>
                    <a:pt x="11345" y="6802"/>
                  </a:lnTo>
                  <a:lnTo>
                    <a:pt x="5639" y="8594"/>
                  </a:lnTo>
                  <a:lnTo>
                    <a:pt x="0" y="10588"/>
                  </a:lnTo>
                  <a:lnTo>
                    <a:pt x="585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0172" y="1333160"/>
              <a:ext cx="58548" cy="156579"/>
            </a:xfrm>
            <a:custGeom>
              <a:avLst/>
              <a:pathLst>
                <a:path w="58548" h="156579">
                  <a:moveTo>
                    <a:pt x="0" y="0"/>
                  </a:moveTo>
                  <a:lnTo>
                    <a:pt x="58548" y="156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321562" y="1333160"/>
              <a:ext cx="334311" cy="323746"/>
            </a:xfrm>
            <a:custGeom>
              <a:avLst/>
              <a:pathLst>
                <a:path w="334311" h="323746">
                  <a:moveTo>
                    <a:pt x="108609" y="0"/>
                  </a:moveTo>
                  <a:lnTo>
                    <a:pt x="103684" y="1931"/>
                  </a:lnTo>
                  <a:lnTo>
                    <a:pt x="98822" y="4017"/>
                  </a:lnTo>
                  <a:lnTo>
                    <a:pt x="94028" y="6256"/>
                  </a:lnTo>
                  <a:lnTo>
                    <a:pt x="89308" y="8645"/>
                  </a:lnTo>
                  <a:lnTo>
                    <a:pt x="84666" y="11183"/>
                  </a:lnTo>
                  <a:lnTo>
                    <a:pt x="80106" y="13866"/>
                  </a:lnTo>
                  <a:lnTo>
                    <a:pt x="75634" y="16692"/>
                  </a:lnTo>
                  <a:lnTo>
                    <a:pt x="71253" y="19658"/>
                  </a:lnTo>
                  <a:lnTo>
                    <a:pt x="66968" y="22762"/>
                  </a:lnTo>
                  <a:lnTo>
                    <a:pt x="62784" y="25999"/>
                  </a:lnTo>
                  <a:lnTo>
                    <a:pt x="58704" y="29368"/>
                  </a:lnTo>
                  <a:lnTo>
                    <a:pt x="54733" y="32863"/>
                  </a:lnTo>
                  <a:lnTo>
                    <a:pt x="50874" y="36483"/>
                  </a:lnTo>
                  <a:lnTo>
                    <a:pt x="47132" y="40223"/>
                  </a:lnTo>
                  <a:lnTo>
                    <a:pt x="43510" y="44079"/>
                  </a:lnTo>
                  <a:lnTo>
                    <a:pt x="40012" y="48048"/>
                  </a:lnTo>
                  <a:lnTo>
                    <a:pt x="36641" y="52126"/>
                  </a:lnTo>
                  <a:lnTo>
                    <a:pt x="33401" y="56308"/>
                  </a:lnTo>
                  <a:lnTo>
                    <a:pt x="30295" y="60591"/>
                  </a:lnTo>
                  <a:lnTo>
                    <a:pt x="27326" y="64970"/>
                  </a:lnTo>
                  <a:lnTo>
                    <a:pt x="24498" y="69441"/>
                  </a:lnTo>
                  <a:lnTo>
                    <a:pt x="21812" y="73999"/>
                  </a:lnTo>
                  <a:lnTo>
                    <a:pt x="19271" y="78640"/>
                  </a:lnTo>
                  <a:lnTo>
                    <a:pt x="16879" y="83359"/>
                  </a:lnTo>
                  <a:lnTo>
                    <a:pt x="14637" y="88151"/>
                  </a:lnTo>
                  <a:lnTo>
                    <a:pt x="12548" y="93012"/>
                  </a:lnTo>
                  <a:lnTo>
                    <a:pt x="10614" y="97936"/>
                  </a:lnTo>
                  <a:lnTo>
                    <a:pt x="8837" y="102919"/>
                  </a:lnTo>
                  <a:lnTo>
                    <a:pt x="7218" y="107956"/>
                  </a:lnTo>
                  <a:lnTo>
                    <a:pt x="5760" y="113042"/>
                  </a:lnTo>
                  <a:lnTo>
                    <a:pt x="4463" y="118171"/>
                  </a:lnTo>
                  <a:lnTo>
                    <a:pt x="3329" y="123338"/>
                  </a:lnTo>
                  <a:lnTo>
                    <a:pt x="2359" y="128539"/>
                  </a:lnTo>
                  <a:lnTo>
                    <a:pt x="1554" y="133768"/>
                  </a:lnTo>
                  <a:lnTo>
                    <a:pt x="915" y="139020"/>
                  </a:lnTo>
                  <a:lnTo>
                    <a:pt x="443" y="144290"/>
                  </a:lnTo>
                  <a:lnTo>
                    <a:pt x="138" y="149571"/>
                  </a:lnTo>
                  <a:lnTo>
                    <a:pt x="0" y="154860"/>
                  </a:lnTo>
                  <a:lnTo>
                    <a:pt x="29" y="160151"/>
                  </a:lnTo>
                  <a:lnTo>
                    <a:pt x="226" y="165438"/>
                  </a:lnTo>
                  <a:lnTo>
                    <a:pt x="590" y="170716"/>
                  </a:lnTo>
                  <a:lnTo>
                    <a:pt x="1120" y="175980"/>
                  </a:lnTo>
                  <a:lnTo>
                    <a:pt x="1817" y="181224"/>
                  </a:lnTo>
                  <a:lnTo>
                    <a:pt x="2680" y="186444"/>
                  </a:lnTo>
                  <a:lnTo>
                    <a:pt x="3708" y="191634"/>
                  </a:lnTo>
                  <a:lnTo>
                    <a:pt x="4899" y="196788"/>
                  </a:lnTo>
                  <a:lnTo>
                    <a:pt x="6252" y="201903"/>
                  </a:lnTo>
                  <a:lnTo>
                    <a:pt x="7767" y="206972"/>
                  </a:lnTo>
                  <a:lnTo>
                    <a:pt x="9442" y="211991"/>
                  </a:lnTo>
                  <a:lnTo>
                    <a:pt x="11274" y="216954"/>
                  </a:lnTo>
                  <a:lnTo>
                    <a:pt x="13263" y="221856"/>
                  </a:lnTo>
                  <a:lnTo>
                    <a:pt x="15406" y="226693"/>
                  </a:lnTo>
                  <a:lnTo>
                    <a:pt x="17700" y="231460"/>
                  </a:lnTo>
                  <a:lnTo>
                    <a:pt x="20145" y="236152"/>
                  </a:lnTo>
                  <a:lnTo>
                    <a:pt x="22736" y="240765"/>
                  </a:lnTo>
                  <a:lnTo>
                    <a:pt x="25473" y="245293"/>
                  </a:lnTo>
                  <a:lnTo>
                    <a:pt x="28351" y="249732"/>
                  </a:lnTo>
                  <a:lnTo>
                    <a:pt x="31368" y="254078"/>
                  </a:lnTo>
                  <a:lnTo>
                    <a:pt x="34522" y="258326"/>
                  </a:lnTo>
                  <a:lnTo>
                    <a:pt x="37808" y="262472"/>
                  </a:lnTo>
                  <a:lnTo>
                    <a:pt x="41224" y="266512"/>
                  </a:lnTo>
                  <a:lnTo>
                    <a:pt x="44765" y="270442"/>
                  </a:lnTo>
                  <a:lnTo>
                    <a:pt x="48430" y="274258"/>
                  </a:lnTo>
                  <a:lnTo>
                    <a:pt x="52213" y="277957"/>
                  </a:lnTo>
                  <a:lnTo>
                    <a:pt x="56112" y="281533"/>
                  </a:lnTo>
                  <a:lnTo>
                    <a:pt x="60121" y="284985"/>
                  </a:lnTo>
                  <a:lnTo>
                    <a:pt x="64238" y="288307"/>
                  </a:lnTo>
                  <a:lnTo>
                    <a:pt x="68458" y="291498"/>
                  </a:lnTo>
                  <a:lnTo>
                    <a:pt x="72777" y="294554"/>
                  </a:lnTo>
                  <a:lnTo>
                    <a:pt x="77191" y="297471"/>
                  </a:lnTo>
                  <a:lnTo>
                    <a:pt x="81694" y="300248"/>
                  </a:lnTo>
                  <a:lnTo>
                    <a:pt x="86283" y="302880"/>
                  </a:lnTo>
                  <a:lnTo>
                    <a:pt x="90954" y="305366"/>
                  </a:lnTo>
                  <a:lnTo>
                    <a:pt x="95700" y="307703"/>
                  </a:lnTo>
                  <a:lnTo>
                    <a:pt x="100518" y="309889"/>
                  </a:lnTo>
                  <a:lnTo>
                    <a:pt x="105403" y="311921"/>
                  </a:lnTo>
                  <a:lnTo>
                    <a:pt x="110349" y="313797"/>
                  </a:lnTo>
                  <a:lnTo>
                    <a:pt x="115353" y="315516"/>
                  </a:lnTo>
                  <a:lnTo>
                    <a:pt x="120408" y="317076"/>
                  </a:lnTo>
                  <a:lnTo>
                    <a:pt x="125511" y="318475"/>
                  </a:lnTo>
                  <a:lnTo>
                    <a:pt x="130655" y="319712"/>
                  </a:lnTo>
                  <a:lnTo>
                    <a:pt x="135835" y="320785"/>
                  </a:lnTo>
                  <a:lnTo>
                    <a:pt x="141047" y="321694"/>
                  </a:lnTo>
                  <a:lnTo>
                    <a:pt x="146285" y="322438"/>
                  </a:lnTo>
                  <a:lnTo>
                    <a:pt x="151544" y="323015"/>
                  </a:lnTo>
                  <a:lnTo>
                    <a:pt x="156819" y="323426"/>
                  </a:lnTo>
                  <a:lnTo>
                    <a:pt x="162104" y="323670"/>
                  </a:lnTo>
                  <a:lnTo>
                    <a:pt x="167394" y="323746"/>
                  </a:lnTo>
                  <a:lnTo>
                    <a:pt x="172684" y="323655"/>
                  </a:lnTo>
                  <a:lnTo>
                    <a:pt x="177968" y="323396"/>
                  </a:lnTo>
                  <a:lnTo>
                    <a:pt x="183241" y="322970"/>
                  </a:lnTo>
                  <a:lnTo>
                    <a:pt x="188499" y="322378"/>
                  </a:lnTo>
                  <a:lnTo>
                    <a:pt x="193735" y="321620"/>
                  </a:lnTo>
                  <a:lnTo>
                    <a:pt x="198944" y="320696"/>
                  </a:lnTo>
                  <a:lnTo>
                    <a:pt x="204121" y="319608"/>
                  </a:lnTo>
                  <a:lnTo>
                    <a:pt x="209262" y="318357"/>
                  </a:lnTo>
                  <a:lnTo>
                    <a:pt x="214360" y="316943"/>
                  </a:lnTo>
                  <a:lnTo>
                    <a:pt x="219411" y="315369"/>
                  </a:lnTo>
                  <a:lnTo>
                    <a:pt x="224410" y="313636"/>
                  </a:lnTo>
                  <a:lnTo>
                    <a:pt x="229351" y="311746"/>
                  </a:lnTo>
                  <a:lnTo>
                    <a:pt x="234230" y="309700"/>
                  </a:lnTo>
                  <a:lnTo>
                    <a:pt x="239042" y="307501"/>
                  </a:lnTo>
                  <a:lnTo>
                    <a:pt x="243782" y="305151"/>
                  </a:lnTo>
                  <a:lnTo>
                    <a:pt x="248445" y="302652"/>
                  </a:lnTo>
                  <a:lnTo>
                    <a:pt x="253027" y="300006"/>
                  </a:lnTo>
                  <a:lnTo>
                    <a:pt x="257522" y="297217"/>
                  </a:lnTo>
                  <a:lnTo>
                    <a:pt x="261928" y="294287"/>
                  </a:lnTo>
                  <a:lnTo>
                    <a:pt x="266238" y="291219"/>
                  </a:lnTo>
                  <a:lnTo>
                    <a:pt x="270449" y="288017"/>
                  </a:lnTo>
                  <a:lnTo>
                    <a:pt x="274556" y="284682"/>
                  </a:lnTo>
                  <a:lnTo>
                    <a:pt x="278556" y="281219"/>
                  </a:lnTo>
                  <a:lnTo>
                    <a:pt x="282445" y="277632"/>
                  </a:lnTo>
                  <a:lnTo>
                    <a:pt x="286218" y="273923"/>
                  </a:lnTo>
                  <a:lnTo>
                    <a:pt x="289871" y="270097"/>
                  </a:lnTo>
                  <a:lnTo>
                    <a:pt x="293402" y="266157"/>
                  </a:lnTo>
                  <a:lnTo>
                    <a:pt x="296807" y="262107"/>
                  </a:lnTo>
                  <a:lnTo>
                    <a:pt x="300081" y="257951"/>
                  </a:lnTo>
                  <a:lnTo>
                    <a:pt x="303222" y="253694"/>
                  </a:lnTo>
                  <a:lnTo>
                    <a:pt x="306227" y="249340"/>
                  </a:lnTo>
                  <a:lnTo>
                    <a:pt x="309093" y="244893"/>
                  </a:lnTo>
                  <a:lnTo>
                    <a:pt x="311817" y="240357"/>
                  </a:lnTo>
                  <a:lnTo>
                    <a:pt x="314395" y="235738"/>
                  </a:lnTo>
                  <a:lnTo>
                    <a:pt x="316827" y="231039"/>
                  </a:lnTo>
                  <a:lnTo>
                    <a:pt x="319108" y="226265"/>
                  </a:lnTo>
                  <a:lnTo>
                    <a:pt x="321237" y="221422"/>
                  </a:lnTo>
                  <a:lnTo>
                    <a:pt x="323212" y="216514"/>
                  </a:lnTo>
                  <a:lnTo>
                    <a:pt x="325030" y="211546"/>
                  </a:lnTo>
                  <a:lnTo>
                    <a:pt x="326690" y="206522"/>
                  </a:lnTo>
                  <a:lnTo>
                    <a:pt x="328191" y="201449"/>
                  </a:lnTo>
                  <a:lnTo>
                    <a:pt x="329530" y="196331"/>
                  </a:lnTo>
                  <a:lnTo>
                    <a:pt x="330707" y="191173"/>
                  </a:lnTo>
                  <a:lnTo>
                    <a:pt x="331720" y="185980"/>
                  </a:lnTo>
                  <a:lnTo>
                    <a:pt x="332568" y="180758"/>
                  </a:lnTo>
                  <a:lnTo>
                    <a:pt x="333250" y="175511"/>
                  </a:lnTo>
                  <a:lnTo>
                    <a:pt x="333766" y="170246"/>
                  </a:lnTo>
                  <a:lnTo>
                    <a:pt x="334115" y="164967"/>
                  </a:lnTo>
                  <a:lnTo>
                    <a:pt x="334297" y="159679"/>
                  </a:lnTo>
                  <a:lnTo>
                    <a:pt x="334311" y="154389"/>
                  </a:lnTo>
                  <a:lnTo>
                    <a:pt x="334158" y="149100"/>
                  </a:lnTo>
                  <a:lnTo>
                    <a:pt x="333838" y="143820"/>
                  </a:lnTo>
                  <a:lnTo>
                    <a:pt x="333351" y="138551"/>
                  </a:lnTo>
                  <a:lnTo>
                    <a:pt x="332697" y="133301"/>
                  </a:lnTo>
                  <a:lnTo>
                    <a:pt x="331878" y="128075"/>
                  </a:lnTo>
                  <a:lnTo>
                    <a:pt x="330893" y="122877"/>
                  </a:lnTo>
                  <a:lnTo>
                    <a:pt x="329745" y="117712"/>
                  </a:lnTo>
                  <a:lnTo>
                    <a:pt x="328433" y="112587"/>
                  </a:lnTo>
                  <a:lnTo>
                    <a:pt x="326960" y="107505"/>
                  </a:lnTo>
                  <a:lnTo>
                    <a:pt x="325327" y="102473"/>
                  </a:lnTo>
                  <a:lnTo>
                    <a:pt x="323536" y="97495"/>
                  </a:lnTo>
                  <a:lnTo>
                    <a:pt x="321588" y="92576"/>
                  </a:lnTo>
                  <a:lnTo>
                    <a:pt x="319485" y="87721"/>
                  </a:lnTo>
                  <a:lnTo>
                    <a:pt x="317230" y="82935"/>
                  </a:lnTo>
                  <a:lnTo>
                    <a:pt x="314825" y="78223"/>
                  </a:lnTo>
                  <a:lnTo>
                    <a:pt x="312271" y="73590"/>
                  </a:lnTo>
                  <a:lnTo>
                    <a:pt x="309572" y="69039"/>
                  </a:lnTo>
                  <a:lnTo>
                    <a:pt x="306731" y="64576"/>
                  </a:lnTo>
                  <a:lnTo>
                    <a:pt x="303750" y="60206"/>
                  </a:lnTo>
                  <a:lnTo>
                    <a:pt x="300632" y="55932"/>
                  </a:lnTo>
                  <a:lnTo>
                    <a:pt x="297380" y="51758"/>
                  </a:lnTo>
                  <a:lnTo>
                    <a:pt x="293998" y="47690"/>
                  </a:lnTo>
                  <a:lnTo>
                    <a:pt x="290488" y="43731"/>
                  </a:lnTo>
                  <a:lnTo>
                    <a:pt x="286856" y="39885"/>
                  </a:lnTo>
                  <a:lnTo>
                    <a:pt x="283103" y="36155"/>
                  </a:lnTo>
                  <a:lnTo>
                    <a:pt x="279234" y="32547"/>
                  </a:lnTo>
                  <a:lnTo>
                    <a:pt x="275253" y="29062"/>
                  </a:lnTo>
                  <a:lnTo>
                    <a:pt x="271164" y="25705"/>
                  </a:lnTo>
                  <a:lnTo>
                    <a:pt x="266970" y="22480"/>
                  </a:lnTo>
                  <a:lnTo>
                    <a:pt x="262677" y="19388"/>
                  </a:lnTo>
                  <a:lnTo>
                    <a:pt x="258288" y="16435"/>
                  </a:lnTo>
                  <a:lnTo>
                    <a:pt x="253807" y="13621"/>
                  </a:lnTo>
                  <a:lnTo>
                    <a:pt x="249240" y="10951"/>
                  </a:lnTo>
                  <a:lnTo>
                    <a:pt x="244591" y="8426"/>
                  </a:lnTo>
                  <a:lnTo>
                    <a:pt x="239864" y="6050"/>
                  </a:lnTo>
                  <a:lnTo>
                    <a:pt x="235064" y="3825"/>
                  </a:lnTo>
                  <a:lnTo>
                    <a:pt x="230196" y="1752"/>
                  </a:lnTo>
                  <a:lnTo>
                    <a:pt x="167158" y="1565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88720" y="1322571"/>
              <a:ext cx="63037" cy="167167"/>
            </a:xfrm>
            <a:custGeom>
              <a:avLst/>
              <a:pathLst>
                <a:path w="63037" h="167167">
                  <a:moveTo>
                    <a:pt x="63037" y="12341"/>
                  </a:moveTo>
                  <a:lnTo>
                    <a:pt x="57557" y="10221"/>
                  </a:lnTo>
                  <a:lnTo>
                    <a:pt x="52006" y="8295"/>
                  </a:lnTo>
                  <a:lnTo>
                    <a:pt x="46391" y="6566"/>
                  </a:lnTo>
                  <a:lnTo>
                    <a:pt x="40718" y="5034"/>
                  </a:lnTo>
                  <a:lnTo>
                    <a:pt x="34995" y="3704"/>
                  </a:lnTo>
                  <a:lnTo>
                    <a:pt x="29229" y="2575"/>
                  </a:lnTo>
                  <a:lnTo>
                    <a:pt x="23426" y="1649"/>
                  </a:lnTo>
                  <a:lnTo>
                    <a:pt x="17595" y="928"/>
                  </a:lnTo>
                  <a:lnTo>
                    <a:pt x="11742" y="412"/>
                  </a:lnTo>
                  <a:lnTo>
                    <a:pt x="5874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9520" y="1681503"/>
              <a:ext cx="7004" cy="167167"/>
            </a:xfrm>
            <a:custGeom>
              <a:avLst/>
              <a:pathLst>
                <a:path w="7004" h="167167">
                  <a:moveTo>
                    <a:pt x="7004" y="0"/>
                  </a:moveTo>
                  <a:lnTo>
                    <a:pt x="0" y="146"/>
                  </a:lnTo>
                  <a:lnTo>
                    <a:pt x="70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9520" y="1681650"/>
              <a:ext cx="7004" cy="167020"/>
            </a:xfrm>
            <a:custGeom>
              <a:avLst/>
              <a:pathLst>
                <a:path w="7004" h="167020">
                  <a:moveTo>
                    <a:pt x="0" y="0"/>
                  </a:moveTo>
                  <a:lnTo>
                    <a:pt x="7004" y="1670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51599" y="1681650"/>
              <a:ext cx="134925" cy="167020"/>
            </a:xfrm>
            <a:custGeom>
              <a:avLst/>
              <a:pathLst>
                <a:path w="134925" h="167020">
                  <a:moveTo>
                    <a:pt x="127920" y="0"/>
                  </a:moveTo>
                  <a:lnTo>
                    <a:pt x="122374" y="324"/>
                  </a:lnTo>
                  <a:lnTo>
                    <a:pt x="116842" y="834"/>
                  </a:lnTo>
                  <a:lnTo>
                    <a:pt x="111330" y="1526"/>
                  </a:lnTo>
                  <a:lnTo>
                    <a:pt x="105844" y="2402"/>
                  </a:lnTo>
                  <a:lnTo>
                    <a:pt x="100389" y="3459"/>
                  </a:lnTo>
                  <a:lnTo>
                    <a:pt x="94974" y="4697"/>
                  </a:lnTo>
                  <a:lnTo>
                    <a:pt x="89602" y="6114"/>
                  </a:lnTo>
                  <a:lnTo>
                    <a:pt x="84280" y="7709"/>
                  </a:lnTo>
                  <a:lnTo>
                    <a:pt x="79014" y="9480"/>
                  </a:lnTo>
                  <a:lnTo>
                    <a:pt x="73810" y="11425"/>
                  </a:lnTo>
                  <a:lnTo>
                    <a:pt x="68673" y="13541"/>
                  </a:lnTo>
                  <a:lnTo>
                    <a:pt x="63610" y="15828"/>
                  </a:lnTo>
                  <a:lnTo>
                    <a:pt x="58625" y="18281"/>
                  </a:lnTo>
                  <a:lnTo>
                    <a:pt x="53725" y="20898"/>
                  </a:lnTo>
                  <a:lnTo>
                    <a:pt x="48914" y="23677"/>
                  </a:lnTo>
                  <a:lnTo>
                    <a:pt x="44199" y="26614"/>
                  </a:lnTo>
                  <a:lnTo>
                    <a:pt x="39583" y="29707"/>
                  </a:lnTo>
                  <a:lnTo>
                    <a:pt x="35073" y="32951"/>
                  </a:lnTo>
                  <a:lnTo>
                    <a:pt x="30673" y="36343"/>
                  </a:lnTo>
                  <a:lnTo>
                    <a:pt x="26388" y="39879"/>
                  </a:lnTo>
                  <a:lnTo>
                    <a:pt x="22224" y="43556"/>
                  </a:lnTo>
                  <a:lnTo>
                    <a:pt x="18183" y="47369"/>
                  </a:lnTo>
                  <a:lnTo>
                    <a:pt x="14272" y="51314"/>
                  </a:lnTo>
                  <a:lnTo>
                    <a:pt x="10494" y="55388"/>
                  </a:lnTo>
                  <a:lnTo>
                    <a:pt x="6853" y="59584"/>
                  </a:lnTo>
                  <a:lnTo>
                    <a:pt x="3353" y="63899"/>
                  </a:lnTo>
                  <a:lnTo>
                    <a:pt x="0" y="68328"/>
                  </a:lnTo>
                  <a:lnTo>
                    <a:pt x="134925" y="1670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19357" y="1681503"/>
              <a:ext cx="334326" cy="334324"/>
            </a:xfrm>
            <a:custGeom>
              <a:avLst/>
              <a:pathLst>
                <a:path w="334326" h="334324">
                  <a:moveTo>
                    <a:pt x="32242" y="68475"/>
                  </a:moveTo>
                  <a:lnTo>
                    <a:pt x="29189" y="72790"/>
                  </a:lnTo>
                  <a:lnTo>
                    <a:pt x="26274" y="77199"/>
                  </a:lnTo>
                  <a:lnTo>
                    <a:pt x="23500" y="81699"/>
                  </a:lnTo>
                  <a:lnTo>
                    <a:pt x="20870" y="86283"/>
                  </a:lnTo>
                  <a:lnTo>
                    <a:pt x="18386" y="90949"/>
                  </a:lnTo>
                  <a:lnTo>
                    <a:pt x="16051" y="95691"/>
                  </a:lnTo>
                  <a:lnTo>
                    <a:pt x="13866" y="100504"/>
                  </a:lnTo>
                  <a:lnTo>
                    <a:pt x="11835" y="105384"/>
                  </a:lnTo>
                  <a:lnTo>
                    <a:pt x="9960" y="110326"/>
                  </a:lnTo>
                  <a:lnTo>
                    <a:pt x="8241" y="115325"/>
                  </a:lnTo>
                  <a:lnTo>
                    <a:pt x="6682" y="120375"/>
                  </a:lnTo>
                  <a:lnTo>
                    <a:pt x="5283" y="125472"/>
                  </a:lnTo>
                  <a:lnTo>
                    <a:pt x="4045" y="130611"/>
                  </a:lnTo>
                  <a:lnTo>
                    <a:pt x="2971" y="135787"/>
                  </a:lnTo>
                  <a:lnTo>
                    <a:pt x="2061" y="140994"/>
                  </a:lnTo>
                  <a:lnTo>
                    <a:pt x="1316" y="146227"/>
                  </a:lnTo>
                  <a:lnTo>
                    <a:pt x="737" y="151481"/>
                  </a:lnTo>
                  <a:lnTo>
                    <a:pt x="324" y="156750"/>
                  </a:lnTo>
                  <a:lnTo>
                    <a:pt x="78" y="162030"/>
                  </a:lnTo>
                  <a:lnTo>
                    <a:pt x="0" y="167315"/>
                  </a:lnTo>
                  <a:lnTo>
                    <a:pt x="88" y="172600"/>
                  </a:lnTo>
                  <a:lnTo>
                    <a:pt x="343" y="177880"/>
                  </a:lnTo>
                  <a:lnTo>
                    <a:pt x="765" y="183149"/>
                  </a:lnTo>
                  <a:lnTo>
                    <a:pt x="1354" y="188402"/>
                  </a:lnTo>
                  <a:lnTo>
                    <a:pt x="2108" y="193633"/>
                  </a:lnTo>
                  <a:lnTo>
                    <a:pt x="3027" y="198839"/>
                  </a:lnTo>
                  <a:lnTo>
                    <a:pt x="4110" y="204012"/>
                  </a:lnTo>
                  <a:lnTo>
                    <a:pt x="5357" y="209149"/>
                  </a:lnTo>
                  <a:lnTo>
                    <a:pt x="6765" y="214244"/>
                  </a:lnTo>
                  <a:lnTo>
                    <a:pt x="8334" y="219291"/>
                  </a:lnTo>
                  <a:lnTo>
                    <a:pt x="10061" y="224287"/>
                  </a:lnTo>
                  <a:lnTo>
                    <a:pt x="11945" y="229225"/>
                  </a:lnTo>
                  <a:lnTo>
                    <a:pt x="13985" y="234102"/>
                  </a:lnTo>
                  <a:lnTo>
                    <a:pt x="16178" y="238911"/>
                  </a:lnTo>
                  <a:lnTo>
                    <a:pt x="18521" y="243649"/>
                  </a:lnTo>
                  <a:lnTo>
                    <a:pt x="21014" y="248310"/>
                  </a:lnTo>
                  <a:lnTo>
                    <a:pt x="23652" y="252890"/>
                  </a:lnTo>
                  <a:lnTo>
                    <a:pt x="26434" y="257385"/>
                  </a:lnTo>
                  <a:lnTo>
                    <a:pt x="29357" y="261789"/>
                  </a:lnTo>
                  <a:lnTo>
                    <a:pt x="32417" y="266099"/>
                  </a:lnTo>
                  <a:lnTo>
                    <a:pt x="35612" y="270309"/>
                  </a:lnTo>
                  <a:lnTo>
                    <a:pt x="38939" y="274417"/>
                  </a:lnTo>
                  <a:lnTo>
                    <a:pt x="42394" y="278417"/>
                  </a:lnTo>
                  <a:lnTo>
                    <a:pt x="45973" y="282306"/>
                  </a:lnTo>
                  <a:lnTo>
                    <a:pt x="49674" y="286080"/>
                  </a:lnTo>
                  <a:lnTo>
                    <a:pt x="53492" y="289736"/>
                  </a:lnTo>
                  <a:lnTo>
                    <a:pt x="57424" y="293268"/>
                  </a:lnTo>
                  <a:lnTo>
                    <a:pt x="61466" y="296675"/>
                  </a:lnTo>
                  <a:lnTo>
                    <a:pt x="65613" y="299952"/>
                  </a:lnTo>
                  <a:lnTo>
                    <a:pt x="69862" y="303096"/>
                  </a:lnTo>
                  <a:lnTo>
                    <a:pt x="74208" y="306104"/>
                  </a:lnTo>
                  <a:lnTo>
                    <a:pt x="78647" y="308974"/>
                  </a:lnTo>
                  <a:lnTo>
                    <a:pt x="83175" y="311702"/>
                  </a:lnTo>
                  <a:lnTo>
                    <a:pt x="87786" y="314285"/>
                  </a:lnTo>
                  <a:lnTo>
                    <a:pt x="92477" y="316721"/>
                  </a:lnTo>
                  <a:lnTo>
                    <a:pt x="97243" y="319008"/>
                  </a:lnTo>
                  <a:lnTo>
                    <a:pt x="102078" y="321142"/>
                  </a:lnTo>
                  <a:lnTo>
                    <a:pt x="106979" y="323123"/>
                  </a:lnTo>
                  <a:lnTo>
                    <a:pt x="111940" y="324948"/>
                  </a:lnTo>
                  <a:lnTo>
                    <a:pt x="116956" y="326615"/>
                  </a:lnTo>
                  <a:lnTo>
                    <a:pt x="122022" y="328123"/>
                  </a:lnTo>
                  <a:lnTo>
                    <a:pt x="127133" y="329470"/>
                  </a:lnTo>
                  <a:lnTo>
                    <a:pt x="132284" y="330654"/>
                  </a:lnTo>
                  <a:lnTo>
                    <a:pt x="137470" y="331676"/>
                  </a:lnTo>
                  <a:lnTo>
                    <a:pt x="142686" y="332532"/>
                  </a:lnTo>
                  <a:lnTo>
                    <a:pt x="147927" y="333223"/>
                  </a:lnTo>
                  <a:lnTo>
                    <a:pt x="153186" y="333749"/>
                  </a:lnTo>
                  <a:lnTo>
                    <a:pt x="158460" y="334107"/>
                  </a:lnTo>
                  <a:lnTo>
                    <a:pt x="163742" y="334299"/>
                  </a:lnTo>
                  <a:lnTo>
                    <a:pt x="169028" y="334324"/>
                  </a:lnTo>
                  <a:lnTo>
                    <a:pt x="174312" y="334182"/>
                  </a:lnTo>
                  <a:lnTo>
                    <a:pt x="179588" y="333872"/>
                  </a:lnTo>
                  <a:lnTo>
                    <a:pt x="184853" y="333396"/>
                  </a:lnTo>
                  <a:lnTo>
                    <a:pt x="190099" y="332754"/>
                  </a:lnTo>
                  <a:lnTo>
                    <a:pt x="195323" y="331946"/>
                  </a:lnTo>
                  <a:lnTo>
                    <a:pt x="200518" y="330974"/>
                  </a:lnTo>
                  <a:lnTo>
                    <a:pt x="205680" y="329837"/>
                  </a:lnTo>
                  <a:lnTo>
                    <a:pt x="210804" y="328538"/>
                  </a:lnTo>
                  <a:lnTo>
                    <a:pt x="215884" y="327078"/>
                  </a:lnTo>
                  <a:lnTo>
                    <a:pt x="220915" y="325458"/>
                  </a:lnTo>
                  <a:lnTo>
                    <a:pt x="225893" y="323680"/>
                  </a:lnTo>
                  <a:lnTo>
                    <a:pt x="230812" y="321745"/>
                  </a:lnTo>
                  <a:lnTo>
                    <a:pt x="235667" y="319655"/>
                  </a:lnTo>
                  <a:lnTo>
                    <a:pt x="240454" y="317413"/>
                  </a:lnTo>
                  <a:lnTo>
                    <a:pt x="245167" y="315021"/>
                  </a:lnTo>
                  <a:lnTo>
                    <a:pt x="249803" y="312481"/>
                  </a:lnTo>
                  <a:lnTo>
                    <a:pt x="254356" y="309796"/>
                  </a:lnTo>
                  <a:lnTo>
                    <a:pt x="258822" y="306968"/>
                  </a:lnTo>
                  <a:lnTo>
                    <a:pt x="263196" y="304001"/>
                  </a:lnTo>
                  <a:lnTo>
                    <a:pt x="267474" y="300896"/>
                  </a:lnTo>
                  <a:lnTo>
                    <a:pt x="271651" y="297658"/>
                  </a:lnTo>
                  <a:lnTo>
                    <a:pt x="275725" y="294289"/>
                  </a:lnTo>
                  <a:lnTo>
                    <a:pt x="279690" y="290794"/>
                  </a:lnTo>
                  <a:lnTo>
                    <a:pt x="283542" y="287175"/>
                  </a:lnTo>
                  <a:lnTo>
                    <a:pt x="287278" y="283435"/>
                  </a:lnTo>
                  <a:lnTo>
                    <a:pt x="290894" y="279580"/>
                  </a:lnTo>
                  <a:lnTo>
                    <a:pt x="294386" y="275612"/>
                  </a:lnTo>
                  <a:lnTo>
                    <a:pt x="297751" y="271536"/>
                  </a:lnTo>
                  <a:lnTo>
                    <a:pt x="300985" y="267355"/>
                  </a:lnTo>
                  <a:lnTo>
                    <a:pt x="304086" y="263074"/>
                  </a:lnTo>
                  <a:lnTo>
                    <a:pt x="307049" y="258697"/>
                  </a:lnTo>
                  <a:lnTo>
                    <a:pt x="309873" y="254229"/>
                  </a:lnTo>
                  <a:lnTo>
                    <a:pt x="312554" y="249674"/>
                  </a:lnTo>
                  <a:lnTo>
                    <a:pt x="315090" y="245036"/>
                  </a:lnTo>
                  <a:lnTo>
                    <a:pt x="317478" y="240321"/>
                  </a:lnTo>
                  <a:lnTo>
                    <a:pt x="319716" y="235532"/>
                  </a:lnTo>
                  <a:lnTo>
                    <a:pt x="321801" y="230675"/>
                  </a:lnTo>
                  <a:lnTo>
                    <a:pt x="323732" y="225754"/>
                  </a:lnTo>
                  <a:lnTo>
                    <a:pt x="325506" y="220775"/>
                  </a:lnTo>
                  <a:lnTo>
                    <a:pt x="327121" y="215742"/>
                  </a:lnTo>
                  <a:lnTo>
                    <a:pt x="328577" y="210661"/>
                  </a:lnTo>
                  <a:lnTo>
                    <a:pt x="329871" y="205536"/>
                  </a:lnTo>
                  <a:lnTo>
                    <a:pt x="331003" y="200373"/>
                  </a:lnTo>
                  <a:lnTo>
                    <a:pt x="331971" y="195177"/>
                  </a:lnTo>
                  <a:lnTo>
                    <a:pt x="332774" y="189952"/>
                  </a:lnTo>
                  <a:lnTo>
                    <a:pt x="333412" y="184705"/>
                  </a:lnTo>
                  <a:lnTo>
                    <a:pt x="333883" y="179440"/>
                  </a:lnTo>
                  <a:lnTo>
                    <a:pt x="334188" y="174163"/>
                  </a:lnTo>
                  <a:lnTo>
                    <a:pt x="334326" y="168879"/>
                  </a:lnTo>
                  <a:lnTo>
                    <a:pt x="334296" y="163594"/>
                  </a:lnTo>
                  <a:lnTo>
                    <a:pt x="334100" y="158312"/>
                  </a:lnTo>
                  <a:lnTo>
                    <a:pt x="333736" y="153038"/>
                  </a:lnTo>
                  <a:lnTo>
                    <a:pt x="333206" y="147779"/>
                  </a:lnTo>
                  <a:lnTo>
                    <a:pt x="332510" y="142540"/>
                  </a:lnTo>
                  <a:lnTo>
                    <a:pt x="331649" y="137324"/>
                  </a:lnTo>
                  <a:lnTo>
                    <a:pt x="330623" y="132139"/>
                  </a:lnTo>
                  <a:lnTo>
                    <a:pt x="329434" y="126989"/>
                  </a:lnTo>
                  <a:lnTo>
                    <a:pt x="328083" y="121879"/>
                  </a:lnTo>
                  <a:lnTo>
                    <a:pt x="326571" y="116814"/>
                  </a:lnTo>
                  <a:lnTo>
                    <a:pt x="324899" y="111800"/>
                  </a:lnTo>
                  <a:lnTo>
                    <a:pt x="323070" y="106840"/>
                  </a:lnTo>
                  <a:lnTo>
                    <a:pt x="321084" y="101942"/>
                  </a:lnTo>
                  <a:lnTo>
                    <a:pt x="318945" y="97108"/>
                  </a:lnTo>
                  <a:lnTo>
                    <a:pt x="316655" y="92345"/>
                  </a:lnTo>
                  <a:lnTo>
                    <a:pt x="314214" y="87656"/>
                  </a:lnTo>
                  <a:lnTo>
                    <a:pt x="311627" y="83047"/>
                  </a:lnTo>
                  <a:lnTo>
                    <a:pt x="308895" y="78521"/>
                  </a:lnTo>
                  <a:lnTo>
                    <a:pt x="306022" y="74085"/>
                  </a:lnTo>
                  <a:lnTo>
                    <a:pt x="303010" y="69742"/>
                  </a:lnTo>
                  <a:lnTo>
                    <a:pt x="299862" y="65495"/>
                  </a:lnTo>
                  <a:lnTo>
                    <a:pt x="296581" y="61351"/>
                  </a:lnTo>
                  <a:lnTo>
                    <a:pt x="293171" y="57312"/>
                  </a:lnTo>
                  <a:lnTo>
                    <a:pt x="289635" y="53384"/>
                  </a:lnTo>
                  <a:lnTo>
                    <a:pt x="285976" y="49569"/>
                  </a:lnTo>
                  <a:lnTo>
                    <a:pt x="282199" y="45871"/>
                  </a:lnTo>
                  <a:lnTo>
                    <a:pt x="278306" y="42295"/>
                  </a:lnTo>
                  <a:lnTo>
                    <a:pt x="274303" y="38844"/>
                  </a:lnTo>
                  <a:lnTo>
                    <a:pt x="270192" y="35521"/>
                  </a:lnTo>
                  <a:lnTo>
                    <a:pt x="265979" y="32329"/>
                  </a:lnTo>
                  <a:lnTo>
                    <a:pt x="261666" y="29273"/>
                  </a:lnTo>
                  <a:lnTo>
                    <a:pt x="257260" y="26354"/>
                  </a:lnTo>
                  <a:lnTo>
                    <a:pt x="252763" y="23576"/>
                  </a:lnTo>
                  <a:lnTo>
                    <a:pt x="248180" y="20942"/>
                  </a:lnTo>
                  <a:lnTo>
                    <a:pt x="243517" y="18454"/>
                  </a:lnTo>
                  <a:lnTo>
                    <a:pt x="238777" y="16114"/>
                  </a:lnTo>
                  <a:lnTo>
                    <a:pt x="233965" y="13926"/>
                  </a:lnTo>
                  <a:lnTo>
                    <a:pt x="229087" y="11890"/>
                  </a:lnTo>
                  <a:lnTo>
                    <a:pt x="224147" y="10010"/>
                  </a:lnTo>
                  <a:lnTo>
                    <a:pt x="219150" y="8287"/>
                  </a:lnTo>
                  <a:lnTo>
                    <a:pt x="214101" y="6723"/>
                  </a:lnTo>
                  <a:lnTo>
                    <a:pt x="209005" y="5320"/>
                  </a:lnTo>
                  <a:lnTo>
                    <a:pt x="203867" y="4078"/>
                  </a:lnTo>
                  <a:lnTo>
                    <a:pt x="198693" y="2999"/>
                  </a:lnTo>
                  <a:lnTo>
                    <a:pt x="193487" y="2084"/>
                  </a:lnTo>
                  <a:lnTo>
                    <a:pt x="188254" y="1335"/>
                  </a:lnTo>
                  <a:lnTo>
                    <a:pt x="183001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9199" y="2126963"/>
              <a:ext cx="22088" cy="167167"/>
            </a:xfrm>
            <a:custGeom>
              <a:avLst/>
              <a:pathLst>
                <a:path w="22088" h="167167">
                  <a:moveTo>
                    <a:pt x="22088" y="0"/>
                  </a:moveTo>
                  <a:lnTo>
                    <a:pt x="14706" y="163"/>
                  </a:lnTo>
                  <a:lnTo>
                    <a:pt x="7338" y="651"/>
                  </a:lnTo>
                  <a:lnTo>
                    <a:pt x="0" y="1465"/>
                  </a:lnTo>
                  <a:lnTo>
                    <a:pt x="2208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199" y="2128429"/>
              <a:ext cx="22088" cy="165701"/>
            </a:xfrm>
            <a:custGeom>
              <a:avLst/>
              <a:pathLst>
                <a:path w="22088" h="165701">
                  <a:moveTo>
                    <a:pt x="0" y="0"/>
                  </a:moveTo>
                  <a:lnTo>
                    <a:pt x="22088" y="1657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614129" y="2127645"/>
              <a:ext cx="334315" cy="333650"/>
            </a:xfrm>
            <a:custGeom>
              <a:avLst/>
              <a:pathLst>
                <a:path w="334315" h="333650">
                  <a:moveTo>
                    <a:pt x="145070" y="783"/>
                  </a:moveTo>
                  <a:lnTo>
                    <a:pt x="139824" y="1567"/>
                  </a:lnTo>
                  <a:lnTo>
                    <a:pt x="134606" y="2517"/>
                  </a:lnTo>
                  <a:lnTo>
                    <a:pt x="129421" y="3633"/>
                  </a:lnTo>
                  <a:lnTo>
                    <a:pt x="124273" y="4912"/>
                  </a:lnTo>
                  <a:lnTo>
                    <a:pt x="119169" y="6354"/>
                  </a:lnTo>
                  <a:lnTo>
                    <a:pt x="114113" y="7957"/>
                  </a:lnTo>
                  <a:lnTo>
                    <a:pt x="109111" y="9719"/>
                  </a:lnTo>
                  <a:lnTo>
                    <a:pt x="104167" y="11640"/>
                  </a:lnTo>
                  <a:lnTo>
                    <a:pt x="99286" y="13716"/>
                  </a:lnTo>
                  <a:lnTo>
                    <a:pt x="94474" y="15946"/>
                  </a:lnTo>
                  <a:lnTo>
                    <a:pt x="89735" y="18327"/>
                  </a:lnTo>
                  <a:lnTo>
                    <a:pt x="85074" y="20858"/>
                  </a:lnTo>
                  <a:lnTo>
                    <a:pt x="80495" y="23536"/>
                  </a:lnTo>
                  <a:lnTo>
                    <a:pt x="76004" y="26357"/>
                  </a:lnTo>
                  <a:lnTo>
                    <a:pt x="71604" y="29319"/>
                  </a:lnTo>
                  <a:lnTo>
                    <a:pt x="67301" y="32419"/>
                  </a:lnTo>
                  <a:lnTo>
                    <a:pt x="63098" y="35655"/>
                  </a:lnTo>
                  <a:lnTo>
                    <a:pt x="59000" y="39022"/>
                  </a:lnTo>
                  <a:lnTo>
                    <a:pt x="55011" y="42517"/>
                  </a:lnTo>
                  <a:lnTo>
                    <a:pt x="51134" y="46137"/>
                  </a:lnTo>
                  <a:lnTo>
                    <a:pt x="47375" y="49879"/>
                  </a:lnTo>
                  <a:lnTo>
                    <a:pt x="43736" y="53737"/>
                  </a:lnTo>
                  <a:lnTo>
                    <a:pt x="40221" y="57709"/>
                  </a:lnTo>
                  <a:lnTo>
                    <a:pt x="36834" y="61791"/>
                  </a:lnTo>
                  <a:lnTo>
                    <a:pt x="33579" y="65978"/>
                  </a:lnTo>
                  <a:lnTo>
                    <a:pt x="30457" y="70267"/>
                  </a:lnTo>
                  <a:lnTo>
                    <a:pt x="27474" y="74652"/>
                  </a:lnTo>
                  <a:lnTo>
                    <a:pt x="24631" y="79129"/>
                  </a:lnTo>
                  <a:lnTo>
                    <a:pt x="21931" y="83695"/>
                  </a:lnTo>
                  <a:lnTo>
                    <a:pt x="19378" y="88344"/>
                  </a:lnTo>
                  <a:lnTo>
                    <a:pt x="16973" y="93071"/>
                  </a:lnTo>
                  <a:lnTo>
                    <a:pt x="14720" y="97872"/>
                  </a:lnTo>
                  <a:lnTo>
                    <a:pt x="12620" y="102743"/>
                  </a:lnTo>
                  <a:lnTo>
                    <a:pt x="10676" y="107678"/>
                  </a:lnTo>
                  <a:lnTo>
                    <a:pt x="8889" y="112671"/>
                  </a:lnTo>
                  <a:lnTo>
                    <a:pt x="7261" y="117719"/>
                  </a:lnTo>
                  <a:lnTo>
                    <a:pt x="5795" y="122816"/>
                  </a:lnTo>
                  <a:lnTo>
                    <a:pt x="4491" y="127958"/>
                  </a:lnTo>
                  <a:lnTo>
                    <a:pt x="3350" y="133137"/>
                  </a:lnTo>
                  <a:lnTo>
                    <a:pt x="2375" y="138351"/>
                  </a:lnTo>
                  <a:lnTo>
                    <a:pt x="1565" y="143593"/>
                  </a:lnTo>
                  <a:lnTo>
                    <a:pt x="922" y="148857"/>
                  </a:lnTo>
                  <a:lnTo>
                    <a:pt x="447" y="154140"/>
                  </a:lnTo>
                  <a:lnTo>
                    <a:pt x="139" y="159435"/>
                  </a:lnTo>
                  <a:lnTo>
                    <a:pt x="0" y="164737"/>
                  </a:lnTo>
                  <a:lnTo>
                    <a:pt x="28" y="170041"/>
                  </a:lnTo>
                  <a:lnTo>
                    <a:pt x="225" y="175341"/>
                  </a:lnTo>
                  <a:lnTo>
                    <a:pt x="590" y="180632"/>
                  </a:lnTo>
                  <a:lnTo>
                    <a:pt x="1123" y="185909"/>
                  </a:lnTo>
                  <a:lnTo>
                    <a:pt x="1823" y="191167"/>
                  </a:lnTo>
                  <a:lnTo>
                    <a:pt x="2689" y="196399"/>
                  </a:lnTo>
                  <a:lnTo>
                    <a:pt x="3721" y="201602"/>
                  </a:lnTo>
                  <a:lnTo>
                    <a:pt x="4917" y="206769"/>
                  </a:lnTo>
                  <a:lnTo>
                    <a:pt x="6276" y="211896"/>
                  </a:lnTo>
                  <a:lnTo>
                    <a:pt x="7798" y="216977"/>
                  </a:lnTo>
                  <a:lnTo>
                    <a:pt x="9480" y="222007"/>
                  </a:lnTo>
                  <a:lnTo>
                    <a:pt x="11321" y="226981"/>
                  </a:lnTo>
                  <a:lnTo>
                    <a:pt x="13318" y="231894"/>
                  </a:lnTo>
                  <a:lnTo>
                    <a:pt x="15471" y="236742"/>
                  </a:lnTo>
                  <a:lnTo>
                    <a:pt x="17776" y="241519"/>
                  </a:lnTo>
                  <a:lnTo>
                    <a:pt x="20232" y="246220"/>
                  </a:lnTo>
                  <a:lnTo>
                    <a:pt x="22835" y="250841"/>
                  </a:lnTo>
                  <a:lnTo>
                    <a:pt x="25584" y="255377"/>
                  </a:lnTo>
                  <a:lnTo>
                    <a:pt x="28475" y="259823"/>
                  </a:lnTo>
                  <a:lnTo>
                    <a:pt x="31506" y="264176"/>
                  </a:lnTo>
                  <a:lnTo>
                    <a:pt x="34673" y="268430"/>
                  </a:lnTo>
                  <a:lnTo>
                    <a:pt x="37974" y="272582"/>
                  </a:lnTo>
                  <a:lnTo>
                    <a:pt x="41405" y="276627"/>
                  </a:lnTo>
                  <a:lnTo>
                    <a:pt x="44963" y="280561"/>
                  </a:lnTo>
                  <a:lnTo>
                    <a:pt x="48643" y="284380"/>
                  </a:lnTo>
                  <a:lnTo>
                    <a:pt x="52443" y="288080"/>
                  </a:lnTo>
                  <a:lnTo>
                    <a:pt x="56358" y="291658"/>
                  </a:lnTo>
                  <a:lnTo>
                    <a:pt x="60385" y="295110"/>
                  </a:lnTo>
                  <a:lnTo>
                    <a:pt x="64519" y="298433"/>
                  </a:lnTo>
                  <a:lnTo>
                    <a:pt x="68757" y="301622"/>
                  </a:lnTo>
                  <a:lnTo>
                    <a:pt x="73093" y="304676"/>
                  </a:lnTo>
                  <a:lnTo>
                    <a:pt x="77525" y="307591"/>
                  </a:lnTo>
                  <a:lnTo>
                    <a:pt x="82046" y="310363"/>
                  </a:lnTo>
                  <a:lnTo>
                    <a:pt x="86653" y="312991"/>
                  </a:lnTo>
                  <a:lnTo>
                    <a:pt x="91342" y="315471"/>
                  </a:lnTo>
                  <a:lnTo>
                    <a:pt x="96106" y="317801"/>
                  </a:lnTo>
                  <a:lnTo>
                    <a:pt x="100942" y="319979"/>
                  </a:lnTo>
                  <a:lnTo>
                    <a:pt x="105845" y="322002"/>
                  </a:lnTo>
                  <a:lnTo>
                    <a:pt x="110810" y="323869"/>
                  </a:lnTo>
                  <a:lnTo>
                    <a:pt x="115831" y="325578"/>
                  </a:lnTo>
                  <a:lnTo>
                    <a:pt x="120904" y="327126"/>
                  </a:lnTo>
                  <a:lnTo>
                    <a:pt x="126023" y="328512"/>
                  </a:lnTo>
                  <a:lnTo>
                    <a:pt x="131184" y="329736"/>
                  </a:lnTo>
                  <a:lnTo>
                    <a:pt x="136381" y="330795"/>
                  </a:lnTo>
                  <a:lnTo>
                    <a:pt x="141609" y="331688"/>
                  </a:lnTo>
                  <a:lnTo>
                    <a:pt x="146863" y="332416"/>
                  </a:lnTo>
                  <a:lnTo>
                    <a:pt x="152137" y="332976"/>
                  </a:lnTo>
                  <a:lnTo>
                    <a:pt x="157426" y="333369"/>
                  </a:lnTo>
                  <a:lnTo>
                    <a:pt x="162726" y="333594"/>
                  </a:lnTo>
                  <a:lnTo>
                    <a:pt x="168029" y="333650"/>
                  </a:lnTo>
                  <a:lnTo>
                    <a:pt x="173332" y="333538"/>
                  </a:lnTo>
                  <a:lnTo>
                    <a:pt x="178628" y="333258"/>
                  </a:lnTo>
                  <a:lnTo>
                    <a:pt x="183913" y="332810"/>
                  </a:lnTo>
                  <a:lnTo>
                    <a:pt x="189181" y="332195"/>
                  </a:lnTo>
                  <a:lnTo>
                    <a:pt x="194427" y="331413"/>
                  </a:lnTo>
                  <a:lnTo>
                    <a:pt x="199646" y="330465"/>
                  </a:lnTo>
                  <a:lnTo>
                    <a:pt x="204832" y="329352"/>
                  </a:lnTo>
                  <a:lnTo>
                    <a:pt x="209979" y="328075"/>
                  </a:lnTo>
                  <a:lnTo>
                    <a:pt x="215084" y="326635"/>
                  </a:lnTo>
                  <a:lnTo>
                    <a:pt x="220141" y="325034"/>
                  </a:lnTo>
                  <a:lnTo>
                    <a:pt x="225144" y="323273"/>
                  </a:lnTo>
                  <a:lnTo>
                    <a:pt x="230088" y="321355"/>
                  </a:lnTo>
                  <a:lnTo>
                    <a:pt x="234970" y="319280"/>
                  </a:lnTo>
                  <a:lnTo>
                    <a:pt x="239783" y="317052"/>
                  </a:lnTo>
                  <a:lnTo>
                    <a:pt x="244523" y="314672"/>
                  </a:lnTo>
                  <a:lnTo>
                    <a:pt x="249185" y="312144"/>
                  </a:lnTo>
                  <a:lnTo>
                    <a:pt x="253765" y="309468"/>
                  </a:lnTo>
                  <a:lnTo>
                    <a:pt x="258257" y="306649"/>
                  </a:lnTo>
                  <a:lnTo>
                    <a:pt x="262658" y="303688"/>
                  </a:lnTo>
                  <a:lnTo>
                    <a:pt x="266962" y="300589"/>
                  </a:lnTo>
                  <a:lnTo>
                    <a:pt x="271167" y="297356"/>
                  </a:lnTo>
                  <a:lnTo>
                    <a:pt x="275266" y="293990"/>
                  </a:lnTo>
                  <a:lnTo>
                    <a:pt x="279257" y="290496"/>
                  </a:lnTo>
                  <a:lnTo>
                    <a:pt x="283134" y="286878"/>
                  </a:lnTo>
                  <a:lnTo>
                    <a:pt x="286895" y="283138"/>
                  </a:lnTo>
                  <a:lnTo>
                    <a:pt x="290536" y="279281"/>
                  </a:lnTo>
                  <a:lnTo>
                    <a:pt x="294052" y="275310"/>
                  </a:lnTo>
                  <a:lnTo>
                    <a:pt x="297440" y="271229"/>
                  </a:lnTo>
                  <a:lnTo>
                    <a:pt x="300698" y="267044"/>
                  </a:lnTo>
                  <a:lnTo>
                    <a:pt x="303821" y="262757"/>
                  </a:lnTo>
                  <a:lnTo>
                    <a:pt x="306806" y="258373"/>
                  </a:lnTo>
                  <a:lnTo>
                    <a:pt x="309651" y="253896"/>
                  </a:lnTo>
                  <a:lnTo>
                    <a:pt x="312352" y="249332"/>
                  </a:lnTo>
                  <a:lnTo>
                    <a:pt x="314907" y="244684"/>
                  </a:lnTo>
                  <a:lnTo>
                    <a:pt x="317314" y="239957"/>
                  </a:lnTo>
                  <a:lnTo>
                    <a:pt x="319569" y="235157"/>
                  </a:lnTo>
                  <a:lnTo>
                    <a:pt x="321671" y="230287"/>
                  </a:lnTo>
                  <a:lnTo>
                    <a:pt x="323617" y="225353"/>
                  </a:lnTo>
                  <a:lnTo>
                    <a:pt x="325406" y="220360"/>
                  </a:lnTo>
                  <a:lnTo>
                    <a:pt x="327035" y="215313"/>
                  </a:lnTo>
                  <a:lnTo>
                    <a:pt x="328504" y="210216"/>
                  </a:lnTo>
                  <a:lnTo>
                    <a:pt x="329810" y="205076"/>
                  </a:lnTo>
                  <a:lnTo>
                    <a:pt x="330952" y="199896"/>
                  </a:lnTo>
                  <a:lnTo>
                    <a:pt x="331930" y="194683"/>
                  </a:lnTo>
                  <a:lnTo>
                    <a:pt x="332741" y="189442"/>
                  </a:lnTo>
                  <a:lnTo>
                    <a:pt x="333386" y="184177"/>
                  </a:lnTo>
                  <a:lnTo>
                    <a:pt x="333864" y="178895"/>
                  </a:lnTo>
                  <a:lnTo>
                    <a:pt x="334174" y="173600"/>
                  </a:lnTo>
                  <a:lnTo>
                    <a:pt x="334315" y="168298"/>
                  </a:lnTo>
                  <a:lnTo>
                    <a:pt x="334289" y="162994"/>
                  </a:lnTo>
                  <a:lnTo>
                    <a:pt x="334094" y="157694"/>
                  </a:lnTo>
                  <a:lnTo>
                    <a:pt x="333731" y="152403"/>
                  </a:lnTo>
                  <a:lnTo>
                    <a:pt x="333200" y="147125"/>
                  </a:lnTo>
                  <a:lnTo>
                    <a:pt x="332503" y="141867"/>
                  </a:lnTo>
                  <a:lnTo>
                    <a:pt x="331639" y="136634"/>
                  </a:lnTo>
                  <a:lnTo>
                    <a:pt x="330609" y="131431"/>
                  </a:lnTo>
                  <a:lnTo>
                    <a:pt x="329414" y="126264"/>
                  </a:lnTo>
                  <a:lnTo>
                    <a:pt x="328057" y="121137"/>
                  </a:lnTo>
                  <a:lnTo>
                    <a:pt x="326537" y="116055"/>
                  </a:lnTo>
                  <a:lnTo>
                    <a:pt x="324857" y="111024"/>
                  </a:lnTo>
                  <a:lnTo>
                    <a:pt x="323018" y="106049"/>
                  </a:lnTo>
                  <a:lnTo>
                    <a:pt x="321023" y="101135"/>
                  </a:lnTo>
                  <a:lnTo>
                    <a:pt x="318872" y="96287"/>
                  </a:lnTo>
                  <a:lnTo>
                    <a:pt x="316569" y="91509"/>
                  </a:lnTo>
                  <a:lnTo>
                    <a:pt x="314115" y="86807"/>
                  </a:lnTo>
                  <a:lnTo>
                    <a:pt x="311513" y="82185"/>
                  </a:lnTo>
                  <a:lnTo>
                    <a:pt x="308766" y="77648"/>
                  </a:lnTo>
                  <a:lnTo>
                    <a:pt x="305877" y="73200"/>
                  </a:lnTo>
                  <a:lnTo>
                    <a:pt x="302848" y="68847"/>
                  </a:lnTo>
                  <a:lnTo>
                    <a:pt x="299682" y="64591"/>
                  </a:lnTo>
                  <a:lnTo>
                    <a:pt x="296383" y="60438"/>
                  </a:lnTo>
                  <a:lnTo>
                    <a:pt x="292953" y="56392"/>
                  </a:lnTo>
                  <a:lnTo>
                    <a:pt x="289398" y="52457"/>
                  </a:lnTo>
                  <a:lnTo>
                    <a:pt x="285719" y="48636"/>
                  </a:lnTo>
                  <a:lnTo>
                    <a:pt x="281920" y="44934"/>
                  </a:lnTo>
                  <a:lnTo>
                    <a:pt x="278006" y="41355"/>
                  </a:lnTo>
                  <a:lnTo>
                    <a:pt x="273981" y="37901"/>
                  </a:lnTo>
                  <a:lnTo>
                    <a:pt x="269848" y="34577"/>
                  </a:lnTo>
                  <a:lnTo>
                    <a:pt x="265612" y="31386"/>
                  </a:lnTo>
                  <a:lnTo>
                    <a:pt x="261276" y="28330"/>
                  </a:lnTo>
                  <a:lnTo>
                    <a:pt x="256846" y="25414"/>
                  </a:lnTo>
                  <a:lnTo>
                    <a:pt x="252326" y="22640"/>
                  </a:lnTo>
                  <a:lnTo>
                    <a:pt x="247719" y="20010"/>
                  </a:lnTo>
                  <a:lnTo>
                    <a:pt x="243032" y="17528"/>
                  </a:lnTo>
                  <a:lnTo>
                    <a:pt x="238268" y="15196"/>
                  </a:lnTo>
                  <a:lnTo>
                    <a:pt x="233433" y="13017"/>
                  </a:lnTo>
                  <a:lnTo>
                    <a:pt x="228531" y="10991"/>
                  </a:lnTo>
                  <a:lnTo>
                    <a:pt x="223567" y="9123"/>
                  </a:lnTo>
                  <a:lnTo>
                    <a:pt x="218547" y="7412"/>
                  </a:lnTo>
                  <a:lnTo>
                    <a:pt x="213475" y="5862"/>
                  </a:lnTo>
                  <a:lnTo>
                    <a:pt x="208356" y="4473"/>
                  </a:lnTo>
                  <a:lnTo>
                    <a:pt x="203195" y="3248"/>
                  </a:lnTo>
                  <a:lnTo>
                    <a:pt x="197999" y="2187"/>
                  </a:lnTo>
                  <a:lnTo>
                    <a:pt x="192771" y="1291"/>
                  </a:lnTo>
                  <a:lnTo>
                    <a:pt x="187517" y="562"/>
                  </a:lnTo>
                  <a:lnTo>
                    <a:pt x="182243" y="0"/>
                  </a:lnTo>
                  <a:lnTo>
                    <a:pt x="167158" y="166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81287" y="2126963"/>
              <a:ext cx="15085" cy="167167"/>
            </a:xfrm>
            <a:custGeom>
              <a:avLst/>
              <a:pathLst>
                <a:path w="15085" h="167167">
                  <a:moveTo>
                    <a:pt x="15085" y="6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063" y="2633064"/>
              <a:ext cx="3685" cy="167167"/>
            </a:xfrm>
            <a:custGeom>
              <a:avLst/>
              <a:pathLst>
                <a:path w="3685" h="167167">
                  <a:moveTo>
                    <a:pt x="3685" y="0"/>
                  </a:moveTo>
                  <a:lnTo>
                    <a:pt x="0" y="40"/>
                  </a:lnTo>
                  <a:lnTo>
                    <a:pt x="3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63" y="2633104"/>
              <a:ext cx="3685" cy="167126"/>
            </a:xfrm>
            <a:custGeom>
              <a:avLst/>
              <a:pathLst>
                <a:path w="3685" h="167126">
                  <a:moveTo>
                    <a:pt x="0" y="0"/>
                  </a:moveTo>
                  <a:lnTo>
                    <a:pt x="3685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23582" y="2633104"/>
              <a:ext cx="334333" cy="334275"/>
            </a:xfrm>
            <a:custGeom>
              <a:avLst/>
              <a:pathLst>
                <a:path w="334333" h="334275">
                  <a:moveTo>
                    <a:pt x="163481" y="0"/>
                  </a:moveTo>
                  <a:lnTo>
                    <a:pt x="158189" y="200"/>
                  </a:lnTo>
                  <a:lnTo>
                    <a:pt x="152906" y="568"/>
                  </a:lnTo>
                  <a:lnTo>
                    <a:pt x="147637" y="1103"/>
                  </a:lnTo>
                  <a:lnTo>
                    <a:pt x="142388" y="1805"/>
                  </a:lnTo>
                  <a:lnTo>
                    <a:pt x="137164" y="2673"/>
                  </a:lnTo>
                  <a:lnTo>
                    <a:pt x="131970" y="3706"/>
                  </a:lnTo>
                  <a:lnTo>
                    <a:pt x="126811" y="4903"/>
                  </a:lnTo>
                  <a:lnTo>
                    <a:pt x="121693" y="6262"/>
                  </a:lnTo>
                  <a:lnTo>
                    <a:pt x="116620" y="7784"/>
                  </a:lnTo>
                  <a:lnTo>
                    <a:pt x="111599" y="9465"/>
                  </a:lnTo>
                  <a:lnTo>
                    <a:pt x="106632" y="11304"/>
                  </a:lnTo>
                  <a:lnTo>
                    <a:pt x="101727" y="13299"/>
                  </a:lnTo>
                  <a:lnTo>
                    <a:pt x="96887" y="15449"/>
                  </a:lnTo>
                  <a:lnTo>
                    <a:pt x="92118" y="17752"/>
                  </a:lnTo>
                  <a:lnTo>
                    <a:pt x="87424" y="20204"/>
                  </a:lnTo>
                  <a:lnTo>
                    <a:pt x="82811" y="22803"/>
                  </a:lnTo>
                  <a:lnTo>
                    <a:pt x="78281" y="25548"/>
                  </a:lnTo>
                  <a:lnTo>
                    <a:pt x="73842" y="28434"/>
                  </a:lnTo>
                  <a:lnTo>
                    <a:pt x="69495" y="31460"/>
                  </a:lnTo>
                  <a:lnTo>
                    <a:pt x="65247" y="34622"/>
                  </a:lnTo>
                  <a:lnTo>
                    <a:pt x="61101" y="37916"/>
                  </a:lnTo>
                  <a:lnTo>
                    <a:pt x="57061" y="41341"/>
                  </a:lnTo>
                  <a:lnTo>
                    <a:pt x="53132" y="44892"/>
                  </a:lnTo>
                  <a:lnTo>
                    <a:pt x="49318" y="48565"/>
                  </a:lnTo>
                  <a:lnTo>
                    <a:pt x="45621" y="52357"/>
                  </a:lnTo>
                  <a:lnTo>
                    <a:pt x="42047" y="56265"/>
                  </a:lnTo>
                  <a:lnTo>
                    <a:pt x="38598" y="60284"/>
                  </a:lnTo>
                  <a:lnTo>
                    <a:pt x="35279" y="64410"/>
                  </a:lnTo>
                  <a:lnTo>
                    <a:pt x="32091" y="68639"/>
                  </a:lnTo>
                  <a:lnTo>
                    <a:pt x="29039" y="72967"/>
                  </a:lnTo>
                  <a:lnTo>
                    <a:pt x="26126" y="77389"/>
                  </a:lnTo>
                  <a:lnTo>
                    <a:pt x="23354" y="81902"/>
                  </a:lnTo>
                  <a:lnTo>
                    <a:pt x="20727" y="86500"/>
                  </a:lnTo>
                  <a:lnTo>
                    <a:pt x="18247" y="91179"/>
                  </a:lnTo>
                  <a:lnTo>
                    <a:pt x="15916" y="95934"/>
                  </a:lnTo>
                  <a:lnTo>
                    <a:pt x="13737" y="100761"/>
                  </a:lnTo>
                  <a:lnTo>
                    <a:pt x="11711" y="105654"/>
                  </a:lnTo>
                  <a:lnTo>
                    <a:pt x="9842" y="110609"/>
                  </a:lnTo>
                  <a:lnTo>
                    <a:pt x="8131" y="115620"/>
                  </a:lnTo>
                  <a:lnTo>
                    <a:pt x="6579" y="120684"/>
                  </a:lnTo>
                  <a:lnTo>
                    <a:pt x="5189" y="125794"/>
                  </a:lnTo>
                  <a:lnTo>
                    <a:pt x="3961" y="130945"/>
                  </a:lnTo>
                  <a:lnTo>
                    <a:pt x="2897" y="136133"/>
                  </a:lnTo>
                  <a:lnTo>
                    <a:pt x="1997" y="141352"/>
                  </a:lnTo>
                  <a:lnTo>
                    <a:pt x="1264" y="146596"/>
                  </a:lnTo>
                  <a:lnTo>
                    <a:pt x="697" y="151862"/>
                  </a:lnTo>
                  <a:lnTo>
                    <a:pt x="297" y="157142"/>
                  </a:lnTo>
                  <a:lnTo>
                    <a:pt x="64" y="162433"/>
                  </a:lnTo>
                  <a:lnTo>
                    <a:pt x="0" y="167728"/>
                  </a:lnTo>
                  <a:lnTo>
                    <a:pt x="102" y="173023"/>
                  </a:lnTo>
                  <a:lnTo>
                    <a:pt x="373" y="178312"/>
                  </a:lnTo>
                  <a:lnTo>
                    <a:pt x="811" y="183589"/>
                  </a:lnTo>
                  <a:lnTo>
                    <a:pt x="1416" y="188850"/>
                  </a:lnTo>
                  <a:lnTo>
                    <a:pt x="2187" y="194090"/>
                  </a:lnTo>
                  <a:lnTo>
                    <a:pt x="3124" y="199302"/>
                  </a:lnTo>
                  <a:lnTo>
                    <a:pt x="4226" y="204482"/>
                  </a:lnTo>
                  <a:lnTo>
                    <a:pt x="5491" y="209624"/>
                  </a:lnTo>
                  <a:lnTo>
                    <a:pt x="6918" y="214724"/>
                  </a:lnTo>
                  <a:lnTo>
                    <a:pt x="8506" y="219776"/>
                  </a:lnTo>
                  <a:lnTo>
                    <a:pt x="10253" y="224775"/>
                  </a:lnTo>
                  <a:lnTo>
                    <a:pt x="12158" y="229717"/>
                  </a:lnTo>
                  <a:lnTo>
                    <a:pt x="14218" y="234595"/>
                  </a:lnTo>
                  <a:lnTo>
                    <a:pt x="16432" y="239406"/>
                  </a:lnTo>
                  <a:lnTo>
                    <a:pt x="18797" y="244144"/>
                  </a:lnTo>
                  <a:lnTo>
                    <a:pt x="21311" y="248805"/>
                  </a:lnTo>
                  <a:lnTo>
                    <a:pt x="23972" y="253384"/>
                  </a:lnTo>
                  <a:lnTo>
                    <a:pt x="26776" y="257877"/>
                  </a:lnTo>
                  <a:lnTo>
                    <a:pt x="29721" y="262278"/>
                  </a:lnTo>
                  <a:lnTo>
                    <a:pt x="32804" y="266584"/>
                  </a:lnTo>
                  <a:lnTo>
                    <a:pt x="36022" y="270790"/>
                  </a:lnTo>
                  <a:lnTo>
                    <a:pt x="39371" y="274892"/>
                  </a:lnTo>
                  <a:lnTo>
                    <a:pt x="42849" y="278886"/>
                  </a:lnTo>
                  <a:lnTo>
                    <a:pt x="46451" y="282767"/>
                  </a:lnTo>
                  <a:lnTo>
                    <a:pt x="50175" y="286533"/>
                  </a:lnTo>
                  <a:lnTo>
                    <a:pt x="54016" y="290179"/>
                  </a:lnTo>
                  <a:lnTo>
                    <a:pt x="57970" y="293701"/>
                  </a:lnTo>
                  <a:lnTo>
                    <a:pt x="62034" y="297097"/>
                  </a:lnTo>
                  <a:lnTo>
                    <a:pt x="66204" y="300361"/>
                  </a:lnTo>
                  <a:lnTo>
                    <a:pt x="70475" y="303493"/>
                  </a:lnTo>
                  <a:lnTo>
                    <a:pt x="74843" y="306487"/>
                  </a:lnTo>
                  <a:lnTo>
                    <a:pt x="79303" y="309341"/>
                  </a:lnTo>
                  <a:lnTo>
                    <a:pt x="83852" y="312053"/>
                  </a:lnTo>
                  <a:lnTo>
                    <a:pt x="88484" y="314619"/>
                  </a:lnTo>
                  <a:lnTo>
                    <a:pt x="93196" y="317038"/>
                  </a:lnTo>
                  <a:lnTo>
                    <a:pt x="97981" y="319305"/>
                  </a:lnTo>
                  <a:lnTo>
                    <a:pt x="102836" y="321420"/>
                  </a:lnTo>
                  <a:lnTo>
                    <a:pt x="107756" y="323381"/>
                  </a:lnTo>
                  <a:lnTo>
                    <a:pt x="112735" y="325184"/>
                  </a:lnTo>
                  <a:lnTo>
                    <a:pt x="117769" y="326829"/>
                  </a:lnTo>
                  <a:lnTo>
                    <a:pt x="122853" y="328313"/>
                  </a:lnTo>
                  <a:lnTo>
                    <a:pt x="127980" y="329636"/>
                  </a:lnTo>
                  <a:lnTo>
                    <a:pt x="133148" y="330796"/>
                  </a:lnTo>
                  <a:lnTo>
                    <a:pt x="138349" y="331791"/>
                  </a:lnTo>
                  <a:lnTo>
                    <a:pt x="143579" y="332621"/>
                  </a:lnTo>
                  <a:lnTo>
                    <a:pt x="148833" y="333285"/>
                  </a:lnTo>
                  <a:lnTo>
                    <a:pt x="154106" y="333783"/>
                  </a:lnTo>
                  <a:lnTo>
                    <a:pt x="159391" y="334113"/>
                  </a:lnTo>
                  <a:lnTo>
                    <a:pt x="164684" y="334275"/>
                  </a:lnTo>
                  <a:lnTo>
                    <a:pt x="169980" y="334270"/>
                  </a:lnTo>
                  <a:lnTo>
                    <a:pt x="175273" y="334097"/>
                  </a:lnTo>
                  <a:lnTo>
                    <a:pt x="180558" y="333756"/>
                  </a:lnTo>
                  <a:lnTo>
                    <a:pt x="185829" y="333249"/>
                  </a:lnTo>
                  <a:lnTo>
                    <a:pt x="191082" y="332574"/>
                  </a:lnTo>
                  <a:lnTo>
                    <a:pt x="196310" y="331734"/>
                  </a:lnTo>
                  <a:lnTo>
                    <a:pt x="201510" y="330728"/>
                  </a:lnTo>
                  <a:lnTo>
                    <a:pt x="206675" y="329558"/>
                  </a:lnTo>
                  <a:lnTo>
                    <a:pt x="211800" y="328225"/>
                  </a:lnTo>
                  <a:lnTo>
                    <a:pt x="216880" y="326730"/>
                  </a:lnTo>
                  <a:lnTo>
                    <a:pt x="221911" y="325076"/>
                  </a:lnTo>
                  <a:lnTo>
                    <a:pt x="226886" y="323262"/>
                  </a:lnTo>
                  <a:lnTo>
                    <a:pt x="231802" y="321292"/>
                  </a:lnTo>
                  <a:lnTo>
                    <a:pt x="236653" y="319167"/>
                  </a:lnTo>
                  <a:lnTo>
                    <a:pt x="241434" y="316890"/>
                  </a:lnTo>
                  <a:lnTo>
                    <a:pt x="246141" y="314463"/>
                  </a:lnTo>
                  <a:lnTo>
                    <a:pt x="250768" y="311887"/>
                  </a:lnTo>
                  <a:lnTo>
                    <a:pt x="255311" y="309166"/>
                  </a:lnTo>
                  <a:lnTo>
                    <a:pt x="259766" y="306303"/>
                  </a:lnTo>
                  <a:lnTo>
                    <a:pt x="264128" y="303300"/>
                  </a:lnTo>
                  <a:lnTo>
                    <a:pt x="268393" y="300160"/>
                  </a:lnTo>
                  <a:lnTo>
                    <a:pt x="272556" y="296887"/>
                  </a:lnTo>
                  <a:lnTo>
                    <a:pt x="276613" y="293484"/>
                  </a:lnTo>
                  <a:lnTo>
                    <a:pt x="280561" y="289954"/>
                  </a:lnTo>
                  <a:lnTo>
                    <a:pt x="284394" y="286300"/>
                  </a:lnTo>
                  <a:lnTo>
                    <a:pt x="288111" y="282527"/>
                  </a:lnTo>
                  <a:lnTo>
                    <a:pt x="291705" y="278638"/>
                  </a:lnTo>
                  <a:lnTo>
                    <a:pt x="295175" y="274637"/>
                  </a:lnTo>
                  <a:lnTo>
                    <a:pt x="298516" y="270529"/>
                  </a:lnTo>
                  <a:lnTo>
                    <a:pt x="301725" y="266316"/>
                  </a:lnTo>
                  <a:lnTo>
                    <a:pt x="304800" y="262004"/>
                  </a:lnTo>
                  <a:lnTo>
                    <a:pt x="307736" y="257597"/>
                  </a:lnTo>
                  <a:lnTo>
                    <a:pt x="310531" y="253099"/>
                  </a:lnTo>
                  <a:lnTo>
                    <a:pt x="313182" y="248515"/>
                  </a:lnTo>
                  <a:lnTo>
                    <a:pt x="315687" y="243849"/>
                  </a:lnTo>
                  <a:lnTo>
                    <a:pt x="318043" y="239106"/>
                  </a:lnTo>
                  <a:lnTo>
                    <a:pt x="320247" y="234291"/>
                  </a:lnTo>
                  <a:lnTo>
                    <a:pt x="322298" y="229408"/>
                  </a:lnTo>
                  <a:lnTo>
                    <a:pt x="324193" y="224463"/>
                  </a:lnTo>
                  <a:lnTo>
                    <a:pt x="325930" y="219460"/>
                  </a:lnTo>
                  <a:lnTo>
                    <a:pt x="327508" y="214405"/>
                  </a:lnTo>
                  <a:lnTo>
                    <a:pt x="328925" y="209303"/>
                  </a:lnTo>
                  <a:lnTo>
                    <a:pt x="330180" y="204158"/>
                  </a:lnTo>
                  <a:lnTo>
                    <a:pt x="331271" y="198976"/>
                  </a:lnTo>
                  <a:lnTo>
                    <a:pt x="332198" y="193761"/>
                  </a:lnTo>
                  <a:lnTo>
                    <a:pt x="332959" y="188521"/>
                  </a:lnTo>
                  <a:lnTo>
                    <a:pt x="333553" y="183258"/>
                  </a:lnTo>
                  <a:lnTo>
                    <a:pt x="333981" y="177980"/>
                  </a:lnTo>
                  <a:lnTo>
                    <a:pt x="334241" y="172691"/>
                  </a:lnTo>
                  <a:lnTo>
                    <a:pt x="334333" y="167396"/>
                  </a:lnTo>
                  <a:lnTo>
                    <a:pt x="334258" y="162100"/>
                  </a:lnTo>
                  <a:lnTo>
                    <a:pt x="334015" y="156810"/>
                  </a:lnTo>
                  <a:lnTo>
                    <a:pt x="333604" y="151530"/>
                  </a:lnTo>
                  <a:lnTo>
                    <a:pt x="333027" y="146266"/>
                  </a:lnTo>
                  <a:lnTo>
                    <a:pt x="332283" y="141023"/>
                  </a:lnTo>
                  <a:lnTo>
                    <a:pt x="331373" y="135806"/>
                  </a:lnTo>
                  <a:lnTo>
                    <a:pt x="330299" y="130620"/>
                  </a:lnTo>
                  <a:lnTo>
                    <a:pt x="329060" y="125471"/>
                  </a:lnTo>
                  <a:lnTo>
                    <a:pt x="327660" y="120364"/>
                  </a:lnTo>
                  <a:lnTo>
                    <a:pt x="326098" y="115304"/>
                  </a:lnTo>
                  <a:lnTo>
                    <a:pt x="324377" y="110296"/>
                  </a:lnTo>
                  <a:lnTo>
                    <a:pt x="322498" y="105345"/>
                  </a:lnTo>
                  <a:lnTo>
                    <a:pt x="320463" y="100455"/>
                  </a:lnTo>
                  <a:lnTo>
                    <a:pt x="318274" y="95633"/>
                  </a:lnTo>
                  <a:lnTo>
                    <a:pt x="315934" y="90883"/>
                  </a:lnTo>
                  <a:lnTo>
                    <a:pt x="313444" y="86209"/>
                  </a:lnTo>
                  <a:lnTo>
                    <a:pt x="310807" y="81616"/>
                  </a:lnTo>
                  <a:lnTo>
                    <a:pt x="308027" y="77109"/>
                  </a:lnTo>
                  <a:lnTo>
                    <a:pt x="305105" y="72692"/>
                  </a:lnTo>
                  <a:lnTo>
                    <a:pt x="302044" y="68370"/>
                  </a:lnTo>
                  <a:lnTo>
                    <a:pt x="298849" y="64148"/>
                  </a:lnTo>
                  <a:lnTo>
                    <a:pt x="295521" y="60028"/>
                  </a:lnTo>
                  <a:lnTo>
                    <a:pt x="292064" y="56016"/>
                  </a:lnTo>
                  <a:lnTo>
                    <a:pt x="288482" y="52116"/>
                  </a:lnTo>
                  <a:lnTo>
                    <a:pt x="284778" y="48331"/>
                  </a:lnTo>
                  <a:lnTo>
                    <a:pt x="280956" y="44665"/>
                  </a:lnTo>
                  <a:lnTo>
                    <a:pt x="277020" y="41122"/>
                  </a:lnTo>
                  <a:lnTo>
                    <a:pt x="272973" y="37706"/>
                  </a:lnTo>
                  <a:lnTo>
                    <a:pt x="268821" y="34419"/>
                  </a:lnTo>
                  <a:lnTo>
                    <a:pt x="264566" y="31266"/>
                  </a:lnTo>
                  <a:lnTo>
                    <a:pt x="260214" y="28249"/>
                  </a:lnTo>
                  <a:lnTo>
                    <a:pt x="255768" y="25371"/>
                  </a:lnTo>
                  <a:lnTo>
                    <a:pt x="251234" y="22636"/>
                  </a:lnTo>
                  <a:lnTo>
                    <a:pt x="246615" y="20045"/>
                  </a:lnTo>
                  <a:lnTo>
                    <a:pt x="241916" y="17603"/>
                  </a:lnTo>
                  <a:lnTo>
                    <a:pt x="237142" y="15310"/>
                  </a:lnTo>
                  <a:lnTo>
                    <a:pt x="232298" y="13170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90748" y="2633064"/>
              <a:ext cx="65132" cy="167167"/>
            </a:xfrm>
            <a:custGeom>
              <a:avLst/>
              <a:pathLst>
                <a:path w="65132" h="167167">
                  <a:moveTo>
                    <a:pt x="65132" y="13210"/>
                  </a:moveTo>
                  <a:lnTo>
                    <a:pt x="59489" y="10943"/>
                  </a:lnTo>
                  <a:lnTo>
                    <a:pt x="53767" y="8882"/>
                  </a:lnTo>
                  <a:lnTo>
                    <a:pt x="47973" y="7031"/>
                  </a:lnTo>
                  <a:lnTo>
                    <a:pt x="42116" y="5392"/>
                  </a:lnTo>
                  <a:lnTo>
                    <a:pt x="36204" y="3967"/>
                  </a:lnTo>
                  <a:lnTo>
                    <a:pt x="30243" y="2758"/>
                  </a:lnTo>
                  <a:lnTo>
                    <a:pt x="24243" y="1767"/>
                  </a:lnTo>
                  <a:lnTo>
                    <a:pt x="18210" y="994"/>
                  </a:lnTo>
                  <a:lnTo>
                    <a:pt x="12153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8517" y="3170392"/>
              <a:ext cx="17463" cy="167167"/>
            </a:xfrm>
            <a:custGeom>
              <a:avLst/>
              <a:pathLst>
                <a:path w="17463" h="167167">
                  <a:moveTo>
                    <a:pt x="17463" y="0"/>
                  </a:moveTo>
                  <a:lnTo>
                    <a:pt x="8719" y="228"/>
                  </a:lnTo>
                  <a:lnTo>
                    <a:pt x="0" y="914"/>
                  </a:lnTo>
                  <a:lnTo>
                    <a:pt x="174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517" y="3171307"/>
              <a:ext cx="17463" cy="166252"/>
            </a:xfrm>
            <a:custGeom>
              <a:avLst/>
              <a:pathLst>
                <a:path w="17463" h="166252">
                  <a:moveTo>
                    <a:pt x="0" y="0"/>
                  </a:moveTo>
                  <a:lnTo>
                    <a:pt x="17463" y="1662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358815" y="3171307"/>
              <a:ext cx="334333" cy="333405"/>
            </a:xfrm>
            <a:custGeom>
              <a:avLst/>
              <a:pathLst>
                <a:path w="334333" h="333405">
                  <a:moveTo>
                    <a:pt x="149702" y="0"/>
                  </a:moveTo>
                  <a:lnTo>
                    <a:pt x="144429" y="638"/>
                  </a:lnTo>
                  <a:lnTo>
                    <a:pt x="139179" y="1444"/>
                  </a:lnTo>
                  <a:lnTo>
                    <a:pt x="133958" y="2416"/>
                  </a:lnTo>
                  <a:lnTo>
                    <a:pt x="128770" y="3554"/>
                  </a:lnTo>
                  <a:lnTo>
                    <a:pt x="123621" y="4856"/>
                  </a:lnTo>
                  <a:lnTo>
                    <a:pt x="118515" y="6321"/>
                  </a:lnTo>
                  <a:lnTo>
                    <a:pt x="113459" y="7947"/>
                  </a:lnTo>
                  <a:lnTo>
                    <a:pt x="108458" y="9733"/>
                  </a:lnTo>
                  <a:lnTo>
                    <a:pt x="103515" y="11677"/>
                  </a:lnTo>
                  <a:lnTo>
                    <a:pt x="98637" y="13777"/>
                  </a:lnTo>
                  <a:lnTo>
                    <a:pt x="93827" y="16031"/>
                  </a:lnTo>
                  <a:lnTo>
                    <a:pt x="89092" y="18436"/>
                  </a:lnTo>
                  <a:lnTo>
                    <a:pt x="84436" y="20991"/>
                  </a:lnTo>
                  <a:lnTo>
                    <a:pt x="79863" y="23692"/>
                  </a:lnTo>
                  <a:lnTo>
                    <a:pt x="75378" y="26538"/>
                  </a:lnTo>
                  <a:lnTo>
                    <a:pt x="70986" y="29524"/>
                  </a:lnTo>
                  <a:lnTo>
                    <a:pt x="66691" y="32649"/>
                  </a:lnTo>
                  <a:lnTo>
                    <a:pt x="62498" y="35908"/>
                  </a:lnTo>
                  <a:lnTo>
                    <a:pt x="58410" y="39299"/>
                  </a:lnTo>
                  <a:lnTo>
                    <a:pt x="54432" y="42818"/>
                  </a:lnTo>
                  <a:lnTo>
                    <a:pt x="50567" y="46461"/>
                  </a:lnTo>
                  <a:lnTo>
                    <a:pt x="46821" y="50226"/>
                  </a:lnTo>
                  <a:lnTo>
                    <a:pt x="43196" y="54107"/>
                  </a:lnTo>
                  <a:lnTo>
                    <a:pt x="39696" y="58102"/>
                  </a:lnTo>
                  <a:lnTo>
                    <a:pt x="36324" y="62206"/>
                  </a:lnTo>
                  <a:lnTo>
                    <a:pt x="33085" y="66415"/>
                  </a:lnTo>
                  <a:lnTo>
                    <a:pt x="29981" y="70725"/>
                  </a:lnTo>
                  <a:lnTo>
                    <a:pt x="27016" y="75131"/>
                  </a:lnTo>
                  <a:lnTo>
                    <a:pt x="24192" y="79629"/>
                  </a:lnTo>
                  <a:lnTo>
                    <a:pt x="21512" y="84215"/>
                  </a:lnTo>
                  <a:lnTo>
                    <a:pt x="18979" y="88883"/>
                  </a:lnTo>
                  <a:lnTo>
                    <a:pt x="16596" y="93630"/>
                  </a:lnTo>
                  <a:lnTo>
                    <a:pt x="14365" y="98450"/>
                  </a:lnTo>
                  <a:lnTo>
                    <a:pt x="12289" y="103338"/>
                  </a:lnTo>
                  <a:lnTo>
                    <a:pt x="10368" y="108290"/>
                  </a:lnTo>
                  <a:lnTo>
                    <a:pt x="8606" y="113300"/>
                  </a:lnTo>
                  <a:lnTo>
                    <a:pt x="7004" y="118364"/>
                  </a:lnTo>
                  <a:lnTo>
                    <a:pt x="5563" y="123476"/>
                  </a:lnTo>
                  <a:lnTo>
                    <a:pt x="4286" y="128631"/>
                  </a:lnTo>
                  <a:lnTo>
                    <a:pt x="3173" y="133825"/>
                  </a:lnTo>
                  <a:lnTo>
                    <a:pt x="2226" y="139051"/>
                  </a:lnTo>
                  <a:lnTo>
                    <a:pt x="1445" y="144304"/>
                  </a:lnTo>
                  <a:lnTo>
                    <a:pt x="831" y="149580"/>
                  </a:lnTo>
                  <a:lnTo>
                    <a:pt x="386" y="154872"/>
                  </a:lnTo>
                  <a:lnTo>
                    <a:pt x="108" y="160176"/>
                  </a:lnTo>
                  <a:lnTo>
                    <a:pt x="0" y="165486"/>
                  </a:lnTo>
                  <a:lnTo>
                    <a:pt x="60" y="170797"/>
                  </a:lnTo>
                  <a:lnTo>
                    <a:pt x="288" y="176103"/>
                  </a:lnTo>
                  <a:lnTo>
                    <a:pt x="685" y="181400"/>
                  </a:lnTo>
                  <a:lnTo>
                    <a:pt x="1251" y="186681"/>
                  </a:lnTo>
                  <a:lnTo>
                    <a:pt x="1983" y="191941"/>
                  </a:lnTo>
                  <a:lnTo>
                    <a:pt x="2883" y="197175"/>
                  </a:lnTo>
                  <a:lnTo>
                    <a:pt x="3948" y="202379"/>
                  </a:lnTo>
                  <a:lnTo>
                    <a:pt x="5178" y="207545"/>
                  </a:lnTo>
                  <a:lnTo>
                    <a:pt x="6572" y="212671"/>
                  </a:lnTo>
                  <a:lnTo>
                    <a:pt x="8127" y="217749"/>
                  </a:lnTo>
                  <a:lnTo>
                    <a:pt x="9843" y="222775"/>
                  </a:lnTo>
                  <a:lnTo>
                    <a:pt x="11718" y="227744"/>
                  </a:lnTo>
                  <a:lnTo>
                    <a:pt x="13750" y="232651"/>
                  </a:lnTo>
                  <a:lnTo>
                    <a:pt x="15937" y="237491"/>
                  </a:lnTo>
                  <a:lnTo>
                    <a:pt x="18277" y="242260"/>
                  </a:lnTo>
                  <a:lnTo>
                    <a:pt x="20766" y="246951"/>
                  </a:lnTo>
                  <a:lnTo>
                    <a:pt x="23404" y="251561"/>
                  </a:lnTo>
                  <a:lnTo>
                    <a:pt x="26186" y="256085"/>
                  </a:lnTo>
                  <a:lnTo>
                    <a:pt x="29111" y="260518"/>
                  </a:lnTo>
                  <a:lnTo>
                    <a:pt x="32176" y="264856"/>
                  </a:lnTo>
                  <a:lnTo>
                    <a:pt x="35376" y="269095"/>
                  </a:lnTo>
                  <a:lnTo>
                    <a:pt x="38710" y="273230"/>
                  </a:lnTo>
                  <a:lnTo>
                    <a:pt x="42173" y="277256"/>
                  </a:lnTo>
                  <a:lnTo>
                    <a:pt x="45762" y="281171"/>
                  </a:lnTo>
                  <a:lnTo>
                    <a:pt x="49474" y="284970"/>
                  </a:lnTo>
                  <a:lnTo>
                    <a:pt x="53305" y="288648"/>
                  </a:lnTo>
                  <a:lnTo>
                    <a:pt x="57251" y="292204"/>
                  </a:lnTo>
                  <a:lnTo>
                    <a:pt x="61307" y="295632"/>
                  </a:lnTo>
                  <a:lnTo>
                    <a:pt x="65471" y="298929"/>
                  </a:lnTo>
                  <a:lnTo>
                    <a:pt x="69737" y="302093"/>
                  </a:lnTo>
                  <a:lnTo>
                    <a:pt x="74102" y="305120"/>
                  </a:lnTo>
                  <a:lnTo>
                    <a:pt x="78560" y="308006"/>
                  </a:lnTo>
                  <a:lnTo>
                    <a:pt x="83108" y="310749"/>
                  </a:lnTo>
                  <a:lnTo>
                    <a:pt x="87741" y="313346"/>
                  </a:lnTo>
                  <a:lnTo>
                    <a:pt x="92454" y="315795"/>
                  </a:lnTo>
                  <a:lnTo>
                    <a:pt x="97242" y="318093"/>
                  </a:lnTo>
                  <a:lnTo>
                    <a:pt x="102101" y="320238"/>
                  </a:lnTo>
                  <a:lnTo>
                    <a:pt x="107025" y="322227"/>
                  </a:lnTo>
                  <a:lnTo>
                    <a:pt x="112011" y="324059"/>
                  </a:lnTo>
                  <a:lnTo>
                    <a:pt x="117052" y="325731"/>
                  </a:lnTo>
                  <a:lnTo>
                    <a:pt x="122143" y="327243"/>
                  </a:lnTo>
                  <a:lnTo>
                    <a:pt x="127280" y="328592"/>
                  </a:lnTo>
                  <a:lnTo>
                    <a:pt x="132458" y="329777"/>
                  </a:lnTo>
                  <a:lnTo>
                    <a:pt x="137670" y="330797"/>
                  </a:lnTo>
                  <a:lnTo>
                    <a:pt x="142912" y="331651"/>
                  </a:lnTo>
                  <a:lnTo>
                    <a:pt x="148178" y="332338"/>
                  </a:lnTo>
                  <a:lnTo>
                    <a:pt x="153464" y="332857"/>
                  </a:lnTo>
                  <a:lnTo>
                    <a:pt x="158764" y="333208"/>
                  </a:lnTo>
                  <a:lnTo>
                    <a:pt x="164072" y="333391"/>
                  </a:lnTo>
                  <a:lnTo>
                    <a:pt x="169383" y="333405"/>
                  </a:lnTo>
                  <a:lnTo>
                    <a:pt x="174692" y="333250"/>
                  </a:lnTo>
                  <a:lnTo>
                    <a:pt x="179993" y="332927"/>
                  </a:lnTo>
                  <a:lnTo>
                    <a:pt x="185282" y="332435"/>
                  </a:lnTo>
                  <a:lnTo>
                    <a:pt x="190552" y="331776"/>
                  </a:lnTo>
                  <a:lnTo>
                    <a:pt x="195798" y="330949"/>
                  </a:lnTo>
                  <a:lnTo>
                    <a:pt x="201016" y="329957"/>
                  </a:lnTo>
                  <a:lnTo>
                    <a:pt x="206199" y="328799"/>
                  </a:lnTo>
                  <a:lnTo>
                    <a:pt x="211343" y="327477"/>
                  </a:lnTo>
                  <a:lnTo>
                    <a:pt x="216443" y="325992"/>
                  </a:lnTo>
                  <a:lnTo>
                    <a:pt x="221492" y="324346"/>
                  </a:lnTo>
                  <a:lnTo>
                    <a:pt x="226487" y="322540"/>
                  </a:lnTo>
                  <a:lnTo>
                    <a:pt x="231422" y="320577"/>
                  </a:lnTo>
                  <a:lnTo>
                    <a:pt x="236292" y="318457"/>
                  </a:lnTo>
                  <a:lnTo>
                    <a:pt x="241092" y="316185"/>
                  </a:lnTo>
                  <a:lnTo>
                    <a:pt x="245818" y="313760"/>
                  </a:lnTo>
                  <a:lnTo>
                    <a:pt x="250464" y="311187"/>
                  </a:lnTo>
                  <a:lnTo>
                    <a:pt x="255026" y="308468"/>
                  </a:lnTo>
                  <a:lnTo>
                    <a:pt x="259500" y="305605"/>
                  </a:lnTo>
                  <a:lnTo>
                    <a:pt x="263880" y="302602"/>
                  </a:lnTo>
                  <a:lnTo>
                    <a:pt x="268163" y="299460"/>
                  </a:lnTo>
                  <a:lnTo>
                    <a:pt x="272344" y="296185"/>
                  </a:lnTo>
                  <a:lnTo>
                    <a:pt x="276418" y="292778"/>
                  </a:lnTo>
                  <a:lnTo>
                    <a:pt x="280383" y="289243"/>
                  </a:lnTo>
                  <a:lnTo>
                    <a:pt x="284233" y="285585"/>
                  </a:lnTo>
                  <a:lnTo>
                    <a:pt x="287964" y="281805"/>
                  </a:lnTo>
                  <a:lnTo>
                    <a:pt x="291574" y="277910"/>
                  </a:lnTo>
                  <a:lnTo>
                    <a:pt x="295058" y="273901"/>
                  </a:lnTo>
                  <a:lnTo>
                    <a:pt x="298414" y="269784"/>
                  </a:lnTo>
                  <a:lnTo>
                    <a:pt x="301636" y="265562"/>
                  </a:lnTo>
                  <a:lnTo>
                    <a:pt x="304723" y="261240"/>
                  </a:lnTo>
                  <a:lnTo>
                    <a:pt x="307671" y="256822"/>
                  </a:lnTo>
                  <a:lnTo>
                    <a:pt x="310478" y="252313"/>
                  </a:lnTo>
                  <a:lnTo>
                    <a:pt x="313139" y="247717"/>
                  </a:lnTo>
                  <a:lnTo>
                    <a:pt x="315654" y="243039"/>
                  </a:lnTo>
                  <a:lnTo>
                    <a:pt x="318018" y="238283"/>
                  </a:lnTo>
                  <a:lnTo>
                    <a:pt x="320230" y="233454"/>
                  </a:lnTo>
                  <a:lnTo>
                    <a:pt x="322288" y="228558"/>
                  </a:lnTo>
                  <a:lnTo>
                    <a:pt x="324189" y="223598"/>
                  </a:lnTo>
                  <a:lnTo>
                    <a:pt x="325931" y="218581"/>
                  </a:lnTo>
                  <a:lnTo>
                    <a:pt x="327513" y="213511"/>
                  </a:lnTo>
                  <a:lnTo>
                    <a:pt x="328934" y="208393"/>
                  </a:lnTo>
                  <a:lnTo>
                    <a:pt x="330191" y="203233"/>
                  </a:lnTo>
                  <a:lnTo>
                    <a:pt x="331283" y="198036"/>
                  </a:lnTo>
                  <a:lnTo>
                    <a:pt x="332210" y="192806"/>
                  </a:lnTo>
                  <a:lnTo>
                    <a:pt x="332970" y="187549"/>
                  </a:lnTo>
                  <a:lnTo>
                    <a:pt x="333563" y="182271"/>
                  </a:lnTo>
                  <a:lnTo>
                    <a:pt x="333988" y="176977"/>
                  </a:lnTo>
                  <a:lnTo>
                    <a:pt x="334245" y="171672"/>
                  </a:lnTo>
                  <a:lnTo>
                    <a:pt x="334333" y="166362"/>
                  </a:lnTo>
                  <a:lnTo>
                    <a:pt x="334252" y="161051"/>
                  </a:lnTo>
                  <a:lnTo>
                    <a:pt x="334002" y="155746"/>
                  </a:lnTo>
                  <a:lnTo>
                    <a:pt x="333584" y="150451"/>
                  </a:lnTo>
                  <a:lnTo>
                    <a:pt x="332998" y="145173"/>
                  </a:lnTo>
                  <a:lnTo>
                    <a:pt x="332245" y="139915"/>
                  </a:lnTo>
                  <a:lnTo>
                    <a:pt x="331325" y="134684"/>
                  </a:lnTo>
                  <a:lnTo>
                    <a:pt x="330239" y="129485"/>
                  </a:lnTo>
                  <a:lnTo>
                    <a:pt x="328989" y="124323"/>
                  </a:lnTo>
                  <a:lnTo>
                    <a:pt x="327575" y="119204"/>
                  </a:lnTo>
                  <a:lnTo>
                    <a:pt x="326000" y="114132"/>
                  </a:lnTo>
                  <a:lnTo>
                    <a:pt x="324264" y="109112"/>
                  </a:lnTo>
                  <a:lnTo>
                    <a:pt x="322369" y="104150"/>
                  </a:lnTo>
                  <a:lnTo>
                    <a:pt x="320318" y="99251"/>
                  </a:lnTo>
                  <a:lnTo>
                    <a:pt x="318112" y="94420"/>
                  </a:lnTo>
                  <a:lnTo>
                    <a:pt x="315754" y="89661"/>
                  </a:lnTo>
                  <a:lnTo>
                    <a:pt x="313246" y="84979"/>
                  </a:lnTo>
                  <a:lnTo>
                    <a:pt x="310590" y="80379"/>
                  </a:lnTo>
                  <a:lnTo>
                    <a:pt x="307790" y="75867"/>
                  </a:lnTo>
                  <a:lnTo>
                    <a:pt x="304848" y="71445"/>
                  </a:lnTo>
                  <a:lnTo>
                    <a:pt x="301767" y="67119"/>
                  </a:lnTo>
                  <a:lnTo>
                    <a:pt x="298549" y="62893"/>
                  </a:lnTo>
                  <a:lnTo>
                    <a:pt x="295200" y="58771"/>
                  </a:lnTo>
                  <a:lnTo>
                    <a:pt x="291721" y="54758"/>
                  </a:lnTo>
                  <a:lnTo>
                    <a:pt x="288116" y="50858"/>
                  </a:lnTo>
                  <a:lnTo>
                    <a:pt x="284389" y="47074"/>
                  </a:lnTo>
                  <a:lnTo>
                    <a:pt x="280544" y="43410"/>
                  </a:lnTo>
                  <a:lnTo>
                    <a:pt x="276584" y="39870"/>
                  </a:lnTo>
                  <a:lnTo>
                    <a:pt x="272514" y="36458"/>
                  </a:lnTo>
                  <a:lnTo>
                    <a:pt x="268338" y="33177"/>
                  </a:lnTo>
                  <a:lnTo>
                    <a:pt x="264059" y="30030"/>
                  </a:lnTo>
                  <a:lnTo>
                    <a:pt x="167165" y="166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3170392"/>
              <a:ext cx="96893" cy="167167"/>
            </a:xfrm>
            <a:custGeom>
              <a:avLst/>
              <a:pathLst>
                <a:path w="96893" h="167167">
                  <a:moveTo>
                    <a:pt x="96893" y="30945"/>
                  </a:moveTo>
                  <a:lnTo>
                    <a:pt x="92158" y="27697"/>
                  </a:lnTo>
                  <a:lnTo>
                    <a:pt x="87314" y="24615"/>
                  </a:lnTo>
                  <a:lnTo>
                    <a:pt x="82367" y="21700"/>
                  </a:lnTo>
                  <a:lnTo>
                    <a:pt x="77323" y="18958"/>
                  </a:lnTo>
                  <a:lnTo>
                    <a:pt x="72188" y="16390"/>
                  </a:lnTo>
                  <a:lnTo>
                    <a:pt x="66967" y="14000"/>
                  </a:lnTo>
                  <a:lnTo>
                    <a:pt x="61668" y="11790"/>
                  </a:lnTo>
                  <a:lnTo>
                    <a:pt x="56296" y="9764"/>
                  </a:lnTo>
                  <a:lnTo>
                    <a:pt x="50857" y="7924"/>
                  </a:lnTo>
                  <a:lnTo>
                    <a:pt x="45359" y="6271"/>
                  </a:lnTo>
                  <a:lnTo>
                    <a:pt x="39806" y="4808"/>
                  </a:lnTo>
                  <a:lnTo>
                    <a:pt x="34207" y="3537"/>
                  </a:lnTo>
                  <a:lnTo>
                    <a:pt x="28568" y="2459"/>
                  </a:lnTo>
                  <a:lnTo>
                    <a:pt x="22895" y="1575"/>
                  </a:lnTo>
                  <a:lnTo>
                    <a:pt x="17195" y="886"/>
                  </a:lnTo>
                  <a:lnTo>
                    <a:pt x="11474" y="394"/>
                  </a:lnTo>
                  <a:lnTo>
                    <a:pt x="5740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6739" y="3707720"/>
              <a:ext cx="4009" cy="167167"/>
            </a:xfrm>
            <a:custGeom>
              <a:avLst/>
              <a:pathLst>
                <a:path w="4009" h="167167">
                  <a:moveTo>
                    <a:pt x="4009" y="0"/>
                  </a:moveTo>
                  <a:lnTo>
                    <a:pt x="0" y="48"/>
                  </a:lnTo>
                  <a:lnTo>
                    <a:pt x="400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39" y="3707768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423583" y="3707768"/>
              <a:ext cx="334332" cy="334273"/>
            </a:xfrm>
            <a:custGeom>
              <a:avLst/>
              <a:pathLst>
                <a:path w="334332" h="334273">
                  <a:moveTo>
                    <a:pt x="163155" y="0"/>
                  </a:moveTo>
                  <a:lnTo>
                    <a:pt x="157863" y="210"/>
                  </a:lnTo>
                  <a:lnTo>
                    <a:pt x="152580" y="589"/>
                  </a:lnTo>
                  <a:lnTo>
                    <a:pt x="147312" y="1134"/>
                  </a:lnTo>
                  <a:lnTo>
                    <a:pt x="142064" y="1847"/>
                  </a:lnTo>
                  <a:lnTo>
                    <a:pt x="136841" y="2725"/>
                  </a:lnTo>
                  <a:lnTo>
                    <a:pt x="131649" y="3768"/>
                  </a:lnTo>
                  <a:lnTo>
                    <a:pt x="126492" y="4975"/>
                  </a:lnTo>
                  <a:lnTo>
                    <a:pt x="121376" y="6345"/>
                  </a:lnTo>
                  <a:lnTo>
                    <a:pt x="116306" y="7876"/>
                  </a:lnTo>
                  <a:lnTo>
                    <a:pt x="111287" y="9567"/>
                  </a:lnTo>
                  <a:lnTo>
                    <a:pt x="106324" y="11416"/>
                  </a:lnTo>
                  <a:lnTo>
                    <a:pt x="101422" y="13421"/>
                  </a:lnTo>
                  <a:lnTo>
                    <a:pt x="96586" y="15581"/>
                  </a:lnTo>
                  <a:lnTo>
                    <a:pt x="91821" y="17893"/>
                  </a:lnTo>
                  <a:lnTo>
                    <a:pt x="87132" y="20355"/>
                  </a:lnTo>
                  <a:lnTo>
                    <a:pt x="82523" y="22963"/>
                  </a:lnTo>
                  <a:lnTo>
                    <a:pt x="77999" y="25717"/>
                  </a:lnTo>
                  <a:lnTo>
                    <a:pt x="73564" y="28613"/>
                  </a:lnTo>
                  <a:lnTo>
                    <a:pt x="69223" y="31647"/>
                  </a:lnTo>
                  <a:lnTo>
                    <a:pt x="64981" y="34818"/>
                  </a:lnTo>
                  <a:lnTo>
                    <a:pt x="60841" y="38121"/>
                  </a:lnTo>
                  <a:lnTo>
                    <a:pt x="56808" y="41554"/>
                  </a:lnTo>
                  <a:lnTo>
                    <a:pt x="52886" y="45113"/>
                  </a:lnTo>
                  <a:lnTo>
                    <a:pt x="49078" y="48794"/>
                  </a:lnTo>
                  <a:lnTo>
                    <a:pt x="45389" y="52594"/>
                  </a:lnTo>
                  <a:lnTo>
                    <a:pt x="41823" y="56510"/>
                  </a:lnTo>
                  <a:lnTo>
                    <a:pt x="38382" y="60536"/>
                  </a:lnTo>
                  <a:lnTo>
                    <a:pt x="35070" y="64669"/>
                  </a:lnTo>
                  <a:lnTo>
                    <a:pt x="31891" y="68905"/>
                  </a:lnTo>
                  <a:lnTo>
                    <a:pt x="28847" y="73239"/>
                  </a:lnTo>
                  <a:lnTo>
                    <a:pt x="25943" y="77668"/>
                  </a:lnTo>
                  <a:lnTo>
                    <a:pt x="23180" y="82187"/>
                  </a:lnTo>
                  <a:lnTo>
                    <a:pt x="20562" y="86790"/>
                  </a:lnTo>
                  <a:lnTo>
                    <a:pt x="18091" y="91475"/>
                  </a:lnTo>
                  <a:lnTo>
                    <a:pt x="15769" y="96235"/>
                  </a:lnTo>
                  <a:lnTo>
                    <a:pt x="13600" y="101067"/>
                  </a:lnTo>
                  <a:lnTo>
                    <a:pt x="11584" y="105964"/>
                  </a:lnTo>
                  <a:lnTo>
                    <a:pt x="9725" y="110924"/>
                  </a:lnTo>
                  <a:lnTo>
                    <a:pt x="8024" y="115939"/>
                  </a:lnTo>
                  <a:lnTo>
                    <a:pt x="6483" y="121006"/>
                  </a:lnTo>
                  <a:lnTo>
                    <a:pt x="5103" y="126119"/>
                  </a:lnTo>
                  <a:lnTo>
                    <a:pt x="3885" y="131274"/>
                  </a:lnTo>
                  <a:lnTo>
                    <a:pt x="2832" y="136464"/>
                  </a:lnTo>
                  <a:lnTo>
                    <a:pt x="1943" y="141685"/>
                  </a:lnTo>
                  <a:lnTo>
                    <a:pt x="1220" y="146932"/>
                  </a:lnTo>
                  <a:lnTo>
                    <a:pt x="664" y="152199"/>
                  </a:lnTo>
                  <a:lnTo>
                    <a:pt x="275" y="157481"/>
                  </a:lnTo>
                  <a:lnTo>
                    <a:pt x="53" y="162772"/>
                  </a:lnTo>
                  <a:lnTo>
                    <a:pt x="0" y="168068"/>
                  </a:lnTo>
                  <a:lnTo>
                    <a:pt x="113" y="173363"/>
                  </a:lnTo>
                  <a:lnTo>
                    <a:pt x="395" y="178652"/>
                  </a:lnTo>
                  <a:lnTo>
                    <a:pt x="844" y="183929"/>
                  </a:lnTo>
                  <a:lnTo>
                    <a:pt x="1460" y="189190"/>
                  </a:lnTo>
                  <a:lnTo>
                    <a:pt x="2242" y="194428"/>
                  </a:lnTo>
                  <a:lnTo>
                    <a:pt x="3190" y="199638"/>
                  </a:lnTo>
                  <a:lnTo>
                    <a:pt x="4303" y="204816"/>
                  </a:lnTo>
                  <a:lnTo>
                    <a:pt x="5579" y="209957"/>
                  </a:lnTo>
                  <a:lnTo>
                    <a:pt x="7017" y="215054"/>
                  </a:lnTo>
                  <a:lnTo>
                    <a:pt x="8616" y="220103"/>
                  </a:lnTo>
                  <a:lnTo>
                    <a:pt x="10374" y="225099"/>
                  </a:lnTo>
                  <a:lnTo>
                    <a:pt x="12289" y="230037"/>
                  </a:lnTo>
                  <a:lnTo>
                    <a:pt x="14360" y="234911"/>
                  </a:lnTo>
                  <a:lnTo>
                    <a:pt x="16584" y="239718"/>
                  </a:lnTo>
                  <a:lnTo>
                    <a:pt x="18960" y="244452"/>
                  </a:lnTo>
                  <a:lnTo>
                    <a:pt x="21484" y="249108"/>
                  </a:lnTo>
                  <a:lnTo>
                    <a:pt x="24154" y="253681"/>
                  </a:lnTo>
                  <a:lnTo>
                    <a:pt x="26968" y="258168"/>
                  </a:lnTo>
                  <a:lnTo>
                    <a:pt x="29923" y="262564"/>
                  </a:lnTo>
                  <a:lnTo>
                    <a:pt x="33015" y="266863"/>
                  </a:lnTo>
                  <a:lnTo>
                    <a:pt x="36242" y="271063"/>
                  </a:lnTo>
                  <a:lnTo>
                    <a:pt x="39601" y="275158"/>
                  </a:lnTo>
                  <a:lnTo>
                    <a:pt x="43087" y="279145"/>
                  </a:lnTo>
                  <a:lnTo>
                    <a:pt x="46698" y="283019"/>
                  </a:lnTo>
                  <a:lnTo>
                    <a:pt x="50430" y="286777"/>
                  </a:lnTo>
                  <a:lnTo>
                    <a:pt x="54279" y="290415"/>
                  </a:lnTo>
                  <a:lnTo>
                    <a:pt x="58242" y="293929"/>
                  </a:lnTo>
                  <a:lnTo>
                    <a:pt x="62314" y="297316"/>
                  </a:lnTo>
                  <a:lnTo>
                    <a:pt x="66491" y="300572"/>
                  </a:lnTo>
                  <a:lnTo>
                    <a:pt x="70769" y="303694"/>
                  </a:lnTo>
                  <a:lnTo>
                    <a:pt x="75144" y="306679"/>
                  </a:lnTo>
                  <a:lnTo>
                    <a:pt x="79611" y="309524"/>
                  </a:lnTo>
                  <a:lnTo>
                    <a:pt x="84166" y="312226"/>
                  </a:lnTo>
                  <a:lnTo>
                    <a:pt x="88804" y="314783"/>
                  </a:lnTo>
                  <a:lnTo>
                    <a:pt x="93521" y="317191"/>
                  </a:lnTo>
                  <a:lnTo>
                    <a:pt x="98312" y="319449"/>
                  </a:lnTo>
                  <a:lnTo>
                    <a:pt x="103172" y="321553"/>
                  </a:lnTo>
                  <a:lnTo>
                    <a:pt x="108097" y="323503"/>
                  </a:lnTo>
                  <a:lnTo>
                    <a:pt x="113080" y="325296"/>
                  </a:lnTo>
                  <a:lnTo>
                    <a:pt x="118118" y="326929"/>
                  </a:lnTo>
                  <a:lnTo>
                    <a:pt x="123205" y="328403"/>
                  </a:lnTo>
                  <a:lnTo>
                    <a:pt x="128337" y="329715"/>
                  </a:lnTo>
                  <a:lnTo>
                    <a:pt x="133507" y="330863"/>
                  </a:lnTo>
                  <a:lnTo>
                    <a:pt x="138711" y="331847"/>
                  </a:lnTo>
                  <a:lnTo>
                    <a:pt x="143943" y="332666"/>
                  </a:lnTo>
                  <a:lnTo>
                    <a:pt x="149199" y="333318"/>
                  </a:lnTo>
                  <a:lnTo>
                    <a:pt x="154473" y="333804"/>
                  </a:lnTo>
                  <a:lnTo>
                    <a:pt x="159760" y="334122"/>
                  </a:lnTo>
                  <a:lnTo>
                    <a:pt x="165054" y="334273"/>
                  </a:lnTo>
                  <a:lnTo>
                    <a:pt x="170350" y="334256"/>
                  </a:lnTo>
                  <a:lnTo>
                    <a:pt x="175643" y="334071"/>
                  </a:lnTo>
                  <a:lnTo>
                    <a:pt x="180928" y="333719"/>
                  </a:lnTo>
                  <a:lnTo>
                    <a:pt x="186198" y="333199"/>
                  </a:lnTo>
                  <a:lnTo>
                    <a:pt x="191450" y="332513"/>
                  </a:lnTo>
                  <a:lnTo>
                    <a:pt x="196677" y="331660"/>
                  </a:lnTo>
                  <a:lnTo>
                    <a:pt x="201875" y="330643"/>
                  </a:lnTo>
                  <a:lnTo>
                    <a:pt x="207037" y="329461"/>
                  </a:lnTo>
                  <a:lnTo>
                    <a:pt x="212160" y="328117"/>
                  </a:lnTo>
                  <a:lnTo>
                    <a:pt x="217238" y="326611"/>
                  </a:lnTo>
                  <a:lnTo>
                    <a:pt x="222265" y="324944"/>
                  </a:lnTo>
                  <a:lnTo>
                    <a:pt x="227237" y="323120"/>
                  </a:lnTo>
                  <a:lnTo>
                    <a:pt x="232149" y="321138"/>
                  </a:lnTo>
                  <a:lnTo>
                    <a:pt x="236995" y="319002"/>
                  </a:lnTo>
                  <a:lnTo>
                    <a:pt x="241771" y="316714"/>
                  </a:lnTo>
                  <a:lnTo>
                    <a:pt x="246473" y="314276"/>
                  </a:lnTo>
                  <a:lnTo>
                    <a:pt x="251095" y="311689"/>
                  </a:lnTo>
                  <a:lnTo>
                    <a:pt x="255632" y="308958"/>
                  </a:lnTo>
                  <a:lnTo>
                    <a:pt x="260081" y="306084"/>
                  </a:lnTo>
                  <a:lnTo>
                    <a:pt x="264437" y="303071"/>
                  </a:lnTo>
                  <a:lnTo>
                    <a:pt x="268695" y="299922"/>
                  </a:lnTo>
                  <a:lnTo>
                    <a:pt x="272851" y="296639"/>
                  </a:lnTo>
                  <a:lnTo>
                    <a:pt x="276900" y="293226"/>
                  </a:lnTo>
                  <a:lnTo>
                    <a:pt x="280840" y="289686"/>
                  </a:lnTo>
                  <a:lnTo>
                    <a:pt x="284666" y="286024"/>
                  </a:lnTo>
                  <a:lnTo>
                    <a:pt x="288374" y="282242"/>
                  </a:lnTo>
                  <a:lnTo>
                    <a:pt x="291960" y="278344"/>
                  </a:lnTo>
                  <a:lnTo>
                    <a:pt x="295420" y="274335"/>
                  </a:lnTo>
                  <a:lnTo>
                    <a:pt x="298752" y="270218"/>
                  </a:lnTo>
                  <a:lnTo>
                    <a:pt x="301952" y="265998"/>
                  </a:lnTo>
                  <a:lnTo>
                    <a:pt x="305017" y="261679"/>
                  </a:lnTo>
                  <a:lnTo>
                    <a:pt x="307943" y="257264"/>
                  </a:lnTo>
                  <a:lnTo>
                    <a:pt x="310728" y="252759"/>
                  </a:lnTo>
                  <a:lnTo>
                    <a:pt x="313369" y="248169"/>
                  </a:lnTo>
                  <a:lnTo>
                    <a:pt x="315863" y="243496"/>
                  </a:lnTo>
                  <a:lnTo>
                    <a:pt x="318208" y="238747"/>
                  </a:lnTo>
                  <a:lnTo>
                    <a:pt x="320402" y="233927"/>
                  </a:lnTo>
                  <a:lnTo>
                    <a:pt x="322441" y="229039"/>
                  </a:lnTo>
                  <a:lnTo>
                    <a:pt x="324325" y="224089"/>
                  </a:lnTo>
                  <a:lnTo>
                    <a:pt x="326050" y="219082"/>
                  </a:lnTo>
                  <a:lnTo>
                    <a:pt x="327617" y="214023"/>
                  </a:lnTo>
                  <a:lnTo>
                    <a:pt x="329022" y="208916"/>
                  </a:lnTo>
                  <a:lnTo>
                    <a:pt x="330265" y="203768"/>
                  </a:lnTo>
                  <a:lnTo>
                    <a:pt x="331344" y="198583"/>
                  </a:lnTo>
                  <a:lnTo>
                    <a:pt x="332258" y="193366"/>
                  </a:lnTo>
                  <a:lnTo>
                    <a:pt x="333007" y="188123"/>
                  </a:lnTo>
                  <a:lnTo>
                    <a:pt x="333589" y="182859"/>
                  </a:lnTo>
                  <a:lnTo>
                    <a:pt x="334004" y="177579"/>
                  </a:lnTo>
                  <a:lnTo>
                    <a:pt x="334252" y="172288"/>
                  </a:lnTo>
                  <a:lnTo>
                    <a:pt x="334332" y="166993"/>
                  </a:lnTo>
                  <a:lnTo>
                    <a:pt x="334244" y="161697"/>
                  </a:lnTo>
                  <a:lnTo>
                    <a:pt x="333988" y="156407"/>
                  </a:lnTo>
                  <a:lnTo>
                    <a:pt x="333565" y="151128"/>
                  </a:lnTo>
                  <a:lnTo>
                    <a:pt x="332975" y="145865"/>
                  </a:lnTo>
                  <a:lnTo>
                    <a:pt x="332219" y="140623"/>
                  </a:lnTo>
                  <a:lnTo>
                    <a:pt x="331296" y="135407"/>
                  </a:lnTo>
                  <a:lnTo>
                    <a:pt x="330209" y="130224"/>
                  </a:lnTo>
                  <a:lnTo>
                    <a:pt x="328959" y="125077"/>
                  </a:lnTo>
                  <a:lnTo>
                    <a:pt x="327546" y="119973"/>
                  </a:lnTo>
                  <a:lnTo>
                    <a:pt x="325972" y="114916"/>
                  </a:lnTo>
                  <a:lnTo>
                    <a:pt x="324238" y="109912"/>
                  </a:lnTo>
                  <a:lnTo>
                    <a:pt x="322347" y="104965"/>
                  </a:lnTo>
                  <a:lnTo>
                    <a:pt x="320301" y="100080"/>
                  </a:lnTo>
                  <a:lnTo>
                    <a:pt x="318100" y="95262"/>
                  </a:lnTo>
                  <a:lnTo>
                    <a:pt x="315748" y="90517"/>
                  </a:lnTo>
                  <a:lnTo>
                    <a:pt x="313247" y="85849"/>
                  </a:lnTo>
                  <a:lnTo>
                    <a:pt x="310599" y="81262"/>
                  </a:lnTo>
                  <a:lnTo>
                    <a:pt x="307807" y="76761"/>
                  </a:lnTo>
                  <a:lnTo>
                    <a:pt x="304874" y="72351"/>
                  </a:lnTo>
                  <a:lnTo>
                    <a:pt x="301803" y="68036"/>
                  </a:lnTo>
                  <a:lnTo>
                    <a:pt x="298597" y="63821"/>
                  </a:lnTo>
                  <a:lnTo>
                    <a:pt x="295258" y="59709"/>
                  </a:lnTo>
                  <a:lnTo>
                    <a:pt x="291792" y="55705"/>
                  </a:lnTo>
                  <a:lnTo>
                    <a:pt x="288200" y="51813"/>
                  </a:lnTo>
                  <a:lnTo>
                    <a:pt x="284486" y="48037"/>
                  </a:lnTo>
                  <a:lnTo>
                    <a:pt x="280655" y="44380"/>
                  </a:lnTo>
                  <a:lnTo>
                    <a:pt x="276710" y="40847"/>
                  </a:lnTo>
                  <a:lnTo>
                    <a:pt x="272655" y="37440"/>
                  </a:lnTo>
                  <a:lnTo>
                    <a:pt x="268494" y="34163"/>
                  </a:lnTo>
                  <a:lnTo>
                    <a:pt x="264231" y="31020"/>
                  </a:lnTo>
                  <a:lnTo>
                    <a:pt x="259871" y="28013"/>
                  </a:lnTo>
                  <a:lnTo>
                    <a:pt x="255418" y="25146"/>
                  </a:lnTo>
                  <a:lnTo>
                    <a:pt x="250876" y="22422"/>
                  </a:lnTo>
                  <a:lnTo>
                    <a:pt x="246251" y="19843"/>
                  </a:lnTo>
                  <a:lnTo>
                    <a:pt x="241546" y="17411"/>
                  </a:lnTo>
                  <a:lnTo>
                    <a:pt x="236766" y="15130"/>
                  </a:lnTo>
                  <a:lnTo>
                    <a:pt x="231916" y="13002"/>
                  </a:lnTo>
                  <a:lnTo>
                    <a:pt x="227001" y="11028"/>
                  </a:lnTo>
                  <a:lnTo>
                    <a:pt x="222027" y="9210"/>
                  </a:lnTo>
                  <a:lnTo>
                    <a:pt x="216997" y="7552"/>
                  </a:lnTo>
                  <a:lnTo>
                    <a:pt x="211917" y="6053"/>
                  </a:lnTo>
                  <a:lnTo>
                    <a:pt x="206792" y="4716"/>
                  </a:lnTo>
                  <a:lnTo>
                    <a:pt x="201628" y="3543"/>
                  </a:lnTo>
                  <a:lnTo>
                    <a:pt x="196429" y="2533"/>
                  </a:lnTo>
                  <a:lnTo>
                    <a:pt x="191200" y="1688"/>
                  </a:lnTo>
                  <a:lnTo>
                    <a:pt x="185948" y="1010"/>
                  </a:lnTo>
                  <a:lnTo>
                    <a:pt x="180676" y="498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13511" cy="167167"/>
            </a:xfrm>
            <a:custGeom>
              <a:avLst/>
              <a:pathLst>
                <a:path w="13511" h="167167">
                  <a:moveTo>
                    <a:pt x="13511" y="5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7278" y="4213821"/>
              <a:ext cx="4009" cy="167167"/>
            </a:xfrm>
            <a:custGeom>
              <a:avLst/>
              <a:pathLst>
                <a:path w="4009" h="167167">
                  <a:moveTo>
                    <a:pt x="4009" y="0"/>
                  </a:moveTo>
                  <a:lnTo>
                    <a:pt x="0" y="48"/>
                  </a:lnTo>
                  <a:lnTo>
                    <a:pt x="400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278" y="421386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14123" y="4213869"/>
              <a:ext cx="334332" cy="334273"/>
            </a:xfrm>
            <a:custGeom>
              <a:avLst/>
              <a:pathLst>
                <a:path w="334332" h="334273">
                  <a:moveTo>
                    <a:pt x="163155" y="0"/>
                  </a:moveTo>
                  <a:lnTo>
                    <a:pt x="157863" y="210"/>
                  </a:lnTo>
                  <a:lnTo>
                    <a:pt x="152580" y="589"/>
                  </a:lnTo>
                  <a:lnTo>
                    <a:pt x="147312" y="1134"/>
                  </a:lnTo>
                  <a:lnTo>
                    <a:pt x="142064" y="1847"/>
                  </a:lnTo>
                  <a:lnTo>
                    <a:pt x="136841" y="2725"/>
                  </a:lnTo>
                  <a:lnTo>
                    <a:pt x="131649" y="3768"/>
                  </a:lnTo>
                  <a:lnTo>
                    <a:pt x="126492" y="4975"/>
                  </a:lnTo>
                  <a:lnTo>
                    <a:pt x="121376" y="6345"/>
                  </a:lnTo>
                  <a:lnTo>
                    <a:pt x="116306" y="7876"/>
                  </a:lnTo>
                  <a:lnTo>
                    <a:pt x="111287" y="9567"/>
                  </a:lnTo>
                  <a:lnTo>
                    <a:pt x="106324" y="11416"/>
                  </a:lnTo>
                  <a:lnTo>
                    <a:pt x="101422" y="13421"/>
                  </a:lnTo>
                  <a:lnTo>
                    <a:pt x="96586" y="15581"/>
                  </a:lnTo>
                  <a:lnTo>
                    <a:pt x="91821" y="17893"/>
                  </a:lnTo>
                  <a:lnTo>
                    <a:pt x="87132" y="20355"/>
                  </a:lnTo>
                  <a:lnTo>
                    <a:pt x="82523" y="22963"/>
                  </a:lnTo>
                  <a:lnTo>
                    <a:pt x="77999" y="25717"/>
                  </a:lnTo>
                  <a:lnTo>
                    <a:pt x="73564" y="28613"/>
                  </a:lnTo>
                  <a:lnTo>
                    <a:pt x="69223" y="31647"/>
                  </a:lnTo>
                  <a:lnTo>
                    <a:pt x="64981" y="34818"/>
                  </a:lnTo>
                  <a:lnTo>
                    <a:pt x="60841" y="38121"/>
                  </a:lnTo>
                  <a:lnTo>
                    <a:pt x="56808" y="41554"/>
                  </a:lnTo>
                  <a:lnTo>
                    <a:pt x="52886" y="45113"/>
                  </a:lnTo>
                  <a:lnTo>
                    <a:pt x="49078" y="48794"/>
                  </a:lnTo>
                  <a:lnTo>
                    <a:pt x="45389" y="52594"/>
                  </a:lnTo>
                  <a:lnTo>
                    <a:pt x="41823" y="56510"/>
                  </a:lnTo>
                  <a:lnTo>
                    <a:pt x="38382" y="60536"/>
                  </a:lnTo>
                  <a:lnTo>
                    <a:pt x="35070" y="64669"/>
                  </a:lnTo>
                  <a:lnTo>
                    <a:pt x="31891" y="68905"/>
                  </a:lnTo>
                  <a:lnTo>
                    <a:pt x="28847" y="73239"/>
                  </a:lnTo>
                  <a:lnTo>
                    <a:pt x="25943" y="77668"/>
                  </a:lnTo>
                  <a:lnTo>
                    <a:pt x="23180" y="82187"/>
                  </a:lnTo>
                  <a:lnTo>
                    <a:pt x="20562" y="86790"/>
                  </a:lnTo>
                  <a:lnTo>
                    <a:pt x="18091" y="91475"/>
                  </a:lnTo>
                  <a:lnTo>
                    <a:pt x="15769" y="96235"/>
                  </a:lnTo>
                  <a:lnTo>
                    <a:pt x="13600" y="101067"/>
                  </a:lnTo>
                  <a:lnTo>
                    <a:pt x="11584" y="105964"/>
                  </a:lnTo>
                  <a:lnTo>
                    <a:pt x="9725" y="110924"/>
                  </a:lnTo>
                  <a:lnTo>
                    <a:pt x="8024" y="115939"/>
                  </a:lnTo>
                  <a:lnTo>
                    <a:pt x="6483" y="121006"/>
                  </a:lnTo>
                  <a:lnTo>
                    <a:pt x="5103" y="126119"/>
                  </a:lnTo>
                  <a:lnTo>
                    <a:pt x="3885" y="131274"/>
                  </a:lnTo>
                  <a:lnTo>
                    <a:pt x="2832" y="136464"/>
                  </a:lnTo>
                  <a:lnTo>
                    <a:pt x="1943" y="141685"/>
                  </a:lnTo>
                  <a:lnTo>
                    <a:pt x="1220" y="146932"/>
                  </a:lnTo>
                  <a:lnTo>
                    <a:pt x="664" y="152199"/>
                  </a:lnTo>
                  <a:lnTo>
                    <a:pt x="275" y="157481"/>
                  </a:lnTo>
                  <a:lnTo>
                    <a:pt x="53" y="162772"/>
                  </a:lnTo>
                  <a:lnTo>
                    <a:pt x="0" y="168068"/>
                  </a:lnTo>
                  <a:lnTo>
                    <a:pt x="113" y="173363"/>
                  </a:lnTo>
                  <a:lnTo>
                    <a:pt x="395" y="178652"/>
                  </a:lnTo>
                  <a:lnTo>
                    <a:pt x="844" y="183929"/>
                  </a:lnTo>
                  <a:lnTo>
                    <a:pt x="1460" y="189190"/>
                  </a:lnTo>
                  <a:lnTo>
                    <a:pt x="2242" y="194428"/>
                  </a:lnTo>
                  <a:lnTo>
                    <a:pt x="3190" y="199638"/>
                  </a:lnTo>
                  <a:lnTo>
                    <a:pt x="4303" y="204816"/>
                  </a:lnTo>
                  <a:lnTo>
                    <a:pt x="5579" y="209957"/>
                  </a:lnTo>
                  <a:lnTo>
                    <a:pt x="7017" y="215054"/>
                  </a:lnTo>
                  <a:lnTo>
                    <a:pt x="8616" y="220103"/>
                  </a:lnTo>
                  <a:lnTo>
                    <a:pt x="10374" y="225099"/>
                  </a:lnTo>
                  <a:lnTo>
                    <a:pt x="12289" y="230037"/>
                  </a:lnTo>
                  <a:lnTo>
                    <a:pt x="14360" y="234911"/>
                  </a:lnTo>
                  <a:lnTo>
                    <a:pt x="16584" y="239718"/>
                  </a:lnTo>
                  <a:lnTo>
                    <a:pt x="18960" y="244452"/>
                  </a:lnTo>
                  <a:lnTo>
                    <a:pt x="21484" y="249108"/>
                  </a:lnTo>
                  <a:lnTo>
                    <a:pt x="24154" y="253681"/>
                  </a:lnTo>
                  <a:lnTo>
                    <a:pt x="26968" y="258168"/>
                  </a:lnTo>
                  <a:lnTo>
                    <a:pt x="29923" y="262564"/>
                  </a:lnTo>
                  <a:lnTo>
                    <a:pt x="33015" y="266863"/>
                  </a:lnTo>
                  <a:lnTo>
                    <a:pt x="36242" y="271063"/>
                  </a:lnTo>
                  <a:lnTo>
                    <a:pt x="39601" y="275158"/>
                  </a:lnTo>
                  <a:lnTo>
                    <a:pt x="43087" y="279145"/>
                  </a:lnTo>
                  <a:lnTo>
                    <a:pt x="46698" y="283019"/>
                  </a:lnTo>
                  <a:lnTo>
                    <a:pt x="50430" y="286777"/>
                  </a:lnTo>
                  <a:lnTo>
                    <a:pt x="54279" y="290415"/>
                  </a:lnTo>
                  <a:lnTo>
                    <a:pt x="58242" y="293929"/>
                  </a:lnTo>
                  <a:lnTo>
                    <a:pt x="62314" y="297316"/>
                  </a:lnTo>
                  <a:lnTo>
                    <a:pt x="66491" y="300572"/>
                  </a:lnTo>
                  <a:lnTo>
                    <a:pt x="70769" y="303694"/>
                  </a:lnTo>
                  <a:lnTo>
                    <a:pt x="75144" y="306679"/>
                  </a:lnTo>
                  <a:lnTo>
                    <a:pt x="79611" y="309524"/>
                  </a:lnTo>
                  <a:lnTo>
                    <a:pt x="84166" y="312226"/>
                  </a:lnTo>
                  <a:lnTo>
                    <a:pt x="88804" y="314783"/>
                  </a:lnTo>
                  <a:lnTo>
                    <a:pt x="93521" y="317191"/>
                  </a:lnTo>
                  <a:lnTo>
                    <a:pt x="98312" y="319449"/>
                  </a:lnTo>
                  <a:lnTo>
                    <a:pt x="103172" y="321553"/>
                  </a:lnTo>
                  <a:lnTo>
                    <a:pt x="108097" y="323503"/>
                  </a:lnTo>
                  <a:lnTo>
                    <a:pt x="113080" y="325296"/>
                  </a:lnTo>
                  <a:lnTo>
                    <a:pt x="118118" y="326929"/>
                  </a:lnTo>
                  <a:lnTo>
                    <a:pt x="123205" y="328403"/>
                  </a:lnTo>
                  <a:lnTo>
                    <a:pt x="128337" y="329715"/>
                  </a:lnTo>
                  <a:lnTo>
                    <a:pt x="133507" y="330863"/>
                  </a:lnTo>
                  <a:lnTo>
                    <a:pt x="138711" y="331847"/>
                  </a:lnTo>
                  <a:lnTo>
                    <a:pt x="143943" y="332666"/>
                  </a:lnTo>
                  <a:lnTo>
                    <a:pt x="149199" y="333318"/>
                  </a:lnTo>
                  <a:lnTo>
                    <a:pt x="154473" y="333804"/>
                  </a:lnTo>
                  <a:lnTo>
                    <a:pt x="159760" y="334122"/>
                  </a:lnTo>
                  <a:lnTo>
                    <a:pt x="165054" y="334273"/>
                  </a:lnTo>
                  <a:lnTo>
                    <a:pt x="170350" y="334256"/>
                  </a:lnTo>
                  <a:lnTo>
                    <a:pt x="175643" y="334071"/>
                  </a:lnTo>
                  <a:lnTo>
                    <a:pt x="180928" y="333719"/>
                  </a:lnTo>
                  <a:lnTo>
                    <a:pt x="186198" y="333199"/>
                  </a:lnTo>
                  <a:lnTo>
                    <a:pt x="191450" y="332513"/>
                  </a:lnTo>
                  <a:lnTo>
                    <a:pt x="196677" y="331660"/>
                  </a:lnTo>
                  <a:lnTo>
                    <a:pt x="201875" y="330643"/>
                  </a:lnTo>
                  <a:lnTo>
                    <a:pt x="207037" y="329461"/>
                  </a:lnTo>
                  <a:lnTo>
                    <a:pt x="212160" y="328117"/>
                  </a:lnTo>
                  <a:lnTo>
                    <a:pt x="217238" y="326611"/>
                  </a:lnTo>
                  <a:lnTo>
                    <a:pt x="222265" y="324944"/>
                  </a:lnTo>
                  <a:lnTo>
                    <a:pt x="227237" y="323120"/>
                  </a:lnTo>
                  <a:lnTo>
                    <a:pt x="232149" y="321138"/>
                  </a:lnTo>
                  <a:lnTo>
                    <a:pt x="236995" y="319002"/>
                  </a:lnTo>
                  <a:lnTo>
                    <a:pt x="241771" y="316714"/>
                  </a:lnTo>
                  <a:lnTo>
                    <a:pt x="246473" y="314276"/>
                  </a:lnTo>
                  <a:lnTo>
                    <a:pt x="251095" y="311689"/>
                  </a:lnTo>
                  <a:lnTo>
                    <a:pt x="255632" y="308958"/>
                  </a:lnTo>
                  <a:lnTo>
                    <a:pt x="260081" y="306084"/>
                  </a:lnTo>
                  <a:lnTo>
                    <a:pt x="264437" y="303071"/>
                  </a:lnTo>
                  <a:lnTo>
                    <a:pt x="268695" y="299922"/>
                  </a:lnTo>
                  <a:lnTo>
                    <a:pt x="272851" y="296639"/>
                  </a:lnTo>
                  <a:lnTo>
                    <a:pt x="276900" y="293226"/>
                  </a:lnTo>
                  <a:lnTo>
                    <a:pt x="280840" y="289686"/>
                  </a:lnTo>
                  <a:lnTo>
                    <a:pt x="284666" y="286024"/>
                  </a:lnTo>
                  <a:lnTo>
                    <a:pt x="288374" y="282242"/>
                  </a:lnTo>
                  <a:lnTo>
                    <a:pt x="291960" y="278344"/>
                  </a:lnTo>
                  <a:lnTo>
                    <a:pt x="295420" y="274335"/>
                  </a:lnTo>
                  <a:lnTo>
                    <a:pt x="298752" y="270218"/>
                  </a:lnTo>
                  <a:lnTo>
                    <a:pt x="301952" y="265998"/>
                  </a:lnTo>
                  <a:lnTo>
                    <a:pt x="305017" y="261679"/>
                  </a:lnTo>
                  <a:lnTo>
                    <a:pt x="307943" y="257264"/>
                  </a:lnTo>
                  <a:lnTo>
                    <a:pt x="310728" y="252759"/>
                  </a:lnTo>
                  <a:lnTo>
                    <a:pt x="313369" y="248169"/>
                  </a:lnTo>
                  <a:lnTo>
                    <a:pt x="315863" y="243496"/>
                  </a:lnTo>
                  <a:lnTo>
                    <a:pt x="318208" y="238747"/>
                  </a:lnTo>
                  <a:lnTo>
                    <a:pt x="320402" y="233927"/>
                  </a:lnTo>
                  <a:lnTo>
                    <a:pt x="322441" y="229039"/>
                  </a:lnTo>
                  <a:lnTo>
                    <a:pt x="324325" y="224089"/>
                  </a:lnTo>
                  <a:lnTo>
                    <a:pt x="326050" y="219082"/>
                  </a:lnTo>
                  <a:lnTo>
                    <a:pt x="327617" y="214023"/>
                  </a:lnTo>
                  <a:lnTo>
                    <a:pt x="329022" y="208916"/>
                  </a:lnTo>
                  <a:lnTo>
                    <a:pt x="330265" y="203768"/>
                  </a:lnTo>
                  <a:lnTo>
                    <a:pt x="331344" y="198583"/>
                  </a:lnTo>
                  <a:lnTo>
                    <a:pt x="332258" y="193366"/>
                  </a:lnTo>
                  <a:lnTo>
                    <a:pt x="333007" y="188123"/>
                  </a:lnTo>
                  <a:lnTo>
                    <a:pt x="333589" y="182859"/>
                  </a:lnTo>
                  <a:lnTo>
                    <a:pt x="334004" y="177579"/>
                  </a:lnTo>
                  <a:lnTo>
                    <a:pt x="334252" y="172288"/>
                  </a:lnTo>
                  <a:lnTo>
                    <a:pt x="334332" y="166993"/>
                  </a:lnTo>
                  <a:lnTo>
                    <a:pt x="334244" y="161697"/>
                  </a:lnTo>
                  <a:lnTo>
                    <a:pt x="333988" y="156407"/>
                  </a:lnTo>
                  <a:lnTo>
                    <a:pt x="333565" y="151128"/>
                  </a:lnTo>
                  <a:lnTo>
                    <a:pt x="332975" y="145865"/>
                  </a:lnTo>
                  <a:lnTo>
                    <a:pt x="332219" y="140623"/>
                  </a:lnTo>
                  <a:lnTo>
                    <a:pt x="331296" y="135407"/>
                  </a:lnTo>
                  <a:lnTo>
                    <a:pt x="330209" y="130224"/>
                  </a:lnTo>
                  <a:lnTo>
                    <a:pt x="328959" y="125077"/>
                  </a:lnTo>
                  <a:lnTo>
                    <a:pt x="327546" y="119973"/>
                  </a:lnTo>
                  <a:lnTo>
                    <a:pt x="325972" y="114916"/>
                  </a:lnTo>
                  <a:lnTo>
                    <a:pt x="324238" y="109912"/>
                  </a:lnTo>
                  <a:lnTo>
                    <a:pt x="322347" y="104965"/>
                  </a:lnTo>
                  <a:lnTo>
                    <a:pt x="320301" y="100080"/>
                  </a:lnTo>
                  <a:lnTo>
                    <a:pt x="318100" y="95262"/>
                  </a:lnTo>
                  <a:lnTo>
                    <a:pt x="315748" y="90517"/>
                  </a:lnTo>
                  <a:lnTo>
                    <a:pt x="313247" y="85849"/>
                  </a:lnTo>
                  <a:lnTo>
                    <a:pt x="310599" y="81262"/>
                  </a:lnTo>
                  <a:lnTo>
                    <a:pt x="307807" y="76761"/>
                  </a:lnTo>
                  <a:lnTo>
                    <a:pt x="304874" y="72351"/>
                  </a:lnTo>
                  <a:lnTo>
                    <a:pt x="301803" y="68036"/>
                  </a:lnTo>
                  <a:lnTo>
                    <a:pt x="298597" y="63821"/>
                  </a:lnTo>
                  <a:lnTo>
                    <a:pt x="295258" y="59709"/>
                  </a:lnTo>
                  <a:lnTo>
                    <a:pt x="291792" y="55705"/>
                  </a:lnTo>
                  <a:lnTo>
                    <a:pt x="288200" y="51813"/>
                  </a:lnTo>
                  <a:lnTo>
                    <a:pt x="284486" y="48037"/>
                  </a:lnTo>
                  <a:lnTo>
                    <a:pt x="280655" y="44380"/>
                  </a:lnTo>
                  <a:lnTo>
                    <a:pt x="276710" y="40847"/>
                  </a:lnTo>
                  <a:lnTo>
                    <a:pt x="272655" y="37440"/>
                  </a:lnTo>
                  <a:lnTo>
                    <a:pt x="268494" y="34163"/>
                  </a:lnTo>
                  <a:lnTo>
                    <a:pt x="264231" y="31020"/>
                  </a:lnTo>
                  <a:lnTo>
                    <a:pt x="259871" y="28013"/>
                  </a:lnTo>
                  <a:lnTo>
                    <a:pt x="255418" y="25146"/>
                  </a:lnTo>
                  <a:lnTo>
                    <a:pt x="250876" y="22422"/>
                  </a:lnTo>
                  <a:lnTo>
                    <a:pt x="246251" y="19843"/>
                  </a:lnTo>
                  <a:lnTo>
                    <a:pt x="241546" y="17411"/>
                  </a:lnTo>
                  <a:lnTo>
                    <a:pt x="236766" y="15130"/>
                  </a:lnTo>
                  <a:lnTo>
                    <a:pt x="231916" y="13002"/>
                  </a:lnTo>
                  <a:lnTo>
                    <a:pt x="227001" y="11028"/>
                  </a:lnTo>
                  <a:lnTo>
                    <a:pt x="222027" y="9210"/>
                  </a:lnTo>
                  <a:lnTo>
                    <a:pt x="216997" y="7552"/>
                  </a:lnTo>
                  <a:lnTo>
                    <a:pt x="211917" y="6053"/>
                  </a:lnTo>
                  <a:lnTo>
                    <a:pt x="206792" y="4716"/>
                  </a:lnTo>
                  <a:lnTo>
                    <a:pt x="201628" y="3543"/>
                  </a:lnTo>
                  <a:lnTo>
                    <a:pt x="196429" y="2533"/>
                  </a:lnTo>
                  <a:lnTo>
                    <a:pt x="191200" y="1688"/>
                  </a:lnTo>
                  <a:lnTo>
                    <a:pt x="185948" y="1010"/>
                  </a:lnTo>
                  <a:lnTo>
                    <a:pt x="180676" y="498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13511" cy="167167"/>
            </a:xfrm>
            <a:custGeom>
              <a:avLst/>
              <a:pathLst>
                <a:path w="13511" h="167167">
                  <a:moveTo>
                    <a:pt x="13511" y="5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674" y="4659281"/>
              <a:ext cx="850" cy="167167"/>
            </a:xfrm>
            <a:custGeom>
              <a:avLst/>
              <a:pathLst>
                <a:path w="850" h="167167">
                  <a:moveTo>
                    <a:pt x="850" y="0"/>
                  </a:moveTo>
                  <a:lnTo>
                    <a:pt x="0" y="2"/>
                  </a:lnTo>
                  <a:lnTo>
                    <a:pt x="85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22619" y="4659283"/>
              <a:ext cx="163905" cy="167165"/>
            </a:xfrm>
            <a:custGeom>
              <a:avLst/>
              <a:pathLst>
                <a:path w="163905" h="167165">
                  <a:moveTo>
                    <a:pt x="163055" y="0"/>
                  </a:moveTo>
                  <a:lnTo>
                    <a:pt x="157612" y="116"/>
                  </a:lnTo>
                  <a:lnTo>
                    <a:pt x="152176" y="409"/>
                  </a:lnTo>
                  <a:lnTo>
                    <a:pt x="146752" y="880"/>
                  </a:lnTo>
                  <a:lnTo>
                    <a:pt x="141347" y="1526"/>
                  </a:lnTo>
                  <a:lnTo>
                    <a:pt x="135965" y="2349"/>
                  </a:lnTo>
                  <a:lnTo>
                    <a:pt x="130613" y="3346"/>
                  </a:lnTo>
                  <a:lnTo>
                    <a:pt x="125297" y="4517"/>
                  </a:lnTo>
                  <a:lnTo>
                    <a:pt x="120021" y="5860"/>
                  </a:lnTo>
                  <a:lnTo>
                    <a:pt x="114792" y="7375"/>
                  </a:lnTo>
                  <a:lnTo>
                    <a:pt x="109615" y="9059"/>
                  </a:lnTo>
                  <a:lnTo>
                    <a:pt x="104495" y="10910"/>
                  </a:lnTo>
                  <a:lnTo>
                    <a:pt x="99439" y="12928"/>
                  </a:lnTo>
                  <a:lnTo>
                    <a:pt x="94451" y="15109"/>
                  </a:lnTo>
                  <a:lnTo>
                    <a:pt x="89537" y="17451"/>
                  </a:lnTo>
                  <a:lnTo>
                    <a:pt x="84701" y="19952"/>
                  </a:lnTo>
                  <a:lnTo>
                    <a:pt x="79950" y="22609"/>
                  </a:lnTo>
                  <a:lnTo>
                    <a:pt x="75287" y="25419"/>
                  </a:lnTo>
                  <a:lnTo>
                    <a:pt x="70719" y="28380"/>
                  </a:lnTo>
                  <a:lnTo>
                    <a:pt x="66249" y="31488"/>
                  </a:lnTo>
                  <a:lnTo>
                    <a:pt x="61883" y="34740"/>
                  </a:lnTo>
                  <a:lnTo>
                    <a:pt x="57625" y="38132"/>
                  </a:lnTo>
                  <a:lnTo>
                    <a:pt x="53480" y="41661"/>
                  </a:lnTo>
                  <a:lnTo>
                    <a:pt x="49452" y="45323"/>
                  </a:lnTo>
                  <a:lnTo>
                    <a:pt x="45545" y="49115"/>
                  </a:lnTo>
                  <a:lnTo>
                    <a:pt x="41764" y="53031"/>
                  </a:lnTo>
                  <a:lnTo>
                    <a:pt x="38112" y="57069"/>
                  </a:lnTo>
                  <a:lnTo>
                    <a:pt x="34594" y="61223"/>
                  </a:lnTo>
                  <a:lnTo>
                    <a:pt x="31213" y="65490"/>
                  </a:lnTo>
                  <a:lnTo>
                    <a:pt x="27973" y="69865"/>
                  </a:lnTo>
                  <a:lnTo>
                    <a:pt x="24876" y="74342"/>
                  </a:lnTo>
                  <a:lnTo>
                    <a:pt x="21928" y="78919"/>
                  </a:lnTo>
                  <a:lnTo>
                    <a:pt x="19129" y="83589"/>
                  </a:lnTo>
                  <a:lnTo>
                    <a:pt x="16485" y="88347"/>
                  </a:lnTo>
                  <a:lnTo>
                    <a:pt x="13997" y="93189"/>
                  </a:lnTo>
                  <a:lnTo>
                    <a:pt x="11667" y="98110"/>
                  </a:lnTo>
                  <a:lnTo>
                    <a:pt x="9499" y="103103"/>
                  </a:lnTo>
                  <a:lnTo>
                    <a:pt x="7495" y="108165"/>
                  </a:lnTo>
                  <a:lnTo>
                    <a:pt x="5657" y="113289"/>
                  </a:lnTo>
                  <a:lnTo>
                    <a:pt x="3987" y="118471"/>
                  </a:lnTo>
                  <a:lnTo>
                    <a:pt x="2486" y="123704"/>
                  </a:lnTo>
                  <a:lnTo>
                    <a:pt x="1156" y="128983"/>
                  </a:lnTo>
                  <a:lnTo>
                    <a:pt x="0" y="134303"/>
                  </a:lnTo>
                  <a:lnTo>
                    <a:pt x="16390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19362" y="4659281"/>
              <a:ext cx="334315" cy="334332"/>
            </a:xfrm>
            <a:custGeom>
              <a:avLst/>
              <a:pathLst>
                <a:path w="334315" h="334332">
                  <a:moveTo>
                    <a:pt x="3256" y="134305"/>
                  </a:moveTo>
                  <a:lnTo>
                    <a:pt x="2298" y="139513"/>
                  </a:lnTo>
                  <a:lnTo>
                    <a:pt x="1504" y="144748"/>
                  </a:lnTo>
                  <a:lnTo>
                    <a:pt x="878" y="150007"/>
                  </a:lnTo>
                  <a:lnTo>
                    <a:pt x="417" y="155282"/>
                  </a:lnTo>
                  <a:lnTo>
                    <a:pt x="125" y="160570"/>
                  </a:lnTo>
                  <a:lnTo>
                    <a:pt x="0" y="165864"/>
                  </a:lnTo>
                  <a:lnTo>
                    <a:pt x="42" y="171159"/>
                  </a:lnTo>
                  <a:lnTo>
                    <a:pt x="252" y="176450"/>
                  </a:lnTo>
                  <a:lnTo>
                    <a:pt x="630" y="181732"/>
                  </a:lnTo>
                  <a:lnTo>
                    <a:pt x="1175" y="187000"/>
                  </a:lnTo>
                  <a:lnTo>
                    <a:pt x="1887" y="192247"/>
                  </a:lnTo>
                  <a:lnTo>
                    <a:pt x="2764" y="197469"/>
                  </a:lnTo>
                  <a:lnTo>
                    <a:pt x="3806" y="202661"/>
                  </a:lnTo>
                  <a:lnTo>
                    <a:pt x="5012" y="207818"/>
                  </a:lnTo>
                  <a:lnTo>
                    <a:pt x="6381" y="212933"/>
                  </a:lnTo>
                  <a:lnTo>
                    <a:pt x="7911" y="218003"/>
                  </a:lnTo>
                  <a:lnTo>
                    <a:pt x="9602" y="223021"/>
                  </a:lnTo>
                  <a:lnTo>
                    <a:pt x="11450" y="227984"/>
                  </a:lnTo>
                  <a:lnTo>
                    <a:pt x="13454" y="232885"/>
                  </a:lnTo>
                  <a:lnTo>
                    <a:pt x="15613" y="237721"/>
                  </a:lnTo>
                  <a:lnTo>
                    <a:pt x="17924" y="242485"/>
                  </a:lnTo>
                  <a:lnTo>
                    <a:pt x="20384" y="247175"/>
                  </a:lnTo>
                  <a:lnTo>
                    <a:pt x="22992" y="251784"/>
                  </a:lnTo>
                  <a:lnTo>
                    <a:pt x="25744" y="256307"/>
                  </a:lnTo>
                  <a:lnTo>
                    <a:pt x="28639" y="260742"/>
                  </a:lnTo>
                  <a:lnTo>
                    <a:pt x="31672" y="265083"/>
                  </a:lnTo>
                  <a:lnTo>
                    <a:pt x="34841" y="269325"/>
                  </a:lnTo>
                  <a:lnTo>
                    <a:pt x="38144" y="273465"/>
                  </a:lnTo>
                  <a:lnTo>
                    <a:pt x="41575" y="277498"/>
                  </a:lnTo>
                  <a:lnTo>
                    <a:pt x="45133" y="281420"/>
                  </a:lnTo>
                  <a:lnTo>
                    <a:pt x="48813" y="285228"/>
                  </a:lnTo>
                  <a:lnTo>
                    <a:pt x="52612" y="288918"/>
                  </a:lnTo>
                  <a:lnTo>
                    <a:pt x="56525" y="292485"/>
                  </a:lnTo>
                  <a:lnTo>
                    <a:pt x="60550" y="295926"/>
                  </a:lnTo>
                  <a:lnTo>
                    <a:pt x="64682" y="299238"/>
                  </a:lnTo>
                  <a:lnTo>
                    <a:pt x="68917" y="302418"/>
                  </a:lnTo>
                  <a:lnTo>
                    <a:pt x="73250" y="305462"/>
                  </a:lnTo>
                  <a:lnTo>
                    <a:pt x="77677" y="308367"/>
                  </a:lnTo>
                  <a:lnTo>
                    <a:pt x="82195" y="311130"/>
                  </a:lnTo>
                  <a:lnTo>
                    <a:pt x="86797" y="313749"/>
                  </a:lnTo>
                  <a:lnTo>
                    <a:pt x="91480" y="316221"/>
                  </a:lnTo>
                  <a:lnTo>
                    <a:pt x="96239" y="318544"/>
                  </a:lnTo>
                  <a:lnTo>
                    <a:pt x="101070" y="320714"/>
                  </a:lnTo>
                  <a:lnTo>
                    <a:pt x="105966" y="322731"/>
                  </a:lnTo>
                  <a:lnTo>
                    <a:pt x="110924" y="324591"/>
                  </a:lnTo>
                  <a:lnTo>
                    <a:pt x="115939" y="326293"/>
                  </a:lnTo>
                  <a:lnTo>
                    <a:pt x="121004" y="327836"/>
                  </a:lnTo>
                  <a:lnTo>
                    <a:pt x="126117" y="329217"/>
                  </a:lnTo>
                  <a:lnTo>
                    <a:pt x="131270" y="330436"/>
                  </a:lnTo>
                  <a:lnTo>
                    <a:pt x="136459" y="331491"/>
                  </a:lnTo>
                  <a:lnTo>
                    <a:pt x="141679" y="332381"/>
                  </a:lnTo>
                  <a:lnTo>
                    <a:pt x="146925" y="333105"/>
                  </a:lnTo>
                  <a:lnTo>
                    <a:pt x="152191" y="333663"/>
                  </a:lnTo>
                  <a:lnTo>
                    <a:pt x="157472" y="334053"/>
                  </a:lnTo>
                  <a:lnTo>
                    <a:pt x="162763" y="334276"/>
                  </a:lnTo>
                  <a:lnTo>
                    <a:pt x="168058" y="334332"/>
                  </a:lnTo>
                  <a:lnTo>
                    <a:pt x="173352" y="334220"/>
                  </a:lnTo>
                  <a:lnTo>
                    <a:pt x="178641" y="333940"/>
                  </a:lnTo>
                  <a:lnTo>
                    <a:pt x="183917" y="333493"/>
                  </a:lnTo>
                  <a:lnTo>
                    <a:pt x="189177" y="332878"/>
                  </a:lnTo>
                  <a:lnTo>
                    <a:pt x="194415" y="332098"/>
                  </a:lnTo>
                  <a:lnTo>
                    <a:pt x="199625" y="331152"/>
                  </a:lnTo>
                  <a:lnTo>
                    <a:pt x="204803" y="330042"/>
                  </a:lnTo>
                  <a:lnTo>
                    <a:pt x="209943" y="328768"/>
                  </a:lnTo>
                  <a:lnTo>
                    <a:pt x="215040" y="327331"/>
                  </a:lnTo>
                  <a:lnTo>
                    <a:pt x="220089" y="325735"/>
                  </a:lnTo>
                  <a:lnTo>
                    <a:pt x="225085" y="323979"/>
                  </a:lnTo>
                  <a:lnTo>
                    <a:pt x="230022" y="322065"/>
                  </a:lnTo>
                  <a:lnTo>
                    <a:pt x="234897" y="319997"/>
                  </a:lnTo>
                  <a:lnTo>
                    <a:pt x="239704" y="317775"/>
                  </a:lnTo>
                  <a:lnTo>
                    <a:pt x="244438" y="315401"/>
                  </a:lnTo>
                  <a:lnTo>
                    <a:pt x="249094" y="312879"/>
                  </a:lnTo>
                  <a:lnTo>
                    <a:pt x="253668" y="310211"/>
                  </a:lnTo>
                  <a:lnTo>
                    <a:pt x="258155" y="307399"/>
                  </a:lnTo>
                  <a:lnTo>
                    <a:pt x="262552" y="304447"/>
                  </a:lnTo>
                  <a:lnTo>
                    <a:pt x="266852" y="301357"/>
                  </a:lnTo>
                  <a:lnTo>
                    <a:pt x="271052" y="298132"/>
                  </a:lnTo>
                  <a:lnTo>
                    <a:pt x="275148" y="294775"/>
                  </a:lnTo>
                  <a:lnTo>
                    <a:pt x="279136" y="291291"/>
                  </a:lnTo>
                  <a:lnTo>
                    <a:pt x="283011" y="287682"/>
                  </a:lnTo>
                  <a:lnTo>
                    <a:pt x="286770" y="283952"/>
                  </a:lnTo>
                  <a:lnTo>
                    <a:pt x="290409" y="280105"/>
                  </a:lnTo>
                  <a:lnTo>
                    <a:pt x="293925" y="276145"/>
                  </a:lnTo>
                  <a:lnTo>
                    <a:pt x="297313" y="272075"/>
                  </a:lnTo>
                  <a:lnTo>
                    <a:pt x="300570" y="267900"/>
                  </a:lnTo>
                  <a:lnTo>
                    <a:pt x="303694" y="263624"/>
                  </a:lnTo>
                  <a:lnTo>
                    <a:pt x="306681" y="259251"/>
                  </a:lnTo>
                  <a:lnTo>
                    <a:pt x="309527" y="254786"/>
                  </a:lnTo>
                  <a:lnTo>
                    <a:pt x="312231" y="250233"/>
                  </a:lnTo>
                  <a:lnTo>
                    <a:pt x="314789" y="245596"/>
                  </a:lnTo>
                  <a:lnTo>
                    <a:pt x="317199" y="240881"/>
                  </a:lnTo>
                  <a:lnTo>
                    <a:pt x="319459" y="236092"/>
                  </a:lnTo>
                  <a:lnTo>
                    <a:pt x="321565" y="231233"/>
                  </a:lnTo>
                  <a:lnTo>
                    <a:pt x="323517" y="226310"/>
                  </a:lnTo>
                  <a:lnTo>
                    <a:pt x="325312" y="221328"/>
                  </a:lnTo>
                  <a:lnTo>
                    <a:pt x="326948" y="216292"/>
                  </a:lnTo>
                  <a:lnTo>
                    <a:pt x="328424" y="211206"/>
                  </a:lnTo>
                  <a:lnTo>
                    <a:pt x="329738" y="206076"/>
                  </a:lnTo>
                  <a:lnTo>
                    <a:pt x="330889" y="200908"/>
                  </a:lnTo>
                  <a:lnTo>
                    <a:pt x="331875" y="195705"/>
                  </a:lnTo>
                  <a:lnTo>
                    <a:pt x="332697" y="190473"/>
                  </a:lnTo>
                  <a:lnTo>
                    <a:pt x="333352" y="185219"/>
                  </a:lnTo>
                  <a:lnTo>
                    <a:pt x="333840" y="179946"/>
                  </a:lnTo>
                  <a:lnTo>
                    <a:pt x="334161" y="174660"/>
                  </a:lnTo>
                  <a:lnTo>
                    <a:pt x="334315" y="169367"/>
                  </a:lnTo>
                  <a:lnTo>
                    <a:pt x="334301" y="164071"/>
                  </a:lnTo>
                  <a:lnTo>
                    <a:pt x="334119" y="158779"/>
                  </a:lnTo>
                  <a:lnTo>
                    <a:pt x="333769" y="153495"/>
                  </a:lnTo>
                  <a:lnTo>
                    <a:pt x="333253" y="148225"/>
                  </a:lnTo>
                  <a:lnTo>
                    <a:pt x="332569" y="142973"/>
                  </a:lnTo>
                  <a:lnTo>
                    <a:pt x="331720" y="137746"/>
                  </a:lnTo>
                  <a:lnTo>
                    <a:pt x="330706" y="132549"/>
                  </a:lnTo>
                  <a:lnTo>
                    <a:pt x="329527" y="127386"/>
                  </a:lnTo>
                  <a:lnTo>
                    <a:pt x="328186" y="122264"/>
                  </a:lnTo>
                  <a:lnTo>
                    <a:pt x="326683" y="117186"/>
                  </a:lnTo>
                  <a:lnTo>
                    <a:pt x="325019" y="112158"/>
                  </a:lnTo>
                  <a:lnTo>
                    <a:pt x="323198" y="107186"/>
                  </a:lnTo>
                  <a:lnTo>
                    <a:pt x="321220" y="102274"/>
                  </a:lnTo>
                  <a:lnTo>
                    <a:pt x="319087" y="97427"/>
                  </a:lnTo>
                  <a:lnTo>
                    <a:pt x="316802" y="92650"/>
                  </a:lnTo>
                  <a:lnTo>
                    <a:pt x="314367" y="87947"/>
                  </a:lnTo>
                  <a:lnTo>
                    <a:pt x="311783" y="83325"/>
                  </a:lnTo>
                  <a:lnTo>
                    <a:pt x="309055" y="78786"/>
                  </a:lnTo>
                  <a:lnTo>
                    <a:pt x="306185" y="74336"/>
                  </a:lnTo>
                  <a:lnTo>
                    <a:pt x="303175" y="69979"/>
                  </a:lnTo>
                  <a:lnTo>
                    <a:pt x="300028" y="65720"/>
                  </a:lnTo>
                  <a:lnTo>
                    <a:pt x="296748" y="61562"/>
                  </a:lnTo>
                  <a:lnTo>
                    <a:pt x="293338" y="57511"/>
                  </a:lnTo>
                  <a:lnTo>
                    <a:pt x="289802" y="53569"/>
                  </a:lnTo>
                  <a:lnTo>
                    <a:pt x="286142" y="49742"/>
                  </a:lnTo>
                  <a:lnTo>
                    <a:pt x="282363" y="46032"/>
                  </a:lnTo>
                  <a:lnTo>
                    <a:pt x="278469" y="42444"/>
                  </a:lnTo>
                  <a:lnTo>
                    <a:pt x="274462" y="38981"/>
                  </a:lnTo>
                  <a:lnTo>
                    <a:pt x="270348" y="35647"/>
                  </a:lnTo>
                  <a:lnTo>
                    <a:pt x="266131" y="32445"/>
                  </a:lnTo>
                  <a:lnTo>
                    <a:pt x="261814" y="29378"/>
                  </a:lnTo>
                  <a:lnTo>
                    <a:pt x="257402" y="26449"/>
                  </a:lnTo>
                  <a:lnTo>
                    <a:pt x="252900" y="23661"/>
                  </a:lnTo>
                  <a:lnTo>
                    <a:pt x="248312" y="21017"/>
                  </a:lnTo>
                  <a:lnTo>
                    <a:pt x="243642" y="18520"/>
                  </a:lnTo>
                  <a:lnTo>
                    <a:pt x="238895" y="16173"/>
                  </a:lnTo>
                  <a:lnTo>
                    <a:pt x="234077" y="13976"/>
                  </a:lnTo>
                  <a:lnTo>
                    <a:pt x="229191" y="11934"/>
                  </a:lnTo>
                  <a:lnTo>
                    <a:pt x="224243" y="10047"/>
                  </a:lnTo>
                  <a:lnTo>
                    <a:pt x="219238" y="8318"/>
                  </a:lnTo>
                  <a:lnTo>
                    <a:pt x="214180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321559" y="5018213"/>
              <a:ext cx="334325" cy="334316"/>
            </a:xfrm>
            <a:custGeom>
              <a:avLst/>
              <a:pathLst>
                <a:path w="334325" h="334316">
                  <a:moveTo>
                    <a:pt x="167120" y="0"/>
                  </a:moveTo>
                  <a:lnTo>
                    <a:pt x="161842" y="84"/>
                  </a:lnTo>
                  <a:lnTo>
                    <a:pt x="156568" y="335"/>
                  </a:lnTo>
                  <a:lnTo>
                    <a:pt x="151305" y="753"/>
                  </a:lnTo>
                  <a:lnTo>
                    <a:pt x="146058" y="1337"/>
                  </a:lnTo>
                  <a:lnTo>
                    <a:pt x="140832" y="2086"/>
                  </a:lnTo>
                  <a:lnTo>
                    <a:pt x="135632" y="3000"/>
                  </a:lnTo>
                  <a:lnTo>
                    <a:pt x="130464" y="4077"/>
                  </a:lnTo>
                  <a:lnTo>
                    <a:pt x="125332" y="5317"/>
                  </a:lnTo>
                  <a:lnTo>
                    <a:pt x="120243" y="6719"/>
                  </a:lnTo>
                  <a:lnTo>
                    <a:pt x="115199" y="8280"/>
                  </a:lnTo>
                  <a:lnTo>
                    <a:pt x="110208" y="10000"/>
                  </a:lnTo>
                  <a:lnTo>
                    <a:pt x="105273" y="11877"/>
                  </a:lnTo>
                  <a:lnTo>
                    <a:pt x="100401" y="13909"/>
                  </a:lnTo>
                  <a:lnTo>
                    <a:pt x="95594" y="16093"/>
                  </a:lnTo>
                  <a:lnTo>
                    <a:pt x="90860" y="18429"/>
                  </a:lnTo>
                  <a:lnTo>
                    <a:pt x="86201" y="20912"/>
                  </a:lnTo>
                  <a:lnTo>
                    <a:pt x="81623" y="23542"/>
                  </a:lnTo>
                  <a:lnTo>
                    <a:pt x="77130" y="26314"/>
                  </a:lnTo>
                  <a:lnTo>
                    <a:pt x="72727" y="29228"/>
                  </a:lnTo>
                  <a:lnTo>
                    <a:pt x="68419" y="32278"/>
                  </a:lnTo>
                  <a:lnTo>
                    <a:pt x="64208" y="35464"/>
                  </a:lnTo>
                  <a:lnTo>
                    <a:pt x="60101" y="38780"/>
                  </a:lnTo>
                  <a:lnTo>
                    <a:pt x="56100" y="42225"/>
                  </a:lnTo>
                  <a:lnTo>
                    <a:pt x="52210" y="45794"/>
                  </a:lnTo>
                  <a:lnTo>
                    <a:pt x="48435" y="49485"/>
                  </a:lnTo>
                  <a:lnTo>
                    <a:pt x="44778" y="53293"/>
                  </a:lnTo>
                  <a:lnTo>
                    <a:pt x="41243" y="57214"/>
                  </a:lnTo>
                  <a:lnTo>
                    <a:pt x="37834" y="61245"/>
                  </a:lnTo>
                  <a:lnTo>
                    <a:pt x="34553" y="65382"/>
                  </a:lnTo>
                  <a:lnTo>
                    <a:pt x="31405" y="69620"/>
                  </a:lnTo>
                  <a:lnTo>
                    <a:pt x="28393" y="73955"/>
                  </a:lnTo>
                  <a:lnTo>
                    <a:pt x="25519" y="78384"/>
                  </a:lnTo>
                  <a:lnTo>
                    <a:pt x="22786" y="82901"/>
                  </a:lnTo>
                  <a:lnTo>
                    <a:pt x="20197" y="87502"/>
                  </a:lnTo>
                  <a:lnTo>
                    <a:pt x="17754" y="92182"/>
                  </a:lnTo>
                  <a:lnTo>
                    <a:pt x="15461" y="96938"/>
                  </a:lnTo>
                  <a:lnTo>
                    <a:pt x="13319" y="101763"/>
                  </a:lnTo>
                  <a:lnTo>
                    <a:pt x="11330" y="106654"/>
                  </a:lnTo>
                  <a:lnTo>
                    <a:pt x="9497" y="111604"/>
                  </a:lnTo>
                  <a:lnTo>
                    <a:pt x="7821" y="116611"/>
                  </a:lnTo>
                  <a:lnTo>
                    <a:pt x="6304" y="121668"/>
                  </a:lnTo>
                  <a:lnTo>
                    <a:pt x="4948" y="126770"/>
                  </a:lnTo>
                  <a:lnTo>
                    <a:pt x="3753" y="131912"/>
                  </a:lnTo>
                  <a:lnTo>
                    <a:pt x="2721" y="137090"/>
                  </a:lnTo>
                  <a:lnTo>
                    <a:pt x="1854" y="142297"/>
                  </a:lnTo>
                  <a:lnTo>
                    <a:pt x="1151" y="147530"/>
                  </a:lnTo>
                  <a:lnTo>
                    <a:pt x="613" y="152782"/>
                  </a:lnTo>
                  <a:lnTo>
                    <a:pt x="242" y="158048"/>
                  </a:lnTo>
                  <a:lnTo>
                    <a:pt x="38" y="163324"/>
                  </a:lnTo>
                  <a:lnTo>
                    <a:pt x="0" y="168603"/>
                  </a:lnTo>
                  <a:lnTo>
                    <a:pt x="128" y="173881"/>
                  </a:lnTo>
                  <a:lnTo>
                    <a:pt x="424" y="179152"/>
                  </a:lnTo>
                  <a:lnTo>
                    <a:pt x="885" y="184411"/>
                  </a:lnTo>
                  <a:lnTo>
                    <a:pt x="1513" y="189653"/>
                  </a:lnTo>
                  <a:lnTo>
                    <a:pt x="2305" y="194873"/>
                  </a:lnTo>
                  <a:lnTo>
                    <a:pt x="3262" y="200064"/>
                  </a:lnTo>
                  <a:lnTo>
                    <a:pt x="4383" y="205224"/>
                  </a:lnTo>
                  <a:lnTo>
                    <a:pt x="5666" y="210345"/>
                  </a:lnTo>
                  <a:lnTo>
                    <a:pt x="7110" y="215423"/>
                  </a:lnTo>
                  <a:lnTo>
                    <a:pt x="8713" y="220453"/>
                  </a:lnTo>
                  <a:lnTo>
                    <a:pt x="10475" y="225430"/>
                  </a:lnTo>
                  <a:lnTo>
                    <a:pt x="12393" y="230348"/>
                  </a:lnTo>
                  <a:lnTo>
                    <a:pt x="14465" y="235204"/>
                  </a:lnTo>
                  <a:lnTo>
                    <a:pt x="16690" y="239992"/>
                  </a:lnTo>
                  <a:lnTo>
                    <a:pt x="19065" y="244707"/>
                  </a:lnTo>
                  <a:lnTo>
                    <a:pt x="21587" y="249345"/>
                  </a:lnTo>
                  <a:lnTo>
                    <a:pt x="24255" y="253901"/>
                  </a:lnTo>
                  <a:lnTo>
                    <a:pt x="27065" y="258370"/>
                  </a:lnTo>
                  <a:lnTo>
                    <a:pt x="30015" y="262749"/>
                  </a:lnTo>
                  <a:lnTo>
                    <a:pt x="33101" y="267032"/>
                  </a:lnTo>
                  <a:lnTo>
                    <a:pt x="36321" y="271215"/>
                  </a:lnTo>
                  <a:lnTo>
                    <a:pt x="39672" y="275295"/>
                  </a:lnTo>
                  <a:lnTo>
                    <a:pt x="43150" y="279267"/>
                  </a:lnTo>
                  <a:lnTo>
                    <a:pt x="46752" y="283127"/>
                  </a:lnTo>
                  <a:lnTo>
                    <a:pt x="50474" y="286871"/>
                  </a:lnTo>
                  <a:lnTo>
                    <a:pt x="54312" y="290496"/>
                  </a:lnTo>
                  <a:lnTo>
                    <a:pt x="58263" y="293998"/>
                  </a:lnTo>
                  <a:lnTo>
                    <a:pt x="62322" y="297374"/>
                  </a:lnTo>
                  <a:lnTo>
                    <a:pt x="66486" y="300619"/>
                  </a:lnTo>
                  <a:lnTo>
                    <a:pt x="70750" y="303732"/>
                  </a:lnTo>
                  <a:lnTo>
                    <a:pt x="75111" y="306708"/>
                  </a:lnTo>
                  <a:lnTo>
                    <a:pt x="79563" y="309545"/>
                  </a:lnTo>
                  <a:lnTo>
                    <a:pt x="84103" y="312240"/>
                  </a:lnTo>
                  <a:lnTo>
                    <a:pt x="88725" y="314791"/>
                  </a:lnTo>
                  <a:lnTo>
                    <a:pt x="93426" y="317194"/>
                  </a:lnTo>
                  <a:lnTo>
                    <a:pt x="98200" y="319448"/>
                  </a:lnTo>
                  <a:lnTo>
                    <a:pt x="103043" y="321549"/>
                  </a:lnTo>
                  <a:lnTo>
                    <a:pt x="107950" y="323497"/>
                  </a:lnTo>
                  <a:lnTo>
                    <a:pt x="112916" y="325289"/>
                  </a:lnTo>
                  <a:lnTo>
                    <a:pt x="117936" y="326923"/>
                  </a:lnTo>
                  <a:lnTo>
                    <a:pt x="123006" y="328397"/>
                  </a:lnTo>
                  <a:lnTo>
                    <a:pt x="128119" y="329711"/>
                  </a:lnTo>
                  <a:lnTo>
                    <a:pt x="133271" y="330863"/>
                  </a:lnTo>
                  <a:lnTo>
                    <a:pt x="138457" y="331852"/>
                  </a:lnTo>
                  <a:lnTo>
                    <a:pt x="143672" y="332676"/>
                  </a:lnTo>
                  <a:lnTo>
                    <a:pt x="148910" y="333335"/>
                  </a:lnTo>
                  <a:lnTo>
                    <a:pt x="154166" y="333829"/>
                  </a:lnTo>
                  <a:lnTo>
                    <a:pt x="159436" y="334156"/>
                  </a:lnTo>
                  <a:lnTo>
                    <a:pt x="164713" y="334316"/>
                  </a:lnTo>
                  <a:lnTo>
                    <a:pt x="169992" y="334310"/>
                  </a:lnTo>
                  <a:lnTo>
                    <a:pt x="175269" y="334138"/>
                  </a:lnTo>
                  <a:lnTo>
                    <a:pt x="180537" y="333798"/>
                  </a:lnTo>
                  <a:lnTo>
                    <a:pt x="185792" y="333293"/>
                  </a:lnTo>
                  <a:lnTo>
                    <a:pt x="191029" y="332622"/>
                  </a:lnTo>
                  <a:lnTo>
                    <a:pt x="196242" y="331785"/>
                  </a:lnTo>
                  <a:lnTo>
                    <a:pt x="201425" y="330785"/>
                  </a:lnTo>
                  <a:lnTo>
                    <a:pt x="206575" y="329621"/>
                  </a:lnTo>
                  <a:lnTo>
                    <a:pt x="211685" y="328296"/>
                  </a:lnTo>
                  <a:lnTo>
                    <a:pt x="216751" y="326810"/>
                  </a:lnTo>
                  <a:lnTo>
                    <a:pt x="221767" y="325164"/>
                  </a:lnTo>
                  <a:lnTo>
                    <a:pt x="226729" y="323361"/>
                  </a:lnTo>
                  <a:lnTo>
                    <a:pt x="231632" y="321402"/>
                  </a:lnTo>
                  <a:lnTo>
                    <a:pt x="236470" y="319289"/>
                  </a:lnTo>
                  <a:lnTo>
                    <a:pt x="241239" y="317025"/>
                  </a:lnTo>
                  <a:lnTo>
                    <a:pt x="245934" y="314611"/>
                  </a:lnTo>
                  <a:lnTo>
                    <a:pt x="250551" y="312050"/>
                  </a:lnTo>
                  <a:lnTo>
                    <a:pt x="255084" y="309344"/>
                  </a:lnTo>
                  <a:lnTo>
                    <a:pt x="259530" y="306497"/>
                  </a:lnTo>
                  <a:lnTo>
                    <a:pt x="263884" y="303511"/>
                  </a:lnTo>
                  <a:lnTo>
                    <a:pt x="268141" y="300388"/>
                  </a:lnTo>
                  <a:lnTo>
                    <a:pt x="272298" y="297133"/>
                  </a:lnTo>
                  <a:lnTo>
                    <a:pt x="276349" y="293748"/>
                  </a:lnTo>
                  <a:lnTo>
                    <a:pt x="280292" y="290237"/>
                  </a:lnTo>
                  <a:lnTo>
                    <a:pt x="284122" y="286604"/>
                  </a:lnTo>
                  <a:lnTo>
                    <a:pt x="287835" y="282851"/>
                  </a:lnTo>
                  <a:lnTo>
                    <a:pt x="291428" y="278982"/>
                  </a:lnTo>
                  <a:lnTo>
                    <a:pt x="294897" y="275003"/>
                  </a:lnTo>
                  <a:lnTo>
                    <a:pt x="298238" y="270915"/>
                  </a:lnTo>
                  <a:lnTo>
                    <a:pt x="301449" y="266724"/>
                  </a:lnTo>
                  <a:lnTo>
                    <a:pt x="304526" y="262434"/>
                  </a:lnTo>
                  <a:lnTo>
                    <a:pt x="307465" y="258049"/>
                  </a:lnTo>
                  <a:lnTo>
                    <a:pt x="310265" y="253573"/>
                  </a:lnTo>
                  <a:lnTo>
                    <a:pt x="312922" y="249011"/>
                  </a:lnTo>
                  <a:lnTo>
                    <a:pt x="315434" y="244368"/>
                  </a:lnTo>
                  <a:lnTo>
                    <a:pt x="317798" y="239647"/>
                  </a:lnTo>
                  <a:lnTo>
                    <a:pt x="320012" y="234854"/>
                  </a:lnTo>
                  <a:lnTo>
                    <a:pt x="322073" y="229994"/>
                  </a:lnTo>
                  <a:lnTo>
                    <a:pt x="323980" y="225071"/>
                  </a:lnTo>
                  <a:lnTo>
                    <a:pt x="325730" y="220090"/>
                  </a:lnTo>
                  <a:lnTo>
                    <a:pt x="327322" y="215056"/>
                  </a:lnTo>
                  <a:lnTo>
                    <a:pt x="328754" y="209975"/>
                  </a:lnTo>
                  <a:lnTo>
                    <a:pt x="330025" y="204851"/>
                  </a:lnTo>
                  <a:lnTo>
                    <a:pt x="331134" y="199689"/>
                  </a:lnTo>
                  <a:lnTo>
                    <a:pt x="332079" y="194495"/>
                  </a:lnTo>
                  <a:lnTo>
                    <a:pt x="332860" y="189273"/>
                  </a:lnTo>
                  <a:lnTo>
                    <a:pt x="333476" y="184030"/>
                  </a:lnTo>
                  <a:lnTo>
                    <a:pt x="333925" y="178770"/>
                  </a:lnTo>
                  <a:lnTo>
                    <a:pt x="334208" y="173498"/>
                  </a:lnTo>
                  <a:lnTo>
                    <a:pt x="334325" y="168220"/>
                  </a:lnTo>
                  <a:lnTo>
                    <a:pt x="334275" y="162941"/>
                  </a:lnTo>
                  <a:lnTo>
                    <a:pt x="334058" y="157666"/>
                  </a:lnTo>
                  <a:lnTo>
                    <a:pt x="333675" y="152400"/>
                  </a:lnTo>
                  <a:lnTo>
                    <a:pt x="333125" y="147149"/>
                  </a:lnTo>
                  <a:lnTo>
                    <a:pt x="332411" y="141919"/>
                  </a:lnTo>
                  <a:lnTo>
                    <a:pt x="331531" y="136713"/>
                  </a:lnTo>
                  <a:lnTo>
                    <a:pt x="330487" y="131538"/>
                  </a:lnTo>
                  <a:lnTo>
                    <a:pt x="329281" y="126398"/>
                  </a:lnTo>
                  <a:lnTo>
                    <a:pt x="327912" y="121299"/>
                  </a:lnTo>
                  <a:lnTo>
                    <a:pt x="326384" y="116246"/>
                  </a:lnTo>
                  <a:lnTo>
                    <a:pt x="324697" y="111243"/>
                  </a:lnTo>
                  <a:lnTo>
                    <a:pt x="322852" y="106297"/>
                  </a:lnTo>
                  <a:lnTo>
                    <a:pt x="320852" y="101411"/>
                  </a:lnTo>
                  <a:lnTo>
                    <a:pt x="318699" y="96590"/>
                  </a:lnTo>
                  <a:lnTo>
                    <a:pt x="316395" y="91840"/>
                  </a:lnTo>
                  <a:lnTo>
                    <a:pt x="313942" y="87165"/>
                  </a:lnTo>
                  <a:lnTo>
                    <a:pt x="311342" y="82570"/>
                  </a:lnTo>
                  <a:lnTo>
                    <a:pt x="308599" y="78059"/>
                  </a:lnTo>
                  <a:lnTo>
                    <a:pt x="305715" y="73638"/>
                  </a:lnTo>
                  <a:lnTo>
                    <a:pt x="302692" y="69309"/>
                  </a:lnTo>
                  <a:lnTo>
                    <a:pt x="299535" y="65078"/>
                  </a:lnTo>
                  <a:lnTo>
                    <a:pt x="296245" y="60949"/>
                  </a:lnTo>
                  <a:lnTo>
                    <a:pt x="292826" y="56926"/>
                  </a:lnTo>
                  <a:lnTo>
                    <a:pt x="289283" y="53013"/>
                  </a:lnTo>
                  <a:lnTo>
                    <a:pt x="285617" y="49213"/>
                  </a:lnTo>
                  <a:lnTo>
                    <a:pt x="281833" y="45531"/>
                  </a:lnTo>
                  <a:lnTo>
                    <a:pt x="277935" y="41971"/>
                  </a:lnTo>
                  <a:lnTo>
                    <a:pt x="273926" y="38535"/>
                  </a:lnTo>
                  <a:lnTo>
                    <a:pt x="269811" y="35228"/>
                  </a:lnTo>
                  <a:lnTo>
                    <a:pt x="265594" y="32053"/>
                  </a:lnTo>
                  <a:lnTo>
                    <a:pt x="261278" y="29012"/>
                  </a:lnTo>
                  <a:lnTo>
                    <a:pt x="256869" y="26109"/>
                  </a:lnTo>
                  <a:lnTo>
                    <a:pt x="252369" y="23346"/>
                  </a:lnTo>
                  <a:lnTo>
                    <a:pt x="247785" y="20727"/>
                  </a:lnTo>
                  <a:lnTo>
                    <a:pt x="243121" y="18254"/>
                  </a:lnTo>
                  <a:lnTo>
                    <a:pt x="238381" y="15930"/>
                  </a:lnTo>
                  <a:lnTo>
                    <a:pt x="233570" y="13756"/>
                  </a:lnTo>
                  <a:lnTo>
                    <a:pt x="228692" y="11736"/>
                  </a:lnTo>
                  <a:lnTo>
                    <a:pt x="223753" y="9870"/>
                  </a:lnTo>
                  <a:lnTo>
                    <a:pt x="218758" y="8162"/>
                  </a:lnTo>
                  <a:lnTo>
                    <a:pt x="213711" y="6612"/>
                  </a:lnTo>
                  <a:lnTo>
                    <a:pt x="208618" y="5222"/>
                  </a:lnTo>
                  <a:lnTo>
                    <a:pt x="203484" y="3993"/>
                  </a:lnTo>
                  <a:lnTo>
                    <a:pt x="198313" y="2928"/>
                  </a:lnTo>
                  <a:lnTo>
                    <a:pt x="193111" y="2026"/>
                  </a:lnTo>
                  <a:lnTo>
                    <a:pt x="187883" y="128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20722" cy="167167"/>
            </a:xfrm>
            <a:custGeom>
              <a:avLst/>
              <a:pathLst>
                <a:path w="20722" h="167167">
                  <a:moveTo>
                    <a:pt x="20722" y="1289"/>
                  </a:moveTo>
                  <a:lnTo>
                    <a:pt x="10381" y="3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9490" y="5269756"/>
              <a:ext cx="165010" cy="167167"/>
            </a:xfrm>
            <a:custGeom>
              <a:avLst/>
              <a:pathLst>
                <a:path w="165010" h="167167">
                  <a:moveTo>
                    <a:pt x="165010" y="0"/>
                  </a:moveTo>
                  <a:lnTo>
                    <a:pt x="159530" y="89"/>
                  </a:lnTo>
                  <a:lnTo>
                    <a:pt x="154055" y="359"/>
                  </a:lnTo>
                  <a:lnTo>
                    <a:pt x="148592" y="808"/>
                  </a:lnTo>
                  <a:lnTo>
                    <a:pt x="143147" y="1435"/>
                  </a:lnTo>
                  <a:lnTo>
                    <a:pt x="137725" y="2241"/>
                  </a:lnTo>
                  <a:lnTo>
                    <a:pt x="132333" y="3224"/>
                  </a:lnTo>
                  <a:lnTo>
                    <a:pt x="126976" y="4384"/>
                  </a:lnTo>
                  <a:lnTo>
                    <a:pt x="121659" y="5718"/>
                  </a:lnTo>
                  <a:lnTo>
                    <a:pt x="116390" y="7226"/>
                  </a:lnTo>
                  <a:lnTo>
                    <a:pt x="111172" y="8906"/>
                  </a:lnTo>
                  <a:lnTo>
                    <a:pt x="106013" y="10756"/>
                  </a:lnTo>
                  <a:lnTo>
                    <a:pt x="100917" y="12775"/>
                  </a:lnTo>
                  <a:lnTo>
                    <a:pt x="95889" y="14959"/>
                  </a:lnTo>
                  <a:lnTo>
                    <a:pt x="90936" y="17307"/>
                  </a:lnTo>
                  <a:lnTo>
                    <a:pt x="86063" y="19816"/>
                  </a:lnTo>
                  <a:lnTo>
                    <a:pt x="81275" y="22483"/>
                  </a:lnTo>
                  <a:lnTo>
                    <a:pt x="76576" y="25306"/>
                  </a:lnTo>
                  <a:lnTo>
                    <a:pt x="71973" y="28282"/>
                  </a:lnTo>
                  <a:lnTo>
                    <a:pt x="67470" y="31407"/>
                  </a:lnTo>
                  <a:lnTo>
                    <a:pt x="63071" y="34678"/>
                  </a:lnTo>
                  <a:lnTo>
                    <a:pt x="58783" y="38091"/>
                  </a:lnTo>
                  <a:lnTo>
                    <a:pt x="54608" y="41643"/>
                  </a:lnTo>
                  <a:lnTo>
                    <a:pt x="50552" y="45330"/>
                  </a:lnTo>
                  <a:lnTo>
                    <a:pt x="46619" y="49148"/>
                  </a:lnTo>
                  <a:lnTo>
                    <a:pt x="42814" y="53093"/>
                  </a:lnTo>
                  <a:lnTo>
                    <a:pt x="39139" y="57160"/>
                  </a:lnTo>
                  <a:lnTo>
                    <a:pt x="35601" y="61346"/>
                  </a:lnTo>
                  <a:lnTo>
                    <a:pt x="32201" y="65646"/>
                  </a:lnTo>
                  <a:lnTo>
                    <a:pt x="28944" y="70054"/>
                  </a:lnTo>
                  <a:lnTo>
                    <a:pt x="25833" y="74567"/>
                  </a:lnTo>
                  <a:lnTo>
                    <a:pt x="22872" y="79180"/>
                  </a:lnTo>
                  <a:lnTo>
                    <a:pt x="20064" y="83887"/>
                  </a:lnTo>
                  <a:lnTo>
                    <a:pt x="17412" y="88684"/>
                  </a:lnTo>
                  <a:lnTo>
                    <a:pt x="14918" y="93565"/>
                  </a:lnTo>
                  <a:lnTo>
                    <a:pt x="12586" y="98525"/>
                  </a:lnTo>
                  <a:lnTo>
                    <a:pt x="10417" y="103560"/>
                  </a:lnTo>
                  <a:lnTo>
                    <a:pt x="8415" y="108662"/>
                  </a:lnTo>
                  <a:lnTo>
                    <a:pt x="6581" y="113827"/>
                  </a:lnTo>
                  <a:lnTo>
                    <a:pt x="4917" y="119050"/>
                  </a:lnTo>
                  <a:lnTo>
                    <a:pt x="3426" y="124325"/>
                  </a:lnTo>
                  <a:lnTo>
                    <a:pt x="2108" y="129645"/>
                  </a:lnTo>
                  <a:lnTo>
                    <a:pt x="966" y="135006"/>
                  </a:lnTo>
                  <a:lnTo>
                    <a:pt x="0" y="140401"/>
                  </a:lnTo>
                  <a:lnTo>
                    <a:pt x="16501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2156" y="140401"/>
                  </a:moveTo>
                  <a:lnTo>
                    <a:pt x="1391" y="145636"/>
                  </a:lnTo>
                  <a:lnTo>
                    <a:pt x="793" y="150891"/>
                  </a:lnTo>
                  <a:lnTo>
                    <a:pt x="361" y="156163"/>
                  </a:lnTo>
                  <a:lnTo>
                    <a:pt x="97" y="161446"/>
                  </a:lnTo>
                  <a:lnTo>
                    <a:pt x="0" y="166735"/>
                  </a:lnTo>
                  <a:lnTo>
                    <a:pt x="70" y="172024"/>
                  </a:lnTo>
                  <a:lnTo>
                    <a:pt x="307" y="177308"/>
                  </a:lnTo>
                  <a:lnTo>
                    <a:pt x="711" y="182583"/>
                  </a:lnTo>
                  <a:lnTo>
                    <a:pt x="1282" y="187841"/>
                  </a:lnTo>
                  <a:lnTo>
                    <a:pt x="2019" y="193079"/>
                  </a:lnTo>
                  <a:lnTo>
                    <a:pt x="2922" y="198291"/>
                  </a:lnTo>
                  <a:lnTo>
                    <a:pt x="3989" y="203472"/>
                  </a:lnTo>
                  <a:lnTo>
                    <a:pt x="5219" y="208617"/>
                  </a:lnTo>
                  <a:lnTo>
                    <a:pt x="6612" y="213720"/>
                  </a:lnTo>
                  <a:lnTo>
                    <a:pt x="8165" y="218776"/>
                  </a:lnTo>
                  <a:lnTo>
                    <a:pt x="9878" y="223781"/>
                  </a:lnTo>
                  <a:lnTo>
                    <a:pt x="11748" y="228729"/>
                  </a:lnTo>
                  <a:lnTo>
                    <a:pt x="13773" y="233616"/>
                  </a:lnTo>
                  <a:lnTo>
                    <a:pt x="15952" y="238436"/>
                  </a:lnTo>
                  <a:lnTo>
                    <a:pt x="18283" y="243184"/>
                  </a:lnTo>
                  <a:lnTo>
                    <a:pt x="20762" y="247857"/>
                  </a:lnTo>
                  <a:lnTo>
                    <a:pt x="23389" y="252448"/>
                  </a:lnTo>
                  <a:lnTo>
                    <a:pt x="26159" y="256955"/>
                  </a:lnTo>
                  <a:lnTo>
                    <a:pt x="29070" y="261371"/>
                  </a:lnTo>
                  <a:lnTo>
                    <a:pt x="32120" y="265693"/>
                  </a:lnTo>
                  <a:lnTo>
                    <a:pt x="35305" y="269916"/>
                  </a:lnTo>
                  <a:lnTo>
                    <a:pt x="38622" y="274037"/>
                  </a:lnTo>
                  <a:lnTo>
                    <a:pt x="42067" y="278050"/>
                  </a:lnTo>
                  <a:lnTo>
                    <a:pt x="45638" y="281953"/>
                  </a:lnTo>
                  <a:lnTo>
                    <a:pt x="49331" y="285740"/>
                  </a:lnTo>
                  <a:lnTo>
                    <a:pt x="53141" y="289409"/>
                  </a:lnTo>
                  <a:lnTo>
                    <a:pt x="57066" y="292956"/>
                  </a:lnTo>
                  <a:lnTo>
                    <a:pt x="61101" y="296376"/>
                  </a:lnTo>
                  <a:lnTo>
                    <a:pt x="65242" y="299667"/>
                  </a:lnTo>
                  <a:lnTo>
                    <a:pt x="69485" y="302826"/>
                  </a:lnTo>
                  <a:lnTo>
                    <a:pt x="73826" y="305848"/>
                  </a:lnTo>
                  <a:lnTo>
                    <a:pt x="78261" y="308732"/>
                  </a:lnTo>
                  <a:lnTo>
                    <a:pt x="82784" y="311474"/>
                  </a:lnTo>
                  <a:lnTo>
                    <a:pt x="87392" y="314072"/>
                  </a:lnTo>
                  <a:lnTo>
                    <a:pt x="92080" y="316522"/>
                  </a:lnTo>
                  <a:lnTo>
                    <a:pt x="96843" y="318823"/>
                  </a:lnTo>
                  <a:lnTo>
                    <a:pt x="101676" y="320972"/>
                  </a:lnTo>
                  <a:lnTo>
                    <a:pt x="106575" y="322967"/>
                  </a:lnTo>
                  <a:lnTo>
                    <a:pt x="111535" y="324806"/>
                  </a:lnTo>
                  <a:lnTo>
                    <a:pt x="116550" y="326487"/>
                  </a:lnTo>
                  <a:lnTo>
                    <a:pt x="121616" y="328009"/>
                  </a:lnTo>
                  <a:lnTo>
                    <a:pt x="126728" y="329370"/>
                  </a:lnTo>
                  <a:lnTo>
                    <a:pt x="131880" y="330568"/>
                  </a:lnTo>
                  <a:lnTo>
                    <a:pt x="137068" y="331602"/>
                  </a:lnTo>
                  <a:lnTo>
                    <a:pt x="142285" y="332472"/>
                  </a:lnTo>
                  <a:lnTo>
                    <a:pt x="147528" y="333177"/>
                  </a:lnTo>
                  <a:lnTo>
                    <a:pt x="152790" y="333715"/>
                  </a:lnTo>
                  <a:lnTo>
                    <a:pt x="158066" y="334087"/>
                  </a:lnTo>
                  <a:lnTo>
                    <a:pt x="163352" y="334291"/>
                  </a:lnTo>
                  <a:lnTo>
                    <a:pt x="168642" y="334328"/>
                  </a:lnTo>
                  <a:lnTo>
                    <a:pt x="173930" y="334198"/>
                  </a:lnTo>
                  <a:lnTo>
                    <a:pt x="179211" y="333900"/>
                  </a:lnTo>
                  <a:lnTo>
                    <a:pt x="184480" y="333435"/>
                  </a:lnTo>
                  <a:lnTo>
                    <a:pt x="189732" y="332804"/>
                  </a:lnTo>
                  <a:lnTo>
                    <a:pt x="194961" y="332007"/>
                  </a:lnTo>
                  <a:lnTo>
                    <a:pt x="200163" y="331046"/>
                  </a:lnTo>
                  <a:lnTo>
                    <a:pt x="205331" y="329920"/>
                  </a:lnTo>
                  <a:lnTo>
                    <a:pt x="210461" y="328631"/>
                  </a:lnTo>
                  <a:lnTo>
                    <a:pt x="215548" y="327180"/>
                  </a:lnTo>
                  <a:lnTo>
                    <a:pt x="220587" y="325569"/>
                  </a:lnTo>
                  <a:lnTo>
                    <a:pt x="225572" y="323800"/>
                  </a:lnTo>
                  <a:lnTo>
                    <a:pt x="230498" y="321873"/>
                  </a:lnTo>
                  <a:lnTo>
                    <a:pt x="235361" y="319792"/>
                  </a:lnTo>
                  <a:lnTo>
                    <a:pt x="240156" y="317558"/>
                  </a:lnTo>
                  <a:lnTo>
                    <a:pt x="244877" y="315174"/>
                  </a:lnTo>
                  <a:lnTo>
                    <a:pt x="249521" y="312641"/>
                  </a:lnTo>
                  <a:lnTo>
                    <a:pt x="254083" y="309962"/>
                  </a:lnTo>
                  <a:lnTo>
                    <a:pt x="258557" y="307141"/>
                  </a:lnTo>
                  <a:lnTo>
                    <a:pt x="262940" y="304179"/>
                  </a:lnTo>
                  <a:lnTo>
                    <a:pt x="267227" y="301081"/>
                  </a:lnTo>
                  <a:lnTo>
                    <a:pt x="271414" y="297848"/>
                  </a:lnTo>
                  <a:lnTo>
                    <a:pt x="275496" y="294484"/>
                  </a:lnTo>
                  <a:lnTo>
                    <a:pt x="279470" y="290993"/>
                  </a:lnTo>
                  <a:lnTo>
                    <a:pt x="283331" y="287378"/>
                  </a:lnTo>
                  <a:lnTo>
                    <a:pt x="287077" y="283642"/>
                  </a:lnTo>
                  <a:lnTo>
                    <a:pt x="290702" y="279790"/>
                  </a:lnTo>
                  <a:lnTo>
                    <a:pt x="294203" y="275825"/>
                  </a:lnTo>
                  <a:lnTo>
                    <a:pt x="297577" y="271752"/>
                  </a:lnTo>
                  <a:lnTo>
                    <a:pt x="300821" y="267573"/>
                  </a:lnTo>
                  <a:lnTo>
                    <a:pt x="303931" y="263294"/>
                  </a:lnTo>
                  <a:lnTo>
                    <a:pt x="306904" y="258919"/>
                  </a:lnTo>
                  <a:lnTo>
                    <a:pt x="309737" y="254452"/>
                  </a:lnTo>
                  <a:lnTo>
                    <a:pt x="312427" y="249897"/>
                  </a:lnTo>
                  <a:lnTo>
                    <a:pt x="314972" y="245260"/>
                  </a:lnTo>
                  <a:lnTo>
                    <a:pt x="317368" y="240545"/>
                  </a:lnTo>
                  <a:lnTo>
                    <a:pt x="319615" y="235756"/>
                  </a:lnTo>
                  <a:lnTo>
                    <a:pt x="321709" y="230898"/>
                  </a:lnTo>
                  <a:lnTo>
                    <a:pt x="323648" y="225977"/>
                  </a:lnTo>
                  <a:lnTo>
                    <a:pt x="325430" y="220996"/>
                  </a:lnTo>
                  <a:lnTo>
                    <a:pt x="327054" y="215962"/>
                  </a:lnTo>
                  <a:lnTo>
                    <a:pt x="328518" y="210879"/>
                  </a:lnTo>
                  <a:lnTo>
                    <a:pt x="329820" y="205752"/>
                  </a:lnTo>
                  <a:lnTo>
                    <a:pt x="330959" y="200587"/>
                  </a:lnTo>
                  <a:lnTo>
                    <a:pt x="331935" y="195388"/>
                  </a:lnTo>
                  <a:lnTo>
                    <a:pt x="332745" y="190161"/>
                  </a:lnTo>
                  <a:lnTo>
                    <a:pt x="333390" y="184910"/>
                  </a:lnTo>
                  <a:lnTo>
                    <a:pt x="333868" y="179642"/>
                  </a:lnTo>
                  <a:lnTo>
                    <a:pt x="334179" y="174362"/>
                  </a:lnTo>
                  <a:lnTo>
                    <a:pt x="334323" y="169074"/>
                  </a:lnTo>
                  <a:lnTo>
                    <a:pt x="334300" y="163785"/>
                  </a:lnTo>
                  <a:lnTo>
                    <a:pt x="334109" y="158498"/>
                  </a:lnTo>
                  <a:lnTo>
                    <a:pt x="333751" y="153221"/>
                  </a:lnTo>
                  <a:lnTo>
                    <a:pt x="333226" y="147957"/>
                  </a:lnTo>
                  <a:lnTo>
                    <a:pt x="332536" y="142713"/>
                  </a:lnTo>
                  <a:lnTo>
                    <a:pt x="331679" y="137493"/>
                  </a:lnTo>
                  <a:lnTo>
                    <a:pt x="330658" y="132303"/>
                  </a:lnTo>
                  <a:lnTo>
                    <a:pt x="329473" y="127148"/>
                  </a:lnTo>
                  <a:lnTo>
                    <a:pt x="328126" y="122033"/>
                  </a:lnTo>
                  <a:lnTo>
                    <a:pt x="326617" y="116963"/>
                  </a:lnTo>
                  <a:lnTo>
                    <a:pt x="324949" y="111943"/>
                  </a:lnTo>
                  <a:lnTo>
                    <a:pt x="323122" y="106979"/>
                  </a:lnTo>
                  <a:lnTo>
                    <a:pt x="321140" y="102074"/>
                  </a:lnTo>
                  <a:lnTo>
                    <a:pt x="319004" y="97235"/>
                  </a:lnTo>
                  <a:lnTo>
                    <a:pt x="316715" y="92466"/>
                  </a:lnTo>
                  <a:lnTo>
                    <a:pt x="314277" y="87772"/>
                  </a:lnTo>
                  <a:lnTo>
                    <a:pt x="311691" y="83158"/>
                  </a:lnTo>
                  <a:lnTo>
                    <a:pt x="308961" y="78627"/>
                  </a:lnTo>
                  <a:lnTo>
                    <a:pt x="306089" y="74185"/>
                  </a:lnTo>
                  <a:lnTo>
                    <a:pt x="303077" y="69836"/>
                  </a:lnTo>
                  <a:lnTo>
                    <a:pt x="299930" y="65585"/>
                  </a:lnTo>
                  <a:lnTo>
                    <a:pt x="296649" y="61436"/>
                  </a:lnTo>
                  <a:lnTo>
                    <a:pt x="293239" y="57392"/>
                  </a:lnTo>
                  <a:lnTo>
                    <a:pt x="289703" y="53458"/>
                  </a:lnTo>
                  <a:lnTo>
                    <a:pt x="286044" y="49638"/>
                  </a:lnTo>
                  <a:lnTo>
                    <a:pt x="282266" y="45936"/>
                  </a:lnTo>
                  <a:lnTo>
                    <a:pt x="278373" y="42355"/>
                  </a:lnTo>
                  <a:lnTo>
                    <a:pt x="274368" y="38899"/>
                  </a:lnTo>
                  <a:lnTo>
                    <a:pt x="270256" y="35571"/>
                  </a:lnTo>
                  <a:lnTo>
                    <a:pt x="266041" y="32375"/>
                  </a:lnTo>
                  <a:lnTo>
                    <a:pt x="261727" y="29315"/>
                  </a:lnTo>
                  <a:lnTo>
                    <a:pt x="257318" y="26392"/>
                  </a:lnTo>
                  <a:lnTo>
                    <a:pt x="252819" y="23610"/>
                  </a:lnTo>
                  <a:lnTo>
                    <a:pt x="248234" y="20972"/>
                  </a:lnTo>
                  <a:lnTo>
                    <a:pt x="243568" y="18480"/>
                  </a:lnTo>
                  <a:lnTo>
                    <a:pt x="238826" y="16137"/>
                  </a:lnTo>
                  <a:lnTo>
                    <a:pt x="234011" y="13946"/>
                  </a:lnTo>
                  <a:lnTo>
                    <a:pt x="229130" y="11908"/>
                  </a:lnTo>
                  <a:lnTo>
                    <a:pt x="224187" y="10025"/>
                  </a:lnTo>
                  <a:lnTo>
                    <a:pt x="219187" y="8300"/>
                  </a:lnTo>
                  <a:lnTo>
                    <a:pt x="214134" y="6733"/>
                  </a:lnTo>
                  <a:lnTo>
                    <a:pt x="209035" y="5328"/>
                  </a:lnTo>
                  <a:lnTo>
                    <a:pt x="203893" y="4084"/>
                  </a:lnTo>
                  <a:lnTo>
                    <a:pt x="198715" y="3004"/>
                  </a:lnTo>
                  <a:lnTo>
                    <a:pt x="193505" y="2088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2206" y="5399291"/>
              <a:ext cx="4009" cy="167167"/>
            </a:xfrm>
            <a:custGeom>
              <a:avLst/>
              <a:pathLst>
                <a:path w="4009" h="167167">
                  <a:moveTo>
                    <a:pt x="4009" y="0"/>
                  </a:moveTo>
                  <a:lnTo>
                    <a:pt x="0" y="48"/>
                  </a:lnTo>
                  <a:lnTo>
                    <a:pt x="400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206" y="5399339"/>
              <a:ext cx="4009" cy="167119"/>
            </a:xfrm>
            <a:custGeom>
              <a:avLst/>
              <a:pathLst>
                <a:path w="4009" h="167119">
                  <a:moveTo>
                    <a:pt x="0" y="0"/>
                  </a:moveTo>
                  <a:lnTo>
                    <a:pt x="4009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319051" y="5399339"/>
              <a:ext cx="334332" cy="334273"/>
            </a:xfrm>
            <a:custGeom>
              <a:avLst/>
              <a:pathLst>
                <a:path w="334332" h="334273">
                  <a:moveTo>
                    <a:pt x="163155" y="0"/>
                  </a:moveTo>
                  <a:lnTo>
                    <a:pt x="157864" y="210"/>
                  </a:lnTo>
                  <a:lnTo>
                    <a:pt x="152581" y="589"/>
                  </a:lnTo>
                  <a:lnTo>
                    <a:pt x="147313" y="1134"/>
                  </a:lnTo>
                  <a:lnTo>
                    <a:pt x="142066" y="1846"/>
                  </a:lnTo>
                  <a:lnTo>
                    <a:pt x="136843" y="2724"/>
                  </a:lnTo>
                  <a:lnTo>
                    <a:pt x="131651" y="3767"/>
                  </a:lnTo>
                  <a:lnTo>
                    <a:pt x="126494" y="4974"/>
                  </a:lnTo>
                  <a:lnTo>
                    <a:pt x="121378" y="6344"/>
                  </a:lnTo>
                  <a:lnTo>
                    <a:pt x="116309" y="7875"/>
                  </a:lnTo>
                  <a:lnTo>
                    <a:pt x="111290" y="9566"/>
                  </a:lnTo>
                  <a:lnTo>
                    <a:pt x="106327" y="11415"/>
                  </a:lnTo>
                  <a:lnTo>
                    <a:pt x="101426" y="13420"/>
                  </a:lnTo>
                  <a:lnTo>
                    <a:pt x="96590" y="15579"/>
                  </a:lnTo>
                  <a:lnTo>
                    <a:pt x="91825" y="17891"/>
                  </a:lnTo>
                  <a:lnTo>
                    <a:pt x="87136" y="20352"/>
                  </a:lnTo>
                  <a:lnTo>
                    <a:pt x="82527" y="22961"/>
                  </a:lnTo>
                  <a:lnTo>
                    <a:pt x="78003" y="25714"/>
                  </a:lnTo>
                  <a:lnTo>
                    <a:pt x="73569" y="28610"/>
                  </a:lnTo>
                  <a:lnTo>
                    <a:pt x="69228" y="31644"/>
                  </a:lnTo>
                  <a:lnTo>
                    <a:pt x="64986" y="34814"/>
                  </a:lnTo>
                  <a:lnTo>
                    <a:pt x="60846" y="38117"/>
                  </a:lnTo>
                  <a:lnTo>
                    <a:pt x="56813" y="41550"/>
                  </a:lnTo>
                  <a:lnTo>
                    <a:pt x="52891" y="45108"/>
                  </a:lnTo>
                  <a:lnTo>
                    <a:pt x="49084" y="48789"/>
                  </a:lnTo>
                  <a:lnTo>
                    <a:pt x="45395" y="52589"/>
                  </a:lnTo>
                  <a:lnTo>
                    <a:pt x="41828" y="56504"/>
                  </a:lnTo>
                  <a:lnTo>
                    <a:pt x="38387" y="60529"/>
                  </a:lnTo>
                  <a:lnTo>
                    <a:pt x="35075" y="64662"/>
                  </a:lnTo>
                  <a:lnTo>
                    <a:pt x="31896" y="68898"/>
                  </a:lnTo>
                  <a:lnTo>
                    <a:pt x="28853" y="73232"/>
                  </a:lnTo>
                  <a:lnTo>
                    <a:pt x="25948" y="77660"/>
                  </a:lnTo>
                  <a:lnTo>
                    <a:pt x="23185" y="82178"/>
                  </a:lnTo>
                  <a:lnTo>
                    <a:pt x="20567" y="86782"/>
                  </a:lnTo>
                  <a:lnTo>
                    <a:pt x="18095" y="91466"/>
                  </a:lnTo>
                  <a:lnTo>
                    <a:pt x="15774" y="96225"/>
                  </a:lnTo>
                  <a:lnTo>
                    <a:pt x="13604" y="101057"/>
                  </a:lnTo>
                  <a:lnTo>
                    <a:pt x="11589" y="105954"/>
                  </a:lnTo>
                  <a:lnTo>
                    <a:pt x="9729" y="110913"/>
                  </a:lnTo>
                  <a:lnTo>
                    <a:pt x="8028" y="115928"/>
                  </a:lnTo>
                  <a:lnTo>
                    <a:pt x="6486" y="120994"/>
                  </a:lnTo>
                  <a:lnTo>
                    <a:pt x="5106" y="126107"/>
                  </a:lnTo>
                  <a:lnTo>
                    <a:pt x="3888" y="131261"/>
                  </a:lnTo>
                  <a:lnTo>
                    <a:pt x="2834" y="136451"/>
                  </a:lnTo>
                  <a:lnTo>
                    <a:pt x="1945" y="141672"/>
                  </a:lnTo>
                  <a:lnTo>
                    <a:pt x="1222" y="146918"/>
                  </a:lnTo>
                  <a:lnTo>
                    <a:pt x="665" y="152185"/>
                  </a:lnTo>
                  <a:lnTo>
                    <a:pt x="276" y="157467"/>
                  </a:lnTo>
                  <a:lnTo>
                    <a:pt x="54" y="162758"/>
                  </a:lnTo>
                  <a:lnTo>
                    <a:pt x="0" y="168054"/>
                  </a:lnTo>
                  <a:lnTo>
                    <a:pt x="113" y="173348"/>
                  </a:lnTo>
                  <a:lnTo>
                    <a:pt x="394" y="178637"/>
                  </a:lnTo>
                  <a:lnTo>
                    <a:pt x="843" y="183914"/>
                  </a:lnTo>
                  <a:lnTo>
                    <a:pt x="1458" y="189174"/>
                  </a:lnTo>
                  <a:lnTo>
                    <a:pt x="2240" y="194412"/>
                  </a:lnTo>
                  <a:lnTo>
                    <a:pt x="3187" y="199622"/>
                  </a:lnTo>
                  <a:lnTo>
                    <a:pt x="4299" y="204800"/>
                  </a:lnTo>
                  <a:lnTo>
                    <a:pt x="5574" y="209940"/>
                  </a:lnTo>
                  <a:lnTo>
                    <a:pt x="7012" y="215037"/>
                  </a:lnTo>
                  <a:lnTo>
                    <a:pt x="8610" y="220086"/>
                  </a:lnTo>
                  <a:lnTo>
                    <a:pt x="10368" y="225082"/>
                  </a:lnTo>
                  <a:lnTo>
                    <a:pt x="12282" y="230020"/>
                  </a:lnTo>
                  <a:lnTo>
                    <a:pt x="14352" y="234894"/>
                  </a:lnTo>
                  <a:lnTo>
                    <a:pt x="16576" y="239701"/>
                  </a:lnTo>
                  <a:lnTo>
                    <a:pt x="18951" y="244434"/>
                  </a:lnTo>
                  <a:lnTo>
                    <a:pt x="21474" y="249090"/>
                  </a:lnTo>
                  <a:lnTo>
                    <a:pt x="24144" y="253664"/>
                  </a:lnTo>
                  <a:lnTo>
                    <a:pt x="26957" y="258151"/>
                  </a:lnTo>
                  <a:lnTo>
                    <a:pt x="29911" y="262547"/>
                  </a:lnTo>
                  <a:lnTo>
                    <a:pt x="33003" y="266847"/>
                  </a:lnTo>
                  <a:lnTo>
                    <a:pt x="36229" y="271046"/>
                  </a:lnTo>
                  <a:lnTo>
                    <a:pt x="39587" y="275142"/>
                  </a:lnTo>
                  <a:lnTo>
                    <a:pt x="43073" y="279129"/>
                  </a:lnTo>
                  <a:lnTo>
                    <a:pt x="46683" y="283003"/>
                  </a:lnTo>
                  <a:lnTo>
                    <a:pt x="50414" y="286762"/>
                  </a:lnTo>
                  <a:lnTo>
                    <a:pt x="54263" y="290400"/>
                  </a:lnTo>
                  <a:lnTo>
                    <a:pt x="58224" y="293914"/>
                  </a:lnTo>
                  <a:lnTo>
                    <a:pt x="62295" y="297301"/>
                  </a:lnTo>
                  <a:lnTo>
                    <a:pt x="66472" y="300558"/>
                  </a:lnTo>
                  <a:lnTo>
                    <a:pt x="70749" y="303681"/>
                  </a:lnTo>
                  <a:lnTo>
                    <a:pt x="75123" y="306666"/>
                  </a:lnTo>
                  <a:lnTo>
                    <a:pt x="79590" y="309512"/>
                  </a:lnTo>
                  <a:lnTo>
                    <a:pt x="84144" y="312214"/>
                  </a:lnTo>
                  <a:lnTo>
                    <a:pt x="88782" y="314771"/>
                  </a:lnTo>
                  <a:lnTo>
                    <a:pt x="93499" y="317180"/>
                  </a:lnTo>
                  <a:lnTo>
                    <a:pt x="98289" y="319438"/>
                  </a:lnTo>
                  <a:lnTo>
                    <a:pt x="103148" y="321543"/>
                  </a:lnTo>
                  <a:lnTo>
                    <a:pt x="108072" y="323494"/>
                  </a:lnTo>
                  <a:lnTo>
                    <a:pt x="113055" y="325287"/>
                  </a:lnTo>
                  <a:lnTo>
                    <a:pt x="118093" y="326922"/>
                  </a:lnTo>
                  <a:lnTo>
                    <a:pt x="123179" y="328396"/>
                  </a:lnTo>
                  <a:lnTo>
                    <a:pt x="128310" y="329708"/>
                  </a:lnTo>
                  <a:lnTo>
                    <a:pt x="133480" y="330857"/>
                  </a:lnTo>
                  <a:lnTo>
                    <a:pt x="138683" y="331842"/>
                  </a:lnTo>
                  <a:lnTo>
                    <a:pt x="143915" y="332662"/>
                  </a:lnTo>
                  <a:lnTo>
                    <a:pt x="149171" y="333315"/>
                  </a:lnTo>
                  <a:lnTo>
                    <a:pt x="154444" y="333802"/>
                  </a:lnTo>
                  <a:lnTo>
                    <a:pt x="159731" y="334121"/>
                  </a:lnTo>
                  <a:lnTo>
                    <a:pt x="165024" y="334273"/>
                  </a:lnTo>
                  <a:lnTo>
                    <a:pt x="170320" y="334257"/>
                  </a:lnTo>
                  <a:lnTo>
                    <a:pt x="175613" y="334073"/>
                  </a:lnTo>
                  <a:lnTo>
                    <a:pt x="180897" y="333721"/>
                  </a:lnTo>
                  <a:lnTo>
                    <a:pt x="186168" y="333203"/>
                  </a:lnTo>
                  <a:lnTo>
                    <a:pt x="191419" y="332517"/>
                  </a:lnTo>
                  <a:lnTo>
                    <a:pt x="196646" y="331666"/>
                  </a:lnTo>
                  <a:lnTo>
                    <a:pt x="201844" y="330650"/>
                  </a:lnTo>
                  <a:lnTo>
                    <a:pt x="207006" y="329469"/>
                  </a:lnTo>
                  <a:lnTo>
                    <a:pt x="212129" y="328125"/>
                  </a:lnTo>
                  <a:lnTo>
                    <a:pt x="217207" y="326620"/>
                  </a:lnTo>
                  <a:lnTo>
                    <a:pt x="222234" y="324955"/>
                  </a:lnTo>
                  <a:lnTo>
                    <a:pt x="227206" y="323132"/>
                  </a:lnTo>
                  <a:lnTo>
                    <a:pt x="232118" y="321151"/>
                  </a:lnTo>
                  <a:lnTo>
                    <a:pt x="236964" y="319017"/>
                  </a:lnTo>
                  <a:lnTo>
                    <a:pt x="241741" y="316729"/>
                  </a:lnTo>
                  <a:lnTo>
                    <a:pt x="246443" y="314292"/>
                  </a:lnTo>
                  <a:lnTo>
                    <a:pt x="251065" y="311707"/>
                  </a:lnTo>
                  <a:lnTo>
                    <a:pt x="255603" y="308977"/>
                  </a:lnTo>
                  <a:lnTo>
                    <a:pt x="260052" y="306104"/>
                  </a:lnTo>
                  <a:lnTo>
                    <a:pt x="264408" y="303092"/>
                  </a:lnTo>
                  <a:lnTo>
                    <a:pt x="268666" y="299943"/>
                  </a:lnTo>
                  <a:lnTo>
                    <a:pt x="272822" y="296662"/>
                  </a:lnTo>
                  <a:lnTo>
                    <a:pt x="276873" y="293250"/>
                  </a:lnTo>
                  <a:lnTo>
                    <a:pt x="280813" y="289711"/>
                  </a:lnTo>
                  <a:lnTo>
                    <a:pt x="284639" y="286050"/>
                  </a:lnTo>
                  <a:lnTo>
                    <a:pt x="288348" y="282269"/>
                  </a:lnTo>
                  <a:lnTo>
                    <a:pt x="291935" y="278372"/>
                  </a:lnTo>
                  <a:lnTo>
                    <a:pt x="295396" y="274364"/>
                  </a:lnTo>
                  <a:lnTo>
                    <a:pt x="298729" y="270249"/>
                  </a:lnTo>
                  <a:lnTo>
                    <a:pt x="301930" y="266029"/>
                  </a:lnTo>
                  <a:lnTo>
                    <a:pt x="304995" y="261711"/>
                  </a:lnTo>
                  <a:lnTo>
                    <a:pt x="307922" y="257297"/>
                  </a:lnTo>
                  <a:lnTo>
                    <a:pt x="310708" y="252793"/>
                  </a:lnTo>
                  <a:lnTo>
                    <a:pt x="313350" y="248203"/>
                  </a:lnTo>
                  <a:lnTo>
                    <a:pt x="315845" y="243532"/>
                  </a:lnTo>
                  <a:lnTo>
                    <a:pt x="318191" y="238784"/>
                  </a:lnTo>
                  <a:lnTo>
                    <a:pt x="320385" y="233964"/>
                  </a:lnTo>
                  <a:lnTo>
                    <a:pt x="322426" y="229077"/>
                  </a:lnTo>
                  <a:lnTo>
                    <a:pt x="324311" y="224128"/>
                  </a:lnTo>
                  <a:lnTo>
                    <a:pt x="326037" y="219121"/>
                  </a:lnTo>
                  <a:lnTo>
                    <a:pt x="327605" y="214063"/>
                  </a:lnTo>
                  <a:lnTo>
                    <a:pt x="329012" y="208957"/>
                  </a:lnTo>
                  <a:lnTo>
                    <a:pt x="330256" y="203809"/>
                  </a:lnTo>
                  <a:lnTo>
                    <a:pt x="331336" y="198625"/>
                  </a:lnTo>
                  <a:lnTo>
                    <a:pt x="332252" y="193409"/>
                  </a:lnTo>
                  <a:lnTo>
                    <a:pt x="333002" y="188166"/>
                  </a:lnTo>
                  <a:lnTo>
                    <a:pt x="333585" y="182902"/>
                  </a:lnTo>
                  <a:lnTo>
                    <a:pt x="334001" y="177623"/>
                  </a:lnTo>
                  <a:lnTo>
                    <a:pt x="334250" y="172333"/>
                  </a:lnTo>
                  <a:lnTo>
                    <a:pt x="334332" y="167037"/>
                  </a:lnTo>
                  <a:lnTo>
                    <a:pt x="334245" y="161742"/>
                  </a:lnTo>
                  <a:lnTo>
                    <a:pt x="333991" y="156452"/>
                  </a:lnTo>
                  <a:lnTo>
                    <a:pt x="333570" y="151173"/>
                  </a:lnTo>
                  <a:lnTo>
                    <a:pt x="332981" y="145910"/>
                  </a:lnTo>
                  <a:lnTo>
                    <a:pt x="332226" y="140668"/>
                  </a:lnTo>
                  <a:lnTo>
                    <a:pt x="331305" y="135453"/>
                  </a:lnTo>
                  <a:lnTo>
                    <a:pt x="330220" y="130270"/>
                  </a:lnTo>
                  <a:lnTo>
                    <a:pt x="328971" y="125123"/>
                  </a:lnTo>
                  <a:lnTo>
                    <a:pt x="327559" y="120019"/>
                  </a:lnTo>
                  <a:lnTo>
                    <a:pt x="325987" y="114962"/>
                  </a:lnTo>
                  <a:lnTo>
                    <a:pt x="324255" y="109957"/>
                  </a:lnTo>
                  <a:lnTo>
                    <a:pt x="322365" y="105009"/>
                  </a:lnTo>
                  <a:lnTo>
                    <a:pt x="320320" y="100124"/>
                  </a:lnTo>
                  <a:lnTo>
                    <a:pt x="318121" y="95307"/>
                  </a:lnTo>
                  <a:lnTo>
                    <a:pt x="315771" y="90561"/>
                  </a:lnTo>
                  <a:lnTo>
                    <a:pt x="313271" y="85892"/>
                  </a:lnTo>
                  <a:lnTo>
                    <a:pt x="310625" y="81305"/>
                  </a:lnTo>
                  <a:lnTo>
                    <a:pt x="307834" y="76803"/>
                  </a:lnTo>
                  <a:lnTo>
                    <a:pt x="304903" y="72393"/>
                  </a:lnTo>
                  <a:lnTo>
                    <a:pt x="301833" y="68077"/>
                  </a:lnTo>
                  <a:lnTo>
                    <a:pt x="298628" y="63861"/>
                  </a:lnTo>
                  <a:lnTo>
                    <a:pt x="295292" y="59749"/>
                  </a:lnTo>
                  <a:lnTo>
                    <a:pt x="291826" y="55744"/>
                  </a:lnTo>
                  <a:lnTo>
                    <a:pt x="288236" y="51851"/>
                  </a:lnTo>
                  <a:lnTo>
                    <a:pt x="284524" y="48074"/>
                  </a:lnTo>
                  <a:lnTo>
                    <a:pt x="280694" y="44416"/>
                  </a:lnTo>
                  <a:lnTo>
                    <a:pt x="276750" y="40881"/>
                  </a:lnTo>
                  <a:lnTo>
                    <a:pt x="272696" y="37473"/>
                  </a:lnTo>
                  <a:lnTo>
                    <a:pt x="268537" y="34196"/>
                  </a:lnTo>
                  <a:lnTo>
                    <a:pt x="264275" y="31051"/>
                  </a:lnTo>
                  <a:lnTo>
                    <a:pt x="259916" y="28043"/>
                  </a:lnTo>
                  <a:lnTo>
                    <a:pt x="255464" y="25175"/>
                  </a:lnTo>
                  <a:lnTo>
                    <a:pt x="250924" y="22449"/>
                  </a:lnTo>
                  <a:lnTo>
                    <a:pt x="246299" y="19869"/>
                  </a:lnTo>
                  <a:lnTo>
                    <a:pt x="241595" y="17436"/>
                  </a:lnTo>
                  <a:lnTo>
                    <a:pt x="236816" y="15153"/>
                  </a:lnTo>
                  <a:lnTo>
                    <a:pt x="231968" y="13023"/>
                  </a:lnTo>
                  <a:lnTo>
                    <a:pt x="227054" y="11048"/>
                  </a:lnTo>
                  <a:lnTo>
                    <a:pt x="222080" y="9229"/>
                  </a:lnTo>
                  <a:lnTo>
                    <a:pt x="217051" y="7569"/>
                  </a:lnTo>
                  <a:lnTo>
                    <a:pt x="211972" y="6069"/>
                  </a:lnTo>
                  <a:lnTo>
                    <a:pt x="206848" y="4730"/>
                  </a:lnTo>
                  <a:lnTo>
                    <a:pt x="201684" y="3554"/>
                  </a:lnTo>
                  <a:lnTo>
                    <a:pt x="196486" y="2543"/>
                  </a:lnTo>
                  <a:lnTo>
                    <a:pt x="191258" y="1697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24093" cy="167167"/>
            </a:xfrm>
            <a:custGeom>
              <a:avLst/>
              <a:pathLst>
                <a:path w="24093" h="167167">
                  <a:moveTo>
                    <a:pt x="24093" y="1745"/>
                  </a:moveTo>
                  <a:lnTo>
                    <a:pt x="16093" y="776"/>
                  </a:lnTo>
                  <a:lnTo>
                    <a:pt x="8056" y="1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2300" y="5399291"/>
              <a:ext cx="51243" cy="167167"/>
            </a:xfrm>
            <a:custGeom>
              <a:avLst/>
              <a:pathLst>
                <a:path w="51243" h="167167">
                  <a:moveTo>
                    <a:pt x="51243" y="0"/>
                  </a:moveTo>
                  <a:lnTo>
                    <a:pt x="44734" y="126"/>
                  </a:lnTo>
                  <a:lnTo>
                    <a:pt x="38236" y="506"/>
                  </a:lnTo>
                  <a:lnTo>
                    <a:pt x="31757" y="1139"/>
                  </a:lnTo>
                  <a:lnTo>
                    <a:pt x="25307" y="2024"/>
                  </a:lnTo>
                  <a:lnTo>
                    <a:pt x="18897" y="3159"/>
                  </a:lnTo>
                  <a:lnTo>
                    <a:pt x="12536" y="4542"/>
                  </a:lnTo>
                  <a:lnTo>
                    <a:pt x="6234" y="6173"/>
                  </a:lnTo>
                  <a:lnTo>
                    <a:pt x="0" y="8047"/>
                  </a:lnTo>
                  <a:lnTo>
                    <a:pt x="512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2300" y="5407339"/>
              <a:ext cx="51243" cy="159119"/>
            </a:xfrm>
            <a:custGeom>
              <a:avLst/>
              <a:pathLst>
                <a:path w="51243" h="159119">
                  <a:moveTo>
                    <a:pt x="0" y="0"/>
                  </a:moveTo>
                  <a:lnTo>
                    <a:pt x="51243" y="159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2300" y="5407339"/>
              <a:ext cx="51243" cy="159119"/>
            </a:xfrm>
            <a:custGeom>
              <a:avLst/>
              <a:pathLst>
                <a:path w="51243" h="159119">
                  <a:moveTo>
                    <a:pt x="0" y="0"/>
                  </a:moveTo>
                  <a:lnTo>
                    <a:pt x="51243" y="159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2300" y="5407339"/>
              <a:ext cx="51243" cy="159119"/>
            </a:xfrm>
            <a:custGeom>
              <a:avLst/>
              <a:pathLst>
                <a:path w="51243" h="159119">
                  <a:moveTo>
                    <a:pt x="0" y="0"/>
                  </a:moveTo>
                  <a:lnTo>
                    <a:pt x="51243" y="159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2300" y="5407339"/>
              <a:ext cx="51243" cy="159119"/>
            </a:xfrm>
            <a:custGeom>
              <a:avLst/>
              <a:pathLst>
                <a:path w="51243" h="159119">
                  <a:moveTo>
                    <a:pt x="0" y="0"/>
                  </a:moveTo>
                  <a:lnTo>
                    <a:pt x="51243" y="159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300" y="5407339"/>
              <a:ext cx="51243" cy="159119"/>
            </a:xfrm>
            <a:custGeom>
              <a:avLst/>
              <a:pathLst>
                <a:path w="51243" h="159119">
                  <a:moveTo>
                    <a:pt x="0" y="0"/>
                  </a:moveTo>
                  <a:lnTo>
                    <a:pt x="51243" y="159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856392" y="5407339"/>
              <a:ext cx="185199" cy="326274"/>
            </a:xfrm>
            <a:custGeom>
              <a:avLst/>
              <a:pathLst>
                <a:path w="185199" h="326274">
                  <a:moveTo>
                    <a:pt x="115908" y="0"/>
                  </a:moveTo>
                  <a:lnTo>
                    <a:pt x="110853" y="1717"/>
                  </a:lnTo>
                  <a:lnTo>
                    <a:pt x="105856" y="3595"/>
                  </a:lnTo>
                  <a:lnTo>
                    <a:pt x="100921" y="5631"/>
                  </a:lnTo>
                  <a:lnTo>
                    <a:pt x="96053" y="7825"/>
                  </a:lnTo>
                  <a:lnTo>
                    <a:pt x="91259" y="10172"/>
                  </a:lnTo>
                  <a:lnTo>
                    <a:pt x="86541" y="12671"/>
                  </a:lnTo>
                  <a:lnTo>
                    <a:pt x="81906" y="15320"/>
                  </a:lnTo>
                  <a:lnTo>
                    <a:pt x="77358" y="18115"/>
                  </a:lnTo>
                  <a:lnTo>
                    <a:pt x="72901" y="21055"/>
                  </a:lnTo>
                  <a:lnTo>
                    <a:pt x="68540" y="24134"/>
                  </a:lnTo>
                  <a:lnTo>
                    <a:pt x="64280" y="27352"/>
                  </a:lnTo>
                  <a:lnTo>
                    <a:pt x="60125" y="30704"/>
                  </a:lnTo>
                  <a:lnTo>
                    <a:pt x="56079" y="34187"/>
                  </a:lnTo>
                  <a:lnTo>
                    <a:pt x="52147" y="37798"/>
                  </a:lnTo>
                  <a:lnTo>
                    <a:pt x="48331" y="41532"/>
                  </a:lnTo>
                  <a:lnTo>
                    <a:pt x="44637" y="45386"/>
                  </a:lnTo>
                  <a:lnTo>
                    <a:pt x="41068" y="49356"/>
                  </a:lnTo>
                  <a:lnTo>
                    <a:pt x="37627" y="53438"/>
                  </a:lnTo>
                  <a:lnTo>
                    <a:pt x="34319" y="57628"/>
                  </a:lnTo>
                  <a:lnTo>
                    <a:pt x="31146" y="61921"/>
                  </a:lnTo>
                  <a:lnTo>
                    <a:pt x="28112" y="66313"/>
                  </a:lnTo>
                  <a:lnTo>
                    <a:pt x="25219" y="70801"/>
                  </a:lnTo>
                  <a:lnTo>
                    <a:pt x="22471" y="75378"/>
                  </a:lnTo>
                  <a:lnTo>
                    <a:pt x="19871" y="80040"/>
                  </a:lnTo>
                  <a:lnTo>
                    <a:pt x="17421" y="84783"/>
                  </a:lnTo>
                  <a:lnTo>
                    <a:pt x="15124" y="89603"/>
                  </a:lnTo>
                  <a:lnTo>
                    <a:pt x="12981" y="94492"/>
                  </a:lnTo>
                  <a:lnTo>
                    <a:pt x="10996" y="99448"/>
                  </a:lnTo>
                  <a:lnTo>
                    <a:pt x="9171" y="104465"/>
                  </a:lnTo>
                  <a:lnTo>
                    <a:pt x="7506" y="109537"/>
                  </a:lnTo>
                  <a:lnTo>
                    <a:pt x="6004" y="114660"/>
                  </a:lnTo>
                  <a:lnTo>
                    <a:pt x="4667" y="119829"/>
                  </a:lnTo>
                  <a:lnTo>
                    <a:pt x="3495" y="125037"/>
                  </a:lnTo>
                  <a:lnTo>
                    <a:pt x="2490" y="130280"/>
                  </a:lnTo>
                  <a:lnTo>
                    <a:pt x="1653" y="135553"/>
                  </a:lnTo>
                  <a:lnTo>
                    <a:pt x="985" y="140850"/>
                  </a:lnTo>
                  <a:lnTo>
                    <a:pt x="487" y="146165"/>
                  </a:lnTo>
                  <a:lnTo>
                    <a:pt x="158" y="151493"/>
                  </a:lnTo>
                  <a:lnTo>
                    <a:pt x="0" y="156830"/>
                  </a:lnTo>
                  <a:lnTo>
                    <a:pt x="12" y="162168"/>
                  </a:lnTo>
                  <a:lnTo>
                    <a:pt x="194" y="167504"/>
                  </a:lnTo>
                  <a:lnTo>
                    <a:pt x="547" y="172831"/>
                  </a:lnTo>
                  <a:lnTo>
                    <a:pt x="1070" y="178144"/>
                  </a:lnTo>
                  <a:lnTo>
                    <a:pt x="1762" y="183437"/>
                  </a:lnTo>
                  <a:lnTo>
                    <a:pt x="2623" y="188706"/>
                  </a:lnTo>
                  <a:lnTo>
                    <a:pt x="3652" y="193945"/>
                  </a:lnTo>
                  <a:lnTo>
                    <a:pt x="4847" y="199148"/>
                  </a:lnTo>
                  <a:lnTo>
                    <a:pt x="6208" y="204310"/>
                  </a:lnTo>
                  <a:lnTo>
                    <a:pt x="7733" y="209426"/>
                  </a:lnTo>
                  <a:lnTo>
                    <a:pt x="9421" y="214491"/>
                  </a:lnTo>
                  <a:lnTo>
                    <a:pt x="11269" y="219499"/>
                  </a:lnTo>
                  <a:lnTo>
                    <a:pt x="13277" y="224446"/>
                  </a:lnTo>
                  <a:lnTo>
                    <a:pt x="15441" y="229326"/>
                  </a:lnTo>
                  <a:lnTo>
                    <a:pt x="17760" y="234135"/>
                  </a:lnTo>
                  <a:lnTo>
                    <a:pt x="20232" y="238867"/>
                  </a:lnTo>
                  <a:lnTo>
                    <a:pt x="22853" y="243517"/>
                  </a:lnTo>
                  <a:lnTo>
                    <a:pt x="25622" y="248082"/>
                  </a:lnTo>
                  <a:lnTo>
                    <a:pt x="28535" y="252556"/>
                  </a:lnTo>
                  <a:lnTo>
                    <a:pt x="31589" y="256935"/>
                  </a:lnTo>
                  <a:lnTo>
                    <a:pt x="34782" y="261213"/>
                  </a:lnTo>
                  <a:lnTo>
                    <a:pt x="38109" y="265388"/>
                  </a:lnTo>
                  <a:lnTo>
                    <a:pt x="41568" y="269454"/>
                  </a:lnTo>
                  <a:lnTo>
                    <a:pt x="45156" y="273408"/>
                  </a:lnTo>
                  <a:lnTo>
                    <a:pt x="48867" y="277245"/>
                  </a:lnTo>
                  <a:lnTo>
                    <a:pt x="52699" y="280962"/>
                  </a:lnTo>
                  <a:lnTo>
                    <a:pt x="56648" y="284555"/>
                  </a:lnTo>
                  <a:lnTo>
                    <a:pt x="60710" y="288019"/>
                  </a:lnTo>
                  <a:lnTo>
                    <a:pt x="64880" y="291352"/>
                  </a:lnTo>
                  <a:lnTo>
                    <a:pt x="69155" y="294551"/>
                  </a:lnTo>
                  <a:lnTo>
                    <a:pt x="73530" y="297611"/>
                  </a:lnTo>
                  <a:lnTo>
                    <a:pt x="78000" y="300530"/>
                  </a:lnTo>
                  <a:lnTo>
                    <a:pt x="82560" y="303304"/>
                  </a:lnTo>
                  <a:lnTo>
                    <a:pt x="87208" y="305932"/>
                  </a:lnTo>
                  <a:lnTo>
                    <a:pt x="91936" y="308410"/>
                  </a:lnTo>
                  <a:lnTo>
                    <a:pt x="96742" y="310735"/>
                  </a:lnTo>
                  <a:lnTo>
                    <a:pt x="101619" y="312906"/>
                  </a:lnTo>
                  <a:lnTo>
                    <a:pt x="106563" y="314920"/>
                  </a:lnTo>
                  <a:lnTo>
                    <a:pt x="111569" y="316776"/>
                  </a:lnTo>
                  <a:lnTo>
                    <a:pt x="116632" y="318470"/>
                  </a:lnTo>
                  <a:lnTo>
                    <a:pt x="121746" y="320002"/>
                  </a:lnTo>
                  <a:lnTo>
                    <a:pt x="126906" y="321370"/>
                  </a:lnTo>
                  <a:lnTo>
                    <a:pt x="132108" y="322572"/>
                  </a:lnTo>
                  <a:lnTo>
                    <a:pt x="137345" y="323608"/>
                  </a:lnTo>
                  <a:lnTo>
                    <a:pt x="142612" y="324476"/>
                  </a:lnTo>
                  <a:lnTo>
                    <a:pt x="147905" y="325175"/>
                  </a:lnTo>
                  <a:lnTo>
                    <a:pt x="153217" y="325705"/>
                  </a:lnTo>
                  <a:lnTo>
                    <a:pt x="158544" y="326065"/>
                  </a:lnTo>
                  <a:lnTo>
                    <a:pt x="163879" y="326255"/>
                  </a:lnTo>
                  <a:lnTo>
                    <a:pt x="169218" y="326274"/>
                  </a:lnTo>
                  <a:lnTo>
                    <a:pt x="174554" y="326123"/>
                  </a:lnTo>
                  <a:lnTo>
                    <a:pt x="179883" y="325801"/>
                  </a:lnTo>
                  <a:lnTo>
                    <a:pt x="185199" y="325310"/>
                  </a:lnTo>
                  <a:lnTo>
                    <a:pt x="167151" y="159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167164" cy="333357"/>
            </a:xfrm>
            <a:custGeom>
              <a:avLst/>
              <a:pathLst>
                <a:path w="167164" h="333357">
                  <a:moveTo>
                    <a:pt x="18047" y="333357"/>
                  </a:moveTo>
                  <a:lnTo>
                    <a:pt x="23344" y="332696"/>
                  </a:lnTo>
                  <a:lnTo>
                    <a:pt x="28616" y="331867"/>
                  </a:lnTo>
                  <a:lnTo>
                    <a:pt x="33860" y="330869"/>
                  </a:lnTo>
                  <a:lnTo>
                    <a:pt x="39069" y="329705"/>
                  </a:lnTo>
                  <a:lnTo>
                    <a:pt x="44238" y="328375"/>
                  </a:lnTo>
                  <a:lnTo>
                    <a:pt x="49362" y="326880"/>
                  </a:lnTo>
                  <a:lnTo>
                    <a:pt x="54436" y="325223"/>
                  </a:lnTo>
                  <a:lnTo>
                    <a:pt x="59454" y="323404"/>
                  </a:lnTo>
                  <a:lnTo>
                    <a:pt x="64412" y="321427"/>
                  </a:lnTo>
                  <a:lnTo>
                    <a:pt x="69304" y="319292"/>
                  </a:lnTo>
                  <a:lnTo>
                    <a:pt x="74125" y="317001"/>
                  </a:lnTo>
                  <a:lnTo>
                    <a:pt x="78871" y="314559"/>
                  </a:lnTo>
                  <a:lnTo>
                    <a:pt x="83536" y="311966"/>
                  </a:lnTo>
                  <a:lnTo>
                    <a:pt x="88116" y="309225"/>
                  </a:lnTo>
                  <a:lnTo>
                    <a:pt x="92606" y="306339"/>
                  </a:lnTo>
                  <a:lnTo>
                    <a:pt x="97002" y="303312"/>
                  </a:lnTo>
                  <a:lnTo>
                    <a:pt x="101299" y="300146"/>
                  </a:lnTo>
                  <a:lnTo>
                    <a:pt x="105493" y="296844"/>
                  </a:lnTo>
                  <a:lnTo>
                    <a:pt x="109579" y="293410"/>
                  </a:lnTo>
                  <a:lnTo>
                    <a:pt x="113554" y="289847"/>
                  </a:lnTo>
                  <a:lnTo>
                    <a:pt x="117412" y="286159"/>
                  </a:lnTo>
                  <a:lnTo>
                    <a:pt x="121151" y="282350"/>
                  </a:lnTo>
                  <a:lnTo>
                    <a:pt x="124767" y="278424"/>
                  </a:lnTo>
                  <a:lnTo>
                    <a:pt x="128255" y="274384"/>
                  </a:lnTo>
                  <a:lnTo>
                    <a:pt x="131613" y="270234"/>
                  </a:lnTo>
                  <a:lnTo>
                    <a:pt x="134836" y="265980"/>
                  </a:lnTo>
                  <a:lnTo>
                    <a:pt x="137922" y="261625"/>
                  </a:lnTo>
                  <a:lnTo>
                    <a:pt x="140867" y="257174"/>
                  </a:lnTo>
                  <a:lnTo>
                    <a:pt x="143669" y="252630"/>
                  </a:lnTo>
                  <a:lnTo>
                    <a:pt x="146324" y="248000"/>
                  </a:lnTo>
                  <a:lnTo>
                    <a:pt x="148830" y="243288"/>
                  </a:lnTo>
                  <a:lnTo>
                    <a:pt x="151185" y="238497"/>
                  </a:lnTo>
                  <a:lnTo>
                    <a:pt x="153385" y="233634"/>
                  </a:lnTo>
                  <a:lnTo>
                    <a:pt x="155429" y="228703"/>
                  </a:lnTo>
                  <a:lnTo>
                    <a:pt x="157314" y="223710"/>
                  </a:lnTo>
                  <a:lnTo>
                    <a:pt x="159039" y="218659"/>
                  </a:lnTo>
                  <a:lnTo>
                    <a:pt x="160602" y="213555"/>
                  </a:lnTo>
                  <a:lnTo>
                    <a:pt x="162001" y="208404"/>
                  </a:lnTo>
                  <a:lnTo>
                    <a:pt x="163235" y="203211"/>
                  </a:lnTo>
                  <a:lnTo>
                    <a:pt x="164302" y="197982"/>
                  </a:lnTo>
                  <a:lnTo>
                    <a:pt x="165202" y="192721"/>
                  </a:lnTo>
                  <a:lnTo>
                    <a:pt x="165934" y="187433"/>
                  </a:lnTo>
                  <a:lnTo>
                    <a:pt x="166496" y="182125"/>
                  </a:lnTo>
                  <a:lnTo>
                    <a:pt x="166889" y="176802"/>
                  </a:lnTo>
                  <a:lnTo>
                    <a:pt x="167112" y="171469"/>
                  </a:lnTo>
                  <a:lnTo>
                    <a:pt x="167164" y="166132"/>
                  </a:lnTo>
                  <a:lnTo>
                    <a:pt x="167045" y="160796"/>
                  </a:lnTo>
                  <a:lnTo>
                    <a:pt x="166757" y="155466"/>
                  </a:lnTo>
                  <a:lnTo>
                    <a:pt x="166298" y="150148"/>
                  </a:lnTo>
                  <a:lnTo>
                    <a:pt x="165670" y="144848"/>
                  </a:lnTo>
                  <a:lnTo>
                    <a:pt x="164873" y="139570"/>
                  </a:lnTo>
                  <a:lnTo>
                    <a:pt x="163908" y="134321"/>
                  </a:lnTo>
                  <a:lnTo>
                    <a:pt x="162776" y="129105"/>
                  </a:lnTo>
                  <a:lnTo>
                    <a:pt x="161478" y="123927"/>
                  </a:lnTo>
                  <a:lnTo>
                    <a:pt x="160015" y="118794"/>
                  </a:lnTo>
                  <a:lnTo>
                    <a:pt x="158389" y="113710"/>
                  </a:lnTo>
                  <a:lnTo>
                    <a:pt x="156602" y="108681"/>
                  </a:lnTo>
                  <a:lnTo>
                    <a:pt x="154655" y="103711"/>
                  </a:lnTo>
                  <a:lnTo>
                    <a:pt x="152550" y="98806"/>
                  </a:lnTo>
                  <a:lnTo>
                    <a:pt x="150290" y="93971"/>
                  </a:lnTo>
                  <a:lnTo>
                    <a:pt x="147877" y="89210"/>
                  </a:lnTo>
                  <a:lnTo>
                    <a:pt x="145312" y="84528"/>
                  </a:lnTo>
                  <a:lnTo>
                    <a:pt x="142600" y="79931"/>
                  </a:lnTo>
                  <a:lnTo>
                    <a:pt x="139742" y="75423"/>
                  </a:lnTo>
                  <a:lnTo>
                    <a:pt x="136742" y="71009"/>
                  </a:lnTo>
                  <a:lnTo>
                    <a:pt x="133603" y="66692"/>
                  </a:lnTo>
                  <a:lnTo>
                    <a:pt x="130327" y="62478"/>
                  </a:lnTo>
                  <a:lnTo>
                    <a:pt x="126918" y="58371"/>
                  </a:lnTo>
                  <a:lnTo>
                    <a:pt x="123380" y="54374"/>
                  </a:lnTo>
                  <a:lnTo>
                    <a:pt x="119716" y="50493"/>
                  </a:lnTo>
                  <a:lnTo>
                    <a:pt x="115930" y="46730"/>
                  </a:lnTo>
                  <a:lnTo>
                    <a:pt x="112026" y="43091"/>
                  </a:lnTo>
                  <a:lnTo>
                    <a:pt x="108008" y="39577"/>
                  </a:lnTo>
                  <a:lnTo>
                    <a:pt x="103880" y="36194"/>
                  </a:lnTo>
                  <a:lnTo>
                    <a:pt x="99645" y="32944"/>
                  </a:lnTo>
                  <a:lnTo>
                    <a:pt x="95309" y="29832"/>
                  </a:lnTo>
                  <a:lnTo>
                    <a:pt x="90876" y="26859"/>
                  </a:lnTo>
                  <a:lnTo>
                    <a:pt x="86351" y="24029"/>
                  </a:lnTo>
                  <a:lnTo>
                    <a:pt x="81737" y="21345"/>
                  </a:lnTo>
                  <a:lnTo>
                    <a:pt x="77040" y="18810"/>
                  </a:lnTo>
                  <a:lnTo>
                    <a:pt x="72264" y="16426"/>
                  </a:lnTo>
                  <a:lnTo>
                    <a:pt x="67415" y="14196"/>
                  </a:lnTo>
                  <a:lnTo>
                    <a:pt x="62497" y="12122"/>
                  </a:lnTo>
                  <a:lnTo>
                    <a:pt x="57515" y="10206"/>
                  </a:lnTo>
                  <a:lnTo>
                    <a:pt x="52475" y="8449"/>
                  </a:lnTo>
                  <a:lnTo>
                    <a:pt x="47381" y="6855"/>
                  </a:lnTo>
                  <a:lnTo>
                    <a:pt x="42239" y="5424"/>
                  </a:lnTo>
                  <a:lnTo>
                    <a:pt x="37054" y="4158"/>
                  </a:lnTo>
                  <a:lnTo>
                    <a:pt x="31831" y="3058"/>
                  </a:lnTo>
                  <a:lnTo>
                    <a:pt x="26575" y="2125"/>
                  </a:lnTo>
                  <a:lnTo>
                    <a:pt x="21293" y="1361"/>
                  </a:lnTo>
                  <a:lnTo>
                    <a:pt x="15988" y="766"/>
                  </a:lnTo>
                  <a:lnTo>
                    <a:pt x="10668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8358" y="5269756"/>
              <a:ext cx="16899" cy="167167"/>
            </a:xfrm>
            <a:custGeom>
              <a:avLst/>
              <a:pathLst>
                <a:path w="16899" h="167167">
                  <a:moveTo>
                    <a:pt x="16899" y="0"/>
                  </a:moveTo>
                  <a:lnTo>
                    <a:pt x="8439" y="214"/>
                  </a:lnTo>
                  <a:lnTo>
                    <a:pt x="0" y="856"/>
                  </a:lnTo>
                  <a:lnTo>
                    <a:pt x="168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8358" y="5270612"/>
              <a:ext cx="16899" cy="166311"/>
            </a:xfrm>
            <a:custGeom>
              <a:avLst/>
              <a:pathLst>
                <a:path w="16899" h="166311">
                  <a:moveTo>
                    <a:pt x="0" y="0"/>
                  </a:moveTo>
                  <a:lnTo>
                    <a:pt x="16899" y="166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8358" y="5270612"/>
              <a:ext cx="16899" cy="166311"/>
            </a:xfrm>
            <a:custGeom>
              <a:avLst/>
              <a:pathLst>
                <a:path w="16899" h="166311">
                  <a:moveTo>
                    <a:pt x="0" y="0"/>
                  </a:moveTo>
                  <a:lnTo>
                    <a:pt x="16899" y="166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358" y="5270612"/>
              <a:ext cx="16899" cy="166311"/>
            </a:xfrm>
            <a:custGeom>
              <a:avLst/>
              <a:pathLst>
                <a:path w="16899" h="166311">
                  <a:moveTo>
                    <a:pt x="0" y="0"/>
                  </a:moveTo>
                  <a:lnTo>
                    <a:pt x="16899" y="166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8358" y="5270612"/>
              <a:ext cx="16899" cy="166311"/>
            </a:xfrm>
            <a:custGeom>
              <a:avLst/>
              <a:pathLst>
                <a:path w="16899" h="166311">
                  <a:moveTo>
                    <a:pt x="0" y="0"/>
                  </a:moveTo>
                  <a:lnTo>
                    <a:pt x="16899" y="166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82395" y="5270612"/>
              <a:ext cx="162862" cy="166311"/>
            </a:xfrm>
            <a:custGeom>
              <a:avLst/>
              <a:pathLst>
                <a:path w="162862" h="166311">
                  <a:moveTo>
                    <a:pt x="145963" y="0"/>
                  </a:moveTo>
                  <a:lnTo>
                    <a:pt x="140536" y="641"/>
                  </a:lnTo>
                  <a:lnTo>
                    <a:pt x="135134" y="1459"/>
                  </a:lnTo>
                  <a:lnTo>
                    <a:pt x="129761" y="2453"/>
                  </a:lnTo>
                  <a:lnTo>
                    <a:pt x="124424" y="3622"/>
                  </a:lnTo>
                  <a:lnTo>
                    <a:pt x="119128" y="4965"/>
                  </a:lnTo>
                  <a:lnTo>
                    <a:pt x="113878" y="6481"/>
                  </a:lnTo>
                  <a:lnTo>
                    <a:pt x="108681" y="8167"/>
                  </a:lnTo>
                  <a:lnTo>
                    <a:pt x="103542" y="10022"/>
                  </a:lnTo>
                  <a:lnTo>
                    <a:pt x="98466" y="12044"/>
                  </a:lnTo>
                  <a:lnTo>
                    <a:pt x="93458" y="14231"/>
                  </a:lnTo>
                  <a:lnTo>
                    <a:pt x="88525" y="16581"/>
                  </a:lnTo>
                  <a:lnTo>
                    <a:pt x="83672" y="19090"/>
                  </a:lnTo>
                  <a:lnTo>
                    <a:pt x="78903" y="21757"/>
                  </a:lnTo>
                  <a:lnTo>
                    <a:pt x="74223" y="24578"/>
                  </a:lnTo>
                  <a:lnTo>
                    <a:pt x="69639" y="27551"/>
                  </a:lnTo>
                  <a:lnTo>
                    <a:pt x="65154" y="30671"/>
                  </a:lnTo>
                  <a:lnTo>
                    <a:pt x="60773" y="33937"/>
                  </a:lnTo>
                  <a:lnTo>
                    <a:pt x="56502" y="37344"/>
                  </a:lnTo>
                  <a:lnTo>
                    <a:pt x="52344" y="40889"/>
                  </a:lnTo>
                  <a:lnTo>
                    <a:pt x="48304" y="44568"/>
                  </a:lnTo>
                  <a:lnTo>
                    <a:pt x="44386" y="48377"/>
                  </a:lnTo>
                  <a:lnTo>
                    <a:pt x="40595" y="52312"/>
                  </a:lnTo>
                  <a:lnTo>
                    <a:pt x="36935" y="56368"/>
                  </a:lnTo>
                  <a:lnTo>
                    <a:pt x="33409" y="60542"/>
                  </a:lnTo>
                  <a:lnTo>
                    <a:pt x="30022" y="64830"/>
                  </a:lnTo>
                  <a:lnTo>
                    <a:pt x="26776" y="69225"/>
                  </a:lnTo>
                  <a:lnTo>
                    <a:pt x="23676" y="73725"/>
                  </a:lnTo>
                  <a:lnTo>
                    <a:pt x="20725" y="78323"/>
                  </a:lnTo>
                  <a:lnTo>
                    <a:pt x="17925" y="83015"/>
                  </a:lnTo>
                  <a:lnTo>
                    <a:pt x="15280" y="87796"/>
                  </a:lnTo>
                  <a:lnTo>
                    <a:pt x="12793" y="92661"/>
                  </a:lnTo>
                  <a:lnTo>
                    <a:pt x="10466" y="97605"/>
                  </a:lnTo>
                  <a:lnTo>
                    <a:pt x="8302" y="102622"/>
                  </a:lnTo>
                  <a:lnTo>
                    <a:pt x="6304" y="107707"/>
                  </a:lnTo>
                  <a:lnTo>
                    <a:pt x="4472" y="112855"/>
                  </a:lnTo>
                  <a:lnTo>
                    <a:pt x="2810" y="118060"/>
                  </a:lnTo>
                  <a:lnTo>
                    <a:pt x="1318" y="123316"/>
                  </a:lnTo>
                  <a:lnTo>
                    <a:pt x="0" y="128619"/>
                  </a:lnTo>
                  <a:lnTo>
                    <a:pt x="162862" y="16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78093" y="5269756"/>
              <a:ext cx="334319" cy="334331"/>
            </a:xfrm>
            <a:custGeom>
              <a:avLst/>
              <a:pathLst>
                <a:path w="334319" h="334331">
                  <a:moveTo>
                    <a:pt x="4301" y="129475"/>
                  </a:moveTo>
                  <a:lnTo>
                    <a:pt x="3190" y="134650"/>
                  </a:lnTo>
                  <a:lnTo>
                    <a:pt x="2242" y="139858"/>
                  </a:lnTo>
                  <a:lnTo>
                    <a:pt x="1460" y="145093"/>
                  </a:lnTo>
                  <a:lnTo>
                    <a:pt x="845" y="150351"/>
                  </a:lnTo>
                  <a:lnTo>
                    <a:pt x="396" y="155625"/>
                  </a:lnTo>
                  <a:lnTo>
                    <a:pt x="114" y="160911"/>
                  </a:lnTo>
                  <a:lnTo>
                    <a:pt x="0" y="166202"/>
                  </a:lnTo>
                  <a:lnTo>
                    <a:pt x="53" y="171495"/>
                  </a:lnTo>
                  <a:lnTo>
                    <a:pt x="274" y="176784"/>
                  </a:lnTo>
                  <a:lnTo>
                    <a:pt x="662" y="182063"/>
                  </a:lnTo>
                  <a:lnTo>
                    <a:pt x="1217" y="187327"/>
                  </a:lnTo>
                  <a:lnTo>
                    <a:pt x="1938" y="192571"/>
                  </a:lnTo>
                  <a:lnTo>
                    <a:pt x="2825" y="197789"/>
                  </a:lnTo>
                  <a:lnTo>
                    <a:pt x="3877" y="202977"/>
                  </a:lnTo>
                  <a:lnTo>
                    <a:pt x="5093" y="208129"/>
                  </a:lnTo>
                  <a:lnTo>
                    <a:pt x="6471" y="213239"/>
                  </a:lnTo>
                  <a:lnTo>
                    <a:pt x="8010" y="218304"/>
                  </a:lnTo>
                  <a:lnTo>
                    <a:pt x="9709" y="223317"/>
                  </a:lnTo>
                  <a:lnTo>
                    <a:pt x="11566" y="228274"/>
                  </a:lnTo>
                  <a:lnTo>
                    <a:pt x="13578" y="233170"/>
                  </a:lnTo>
                  <a:lnTo>
                    <a:pt x="15745" y="237999"/>
                  </a:lnTo>
                  <a:lnTo>
                    <a:pt x="18063" y="242757"/>
                  </a:lnTo>
                  <a:lnTo>
                    <a:pt x="20531" y="247440"/>
                  </a:lnTo>
                  <a:lnTo>
                    <a:pt x="23146" y="252042"/>
                  </a:lnTo>
                  <a:lnTo>
                    <a:pt x="25906" y="256559"/>
                  </a:lnTo>
                  <a:lnTo>
                    <a:pt x="28807" y="260987"/>
                  </a:lnTo>
                  <a:lnTo>
                    <a:pt x="31846" y="265320"/>
                  </a:lnTo>
                  <a:lnTo>
                    <a:pt x="35022" y="269555"/>
                  </a:lnTo>
                  <a:lnTo>
                    <a:pt x="38330" y="273688"/>
                  </a:lnTo>
                  <a:lnTo>
                    <a:pt x="41767" y="277713"/>
                  </a:lnTo>
                  <a:lnTo>
                    <a:pt x="45330" y="281628"/>
                  </a:lnTo>
                  <a:lnTo>
                    <a:pt x="49014" y="285428"/>
                  </a:lnTo>
                  <a:lnTo>
                    <a:pt x="52818" y="289109"/>
                  </a:lnTo>
                  <a:lnTo>
                    <a:pt x="56736" y="292668"/>
                  </a:lnTo>
                  <a:lnTo>
                    <a:pt x="60765" y="296101"/>
                  </a:lnTo>
                  <a:lnTo>
                    <a:pt x="64900" y="299405"/>
                  </a:lnTo>
                  <a:lnTo>
                    <a:pt x="69138" y="302577"/>
                  </a:lnTo>
                  <a:lnTo>
                    <a:pt x="73474" y="305612"/>
                  </a:lnTo>
                  <a:lnTo>
                    <a:pt x="77904" y="308509"/>
                  </a:lnTo>
                  <a:lnTo>
                    <a:pt x="82424" y="311264"/>
                  </a:lnTo>
                  <a:lnTo>
                    <a:pt x="87029" y="313875"/>
                  </a:lnTo>
                  <a:lnTo>
                    <a:pt x="91714" y="316339"/>
                  </a:lnTo>
                  <a:lnTo>
                    <a:pt x="96474" y="318653"/>
                  </a:lnTo>
                  <a:lnTo>
                    <a:pt x="101306" y="320815"/>
                  </a:lnTo>
                  <a:lnTo>
                    <a:pt x="106203" y="322823"/>
                  </a:lnTo>
                  <a:lnTo>
                    <a:pt x="111162" y="324675"/>
                  </a:lnTo>
                  <a:lnTo>
                    <a:pt x="116177" y="326369"/>
                  </a:lnTo>
                  <a:lnTo>
                    <a:pt x="121243" y="327903"/>
                  </a:lnTo>
                  <a:lnTo>
                    <a:pt x="126355" y="329277"/>
                  </a:lnTo>
                  <a:lnTo>
                    <a:pt x="131508" y="330487"/>
                  </a:lnTo>
                  <a:lnTo>
                    <a:pt x="136696" y="331534"/>
                  </a:lnTo>
                  <a:lnTo>
                    <a:pt x="141915" y="332417"/>
                  </a:lnTo>
                  <a:lnTo>
                    <a:pt x="147160" y="333133"/>
                  </a:lnTo>
                  <a:lnTo>
                    <a:pt x="152425" y="333683"/>
                  </a:lnTo>
                  <a:lnTo>
                    <a:pt x="157704" y="334066"/>
                  </a:lnTo>
                  <a:lnTo>
                    <a:pt x="162993" y="334282"/>
                  </a:lnTo>
                  <a:lnTo>
                    <a:pt x="168286" y="334331"/>
                  </a:lnTo>
                  <a:lnTo>
                    <a:pt x="173578" y="334211"/>
                  </a:lnTo>
                  <a:lnTo>
                    <a:pt x="178863" y="333925"/>
                  </a:lnTo>
                  <a:lnTo>
                    <a:pt x="184137" y="333471"/>
                  </a:lnTo>
                  <a:lnTo>
                    <a:pt x="189393" y="332850"/>
                  </a:lnTo>
                  <a:lnTo>
                    <a:pt x="194628" y="332063"/>
                  </a:lnTo>
                  <a:lnTo>
                    <a:pt x="199835" y="331111"/>
                  </a:lnTo>
                  <a:lnTo>
                    <a:pt x="205009" y="329994"/>
                  </a:lnTo>
                  <a:lnTo>
                    <a:pt x="210145" y="328714"/>
                  </a:lnTo>
                  <a:lnTo>
                    <a:pt x="215238" y="327273"/>
                  </a:lnTo>
                  <a:lnTo>
                    <a:pt x="220283" y="325670"/>
                  </a:lnTo>
                  <a:lnTo>
                    <a:pt x="225275" y="323909"/>
                  </a:lnTo>
                  <a:lnTo>
                    <a:pt x="230208" y="321991"/>
                  </a:lnTo>
                  <a:lnTo>
                    <a:pt x="235078" y="319917"/>
                  </a:lnTo>
                  <a:lnTo>
                    <a:pt x="239880" y="317691"/>
                  </a:lnTo>
                  <a:lnTo>
                    <a:pt x="244609" y="315313"/>
                  </a:lnTo>
                  <a:lnTo>
                    <a:pt x="249261" y="312787"/>
                  </a:lnTo>
                  <a:lnTo>
                    <a:pt x="253830" y="310114"/>
                  </a:lnTo>
                  <a:lnTo>
                    <a:pt x="258312" y="307299"/>
                  </a:lnTo>
                  <a:lnTo>
                    <a:pt x="262703" y="304343"/>
                  </a:lnTo>
                  <a:lnTo>
                    <a:pt x="266998" y="301249"/>
                  </a:lnTo>
                  <a:lnTo>
                    <a:pt x="271193" y="298021"/>
                  </a:lnTo>
                  <a:lnTo>
                    <a:pt x="275284" y="294662"/>
                  </a:lnTo>
                  <a:lnTo>
                    <a:pt x="279266" y="291175"/>
                  </a:lnTo>
                  <a:lnTo>
                    <a:pt x="283136" y="287564"/>
                  </a:lnTo>
                  <a:lnTo>
                    <a:pt x="286890" y="283832"/>
                  </a:lnTo>
                  <a:lnTo>
                    <a:pt x="290524" y="279983"/>
                  </a:lnTo>
                  <a:lnTo>
                    <a:pt x="294034" y="276021"/>
                  </a:lnTo>
                  <a:lnTo>
                    <a:pt x="297416" y="271949"/>
                  </a:lnTo>
                  <a:lnTo>
                    <a:pt x="300668" y="267773"/>
                  </a:lnTo>
                  <a:lnTo>
                    <a:pt x="303787" y="263496"/>
                  </a:lnTo>
                  <a:lnTo>
                    <a:pt x="306768" y="259122"/>
                  </a:lnTo>
                  <a:lnTo>
                    <a:pt x="309609" y="254656"/>
                  </a:lnTo>
                  <a:lnTo>
                    <a:pt x="312308" y="250102"/>
                  </a:lnTo>
                  <a:lnTo>
                    <a:pt x="314861" y="245465"/>
                  </a:lnTo>
                  <a:lnTo>
                    <a:pt x="317266" y="240750"/>
                  </a:lnTo>
                  <a:lnTo>
                    <a:pt x="319520" y="235961"/>
                  </a:lnTo>
                  <a:lnTo>
                    <a:pt x="321622" y="231103"/>
                  </a:lnTo>
                  <a:lnTo>
                    <a:pt x="323569" y="226181"/>
                  </a:lnTo>
                  <a:lnTo>
                    <a:pt x="325359" y="221199"/>
                  </a:lnTo>
                  <a:lnTo>
                    <a:pt x="326990" y="216164"/>
                  </a:lnTo>
                  <a:lnTo>
                    <a:pt x="328461" y="211079"/>
                  </a:lnTo>
                  <a:lnTo>
                    <a:pt x="329770" y="205950"/>
                  </a:lnTo>
                  <a:lnTo>
                    <a:pt x="330917" y="200783"/>
                  </a:lnTo>
                  <a:lnTo>
                    <a:pt x="331899" y="195581"/>
                  </a:lnTo>
                  <a:lnTo>
                    <a:pt x="332716" y="190352"/>
                  </a:lnTo>
                  <a:lnTo>
                    <a:pt x="333367" y="185099"/>
                  </a:lnTo>
                  <a:lnTo>
                    <a:pt x="333851" y="179828"/>
                  </a:lnTo>
                  <a:lnTo>
                    <a:pt x="334169" y="174544"/>
                  </a:lnTo>
                  <a:lnTo>
                    <a:pt x="334319" y="169253"/>
                  </a:lnTo>
                  <a:lnTo>
                    <a:pt x="334301" y="163960"/>
                  </a:lnTo>
                  <a:lnTo>
                    <a:pt x="334116" y="158670"/>
                  </a:lnTo>
                  <a:lnTo>
                    <a:pt x="333763" y="153388"/>
                  </a:lnTo>
                  <a:lnTo>
                    <a:pt x="333243" y="148121"/>
                  </a:lnTo>
                  <a:lnTo>
                    <a:pt x="332557" y="142872"/>
                  </a:lnTo>
                  <a:lnTo>
                    <a:pt x="331705" y="137648"/>
                  </a:lnTo>
                  <a:lnTo>
                    <a:pt x="330688" y="132453"/>
                  </a:lnTo>
                  <a:lnTo>
                    <a:pt x="329507" y="127294"/>
                  </a:lnTo>
                  <a:lnTo>
                    <a:pt x="328163" y="122174"/>
                  </a:lnTo>
                  <a:lnTo>
                    <a:pt x="326658" y="117099"/>
                  </a:lnTo>
                  <a:lnTo>
                    <a:pt x="324992" y="112075"/>
                  </a:lnTo>
                  <a:lnTo>
                    <a:pt x="323169" y="107105"/>
                  </a:lnTo>
                  <a:lnTo>
                    <a:pt x="321189" y="102196"/>
                  </a:lnTo>
                  <a:lnTo>
                    <a:pt x="319055" y="97352"/>
                  </a:lnTo>
                  <a:lnTo>
                    <a:pt x="316769" y="92578"/>
                  </a:lnTo>
                  <a:lnTo>
                    <a:pt x="314332" y="87879"/>
                  </a:lnTo>
                  <a:lnTo>
                    <a:pt x="311748" y="83260"/>
                  </a:lnTo>
                  <a:lnTo>
                    <a:pt x="309019" y="78724"/>
                  </a:lnTo>
                  <a:lnTo>
                    <a:pt x="306148" y="74277"/>
                  </a:lnTo>
                  <a:lnTo>
                    <a:pt x="303137" y="69924"/>
                  </a:lnTo>
                  <a:lnTo>
                    <a:pt x="299990" y="65667"/>
                  </a:lnTo>
                  <a:lnTo>
                    <a:pt x="296710" y="61513"/>
                  </a:lnTo>
                  <a:lnTo>
                    <a:pt x="293300" y="57465"/>
                  </a:lnTo>
                  <a:lnTo>
                    <a:pt x="289764" y="53526"/>
                  </a:lnTo>
                  <a:lnTo>
                    <a:pt x="286105" y="49702"/>
                  </a:lnTo>
                  <a:lnTo>
                    <a:pt x="282326" y="45995"/>
                  </a:lnTo>
                  <a:lnTo>
                    <a:pt x="278432" y="42409"/>
                  </a:lnTo>
                  <a:lnTo>
                    <a:pt x="274426" y="38949"/>
                  </a:lnTo>
                  <a:lnTo>
                    <a:pt x="270313" y="35618"/>
                  </a:lnTo>
                  <a:lnTo>
                    <a:pt x="266097" y="32418"/>
                  </a:lnTo>
                  <a:lnTo>
                    <a:pt x="261781" y="29353"/>
                  </a:lnTo>
                  <a:lnTo>
                    <a:pt x="257370" y="26427"/>
                  </a:lnTo>
                  <a:lnTo>
                    <a:pt x="252869" y="23641"/>
                  </a:lnTo>
                  <a:lnTo>
                    <a:pt x="248282" y="21000"/>
                  </a:lnTo>
                  <a:lnTo>
                    <a:pt x="243614" y="18505"/>
                  </a:lnTo>
                  <a:lnTo>
                    <a:pt x="238869" y="16159"/>
                  </a:lnTo>
                  <a:lnTo>
                    <a:pt x="234052" y="13964"/>
                  </a:lnTo>
                  <a:lnTo>
                    <a:pt x="229168" y="11924"/>
                  </a:lnTo>
                  <a:lnTo>
                    <a:pt x="224222" y="10038"/>
                  </a:lnTo>
                  <a:lnTo>
                    <a:pt x="219218" y="8311"/>
                  </a:lnTo>
                  <a:lnTo>
                    <a:pt x="214163" y="6742"/>
                  </a:lnTo>
                  <a:lnTo>
                    <a:pt x="209060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1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5903" y="5018213"/>
              <a:ext cx="25135" cy="167167"/>
            </a:xfrm>
            <a:custGeom>
              <a:avLst/>
              <a:pathLst>
                <a:path w="25135" h="167167">
                  <a:moveTo>
                    <a:pt x="25135" y="0"/>
                  </a:moveTo>
                  <a:lnTo>
                    <a:pt x="16728" y="211"/>
                  </a:lnTo>
                  <a:lnTo>
                    <a:pt x="8342" y="845"/>
                  </a:lnTo>
                  <a:lnTo>
                    <a:pt x="0" y="1900"/>
                  </a:lnTo>
                  <a:lnTo>
                    <a:pt x="251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3872" y="5020113"/>
              <a:ext cx="167166" cy="180967"/>
            </a:xfrm>
            <a:custGeom>
              <a:avLst/>
              <a:pathLst>
                <a:path w="167166" h="180967">
                  <a:moveTo>
                    <a:pt x="142031" y="0"/>
                  </a:moveTo>
                  <a:lnTo>
                    <a:pt x="136722" y="895"/>
                  </a:lnTo>
                  <a:lnTo>
                    <a:pt x="131444" y="1960"/>
                  </a:lnTo>
                  <a:lnTo>
                    <a:pt x="126203" y="3196"/>
                  </a:lnTo>
                  <a:lnTo>
                    <a:pt x="121005" y="4599"/>
                  </a:lnTo>
                  <a:lnTo>
                    <a:pt x="115854" y="6169"/>
                  </a:lnTo>
                  <a:lnTo>
                    <a:pt x="110757" y="7904"/>
                  </a:lnTo>
                  <a:lnTo>
                    <a:pt x="105718" y="9802"/>
                  </a:lnTo>
                  <a:lnTo>
                    <a:pt x="100743" y="11862"/>
                  </a:lnTo>
                  <a:lnTo>
                    <a:pt x="95837" y="14081"/>
                  </a:lnTo>
                  <a:lnTo>
                    <a:pt x="91005" y="16456"/>
                  </a:lnTo>
                  <a:lnTo>
                    <a:pt x="86252" y="18986"/>
                  </a:lnTo>
                  <a:lnTo>
                    <a:pt x="81583" y="21668"/>
                  </a:lnTo>
                  <a:lnTo>
                    <a:pt x="77003" y="24499"/>
                  </a:lnTo>
                  <a:lnTo>
                    <a:pt x="72516" y="27476"/>
                  </a:lnTo>
                  <a:lnTo>
                    <a:pt x="68128" y="30595"/>
                  </a:lnTo>
                  <a:lnTo>
                    <a:pt x="63842" y="33855"/>
                  </a:lnTo>
                  <a:lnTo>
                    <a:pt x="59663" y="37251"/>
                  </a:lnTo>
                  <a:lnTo>
                    <a:pt x="55596" y="40779"/>
                  </a:lnTo>
                  <a:lnTo>
                    <a:pt x="51645" y="44437"/>
                  </a:lnTo>
                  <a:lnTo>
                    <a:pt x="47813" y="48220"/>
                  </a:lnTo>
                  <a:lnTo>
                    <a:pt x="44106" y="52125"/>
                  </a:lnTo>
                  <a:lnTo>
                    <a:pt x="40526" y="56147"/>
                  </a:lnTo>
                  <a:lnTo>
                    <a:pt x="37077" y="60282"/>
                  </a:lnTo>
                  <a:lnTo>
                    <a:pt x="33764" y="64526"/>
                  </a:lnTo>
                  <a:lnTo>
                    <a:pt x="30588" y="68874"/>
                  </a:lnTo>
                  <a:lnTo>
                    <a:pt x="27555" y="73323"/>
                  </a:lnTo>
                  <a:lnTo>
                    <a:pt x="24666" y="77867"/>
                  </a:lnTo>
                  <a:lnTo>
                    <a:pt x="21925" y="82502"/>
                  </a:lnTo>
                  <a:lnTo>
                    <a:pt x="19335" y="87222"/>
                  </a:lnTo>
                  <a:lnTo>
                    <a:pt x="16899" y="92024"/>
                  </a:lnTo>
                  <a:lnTo>
                    <a:pt x="14618" y="96901"/>
                  </a:lnTo>
                  <a:lnTo>
                    <a:pt x="12495" y="101849"/>
                  </a:lnTo>
                  <a:lnTo>
                    <a:pt x="10533" y="106864"/>
                  </a:lnTo>
                  <a:lnTo>
                    <a:pt x="8733" y="111938"/>
                  </a:lnTo>
                  <a:lnTo>
                    <a:pt x="7098" y="117068"/>
                  </a:lnTo>
                  <a:lnTo>
                    <a:pt x="5629" y="122249"/>
                  </a:lnTo>
                  <a:lnTo>
                    <a:pt x="4327" y="127473"/>
                  </a:lnTo>
                  <a:lnTo>
                    <a:pt x="3194" y="132737"/>
                  </a:lnTo>
                  <a:lnTo>
                    <a:pt x="2232" y="138035"/>
                  </a:lnTo>
                  <a:lnTo>
                    <a:pt x="1440" y="143361"/>
                  </a:lnTo>
                  <a:lnTo>
                    <a:pt x="821" y="148710"/>
                  </a:lnTo>
                  <a:lnTo>
                    <a:pt x="374" y="154075"/>
                  </a:lnTo>
                  <a:lnTo>
                    <a:pt x="100" y="159453"/>
                  </a:lnTo>
                  <a:lnTo>
                    <a:pt x="0" y="164836"/>
                  </a:lnTo>
                  <a:lnTo>
                    <a:pt x="72" y="170220"/>
                  </a:lnTo>
                  <a:lnTo>
                    <a:pt x="319" y="175599"/>
                  </a:lnTo>
                  <a:lnTo>
                    <a:pt x="738" y="180967"/>
                  </a:lnTo>
                  <a:lnTo>
                    <a:pt x="167166" y="165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4610" y="5018213"/>
              <a:ext cx="333586" cy="334326"/>
            </a:xfrm>
            <a:custGeom>
              <a:avLst/>
              <a:pathLst>
                <a:path w="333586" h="334326">
                  <a:moveTo>
                    <a:pt x="0" y="182868"/>
                  </a:moveTo>
                  <a:lnTo>
                    <a:pt x="579" y="188123"/>
                  </a:lnTo>
                  <a:lnTo>
                    <a:pt x="1325" y="193358"/>
                  </a:lnTo>
                  <a:lnTo>
                    <a:pt x="2236" y="198567"/>
                  </a:lnTo>
                  <a:lnTo>
                    <a:pt x="3311" y="203744"/>
                  </a:lnTo>
                  <a:lnTo>
                    <a:pt x="4550" y="208885"/>
                  </a:lnTo>
                  <a:lnTo>
                    <a:pt x="5950" y="213983"/>
                  </a:lnTo>
                  <a:lnTo>
                    <a:pt x="7511" y="219036"/>
                  </a:lnTo>
                  <a:lnTo>
                    <a:pt x="9231" y="224036"/>
                  </a:lnTo>
                  <a:lnTo>
                    <a:pt x="11108" y="228979"/>
                  </a:lnTo>
                  <a:lnTo>
                    <a:pt x="13141" y="233860"/>
                  </a:lnTo>
                  <a:lnTo>
                    <a:pt x="15327" y="238675"/>
                  </a:lnTo>
                  <a:lnTo>
                    <a:pt x="17664" y="243418"/>
                  </a:lnTo>
                  <a:lnTo>
                    <a:pt x="20150" y="248085"/>
                  </a:lnTo>
                  <a:lnTo>
                    <a:pt x="22782" y="252671"/>
                  </a:lnTo>
                  <a:lnTo>
                    <a:pt x="25559" y="257171"/>
                  </a:lnTo>
                  <a:lnTo>
                    <a:pt x="28476" y="261581"/>
                  </a:lnTo>
                  <a:lnTo>
                    <a:pt x="31531" y="265897"/>
                  </a:lnTo>
                  <a:lnTo>
                    <a:pt x="34721" y="270114"/>
                  </a:lnTo>
                  <a:lnTo>
                    <a:pt x="38043" y="274228"/>
                  </a:lnTo>
                  <a:lnTo>
                    <a:pt x="41493" y="278235"/>
                  </a:lnTo>
                  <a:lnTo>
                    <a:pt x="45068" y="282131"/>
                  </a:lnTo>
                  <a:lnTo>
                    <a:pt x="48765" y="285912"/>
                  </a:lnTo>
                  <a:lnTo>
                    <a:pt x="52579" y="289574"/>
                  </a:lnTo>
                  <a:lnTo>
                    <a:pt x="56507" y="293113"/>
                  </a:lnTo>
                  <a:lnTo>
                    <a:pt x="60546" y="296527"/>
                  </a:lnTo>
                  <a:lnTo>
                    <a:pt x="64690" y="299811"/>
                  </a:lnTo>
                  <a:lnTo>
                    <a:pt x="68936" y="302962"/>
                  </a:lnTo>
                  <a:lnTo>
                    <a:pt x="73280" y="305977"/>
                  </a:lnTo>
                  <a:lnTo>
                    <a:pt x="77716" y="308854"/>
                  </a:lnTo>
                  <a:lnTo>
                    <a:pt x="82242" y="311589"/>
                  </a:lnTo>
                  <a:lnTo>
                    <a:pt x="86852" y="314179"/>
                  </a:lnTo>
                  <a:lnTo>
                    <a:pt x="91541" y="316622"/>
                  </a:lnTo>
                  <a:lnTo>
                    <a:pt x="96305" y="318916"/>
                  </a:lnTo>
                  <a:lnTo>
                    <a:pt x="101140" y="321058"/>
                  </a:lnTo>
                  <a:lnTo>
                    <a:pt x="106040" y="323046"/>
                  </a:lnTo>
                  <a:lnTo>
                    <a:pt x="111000" y="324878"/>
                  </a:lnTo>
                  <a:lnTo>
                    <a:pt x="116015" y="326552"/>
                  </a:lnTo>
                  <a:lnTo>
                    <a:pt x="121082" y="328066"/>
                  </a:lnTo>
                  <a:lnTo>
                    <a:pt x="126193" y="329420"/>
                  </a:lnTo>
                  <a:lnTo>
                    <a:pt x="131345" y="330611"/>
                  </a:lnTo>
                  <a:lnTo>
                    <a:pt x="136532" y="331639"/>
                  </a:lnTo>
                  <a:lnTo>
                    <a:pt x="141748" y="332503"/>
                  </a:lnTo>
                  <a:lnTo>
                    <a:pt x="146990" y="333200"/>
                  </a:lnTo>
                  <a:lnTo>
                    <a:pt x="152251" y="333732"/>
                  </a:lnTo>
                  <a:lnTo>
                    <a:pt x="157526" y="334097"/>
                  </a:lnTo>
                  <a:lnTo>
                    <a:pt x="162810" y="334295"/>
                  </a:lnTo>
                  <a:lnTo>
                    <a:pt x="168097" y="334326"/>
                  </a:lnTo>
                  <a:lnTo>
                    <a:pt x="173383" y="334190"/>
                  </a:lnTo>
                  <a:lnTo>
                    <a:pt x="178662" y="333886"/>
                  </a:lnTo>
                  <a:lnTo>
                    <a:pt x="183929" y="333416"/>
                  </a:lnTo>
                  <a:lnTo>
                    <a:pt x="189178" y="332779"/>
                  </a:lnTo>
                  <a:lnTo>
                    <a:pt x="194405" y="331977"/>
                  </a:lnTo>
                  <a:lnTo>
                    <a:pt x="199603" y="331009"/>
                  </a:lnTo>
                  <a:lnTo>
                    <a:pt x="204768" y="329878"/>
                  </a:lnTo>
                  <a:lnTo>
                    <a:pt x="209895" y="328584"/>
                  </a:lnTo>
                  <a:lnTo>
                    <a:pt x="214979" y="327129"/>
                  </a:lnTo>
                  <a:lnTo>
                    <a:pt x="220013" y="325513"/>
                  </a:lnTo>
                  <a:lnTo>
                    <a:pt x="224995" y="323739"/>
                  </a:lnTo>
                  <a:lnTo>
                    <a:pt x="229917" y="321809"/>
                  </a:lnTo>
                  <a:lnTo>
                    <a:pt x="234776" y="319723"/>
                  </a:lnTo>
                  <a:lnTo>
                    <a:pt x="239567" y="317485"/>
                  </a:lnTo>
                  <a:lnTo>
                    <a:pt x="244285" y="315097"/>
                  </a:lnTo>
                  <a:lnTo>
                    <a:pt x="248924" y="312561"/>
                  </a:lnTo>
                  <a:lnTo>
                    <a:pt x="253482" y="309879"/>
                  </a:lnTo>
                  <a:lnTo>
                    <a:pt x="257952" y="307054"/>
                  </a:lnTo>
                  <a:lnTo>
                    <a:pt x="262330" y="304089"/>
                  </a:lnTo>
                  <a:lnTo>
                    <a:pt x="266612" y="300988"/>
                  </a:lnTo>
                  <a:lnTo>
                    <a:pt x="270795" y="297752"/>
                  </a:lnTo>
                  <a:lnTo>
                    <a:pt x="274873" y="294386"/>
                  </a:lnTo>
                  <a:lnTo>
                    <a:pt x="278842" y="290893"/>
                  </a:lnTo>
                  <a:lnTo>
                    <a:pt x="282699" y="287276"/>
                  </a:lnTo>
                  <a:lnTo>
                    <a:pt x="286439" y="283538"/>
                  </a:lnTo>
                  <a:lnTo>
                    <a:pt x="290060" y="279684"/>
                  </a:lnTo>
                  <a:lnTo>
                    <a:pt x="293556" y="275718"/>
                  </a:lnTo>
                  <a:lnTo>
                    <a:pt x="296926" y="271643"/>
                  </a:lnTo>
                  <a:lnTo>
                    <a:pt x="300165" y="267463"/>
                  </a:lnTo>
                  <a:lnTo>
                    <a:pt x="303270" y="263183"/>
                  </a:lnTo>
                  <a:lnTo>
                    <a:pt x="306238" y="258808"/>
                  </a:lnTo>
                  <a:lnTo>
                    <a:pt x="309067" y="254340"/>
                  </a:lnTo>
                  <a:lnTo>
                    <a:pt x="311752" y="249785"/>
                  </a:lnTo>
                  <a:lnTo>
                    <a:pt x="314293" y="245147"/>
                  </a:lnTo>
                  <a:lnTo>
                    <a:pt x="316685" y="240432"/>
                  </a:lnTo>
                  <a:lnTo>
                    <a:pt x="318927" y="235643"/>
                  </a:lnTo>
                  <a:lnTo>
                    <a:pt x="321016" y="230786"/>
                  </a:lnTo>
                  <a:lnTo>
                    <a:pt x="322951" y="225865"/>
                  </a:lnTo>
                  <a:lnTo>
                    <a:pt x="324729" y="220885"/>
                  </a:lnTo>
                  <a:lnTo>
                    <a:pt x="326349" y="215851"/>
                  </a:lnTo>
                  <a:lnTo>
                    <a:pt x="327809" y="210769"/>
                  </a:lnTo>
                  <a:lnTo>
                    <a:pt x="329107" y="205643"/>
                  </a:lnTo>
                  <a:lnTo>
                    <a:pt x="330243" y="200479"/>
                  </a:lnTo>
                  <a:lnTo>
                    <a:pt x="331214" y="195282"/>
                  </a:lnTo>
                  <a:lnTo>
                    <a:pt x="332021" y="190056"/>
                  </a:lnTo>
                  <a:lnTo>
                    <a:pt x="332662" y="184807"/>
                  </a:lnTo>
                  <a:lnTo>
                    <a:pt x="333137" y="179541"/>
                  </a:lnTo>
                  <a:lnTo>
                    <a:pt x="333445" y="174262"/>
                  </a:lnTo>
                  <a:lnTo>
                    <a:pt x="333586" y="168976"/>
                  </a:lnTo>
                  <a:lnTo>
                    <a:pt x="333559" y="163689"/>
                  </a:lnTo>
                  <a:lnTo>
                    <a:pt x="333366" y="158404"/>
                  </a:lnTo>
                  <a:lnTo>
                    <a:pt x="333005" y="153129"/>
                  </a:lnTo>
                  <a:lnTo>
                    <a:pt x="332478" y="147868"/>
                  </a:lnTo>
                  <a:lnTo>
                    <a:pt x="331784" y="142626"/>
                  </a:lnTo>
                  <a:lnTo>
                    <a:pt x="330925" y="137408"/>
                  </a:lnTo>
                  <a:lnTo>
                    <a:pt x="329902" y="132221"/>
                  </a:lnTo>
                  <a:lnTo>
                    <a:pt x="328715" y="127068"/>
                  </a:lnTo>
                  <a:lnTo>
                    <a:pt x="327365" y="121955"/>
                  </a:lnTo>
                  <a:lnTo>
                    <a:pt x="325855" y="116888"/>
                  </a:lnTo>
                  <a:lnTo>
                    <a:pt x="324185" y="111871"/>
                  </a:lnTo>
                  <a:lnTo>
                    <a:pt x="322357" y="106909"/>
                  </a:lnTo>
                  <a:lnTo>
                    <a:pt x="320373" y="102008"/>
                  </a:lnTo>
                  <a:lnTo>
                    <a:pt x="318236" y="97171"/>
                  </a:lnTo>
                  <a:lnTo>
                    <a:pt x="315946" y="92405"/>
                  </a:lnTo>
                  <a:lnTo>
                    <a:pt x="313507" y="87714"/>
                  </a:lnTo>
                  <a:lnTo>
                    <a:pt x="310920" y="83102"/>
                  </a:lnTo>
                  <a:lnTo>
                    <a:pt x="308189" y="78574"/>
                  </a:lnTo>
                  <a:lnTo>
                    <a:pt x="305316" y="74135"/>
                  </a:lnTo>
                  <a:lnTo>
                    <a:pt x="302305" y="69789"/>
                  </a:lnTo>
                  <a:lnTo>
                    <a:pt x="299157" y="65540"/>
                  </a:lnTo>
                  <a:lnTo>
                    <a:pt x="295876" y="61393"/>
                  </a:lnTo>
                  <a:lnTo>
                    <a:pt x="292466" y="57352"/>
                  </a:lnTo>
                  <a:lnTo>
                    <a:pt x="288930" y="53421"/>
                  </a:lnTo>
                  <a:lnTo>
                    <a:pt x="285271" y="49603"/>
                  </a:lnTo>
                  <a:lnTo>
                    <a:pt x="281494" y="45903"/>
                  </a:lnTo>
                  <a:lnTo>
                    <a:pt x="277601" y="42325"/>
                  </a:lnTo>
                  <a:lnTo>
                    <a:pt x="273597" y="38871"/>
                  </a:lnTo>
                  <a:lnTo>
                    <a:pt x="269485" y="35546"/>
                  </a:lnTo>
                  <a:lnTo>
                    <a:pt x="265271" y="32352"/>
                  </a:lnTo>
                  <a:lnTo>
                    <a:pt x="260958" y="29294"/>
                  </a:lnTo>
                  <a:lnTo>
                    <a:pt x="256550" y="26373"/>
                  </a:lnTo>
                  <a:lnTo>
                    <a:pt x="252052" y="23593"/>
                  </a:lnTo>
                  <a:lnTo>
                    <a:pt x="247468" y="20957"/>
                  </a:lnTo>
                  <a:lnTo>
                    <a:pt x="242804" y="18467"/>
                  </a:lnTo>
                  <a:lnTo>
                    <a:pt x="238062" y="16126"/>
                  </a:lnTo>
                  <a:lnTo>
                    <a:pt x="233250" y="13936"/>
                  </a:lnTo>
                  <a:lnTo>
                    <a:pt x="228370" y="11899"/>
                  </a:lnTo>
                  <a:lnTo>
                    <a:pt x="223428" y="10018"/>
                  </a:lnTo>
                  <a:lnTo>
                    <a:pt x="218430" y="8293"/>
                  </a:lnTo>
                  <a:lnTo>
                    <a:pt x="213379" y="6728"/>
                  </a:lnTo>
                  <a:lnTo>
                    <a:pt x="208281" y="5324"/>
                  </a:lnTo>
                  <a:lnTo>
                    <a:pt x="203142" y="4081"/>
                  </a:lnTo>
                  <a:lnTo>
                    <a:pt x="197965" y="3001"/>
                  </a:lnTo>
                  <a:lnTo>
                    <a:pt x="192757" y="2086"/>
                  </a:lnTo>
                  <a:lnTo>
                    <a:pt x="187523" y="1336"/>
                  </a:lnTo>
                  <a:lnTo>
                    <a:pt x="182268" y="752"/>
                  </a:lnTo>
                  <a:lnTo>
                    <a:pt x="176997" y="334"/>
                  </a:lnTo>
                  <a:lnTo>
                    <a:pt x="171715" y="83"/>
                  </a:lnTo>
                  <a:lnTo>
                    <a:pt x="166428" y="0"/>
                  </a:lnTo>
                  <a:lnTo>
                    <a:pt x="1664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38854" y="4659281"/>
              <a:ext cx="84380" cy="167167"/>
            </a:xfrm>
            <a:custGeom>
              <a:avLst/>
              <a:pathLst>
                <a:path w="84380" h="167167">
                  <a:moveTo>
                    <a:pt x="84380" y="0"/>
                  </a:moveTo>
                  <a:lnTo>
                    <a:pt x="78484" y="103"/>
                  </a:lnTo>
                  <a:lnTo>
                    <a:pt x="72596" y="415"/>
                  </a:lnTo>
                  <a:lnTo>
                    <a:pt x="66723" y="935"/>
                  </a:lnTo>
                  <a:lnTo>
                    <a:pt x="60871" y="1661"/>
                  </a:lnTo>
                  <a:lnTo>
                    <a:pt x="55049" y="2593"/>
                  </a:lnTo>
                  <a:lnTo>
                    <a:pt x="49263" y="3730"/>
                  </a:lnTo>
                  <a:lnTo>
                    <a:pt x="43521" y="5070"/>
                  </a:lnTo>
                  <a:lnTo>
                    <a:pt x="37830" y="6611"/>
                  </a:lnTo>
                  <a:lnTo>
                    <a:pt x="32197" y="8353"/>
                  </a:lnTo>
                  <a:lnTo>
                    <a:pt x="26628" y="10292"/>
                  </a:lnTo>
                  <a:lnTo>
                    <a:pt x="21132" y="12426"/>
                  </a:lnTo>
                  <a:lnTo>
                    <a:pt x="15714" y="14753"/>
                  </a:lnTo>
                  <a:lnTo>
                    <a:pt x="10382" y="17270"/>
                  </a:lnTo>
                  <a:lnTo>
                    <a:pt x="5141" y="19973"/>
                  </a:lnTo>
                  <a:lnTo>
                    <a:pt x="0" y="22859"/>
                  </a:lnTo>
                  <a:lnTo>
                    <a:pt x="843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8854" y="4682140"/>
              <a:ext cx="84380" cy="144308"/>
            </a:xfrm>
            <a:custGeom>
              <a:avLst/>
              <a:pathLst>
                <a:path w="84380" h="144308">
                  <a:moveTo>
                    <a:pt x="0" y="0"/>
                  </a:moveTo>
                  <a:lnTo>
                    <a:pt x="84380" y="1443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8854" y="4682140"/>
              <a:ext cx="84380" cy="144308"/>
            </a:xfrm>
            <a:custGeom>
              <a:avLst/>
              <a:pathLst>
                <a:path w="84380" h="144308">
                  <a:moveTo>
                    <a:pt x="0" y="0"/>
                  </a:moveTo>
                  <a:lnTo>
                    <a:pt x="84380" y="1443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256070" y="4682140"/>
              <a:ext cx="305529" cy="311468"/>
            </a:xfrm>
            <a:custGeom>
              <a:avLst/>
              <a:pathLst>
                <a:path w="305529" h="311468">
                  <a:moveTo>
                    <a:pt x="82784" y="0"/>
                  </a:moveTo>
                  <a:lnTo>
                    <a:pt x="78245" y="2751"/>
                  </a:lnTo>
                  <a:lnTo>
                    <a:pt x="73797" y="5644"/>
                  </a:lnTo>
                  <a:lnTo>
                    <a:pt x="69442" y="8678"/>
                  </a:lnTo>
                  <a:lnTo>
                    <a:pt x="65186" y="11848"/>
                  </a:lnTo>
                  <a:lnTo>
                    <a:pt x="61033" y="15152"/>
                  </a:lnTo>
                  <a:lnTo>
                    <a:pt x="56987" y="18586"/>
                  </a:lnTo>
                  <a:lnTo>
                    <a:pt x="53052" y="22147"/>
                  </a:lnTo>
                  <a:lnTo>
                    <a:pt x="49232" y="25830"/>
                  </a:lnTo>
                  <a:lnTo>
                    <a:pt x="45530" y="29633"/>
                  </a:lnTo>
                  <a:lnTo>
                    <a:pt x="41952" y="33552"/>
                  </a:lnTo>
                  <a:lnTo>
                    <a:pt x="38499" y="37583"/>
                  </a:lnTo>
                  <a:lnTo>
                    <a:pt x="35176" y="41720"/>
                  </a:lnTo>
                  <a:lnTo>
                    <a:pt x="31986" y="45962"/>
                  </a:lnTo>
                  <a:lnTo>
                    <a:pt x="28933" y="50302"/>
                  </a:lnTo>
                  <a:lnTo>
                    <a:pt x="26018" y="54737"/>
                  </a:lnTo>
                  <a:lnTo>
                    <a:pt x="23246" y="59263"/>
                  </a:lnTo>
                  <a:lnTo>
                    <a:pt x="20619" y="63874"/>
                  </a:lnTo>
                  <a:lnTo>
                    <a:pt x="18140" y="68566"/>
                  </a:lnTo>
                  <a:lnTo>
                    <a:pt x="15811" y="73335"/>
                  </a:lnTo>
                  <a:lnTo>
                    <a:pt x="13634" y="78175"/>
                  </a:lnTo>
                  <a:lnTo>
                    <a:pt x="11612" y="83081"/>
                  </a:lnTo>
                  <a:lnTo>
                    <a:pt x="9747" y="88050"/>
                  </a:lnTo>
                  <a:lnTo>
                    <a:pt x="8041" y="93075"/>
                  </a:lnTo>
                  <a:lnTo>
                    <a:pt x="6495" y="98152"/>
                  </a:lnTo>
                  <a:lnTo>
                    <a:pt x="5111" y="103275"/>
                  </a:lnTo>
                  <a:lnTo>
                    <a:pt x="3890" y="108439"/>
                  </a:lnTo>
                  <a:lnTo>
                    <a:pt x="2834" y="113640"/>
                  </a:lnTo>
                  <a:lnTo>
                    <a:pt x="1943" y="118872"/>
                  </a:lnTo>
                  <a:lnTo>
                    <a:pt x="1219" y="124129"/>
                  </a:lnTo>
                  <a:lnTo>
                    <a:pt x="662" y="129407"/>
                  </a:lnTo>
                  <a:lnTo>
                    <a:pt x="273" y="134700"/>
                  </a:lnTo>
                  <a:lnTo>
                    <a:pt x="52" y="140002"/>
                  </a:lnTo>
                  <a:lnTo>
                    <a:pt x="0" y="145309"/>
                  </a:lnTo>
                  <a:lnTo>
                    <a:pt x="116" y="150614"/>
                  </a:lnTo>
                  <a:lnTo>
                    <a:pt x="400" y="155914"/>
                  </a:lnTo>
                  <a:lnTo>
                    <a:pt x="852" y="161201"/>
                  </a:lnTo>
                  <a:lnTo>
                    <a:pt x="1472" y="166472"/>
                  </a:lnTo>
                  <a:lnTo>
                    <a:pt x="2259" y="171720"/>
                  </a:lnTo>
                  <a:lnTo>
                    <a:pt x="3213" y="176941"/>
                  </a:lnTo>
                  <a:lnTo>
                    <a:pt x="4331" y="182129"/>
                  </a:lnTo>
                  <a:lnTo>
                    <a:pt x="5614" y="187278"/>
                  </a:lnTo>
                  <a:lnTo>
                    <a:pt x="7059" y="192384"/>
                  </a:lnTo>
                  <a:lnTo>
                    <a:pt x="8666" y="197442"/>
                  </a:lnTo>
                  <a:lnTo>
                    <a:pt x="10432" y="202447"/>
                  </a:lnTo>
                  <a:lnTo>
                    <a:pt x="12357" y="207392"/>
                  </a:lnTo>
                  <a:lnTo>
                    <a:pt x="14437" y="212275"/>
                  </a:lnTo>
                  <a:lnTo>
                    <a:pt x="16672" y="217088"/>
                  </a:lnTo>
                  <a:lnTo>
                    <a:pt x="19058" y="221829"/>
                  </a:lnTo>
                  <a:lnTo>
                    <a:pt x="21593" y="226491"/>
                  </a:lnTo>
                  <a:lnTo>
                    <a:pt x="24275" y="231070"/>
                  </a:lnTo>
                  <a:lnTo>
                    <a:pt x="27101" y="235562"/>
                  </a:lnTo>
                  <a:lnTo>
                    <a:pt x="30068" y="239962"/>
                  </a:lnTo>
                  <a:lnTo>
                    <a:pt x="33173" y="244265"/>
                  </a:lnTo>
                  <a:lnTo>
                    <a:pt x="36414" y="248468"/>
                  </a:lnTo>
                  <a:lnTo>
                    <a:pt x="39786" y="252566"/>
                  </a:lnTo>
                  <a:lnTo>
                    <a:pt x="43287" y="256555"/>
                  </a:lnTo>
                  <a:lnTo>
                    <a:pt x="46912" y="260430"/>
                  </a:lnTo>
                  <a:lnTo>
                    <a:pt x="50659" y="264189"/>
                  </a:lnTo>
                  <a:lnTo>
                    <a:pt x="54523" y="267827"/>
                  </a:lnTo>
                  <a:lnTo>
                    <a:pt x="58500" y="271340"/>
                  </a:lnTo>
                  <a:lnTo>
                    <a:pt x="62587" y="274725"/>
                  </a:lnTo>
                  <a:lnTo>
                    <a:pt x="66780" y="277979"/>
                  </a:lnTo>
                  <a:lnTo>
                    <a:pt x="71073" y="281098"/>
                  </a:lnTo>
                  <a:lnTo>
                    <a:pt x="75464" y="284079"/>
                  </a:lnTo>
                  <a:lnTo>
                    <a:pt x="79947" y="286920"/>
                  </a:lnTo>
                  <a:lnTo>
                    <a:pt x="84517" y="289616"/>
                  </a:lnTo>
                  <a:lnTo>
                    <a:pt x="89171" y="292166"/>
                  </a:lnTo>
                  <a:lnTo>
                    <a:pt x="93904" y="294567"/>
                  </a:lnTo>
                  <a:lnTo>
                    <a:pt x="98711" y="296817"/>
                  </a:lnTo>
                  <a:lnTo>
                    <a:pt x="103586" y="298913"/>
                  </a:lnTo>
                  <a:lnTo>
                    <a:pt x="108526" y="300853"/>
                  </a:lnTo>
                  <a:lnTo>
                    <a:pt x="113524" y="302636"/>
                  </a:lnTo>
                  <a:lnTo>
                    <a:pt x="118577" y="304259"/>
                  </a:lnTo>
                  <a:lnTo>
                    <a:pt x="123679" y="305720"/>
                  </a:lnTo>
                  <a:lnTo>
                    <a:pt x="128824" y="307019"/>
                  </a:lnTo>
                  <a:lnTo>
                    <a:pt x="134008" y="308154"/>
                  </a:lnTo>
                  <a:lnTo>
                    <a:pt x="139226" y="309124"/>
                  </a:lnTo>
                  <a:lnTo>
                    <a:pt x="144472" y="309928"/>
                  </a:lnTo>
                  <a:lnTo>
                    <a:pt x="149740" y="310565"/>
                  </a:lnTo>
                  <a:lnTo>
                    <a:pt x="155027" y="311034"/>
                  </a:lnTo>
                  <a:lnTo>
                    <a:pt x="160325" y="311335"/>
                  </a:lnTo>
                  <a:lnTo>
                    <a:pt x="165630" y="311468"/>
                  </a:lnTo>
                  <a:lnTo>
                    <a:pt x="170937" y="311433"/>
                  </a:lnTo>
                  <a:lnTo>
                    <a:pt x="176240" y="311229"/>
                  </a:lnTo>
                  <a:lnTo>
                    <a:pt x="181534" y="310857"/>
                  </a:lnTo>
                  <a:lnTo>
                    <a:pt x="186813" y="310316"/>
                  </a:lnTo>
                  <a:lnTo>
                    <a:pt x="192073" y="309609"/>
                  </a:lnTo>
                  <a:lnTo>
                    <a:pt x="197307" y="308735"/>
                  </a:lnTo>
                  <a:lnTo>
                    <a:pt x="202512" y="307695"/>
                  </a:lnTo>
                  <a:lnTo>
                    <a:pt x="207680" y="306491"/>
                  </a:lnTo>
                  <a:lnTo>
                    <a:pt x="212808" y="305123"/>
                  </a:lnTo>
                  <a:lnTo>
                    <a:pt x="217889" y="303593"/>
                  </a:lnTo>
                  <a:lnTo>
                    <a:pt x="222920" y="301903"/>
                  </a:lnTo>
                  <a:lnTo>
                    <a:pt x="227894" y="300054"/>
                  </a:lnTo>
                  <a:lnTo>
                    <a:pt x="232807" y="298048"/>
                  </a:lnTo>
                  <a:lnTo>
                    <a:pt x="237654" y="295886"/>
                  </a:lnTo>
                  <a:lnTo>
                    <a:pt x="242430" y="293573"/>
                  </a:lnTo>
                  <a:lnTo>
                    <a:pt x="247130" y="291108"/>
                  </a:lnTo>
                  <a:lnTo>
                    <a:pt x="251750" y="288496"/>
                  </a:lnTo>
                  <a:lnTo>
                    <a:pt x="256284" y="285738"/>
                  </a:lnTo>
                  <a:lnTo>
                    <a:pt x="260728" y="282838"/>
                  </a:lnTo>
                  <a:lnTo>
                    <a:pt x="265079" y="279798"/>
                  </a:lnTo>
                  <a:lnTo>
                    <a:pt x="269330" y="276622"/>
                  </a:lnTo>
                  <a:lnTo>
                    <a:pt x="273479" y="273312"/>
                  </a:lnTo>
                  <a:lnTo>
                    <a:pt x="277520" y="269873"/>
                  </a:lnTo>
                  <a:lnTo>
                    <a:pt x="281450" y="266306"/>
                  </a:lnTo>
                  <a:lnTo>
                    <a:pt x="285265" y="262617"/>
                  </a:lnTo>
                  <a:lnTo>
                    <a:pt x="288961" y="258809"/>
                  </a:lnTo>
                  <a:lnTo>
                    <a:pt x="292534" y="254885"/>
                  </a:lnTo>
                  <a:lnTo>
                    <a:pt x="295981" y="250850"/>
                  </a:lnTo>
                  <a:lnTo>
                    <a:pt x="299298" y="246707"/>
                  </a:lnTo>
                  <a:lnTo>
                    <a:pt x="302482" y="242461"/>
                  </a:lnTo>
                  <a:lnTo>
                    <a:pt x="305529" y="238117"/>
                  </a:lnTo>
                  <a:lnTo>
                    <a:pt x="167164" y="1443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167151" cy="260976"/>
            </a:xfrm>
            <a:custGeom>
              <a:avLst/>
              <a:pathLst>
                <a:path w="167151" h="260976">
                  <a:moveTo>
                    <a:pt x="138365" y="260976"/>
                  </a:moveTo>
                  <a:lnTo>
                    <a:pt x="141325" y="256453"/>
                  </a:lnTo>
                  <a:lnTo>
                    <a:pt x="144138" y="251837"/>
                  </a:lnTo>
                  <a:lnTo>
                    <a:pt x="146800" y="247133"/>
                  </a:lnTo>
                  <a:lnTo>
                    <a:pt x="149309" y="242345"/>
                  </a:lnTo>
                  <a:lnTo>
                    <a:pt x="151661" y="237478"/>
                  </a:lnTo>
                  <a:lnTo>
                    <a:pt x="153855" y="232538"/>
                  </a:lnTo>
                  <a:lnTo>
                    <a:pt x="155888" y="227529"/>
                  </a:lnTo>
                  <a:lnTo>
                    <a:pt x="157759" y="222457"/>
                  </a:lnTo>
                  <a:lnTo>
                    <a:pt x="159464" y="217328"/>
                  </a:lnTo>
                  <a:lnTo>
                    <a:pt x="161002" y="212146"/>
                  </a:lnTo>
                  <a:lnTo>
                    <a:pt x="162372" y="206917"/>
                  </a:lnTo>
                  <a:lnTo>
                    <a:pt x="163572" y="201646"/>
                  </a:lnTo>
                  <a:lnTo>
                    <a:pt x="164602" y="196340"/>
                  </a:lnTo>
                  <a:lnTo>
                    <a:pt x="165459" y="191003"/>
                  </a:lnTo>
                  <a:lnTo>
                    <a:pt x="166143" y="185641"/>
                  </a:lnTo>
                  <a:lnTo>
                    <a:pt x="166653" y="180259"/>
                  </a:lnTo>
                  <a:lnTo>
                    <a:pt x="166990" y="174864"/>
                  </a:lnTo>
                  <a:lnTo>
                    <a:pt x="167151" y="169461"/>
                  </a:lnTo>
                  <a:lnTo>
                    <a:pt x="167138" y="164056"/>
                  </a:lnTo>
                  <a:lnTo>
                    <a:pt x="166950" y="158654"/>
                  </a:lnTo>
                  <a:lnTo>
                    <a:pt x="166587" y="153260"/>
                  </a:lnTo>
                  <a:lnTo>
                    <a:pt x="166051" y="147881"/>
                  </a:lnTo>
                  <a:lnTo>
                    <a:pt x="165340" y="142523"/>
                  </a:lnTo>
                  <a:lnTo>
                    <a:pt x="164457" y="137190"/>
                  </a:lnTo>
                  <a:lnTo>
                    <a:pt x="163402" y="131889"/>
                  </a:lnTo>
                  <a:lnTo>
                    <a:pt x="162176" y="126624"/>
                  </a:lnTo>
                  <a:lnTo>
                    <a:pt x="160780" y="121402"/>
                  </a:lnTo>
                  <a:lnTo>
                    <a:pt x="159217" y="116227"/>
                  </a:lnTo>
                  <a:lnTo>
                    <a:pt x="157486" y="111106"/>
                  </a:lnTo>
                  <a:lnTo>
                    <a:pt x="155592" y="106044"/>
                  </a:lnTo>
                  <a:lnTo>
                    <a:pt x="153534" y="101045"/>
                  </a:lnTo>
                  <a:lnTo>
                    <a:pt x="151316" y="96116"/>
                  </a:lnTo>
                  <a:lnTo>
                    <a:pt x="148940" y="91261"/>
                  </a:lnTo>
                  <a:lnTo>
                    <a:pt x="146408" y="86485"/>
                  </a:lnTo>
                  <a:lnTo>
                    <a:pt x="143723" y="81793"/>
                  </a:lnTo>
                  <a:lnTo>
                    <a:pt x="140887" y="77191"/>
                  </a:lnTo>
                  <a:lnTo>
                    <a:pt x="137904" y="72683"/>
                  </a:lnTo>
                  <a:lnTo>
                    <a:pt x="134778" y="68274"/>
                  </a:lnTo>
                  <a:lnTo>
                    <a:pt x="131510" y="63968"/>
                  </a:lnTo>
                  <a:lnTo>
                    <a:pt x="128104" y="59770"/>
                  </a:lnTo>
                  <a:lnTo>
                    <a:pt x="124565" y="55684"/>
                  </a:lnTo>
                  <a:lnTo>
                    <a:pt x="120896" y="51715"/>
                  </a:lnTo>
                  <a:lnTo>
                    <a:pt x="117100" y="47867"/>
                  </a:lnTo>
                  <a:lnTo>
                    <a:pt x="113181" y="44143"/>
                  </a:lnTo>
                  <a:lnTo>
                    <a:pt x="109145" y="40548"/>
                  </a:lnTo>
                  <a:lnTo>
                    <a:pt x="104994" y="37086"/>
                  </a:lnTo>
                  <a:lnTo>
                    <a:pt x="100733" y="33759"/>
                  </a:lnTo>
                  <a:lnTo>
                    <a:pt x="96367" y="30572"/>
                  </a:lnTo>
                  <a:lnTo>
                    <a:pt x="91900" y="27527"/>
                  </a:lnTo>
                  <a:lnTo>
                    <a:pt x="87338" y="24629"/>
                  </a:lnTo>
                  <a:lnTo>
                    <a:pt x="82683" y="21880"/>
                  </a:lnTo>
                  <a:lnTo>
                    <a:pt x="77943" y="19283"/>
                  </a:lnTo>
                  <a:lnTo>
                    <a:pt x="73121" y="16840"/>
                  </a:lnTo>
                  <a:lnTo>
                    <a:pt x="68222" y="14554"/>
                  </a:lnTo>
                  <a:lnTo>
                    <a:pt x="63252" y="12428"/>
                  </a:lnTo>
                  <a:lnTo>
                    <a:pt x="58216" y="10464"/>
                  </a:lnTo>
                  <a:lnTo>
                    <a:pt x="53120" y="8664"/>
                  </a:lnTo>
                  <a:lnTo>
                    <a:pt x="47967" y="7029"/>
                  </a:lnTo>
                  <a:lnTo>
                    <a:pt x="42765" y="5562"/>
                  </a:lnTo>
                  <a:lnTo>
                    <a:pt x="37517" y="4264"/>
                  </a:lnTo>
                  <a:lnTo>
                    <a:pt x="32231" y="3136"/>
                  </a:lnTo>
                  <a:lnTo>
                    <a:pt x="26911" y="2180"/>
                  </a:lnTo>
                  <a:lnTo>
                    <a:pt x="21562" y="1396"/>
                  </a:lnTo>
                  <a:lnTo>
                    <a:pt x="16191" y="786"/>
                  </a:lnTo>
                  <a:lnTo>
                    <a:pt x="10803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5444" y="4213821"/>
              <a:ext cx="103027" cy="167167"/>
            </a:xfrm>
            <a:custGeom>
              <a:avLst/>
              <a:pathLst>
                <a:path w="103027" h="167167">
                  <a:moveTo>
                    <a:pt x="103027" y="0"/>
                  </a:moveTo>
                  <a:lnTo>
                    <a:pt x="97478" y="92"/>
                  </a:lnTo>
                  <a:lnTo>
                    <a:pt x="91934" y="368"/>
                  </a:lnTo>
                  <a:lnTo>
                    <a:pt x="86403" y="828"/>
                  </a:lnTo>
                  <a:lnTo>
                    <a:pt x="80891" y="1472"/>
                  </a:lnTo>
                  <a:lnTo>
                    <a:pt x="75402" y="2298"/>
                  </a:lnTo>
                  <a:lnTo>
                    <a:pt x="69944" y="3306"/>
                  </a:lnTo>
                  <a:lnTo>
                    <a:pt x="64523" y="4494"/>
                  </a:lnTo>
                  <a:lnTo>
                    <a:pt x="59144" y="5862"/>
                  </a:lnTo>
                  <a:lnTo>
                    <a:pt x="53814" y="7408"/>
                  </a:lnTo>
                  <a:lnTo>
                    <a:pt x="48537" y="9130"/>
                  </a:lnTo>
                  <a:lnTo>
                    <a:pt x="43321" y="11026"/>
                  </a:lnTo>
                  <a:lnTo>
                    <a:pt x="38171" y="13094"/>
                  </a:lnTo>
                  <a:lnTo>
                    <a:pt x="33092" y="15332"/>
                  </a:lnTo>
                  <a:lnTo>
                    <a:pt x="28090" y="17737"/>
                  </a:lnTo>
                  <a:lnTo>
                    <a:pt x="23170" y="20307"/>
                  </a:lnTo>
                  <a:lnTo>
                    <a:pt x="18339" y="23039"/>
                  </a:lnTo>
                  <a:lnTo>
                    <a:pt x="13601" y="25930"/>
                  </a:lnTo>
                  <a:lnTo>
                    <a:pt x="8962" y="28976"/>
                  </a:lnTo>
                  <a:lnTo>
                    <a:pt x="4426" y="32175"/>
                  </a:lnTo>
                  <a:lnTo>
                    <a:pt x="0" y="35522"/>
                  </a:lnTo>
                  <a:lnTo>
                    <a:pt x="10302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5444" y="4249344"/>
              <a:ext cx="103027" cy="131644"/>
            </a:xfrm>
            <a:custGeom>
              <a:avLst/>
              <a:pathLst>
                <a:path w="103027" h="131644">
                  <a:moveTo>
                    <a:pt x="0" y="0"/>
                  </a:moveTo>
                  <a:lnTo>
                    <a:pt x="103027" y="131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561320" y="4249344"/>
              <a:ext cx="334299" cy="298811"/>
            </a:xfrm>
            <a:custGeom>
              <a:avLst/>
              <a:pathLst>
                <a:path w="334299" h="298811">
                  <a:moveTo>
                    <a:pt x="64123" y="0"/>
                  </a:moveTo>
                  <a:lnTo>
                    <a:pt x="59997" y="3336"/>
                  </a:lnTo>
                  <a:lnTo>
                    <a:pt x="55978" y="6802"/>
                  </a:lnTo>
                  <a:lnTo>
                    <a:pt x="52071" y="10393"/>
                  </a:lnTo>
                  <a:lnTo>
                    <a:pt x="48281" y="14107"/>
                  </a:lnTo>
                  <a:lnTo>
                    <a:pt x="44610" y="17939"/>
                  </a:lnTo>
                  <a:lnTo>
                    <a:pt x="41063" y="21886"/>
                  </a:lnTo>
                  <a:lnTo>
                    <a:pt x="37642" y="25944"/>
                  </a:lnTo>
                  <a:lnTo>
                    <a:pt x="34353" y="30108"/>
                  </a:lnTo>
                  <a:lnTo>
                    <a:pt x="31197" y="34374"/>
                  </a:lnTo>
                  <a:lnTo>
                    <a:pt x="28178" y="38738"/>
                  </a:lnTo>
                  <a:lnTo>
                    <a:pt x="25299" y="43196"/>
                  </a:lnTo>
                  <a:lnTo>
                    <a:pt x="22563" y="47743"/>
                  </a:lnTo>
                  <a:lnTo>
                    <a:pt x="19973" y="52375"/>
                  </a:lnTo>
                  <a:lnTo>
                    <a:pt x="17531" y="57086"/>
                  </a:lnTo>
                  <a:lnTo>
                    <a:pt x="15240" y="61873"/>
                  </a:lnTo>
                  <a:lnTo>
                    <a:pt x="13102" y="66730"/>
                  </a:lnTo>
                  <a:lnTo>
                    <a:pt x="11119" y="71652"/>
                  </a:lnTo>
                  <a:lnTo>
                    <a:pt x="9293" y="76635"/>
                  </a:lnTo>
                  <a:lnTo>
                    <a:pt x="7627" y="81673"/>
                  </a:lnTo>
                  <a:lnTo>
                    <a:pt x="6121" y="86762"/>
                  </a:lnTo>
                  <a:lnTo>
                    <a:pt x="4778" y="91896"/>
                  </a:lnTo>
                  <a:lnTo>
                    <a:pt x="3598" y="97070"/>
                  </a:lnTo>
                  <a:lnTo>
                    <a:pt x="2583" y="102278"/>
                  </a:lnTo>
                  <a:lnTo>
                    <a:pt x="1734" y="107517"/>
                  </a:lnTo>
                  <a:lnTo>
                    <a:pt x="1051" y="112779"/>
                  </a:lnTo>
                  <a:lnTo>
                    <a:pt x="536" y="118061"/>
                  </a:lnTo>
                  <a:lnTo>
                    <a:pt x="189" y="123356"/>
                  </a:lnTo>
                  <a:lnTo>
                    <a:pt x="10" y="128660"/>
                  </a:lnTo>
                  <a:lnTo>
                    <a:pt x="0" y="133966"/>
                  </a:lnTo>
                  <a:lnTo>
                    <a:pt x="157" y="139271"/>
                  </a:lnTo>
                  <a:lnTo>
                    <a:pt x="484" y="144567"/>
                  </a:lnTo>
                  <a:lnTo>
                    <a:pt x="978" y="149851"/>
                  </a:lnTo>
                  <a:lnTo>
                    <a:pt x="1639" y="155116"/>
                  </a:lnTo>
                  <a:lnTo>
                    <a:pt x="2468" y="160358"/>
                  </a:lnTo>
                  <a:lnTo>
                    <a:pt x="3462" y="165571"/>
                  </a:lnTo>
                  <a:lnTo>
                    <a:pt x="4622" y="170749"/>
                  </a:lnTo>
                  <a:lnTo>
                    <a:pt x="5945" y="175888"/>
                  </a:lnTo>
                  <a:lnTo>
                    <a:pt x="7430" y="180983"/>
                  </a:lnTo>
                  <a:lnTo>
                    <a:pt x="9077" y="186028"/>
                  </a:lnTo>
                  <a:lnTo>
                    <a:pt x="10883" y="191018"/>
                  </a:lnTo>
                  <a:lnTo>
                    <a:pt x="12846" y="195948"/>
                  </a:lnTo>
                  <a:lnTo>
                    <a:pt x="14965" y="200813"/>
                  </a:lnTo>
                  <a:lnTo>
                    <a:pt x="17237" y="205609"/>
                  </a:lnTo>
                  <a:lnTo>
                    <a:pt x="19660" y="210330"/>
                  </a:lnTo>
                  <a:lnTo>
                    <a:pt x="22232" y="214972"/>
                  </a:lnTo>
                  <a:lnTo>
                    <a:pt x="24950" y="219530"/>
                  </a:lnTo>
                  <a:lnTo>
                    <a:pt x="27811" y="223999"/>
                  </a:lnTo>
                  <a:lnTo>
                    <a:pt x="30813" y="228375"/>
                  </a:lnTo>
                  <a:lnTo>
                    <a:pt x="33952" y="232654"/>
                  </a:lnTo>
                  <a:lnTo>
                    <a:pt x="37225" y="236831"/>
                  </a:lnTo>
                  <a:lnTo>
                    <a:pt x="40629" y="240902"/>
                  </a:lnTo>
                  <a:lnTo>
                    <a:pt x="44161" y="244863"/>
                  </a:lnTo>
                  <a:lnTo>
                    <a:pt x="47817" y="248709"/>
                  </a:lnTo>
                  <a:lnTo>
                    <a:pt x="51592" y="252438"/>
                  </a:lnTo>
                  <a:lnTo>
                    <a:pt x="55485" y="256045"/>
                  </a:lnTo>
                  <a:lnTo>
                    <a:pt x="59490" y="259527"/>
                  </a:lnTo>
                  <a:lnTo>
                    <a:pt x="63603" y="262880"/>
                  </a:lnTo>
                  <a:lnTo>
                    <a:pt x="67821" y="266100"/>
                  </a:lnTo>
                  <a:lnTo>
                    <a:pt x="72138" y="269185"/>
                  </a:lnTo>
                  <a:lnTo>
                    <a:pt x="76552" y="272132"/>
                  </a:lnTo>
                  <a:lnTo>
                    <a:pt x="81057" y="274937"/>
                  </a:lnTo>
                  <a:lnTo>
                    <a:pt x="85648" y="277597"/>
                  </a:lnTo>
                  <a:lnTo>
                    <a:pt x="90322" y="280111"/>
                  </a:lnTo>
                  <a:lnTo>
                    <a:pt x="95073" y="282474"/>
                  </a:lnTo>
                  <a:lnTo>
                    <a:pt x="99897" y="284686"/>
                  </a:lnTo>
                  <a:lnTo>
                    <a:pt x="104789" y="286744"/>
                  </a:lnTo>
                  <a:lnTo>
                    <a:pt x="109743" y="288645"/>
                  </a:lnTo>
                  <a:lnTo>
                    <a:pt x="114755" y="290388"/>
                  </a:lnTo>
                  <a:lnTo>
                    <a:pt x="119820" y="291971"/>
                  </a:lnTo>
                  <a:lnTo>
                    <a:pt x="124933" y="293393"/>
                  </a:lnTo>
                  <a:lnTo>
                    <a:pt x="130088" y="294651"/>
                  </a:lnTo>
                  <a:lnTo>
                    <a:pt x="135281" y="295745"/>
                  </a:lnTo>
                  <a:lnTo>
                    <a:pt x="140506" y="296674"/>
                  </a:lnTo>
                  <a:lnTo>
                    <a:pt x="145757" y="297437"/>
                  </a:lnTo>
                  <a:lnTo>
                    <a:pt x="151031" y="298032"/>
                  </a:lnTo>
                  <a:lnTo>
                    <a:pt x="156320" y="298460"/>
                  </a:lnTo>
                  <a:lnTo>
                    <a:pt x="161620" y="298720"/>
                  </a:lnTo>
                  <a:lnTo>
                    <a:pt x="166926" y="298811"/>
                  </a:lnTo>
                  <a:lnTo>
                    <a:pt x="172232" y="298734"/>
                  </a:lnTo>
                  <a:lnTo>
                    <a:pt x="177533" y="298489"/>
                  </a:lnTo>
                  <a:lnTo>
                    <a:pt x="182824" y="298075"/>
                  </a:lnTo>
                  <a:lnTo>
                    <a:pt x="188099" y="297494"/>
                  </a:lnTo>
                  <a:lnTo>
                    <a:pt x="193352" y="296745"/>
                  </a:lnTo>
                  <a:lnTo>
                    <a:pt x="198580" y="295830"/>
                  </a:lnTo>
                  <a:lnTo>
                    <a:pt x="203775" y="294750"/>
                  </a:lnTo>
                  <a:lnTo>
                    <a:pt x="208934" y="293505"/>
                  </a:lnTo>
                  <a:lnTo>
                    <a:pt x="214050" y="292098"/>
                  </a:lnTo>
                  <a:lnTo>
                    <a:pt x="219120" y="290528"/>
                  </a:lnTo>
                  <a:lnTo>
                    <a:pt x="224137" y="288799"/>
                  </a:lnTo>
                  <a:lnTo>
                    <a:pt x="229096" y="286911"/>
                  </a:lnTo>
                  <a:lnTo>
                    <a:pt x="233993" y="284866"/>
                  </a:lnTo>
                  <a:lnTo>
                    <a:pt x="238823" y="282667"/>
                  </a:lnTo>
                  <a:lnTo>
                    <a:pt x="243580" y="280316"/>
                  </a:lnTo>
                  <a:lnTo>
                    <a:pt x="248261" y="277816"/>
                  </a:lnTo>
                  <a:lnTo>
                    <a:pt x="252860" y="275167"/>
                  </a:lnTo>
                  <a:lnTo>
                    <a:pt x="257372" y="272375"/>
                  </a:lnTo>
                  <a:lnTo>
                    <a:pt x="261793" y="269440"/>
                  </a:lnTo>
                  <a:lnTo>
                    <a:pt x="266119" y="266367"/>
                  </a:lnTo>
                  <a:lnTo>
                    <a:pt x="270346" y="263157"/>
                  </a:lnTo>
                  <a:lnTo>
                    <a:pt x="274468" y="259816"/>
                  </a:lnTo>
                  <a:lnTo>
                    <a:pt x="278482" y="256345"/>
                  </a:lnTo>
                  <a:lnTo>
                    <a:pt x="282384" y="252748"/>
                  </a:lnTo>
                  <a:lnTo>
                    <a:pt x="286170" y="249030"/>
                  </a:lnTo>
                  <a:lnTo>
                    <a:pt x="289836" y="245193"/>
                  </a:lnTo>
                  <a:lnTo>
                    <a:pt x="293378" y="241241"/>
                  </a:lnTo>
                  <a:lnTo>
                    <a:pt x="296793" y="237179"/>
                  </a:lnTo>
                  <a:lnTo>
                    <a:pt x="300078" y="233011"/>
                  </a:lnTo>
                  <a:lnTo>
                    <a:pt x="303228" y="228741"/>
                  </a:lnTo>
                  <a:lnTo>
                    <a:pt x="306242" y="224373"/>
                  </a:lnTo>
                  <a:lnTo>
                    <a:pt x="309115" y="219911"/>
                  </a:lnTo>
                  <a:lnTo>
                    <a:pt x="311845" y="215361"/>
                  </a:lnTo>
                  <a:lnTo>
                    <a:pt x="314429" y="210726"/>
                  </a:lnTo>
                  <a:lnTo>
                    <a:pt x="316865" y="206011"/>
                  </a:lnTo>
                  <a:lnTo>
                    <a:pt x="319150" y="201222"/>
                  </a:lnTo>
                  <a:lnTo>
                    <a:pt x="321282" y="196362"/>
                  </a:lnTo>
                  <a:lnTo>
                    <a:pt x="323259" y="191437"/>
                  </a:lnTo>
                  <a:lnTo>
                    <a:pt x="325078" y="186452"/>
                  </a:lnTo>
                  <a:lnTo>
                    <a:pt x="326738" y="181412"/>
                  </a:lnTo>
                  <a:lnTo>
                    <a:pt x="328237" y="176321"/>
                  </a:lnTo>
                  <a:lnTo>
                    <a:pt x="329574" y="171186"/>
                  </a:lnTo>
                  <a:lnTo>
                    <a:pt x="330748" y="166010"/>
                  </a:lnTo>
                  <a:lnTo>
                    <a:pt x="331756" y="160800"/>
                  </a:lnTo>
                  <a:lnTo>
                    <a:pt x="332598" y="155561"/>
                  </a:lnTo>
                  <a:lnTo>
                    <a:pt x="333274" y="150298"/>
                  </a:lnTo>
                  <a:lnTo>
                    <a:pt x="333783" y="145015"/>
                  </a:lnTo>
                  <a:lnTo>
                    <a:pt x="334123" y="139720"/>
                  </a:lnTo>
                  <a:lnTo>
                    <a:pt x="334295" y="134416"/>
                  </a:lnTo>
                  <a:lnTo>
                    <a:pt x="334299" y="129109"/>
                  </a:lnTo>
                  <a:lnTo>
                    <a:pt x="334134" y="123805"/>
                  </a:lnTo>
                  <a:lnTo>
                    <a:pt x="333801" y="118509"/>
                  </a:lnTo>
                  <a:lnTo>
                    <a:pt x="333300" y="113226"/>
                  </a:lnTo>
                  <a:lnTo>
                    <a:pt x="332632" y="107961"/>
                  </a:lnTo>
                  <a:lnTo>
                    <a:pt x="167151" y="131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165481" cy="167167"/>
            </a:xfrm>
            <a:custGeom>
              <a:avLst/>
              <a:pathLst>
                <a:path w="165481" h="167167">
                  <a:moveTo>
                    <a:pt x="165481" y="143484"/>
                  </a:moveTo>
                  <a:lnTo>
                    <a:pt x="164625" y="138124"/>
                  </a:lnTo>
                  <a:lnTo>
                    <a:pt x="163595" y="132795"/>
                  </a:lnTo>
                  <a:lnTo>
                    <a:pt x="162393" y="127503"/>
                  </a:lnTo>
                  <a:lnTo>
                    <a:pt x="161020" y="122252"/>
                  </a:lnTo>
                  <a:lnTo>
                    <a:pt x="159477" y="117048"/>
                  </a:lnTo>
                  <a:lnTo>
                    <a:pt x="157766" y="111897"/>
                  </a:lnTo>
                  <a:lnTo>
                    <a:pt x="155888" y="106805"/>
                  </a:lnTo>
                  <a:lnTo>
                    <a:pt x="153847" y="101776"/>
                  </a:lnTo>
                  <a:lnTo>
                    <a:pt x="151643" y="96816"/>
                  </a:lnTo>
                  <a:lnTo>
                    <a:pt x="149279" y="91930"/>
                  </a:lnTo>
                  <a:lnTo>
                    <a:pt x="146758" y="87124"/>
                  </a:lnTo>
                  <a:lnTo>
                    <a:pt x="144082" y="82402"/>
                  </a:lnTo>
                  <a:lnTo>
                    <a:pt x="141254" y="77769"/>
                  </a:lnTo>
                  <a:lnTo>
                    <a:pt x="138278" y="73230"/>
                  </a:lnTo>
                  <a:lnTo>
                    <a:pt x="135155" y="68791"/>
                  </a:lnTo>
                  <a:lnTo>
                    <a:pt x="131890" y="64455"/>
                  </a:lnTo>
                  <a:lnTo>
                    <a:pt x="128486" y="60227"/>
                  </a:lnTo>
                  <a:lnTo>
                    <a:pt x="124947" y="56113"/>
                  </a:lnTo>
                  <a:lnTo>
                    <a:pt x="121276" y="52115"/>
                  </a:lnTo>
                  <a:lnTo>
                    <a:pt x="117477" y="48239"/>
                  </a:lnTo>
                  <a:lnTo>
                    <a:pt x="113554" y="44488"/>
                  </a:lnTo>
                  <a:lnTo>
                    <a:pt x="109512" y="40866"/>
                  </a:lnTo>
                  <a:lnTo>
                    <a:pt x="105354" y="37377"/>
                  </a:lnTo>
                  <a:lnTo>
                    <a:pt x="101085" y="34025"/>
                  </a:lnTo>
                  <a:lnTo>
                    <a:pt x="96710" y="30814"/>
                  </a:lnTo>
                  <a:lnTo>
                    <a:pt x="92232" y="27746"/>
                  </a:lnTo>
                  <a:lnTo>
                    <a:pt x="87657" y="24826"/>
                  </a:lnTo>
                  <a:lnTo>
                    <a:pt x="82990" y="22055"/>
                  </a:lnTo>
                  <a:lnTo>
                    <a:pt x="78236" y="19437"/>
                  </a:lnTo>
                  <a:lnTo>
                    <a:pt x="73399" y="16975"/>
                  </a:lnTo>
                  <a:lnTo>
                    <a:pt x="68484" y="14672"/>
                  </a:lnTo>
                  <a:lnTo>
                    <a:pt x="63498" y="12529"/>
                  </a:lnTo>
                  <a:lnTo>
                    <a:pt x="58444" y="10549"/>
                  </a:lnTo>
                  <a:lnTo>
                    <a:pt x="53329" y="8734"/>
                  </a:lnTo>
                  <a:lnTo>
                    <a:pt x="48157" y="7086"/>
                  </a:lnTo>
                  <a:lnTo>
                    <a:pt x="42935" y="5607"/>
                  </a:lnTo>
                  <a:lnTo>
                    <a:pt x="37668" y="4299"/>
                  </a:lnTo>
                  <a:lnTo>
                    <a:pt x="32361" y="3162"/>
                  </a:lnTo>
                  <a:lnTo>
                    <a:pt x="27019" y="2198"/>
                  </a:lnTo>
                  <a:lnTo>
                    <a:pt x="21650" y="1407"/>
                  </a:lnTo>
                  <a:lnTo>
                    <a:pt x="16257" y="792"/>
                  </a:lnTo>
                  <a:lnTo>
                    <a:pt x="10847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5747" y="3707720"/>
              <a:ext cx="163264" cy="167167"/>
            </a:xfrm>
            <a:custGeom>
              <a:avLst/>
              <a:pathLst>
                <a:path w="163264" h="167167">
                  <a:moveTo>
                    <a:pt x="163264" y="0"/>
                  </a:moveTo>
                  <a:lnTo>
                    <a:pt x="157874" y="86"/>
                  </a:lnTo>
                  <a:lnTo>
                    <a:pt x="152491" y="347"/>
                  </a:lnTo>
                  <a:lnTo>
                    <a:pt x="147118" y="781"/>
                  </a:lnTo>
                  <a:lnTo>
                    <a:pt x="141762" y="1388"/>
                  </a:lnTo>
                  <a:lnTo>
                    <a:pt x="136429" y="2167"/>
                  </a:lnTo>
                  <a:lnTo>
                    <a:pt x="131123" y="3118"/>
                  </a:lnTo>
                  <a:lnTo>
                    <a:pt x="125851" y="4240"/>
                  </a:lnTo>
                  <a:lnTo>
                    <a:pt x="120618" y="5531"/>
                  </a:lnTo>
                  <a:lnTo>
                    <a:pt x="115429" y="6989"/>
                  </a:lnTo>
                  <a:lnTo>
                    <a:pt x="110290" y="8615"/>
                  </a:lnTo>
                  <a:lnTo>
                    <a:pt x="105206" y="10405"/>
                  </a:lnTo>
                  <a:lnTo>
                    <a:pt x="100183" y="12358"/>
                  </a:lnTo>
                  <a:lnTo>
                    <a:pt x="95225" y="14472"/>
                  </a:lnTo>
                  <a:lnTo>
                    <a:pt x="90337" y="16745"/>
                  </a:lnTo>
                  <a:lnTo>
                    <a:pt x="85526" y="19174"/>
                  </a:lnTo>
                  <a:lnTo>
                    <a:pt x="80795" y="21758"/>
                  </a:lnTo>
                  <a:lnTo>
                    <a:pt x="76150" y="24492"/>
                  </a:lnTo>
                  <a:lnTo>
                    <a:pt x="71596" y="27374"/>
                  </a:lnTo>
                  <a:lnTo>
                    <a:pt x="67137" y="30402"/>
                  </a:lnTo>
                  <a:lnTo>
                    <a:pt x="62777" y="33572"/>
                  </a:lnTo>
                  <a:lnTo>
                    <a:pt x="58523" y="36882"/>
                  </a:lnTo>
                  <a:lnTo>
                    <a:pt x="54377" y="40326"/>
                  </a:lnTo>
                  <a:lnTo>
                    <a:pt x="50344" y="43902"/>
                  </a:lnTo>
                  <a:lnTo>
                    <a:pt x="46429" y="47607"/>
                  </a:lnTo>
                  <a:lnTo>
                    <a:pt x="42635" y="51436"/>
                  </a:lnTo>
                  <a:lnTo>
                    <a:pt x="38967" y="55385"/>
                  </a:lnTo>
                  <a:lnTo>
                    <a:pt x="35428" y="59450"/>
                  </a:lnTo>
                  <a:lnTo>
                    <a:pt x="32021" y="63627"/>
                  </a:lnTo>
                  <a:lnTo>
                    <a:pt x="28752" y="67912"/>
                  </a:lnTo>
                  <a:lnTo>
                    <a:pt x="25622" y="72300"/>
                  </a:lnTo>
                  <a:lnTo>
                    <a:pt x="22635" y="76787"/>
                  </a:lnTo>
                  <a:lnTo>
                    <a:pt x="19794" y="81368"/>
                  </a:lnTo>
                  <a:lnTo>
                    <a:pt x="17103" y="86038"/>
                  </a:lnTo>
                  <a:lnTo>
                    <a:pt x="14563" y="90792"/>
                  </a:lnTo>
                  <a:lnTo>
                    <a:pt x="12178" y="95625"/>
                  </a:lnTo>
                  <a:lnTo>
                    <a:pt x="9950" y="100534"/>
                  </a:lnTo>
                  <a:lnTo>
                    <a:pt x="7882" y="105511"/>
                  </a:lnTo>
                  <a:lnTo>
                    <a:pt x="5975" y="110552"/>
                  </a:lnTo>
                  <a:lnTo>
                    <a:pt x="4231" y="115652"/>
                  </a:lnTo>
                  <a:lnTo>
                    <a:pt x="2653" y="120806"/>
                  </a:lnTo>
                  <a:lnTo>
                    <a:pt x="1242" y="126008"/>
                  </a:lnTo>
                  <a:lnTo>
                    <a:pt x="0" y="131253"/>
                  </a:lnTo>
                  <a:lnTo>
                    <a:pt x="1632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1846" y="3710913"/>
              <a:ext cx="334325" cy="331136"/>
            </a:xfrm>
            <a:custGeom>
              <a:avLst/>
              <a:pathLst>
                <a:path w="334325" h="331136">
                  <a:moveTo>
                    <a:pt x="3900" y="128060"/>
                  </a:moveTo>
                  <a:lnTo>
                    <a:pt x="2842" y="133264"/>
                  </a:lnTo>
                  <a:lnTo>
                    <a:pt x="1949" y="138498"/>
                  </a:lnTo>
                  <a:lnTo>
                    <a:pt x="1223" y="143759"/>
                  </a:lnTo>
                  <a:lnTo>
                    <a:pt x="665" y="149039"/>
                  </a:lnTo>
                  <a:lnTo>
                    <a:pt x="275" y="154335"/>
                  </a:lnTo>
                  <a:lnTo>
                    <a:pt x="53" y="159640"/>
                  </a:lnTo>
                  <a:lnTo>
                    <a:pt x="0" y="164950"/>
                  </a:lnTo>
                  <a:lnTo>
                    <a:pt x="115" y="170259"/>
                  </a:lnTo>
                  <a:lnTo>
                    <a:pt x="399" y="175561"/>
                  </a:lnTo>
                  <a:lnTo>
                    <a:pt x="851" y="180852"/>
                  </a:lnTo>
                  <a:lnTo>
                    <a:pt x="1471" y="186126"/>
                  </a:lnTo>
                  <a:lnTo>
                    <a:pt x="2258" y="191377"/>
                  </a:lnTo>
                  <a:lnTo>
                    <a:pt x="3212" y="196601"/>
                  </a:lnTo>
                  <a:lnTo>
                    <a:pt x="4330" y="201792"/>
                  </a:lnTo>
                  <a:lnTo>
                    <a:pt x="5614" y="206945"/>
                  </a:lnTo>
                  <a:lnTo>
                    <a:pt x="7060" y="212054"/>
                  </a:lnTo>
                  <a:lnTo>
                    <a:pt x="8668" y="217115"/>
                  </a:lnTo>
                  <a:lnTo>
                    <a:pt x="10436" y="222122"/>
                  </a:lnTo>
                  <a:lnTo>
                    <a:pt x="12361" y="227070"/>
                  </a:lnTo>
                  <a:lnTo>
                    <a:pt x="14444" y="231955"/>
                  </a:lnTo>
                  <a:lnTo>
                    <a:pt x="16680" y="236771"/>
                  </a:lnTo>
                  <a:lnTo>
                    <a:pt x="19068" y="241514"/>
                  </a:lnTo>
                  <a:lnTo>
                    <a:pt x="21605" y="246179"/>
                  </a:lnTo>
                  <a:lnTo>
                    <a:pt x="24289" y="250760"/>
                  </a:lnTo>
                  <a:lnTo>
                    <a:pt x="27118" y="255254"/>
                  </a:lnTo>
                  <a:lnTo>
                    <a:pt x="30088" y="259656"/>
                  </a:lnTo>
                  <a:lnTo>
                    <a:pt x="33196" y="263962"/>
                  </a:lnTo>
                  <a:lnTo>
                    <a:pt x="36439" y="268166"/>
                  </a:lnTo>
                  <a:lnTo>
                    <a:pt x="39814" y="272266"/>
                  </a:lnTo>
                  <a:lnTo>
                    <a:pt x="43318" y="276256"/>
                  </a:lnTo>
                  <a:lnTo>
                    <a:pt x="46947" y="280132"/>
                  </a:lnTo>
                  <a:lnTo>
                    <a:pt x="50697" y="283892"/>
                  </a:lnTo>
                  <a:lnTo>
                    <a:pt x="54564" y="287531"/>
                  </a:lnTo>
                  <a:lnTo>
                    <a:pt x="58545" y="291045"/>
                  </a:lnTo>
                  <a:lnTo>
                    <a:pt x="62636" y="294430"/>
                  </a:lnTo>
                  <a:lnTo>
                    <a:pt x="66832" y="297684"/>
                  </a:lnTo>
                  <a:lnTo>
                    <a:pt x="71129" y="300804"/>
                  </a:lnTo>
                  <a:lnTo>
                    <a:pt x="75523" y="303785"/>
                  </a:lnTo>
                  <a:lnTo>
                    <a:pt x="80010" y="306625"/>
                  </a:lnTo>
                  <a:lnTo>
                    <a:pt x="84585" y="309321"/>
                  </a:lnTo>
                  <a:lnTo>
                    <a:pt x="89243" y="311870"/>
                  </a:lnTo>
                  <a:lnTo>
                    <a:pt x="93979" y="314271"/>
                  </a:lnTo>
                  <a:lnTo>
                    <a:pt x="98790" y="316519"/>
                  </a:lnTo>
                  <a:lnTo>
                    <a:pt x="103669" y="318614"/>
                  </a:lnTo>
                  <a:lnTo>
                    <a:pt x="108613" y="320552"/>
                  </a:lnTo>
                  <a:lnTo>
                    <a:pt x="113615" y="322333"/>
                  </a:lnTo>
                  <a:lnTo>
                    <a:pt x="118672" y="323954"/>
                  </a:lnTo>
                  <a:lnTo>
                    <a:pt x="123778" y="325413"/>
                  </a:lnTo>
                  <a:lnTo>
                    <a:pt x="128927" y="326710"/>
                  </a:lnTo>
                  <a:lnTo>
                    <a:pt x="134115" y="327842"/>
                  </a:lnTo>
                  <a:lnTo>
                    <a:pt x="139336" y="328809"/>
                  </a:lnTo>
                  <a:lnTo>
                    <a:pt x="144585" y="329610"/>
                  </a:lnTo>
                  <a:lnTo>
                    <a:pt x="149858" y="330244"/>
                  </a:lnTo>
                  <a:lnTo>
                    <a:pt x="155147" y="330709"/>
                  </a:lnTo>
                  <a:lnTo>
                    <a:pt x="160449" y="331007"/>
                  </a:lnTo>
                  <a:lnTo>
                    <a:pt x="165757" y="331136"/>
                  </a:lnTo>
                  <a:lnTo>
                    <a:pt x="171067" y="331096"/>
                  </a:lnTo>
                  <a:lnTo>
                    <a:pt x="176373" y="330888"/>
                  </a:lnTo>
                  <a:lnTo>
                    <a:pt x="181670" y="330511"/>
                  </a:lnTo>
                  <a:lnTo>
                    <a:pt x="186952" y="329966"/>
                  </a:lnTo>
                  <a:lnTo>
                    <a:pt x="192214" y="329254"/>
                  </a:lnTo>
                  <a:lnTo>
                    <a:pt x="197451" y="328375"/>
                  </a:lnTo>
                  <a:lnTo>
                    <a:pt x="202657" y="327330"/>
                  </a:lnTo>
                  <a:lnTo>
                    <a:pt x="207827" y="326121"/>
                  </a:lnTo>
                  <a:lnTo>
                    <a:pt x="212957" y="324747"/>
                  </a:lnTo>
                  <a:lnTo>
                    <a:pt x="218040" y="323212"/>
                  </a:lnTo>
                  <a:lnTo>
                    <a:pt x="223072" y="321516"/>
                  </a:lnTo>
                  <a:lnTo>
                    <a:pt x="228047" y="319661"/>
                  </a:lnTo>
                  <a:lnTo>
                    <a:pt x="232961" y="317648"/>
                  </a:lnTo>
                  <a:lnTo>
                    <a:pt x="237809" y="315481"/>
                  </a:lnTo>
                  <a:lnTo>
                    <a:pt x="242585" y="313161"/>
                  </a:lnTo>
                  <a:lnTo>
                    <a:pt x="247286" y="310690"/>
                  </a:lnTo>
                  <a:lnTo>
                    <a:pt x="251905" y="308071"/>
                  </a:lnTo>
                  <a:lnTo>
                    <a:pt x="256439" y="305307"/>
                  </a:lnTo>
                  <a:lnTo>
                    <a:pt x="260883" y="302400"/>
                  </a:lnTo>
                  <a:lnTo>
                    <a:pt x="265232" y="299354"/>
                  </a:lnTo>
                  <a:lnTo>
                    <a:pt x="269482" y="296171"/>
                  </a:lnTo>
                  <a:lnTo>
                    <a:pt x="273629" y="292855"/>
                  </a:lnTo>
                  <a:lnTo>
                    <a:pt x="277669" y="289408"/>
                  </a:lnTo>
                  <a:lnTo>
                    <a:pt x="281597" y="285835"/>
                  </a:lnTo>
                  <a:lnTo>
                    <a:pt x="285410" y="282139"/>
                  </a:lnTo>
                  <a:lnTo>
                    <a:pt x="289103" y="278324"/>
                  </a:lnTo>
                  <a:lnTo>
                    <a:pt x="292673" y="274393"/>
                  </a:lnTo>
                  <a:lnTo>
                    <a:pt x="296117" y="270351"/>
                  </a:lnTo>
                  <a:lnTo>
                    <a:pt x="299431" y="266202"/>
                  </a:lnTo>
                  <a:lnTo>
                    <a:pt x="302611" y="261950"/>
                  </a:lnTo>
                  <a:lnTo>
                    <a:pt x="305654" y="257598"/>
                  </a:lnTo>
                  <a:lnTo>
                    <a:pt x="308558" y="253152"/>
                  </a:lnTo>
                  <a:lnTo>
                    <a:pt x="311319" y="248617"/>
                  </a:lnTo>
                  <a:lnTo>
                    <a:pt x="313935" y="243996"/>
                  </a:lnTo>
                  <a:lnTo>
                    <a:pt x="316402" y="239294"/>
                  </a:lnTo>
                  <a:lnTo>
                    <a:pt x="318719" y="234516"/>
                  </a:lnTo>
                  <a:lnTo>
                    <a:pt x="320883" y="229667"/>
                  </a:lnTo>
                  <a:lnTo>
                    <a:pt x="322892" y="224751"/>
                  </a:lnTo>
                  <a:lnTo>
                    <a:pt x="324744" y="219774"/>
                  </a:lnTo>
                  <a:lnTo>
                    <a:pt x="326436" y="214741"/>
                  </a:lnTo>
                  <a:lnTo>
                    <a:pt x="327968" y="209657"/>
                  </a:lnTo>
                  <a:lnTo>
                    <a:pt x="329338" y="204527"/>
                  </a:lnTo>
                  <a:lnTo>
                    <a:pt x="330544" y="199356"/>
                  </a:lnTo>
                  <a:lnTo>
                    <a:pt x="331586" y="194149"/>
                  </a:lnTo>
                  <a:lnTo>
                    <a:pt x="332461" y="188911"/>
                  </a:lnTo>
                  <a:lnTo>
                    <a:pt x="333170" y="183649"/>
                  </a:lnTo>
                  <a:lnTo>
                    <a:pt x="333711" y="178366"/>
                  </a:lnTo>
                  <a:lnTo>
                    <a:pt x="334084" y="173069"/>
                  </a:lnTo>
                  <a:lnTo>
                    <a:pt x="334289" y="167763"/>
                  </a:lnTo>
                  <a:lnTo>
                    <a:pt x="334325" y="162453"/>
                  </a:lnTo>
                  <a:lnTo>
                    <a:pt x="334192" y="157145"/>
                  </a:lnTo>
                  <a:lnTo>
                    <a:pt x="333891" y="151844"/>
                  </a:lnTo>
                  <a:lnTo>
                    <a:pt x="333421" y="146554"/>
                  </a:lnTo>
                  <a:lnTo>
                    <a:pt x="332784" y="141283"/>
                  </a:lnTo>
                  <a:lnTo>
                    <a:pt x="331980" y="136034"/>
                  </a:lnTo>
                  <a:lnTo>
                    <a:pt x="331009" y="130813"/>
                  </a:lnTo>
                  <a:lnTo>
                    <a:pt x="329874" y="125626"/>
                  </a:lnTo>
                  <a:lnTo>
                    <a:pt x="328573" y="120478"/>
                  </a:lnTo>
                  <a:lnTo>
                    <a:pt x="327111" y="115373"/>
                  </a:lnTo>
                  <a:lnTo>
                    <a:pt x="325486" y="110318"/>
                  </a:lnTo>
                  <a:lnTo>
                    <a:pt x="323702" y="105316"/>
                  </a:lnTo>
                  <a:lnTo>
                    <a:pt x="321760" y="100374"/>
                  </a:lnTo>
                  <a:lnTo>
                    <a:pt x="319662" y="95496"/>
                  </a:lnTo>
                  <a:lnTo>
                    <a:pt x="317410" y="90687"/>
                  </a:lnTo>
                  <a:lnTo>
                    <a:pt x="315007" y="85952"/>
                  </a:lnTo>
                  <a:lnTo>
                    <a:pt x="312454" y="81296"/>
                  </a:lnTo>
                  <a:lnTo>
                    <a:pt x="309755" y="76723"/>
                  </a:lnTo>
                  <a:lnTo>
                    <a:pt x="306912" y="72238"/>
                  </a:lnTo>
                  <a:lnTo>
                    <a:pt x="303928" y="67846"/>
                  </a:lnTo>
                  <a:lnTo>
                    <a:pt x="300806" y="63551"/>
                  </a:lnTo>
                  <a:lnTo>
                    <a:pt x="297549" y="59357"/>
                  </a:lnTo>
                  <a:lnTo>
                    <a:pt x="294160" y="55268"/>
                  </a:lnTo>
                  <a:lnTo>
                    <a:pt x="290643" y="51290"/>
                  </a:lnTo>
                  <a:lnTo>
                    <a:pt x="287002" y="47425"/>
                  </a:lnTo>
                  <a:lnTo>
                    <a:pt x="283240" y="43677"/>
                  </a:lnTo>
                  <a:lnTo>
                    <a:pt x="279361" y="40052"/>
                  </a:lnTo>
                  <a:lnTo>
                    <a:pt x="275368" y="36551"/>
                  </a:lnTo>
                  <a:lnTo>
                    <a:pt x="271267" y="33178"/>
                  </a:lnTo>
                  <a:lnTo>
                    <a:pt x="267060" y="29938"/>
                  </a:lnTo>
                  <a:lnTo>
                    <a:pt x="262752" y="26833"/>
                  </a:lnTo>
                  <a:lnTo>
                    <a:pt x="258348" y="23866"/>
                  </a:lnTo>
                  <a:lnTo>
                    <a:pt x="253852" y="21040"/>
                  </a:lnTo>
                  <a:lnTo>
                    <a:pt x="249269" y="18359"/>
                  </a:lnTo>
                  <a:lnTo>
                    <a:pt x="244603" y="15825"/>
                  </a:lnTo>
                  <a:lnTo>
                    <a:pt x="239858" y="13440"/>
                  </a:lnTo>
                  <a:lnTo>
                    <a:pt x="235040" y="11207"/>
                  </a:lnTo>
                  <a:lnTo>
                    <a:pt x="230154" y="9129"/>
                  </a:lnTo>
                  <a:lnTo>
                    <a:pt x="225204" y="7206"/>
                  </a:lnTo>
                  <a:lnTo>
                    <a:pt x="220196" y="5442"/>
                  </a:lnTo>
                  <a:lnTo>
                    <a:pt x="215134" y="3837"/>
                  </a:lnTo>
                  <a:lnTo>
                    <a:pt x="210024" y="2395"/>
                  </a:lnTo>
                  <a:lnTo>
                    <a:pt x="204870" y="1115"/>
                  </a:lnTo>
                  <a:lnTo>
                    <a:pt x="199679" y="0"/>
                  </a:lnTo>
                  <a:lnTo>
                    <a:pt x="167164" y="1639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32514" cy="167167"/>
            </a:xfrm>
            <a:custGeom>
              <a:avLst/>
              <a:pathLst>
                <a:path w="32514" h="167167">
                  <a:moveTo>
                    <a:pt x="32514" y="3192"/>
                  </a:moveTo>
                  <a:lnTo>
                    <a:pt x="26071" y="2045"/>
                  </a:lnTo>
                  <a:lnTo>
                    <a:pt x="19588" y="1151"/>
                  </a:lnTo>
                  <a:lnTo>
                    <a:pt x="13075" y="512"/>
                  </a:lnTo>
                  <a:lnTo>
                    <a:pt x="654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tx7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2025-06-06T07:19:45Z</dcterms:modified>
  <cp:category/>
</cp:coreProperties>
</file>