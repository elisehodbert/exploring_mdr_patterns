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76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3389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159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276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5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95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95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60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74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24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1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95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7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80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60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1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24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7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5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808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74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74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61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83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96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14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11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76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38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15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96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14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198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76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80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60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02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2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141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7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38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15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2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14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79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15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60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11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7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38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808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15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60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11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79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44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77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76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38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15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75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7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38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15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73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7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38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15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73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76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389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159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75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15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60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11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75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24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6419" y="3170392"/>
              <a:ext cx="57359" cy="167167"/>
            </a:xfrm>
            <a:custGeom>
              <a:avLst/>
              <a:pathLst>
                <a:path w="57359" h="167167">
                  <a:moveTo>
                    <a:pt x="57359" y="0"/>
                  </a:moveTo>
                  <a:lnTo>
                    <a:pt x="51506" y="102"/>
                  </a:lnTo>
                  <a:lnTo>
                    <a:pt x="45659" y="409"/>
                  </a:lnTo>
                  <a:lnTo>
                    <a:pt x="39827" y="921"/>
                  </a:lnTo>
                  <a:lnTo>
                    <a:pt x="34016" y="1637"/>
                  </a:lnTo>
                  <a:lnTo>
                    <a:pt x="28234" y="2556"/>
                  </a:lnTo>
                  <a:lnTo>
                    <a:pt x="22488" y="3677"/>
                  </a:lnTo>
                  <a:lnTo>
                    <a:pt x="16784" y="4999"/>
                  </a:lnTo>
                  <a:lnTo>
                    <a:pt x="11130" y="6519"/>
                  </a:lnTo>
                  <a:lnTo>
                    <a:pt x="5533" y="8236"/>
                  </a:lnTo>
                  <a:lnTo>
                    <a:pt x="0" y="10148"/>
                  </a:lnTo>
                  <a:lnTo>
                    <a:pt x="5735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26419" y="3180541"/>
              <a:ext cx="57359" cy="157018"/>
            </a:xfrm>
            <a:custGeom>
              <a:avLst/>
              <a:pathLst>
                <a:path w="57359" h="157018">
                  <a:moveTo>
                    <a:pt x="0" y="0"/>
                  </a:moveTo>
                  <a:lnTo>
                    <a:pt x="57359" y="157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816626" y="3171429"/>
              <a:ext cx="334318" cy="333293"/>
            </a:xfrm>
            <a:custGeom>
              <a:avLst/>
              <a:pathLst>
                <a:path w="334318" h="333293">
                  <a:moveTo>
                    <a:pt x="109792" y="9111"/>
                  </a:moveTo>
                  <a:lnTo>
                    <a:pt x="104854" y="11005"/>
                  </a:lnTo>
                  <a:lnTo>
                    <a:pt x="99978" y="13053"/>
                  </a:lnTo>
                  <a:lnTo>
                    <a:pt x="95169" y="15254"/>
                  </a:lnTo>
                  <a:lnTo>
                    <a:pt x="90433" y="17607"/>
                  </a:lnTo>
                  <a:lnTo>
                    <a:pt x="85773" y="20108"/>
                  </a:lnTo>
                  <a:lnTo>
                    <a:pt x="81194" y="22756"/>
                  </a:lnTo>
                  <a:lnTo>
                    <a:pt x="76702" y="25546"/>
                  </a:lnTo>
                  <a:lnTo>
                    <a:pt x="72300" y="28478"/>
                  </a:lnTo>
                  <a:lnTo>
                    <a:pt x="67993" y="31547"/>
                  </a:lnTo>
                  <a:lnTo>
                    <a:pt x="63785" y="34752"/>
                  </a:lnTo>
                  <a:lnTo>
                    <a:pt x="59681" y="38087"/>
                  </a:lnTo>
                  <a:lnTo>
                    <a:pt x="55685" y="41551"/>
                  </a:lnTo>
                  <a:lnTo>
                    <a:pt x="51800" y="45139"/>
                  </a:lnTo>
                  <a:lnTo>
                    <a:pt x="48030" y="48849"/>
                  </a:lnTo>
                  <a:lnTo>
                    <a:pt x="44380" y="52676"/>
                  </a:lnTo>
                  <a:lnTo>
                    <a:pt x="40852" y="56616"/>
                  </a:lnTo>
                  <a:lnTo>
                    <a:pt x="37451" y="60666"/>
                  </a:lnTo>
                  <a:lnTo>
                    <a:pt x="34180" y="64822"/>
                  </a:lnTo>
                  <a:lnTo>
                    <a:pt x="31042" y="69079"/>
                  </a:lnTo>
                  <a:lnTo>
                    <a:pt x="28040" y="73433"/>
                  </a:lnTo>
                  <a:lnTo>
                    <a:pt x="25177" y="77880"/>
                  </a:lnTo>
                  <a:lnTo>
                    <a:pt x="22456" y="82415"/>
                  </a:lnTo>
                  <a:lnTo>
                    <a:pt x="19881" y="87035"/>
                  </a:lnTo>
                  <a:lnTo>
                    <a:pt x="17452" y="91733"/>
                  </a:lnTo>
                  <a:lnTo>
                    <a:pt x="15174" y="96506"/>
                  </a:lnTo>
                  <a:lnTo>
                    <a:pt x="13047" y="101348"/>
                  </a:lnTo>
                  <a:lnTo>
                    <a:pt x="11075" y="106255"/>
                  </a:lnTo>
                  <a:lnTo>
                    <a:pt x="9259" y="111222"/>
                  </a:lnTo>
                  <a:lnTo>
                    <a:pt x="7601" y="116245"/>
                  </a:lnTo>
                  <a:lnTo>
                    <a:pt x="6103" y="121317"/>
                  </a:lnTo>
                  <a:lnTo>
                    <a:pt x="4766" y="126434"/>
                  </a:lnTo>
                  <a:lnTo>
                    <a:pt x="3592" y="131590"/>
                  </a:lnTo>
                  <a:lnTo>
                    <a:pt x="2581" y="136781"/>
                  </a:lnTo>
                  <a:lnTo>
                    <a:pt x="1735" y="142002"/>
                  </a:lnTo>
                  <a:lnTo>
                    <a:pt x="1055" y="147247"/>
                  </a:lnTo>
                  <a:lnTo>
                    <a:pt x="540" y="152511"/>
                  </a:lnTo>
                  <a:lnTo>
                    <a:pt x="193" y="157788"/>
                  </a:lnTo>
                  <a:lnTo>
                    <a:pt x="13" y="163073"/>
                  </a:lnTo>
                  <a:lnTo>
                    <a:pt x="0" y="168362"/>
                  </a:lnTo>
                  <a:lnTo>
                    <a:pt x="154" y="173649"/>
                  </a:lnTo>
                  <a:lnTo>
                    <a:pt x="475" y="178928"/>
                  </a:lnTo>
                  <a:lnTo>
                    <a:pt x="963" y="184194"/>
                  </a:lnTo>
                  <a:lnTo>
                    <a:pt x="1618" y="189442"/>
                  </a:lnTo>
                  <a:lnTo>
                    <a:pt x="2438" y="194666"/>
                  </a:lnTo>
                  <a:lnTo>
                    <a:pt x="3423" y="199863"/>
                  </a:lnTo>
                  <a:lnTo>
                    <a:pt x="4572" y="205025"/>
                  </a:lnTo>
                  <a:lnTo>
                    <a:pt x="5884" y="210148"/>
                  </a:lnTo>
                  <a:lnTo>
                    <a:pt x="7357" y="215228"/>
                  </a:lnTo>
                  <a:lnTo>
                    <a:pt x="8990" y="220258"/>
                  </a:lnTo>
                  <a:lnTo>
                    <a:pt x="10782" y="225234"/>
                  </a:lnTo>
                  <a:lnTo>
                    <a:pt x="12730" y="230151"/>
                  </a:lnTo>
                  <a:lnTo>
                    <a:pt x="14832" y="235004"/>
                  </a:lnTo>
                  <a:lnTo>
                    <a:pt x="17087" y="239788"/>
                  </a:lnTo>
                  <a:lnTo>
                    <a:pt x="19492" y="244498"/>
                  </a:lnTo>
                  <a:lnTo>
                    <a:pt x="22045" y="249130"/>
                  </a:lnTo>
                  <a:lnTo>
                    <a:pt x="24743" y="253679"/>
                  </a:lnTo>
                  <a:lnTo>
                    <a:pt x="27584" y="258140"/>
                  </a:lnTo>
                  <a:lnTo>
                    <a:pt x="30565" y="262509"/>
                  </a:lnTo>
                  <a:lnTo>
                    <a:pt x="33682" y="266781"/>
                  </a:lnTo>
                  <a:lnTo>
                    <a:pt x="36932" y="270953"/>
                  </a:lnTo>
                  <a:lnTo>
                    <a:pt x="40313" y="275020"/>
                  </a:lnTo>
                  <a:lnTo>
                    <a:pt x="43822" y="278977"/>
                  </a:lnTo>
                  <a:lnTo>
                    <a:pt x="47453" y="282822"/>
                  </a:lnTo>
                  <a:lnTo>
                    <a:pt x="51204" y="286550"/>
                  </a:lnTo>
                  <a:lnTo>
                    <a:pt x="55072" y="290158"/>
                  </a:lnTo>
                  <a:lnTo>
                    <a:pt x="59051" y="293641"/>
                  </a:lnTo>
                  <a:lnTo>
                    <a:pt x="63139" y="296997"/>
                  </a:lnTo>
                  <a:lnTo>
                    <a:pt x="67331" y="300222"/>
                  </a:lnTo>
                  <a:lnTo>
                    <a:pt x="71622" y="303312"/>
                  </a:lnTo>
                  <a:lnTo>
                    <a:pt x="76010" y="306266"/>
                  </a:lnTo>
                  <a:lnTo>
                    <a:pt x="80488" y="309079"/>
                  </a:lnTo>
                  <a:lnTo>
                    <a:pt x="85054" y="311749"/>
                  </a:lnTo>
                  <a:lnTo>
                    <a:pt x="89701" y="314273"/>
                  </a:lnTo>
                  <a:lnTo>
                    <a:pt x="94426" y="316649"/>
                  </a:lnTo>
                  <a:lnTo>
                    <a:pt x="99224" y="318874"/>
                  </a:lnTo>
                  <a:lnTo>
                    <a:pt x="104090" y="320946"/>
                  </a:lnTo>
                  <a:lnTo>
                    <a:pt x="109019" y="322864"/>
                  </a:lnTo>
                  <a:lnTo>
                    <a:pt x="114006" y="324624"/>
                  </a:lnTo>
                  <a:lnTo>
                    <a:pt x="119046" y="326226"/>
                  </a:lnTo>
                  <a:lnTo>
                    <a:pt x="124134" y="327668"/>
                  </a:lnTo>
                  <a:lnTo>
                    <a:pt x="129266" y="328948"/>
                  </a:lnTo>
                  <a:lnTo>
                    <a:pt x="134435" y="330065"/>
                  </a:lnTo>
                  <a:lnTo>
                    <a:pt x="139637" y="331018"/>
                  </a:lnTo>
                  <a:lnTo>
                    <a:pt x="144867" y="331805"/>
                  </a:lnTo>
                  <a:lnTo>
                    <a:pt x="150119" y="332427"/>
                  </a:lnTo>
                  <a:lnTo>
                    <a:pt x="155388" y="332883"/>
                  </a:lnTo>
                  <a:lnTo>
                    <a:pt x="160669" y="333172"/>
                  </a:lnTo>
                  <a:lnTo>
                    <a:pt x="165956" y="333293"/>
                  </a:lnTo>
                  <a:lnTo>
                    <a:pt x="171245" y="333247"/>
                  </a:lnTo>
                  <a:lnTo>
                    <a:pt x="176529" y="333034"/>
                  </a:lnTo>
                  <a:lnTo>
                    <a:pt x="181804" y="332654"/>
                  </a:lnTo>
                  <a:lnTo>
                    <a:pt x="187065" y="332107"/>
                  </a:lnTo>
                  <a:lnTo>
                    <a:pt x="192305" y="331394"/>
                  </a:lnTo>
                  <a:lnTo>
                    <a:pt x="197520" y="330516"/>
                  </a:lnTo>
                  <a:lnTo>
                    <a:pt x="202705" y="329473"/>
                  </a:lnTo>
                  <a:lnTo>
                    <a:pt x="207855" y="328267"/>
                  </a:lnTo>
                  <a:lnTo>
                    <a:pt x="212963" y="326898"/>
                  </a:lnTo>
                  <a:lnTo>
                    <a:pt x="218026" y="325368"/>
                  </a:lnTo>
                  <a:lnTo>
                    <a:pt x="223038" y="323679"/>
                  </a:lnTo>
                  <a:lnTo>
                    <a:pt x="227993" y="321833"/>
                  </a:lnTo>
                  <a:lnTo>
                    <a:pt x="232888" y="319830"/>
                  </a:lnTo>
                  <a:lnTo>
                    <a:pt x="237718" y="317674"/>
                  </a:lnTo>
                  <a:lnTo>
                    <a:pt x="242476" y="315366"/>
                  </a:lnTo>
                  <a:lnTo>
                    <a:pt x="247159" y="312908"/>
                  </a:lnTo>
                  <a:lnTo>
                    <a:pt x="251762" y="310304"/>
                  </a:lnTo>
                  <a:lnTo>
                    <a:pt x="256281" y="307555"/>
                  </a:lnTo>
                  <a:lnTo>
                    <a:pt x="260710" y="304665"/>
                  </a:lnTo>
                  <a:lnTo>
                    <a:pt x="265045" y="301636"/>
                  </a:lnTo>
                  <a:lnTo>
                    <a:pt x="269283" y="298472"/>
                  </a:lnTo>
                  <a:lnTo>
                    <a:pt x="273418" y="295175"/>
                  </a:lnTo>
                  <a:lnTo>
                    <a:pt x="277447" y="291748"/>
                  </a:lnTo>
                  <a:lnTo>
                    <a:pt x="281365" y="288197"/>
                  </a:lnTo>
                  <a:lnTo>
                    <a:pt x="285170" y="284523"/>
                  </a:lnTo>
                  <a:lnTo>
                    <a:pt x="288856" y="280730"/>
                  </a:lnTo>
                  <a:lnTo>
                    <a:pt x="292420" y="276823"/>
                  </a:lnTo>
                  <a:lnTo>
                    <a:pt x="295859" y="272805"/>
                  </a:lnTo>
                  <a:lnTo>
                    <a:pt x="299169" y="268680"/>
                  </a:lnTo>
                  <a:lnTo>
                    <a:pt x="302347" y="264452"/>
                  </a:lnTo>
                  <a:lnTo>
                    <a:pt x="305389" y="260127"/>
                  </a:lnTo>
                  <a:lnTo>
                    <a:pt x="308294" y="255707"/>
                  </a:lnTo>
                  <a:lnTo>
                    <a:pt x="311057" y="251197"/>
                  </a:lnTo>
                  <a:lnTo>
                    <a:pt x="313676" y="246602"/>
                  </a:lnTo>
                  <a:lnTo>
                    <a:pt x="316148" y="241927"/>
                  </a:lnTo>
                  <a:lnTo>
                    <a:pt x="318471" y="237176"/>
                  </a:lnTo>
                  <a:lnTo>
                    <a:pt x="320643" y="232354"/>
                  </a:lnTo>
                  <a:lnTo>
                    <a:pt x="322661" y="227465"/>
                  </a:lnTo>
                  <a:lnTo>
                    <a:pt x="324523" y="222515"/>
                  </a:lnTo>
                  <a:lnTo>
                    <a:pt x="326228" y="217509"/>
                  </a:lnTo>
                  <a:lnTo>
                    <a:pt x="327774" y="212451"/>
                  </a:lnTo>
                  <a:lnTo>
                    <a:pt x="329159" y="207347"/>
                  </a:lnTo>
                  <a:lnTo>
                    <a:pt x="330381" y="202201"/>
                  </a:lnTo>
                  <a:lnTo>
                    <a:pt x="331441" y="197020"/>
                  </a:lnTo>
                  <a:lnTo>
                    <a:pt x="332336" y="191807"/>
                  </a:lnTo>
                  <a:lnTo>
                    <a:pt x="333065" y="186569"/>
                  </a:lnTo>
                  <a:lnTo>
                    <a:pt x="333629" y="181311"/>
                  </a:lnTo>
                  <a:lnTo>
                    <a:pt x="334026" y="176037"/>
                  </a:lnTo>
                  <a:lnTo>
                    <a:pt x="334256" y="170753"/>
                  </a:lnTo>
                  <a:lnTo>
                    <a:pt x="334318" y="165465"/>
                  </a:lnTo>
                  <a:lnTo>
                    <a:pt x="334213" y="160177"/>
                  </a:lnTo>
                  <a:lnTo>
                    <a:pt x="333942" y="154895"/>
                  </a:lnTo>
                  <a:lnTo>
                    <a:pt x="333503" y="149625"/>
                  </a:lnTo>
                  <a:lnTo>
                    <a:pt x="332897" y="144371"/>
                  </a:lnTo>
                  <a:lnTo>
                    <a:pt x="332126" y="139139"/>
                  </a:lnTo>
                  <a:lnTo>
                    <a:pt x="331190" y="133933"/>
                  </a:lnTo>
                  <a:lnTo>
                    <a:pt x="330089" y="128761"/>
                  </a:lnTo>
                  <a:lnTo>
                    <a:pt x="328825" y="123625"/>
                  </a:lnTo>
                  <a:lnTo>
                    <a:pt x="327400" y="118532"/>
                  </a:lnTo>
                  <a:lnTo>
                    <a:pt x="325814" y="113487"/>
                  </a:lnTo>
                  <a:lnTo>
                    <a:pt x="324069" y="108494"/>
                  </a:lnTo>
                  <a:lnTo>
                    <a:pt x="322168" y="103559"/>
                  </a:lnTo>
                  <a:lnTo>
                    <a:pt x="320111" y="98687"/>
                  </a:lnTo>
                  <a:lnTo>
                    <a:pt x="317901" y="93882"/>
                  </a:lnTo>
                  <a:lnTo>
                    <a:pt x="315540" y="89149"/>
                  </a:lnTo>
                  <a:lnTo>
                    <a:pt x="313030" y="84494"/>
                  </a:lnTo>
                  <a:lnTo>
                    <a:pt x="310375" y="79920"/>
                  </a:lnTo>
                  <a:lnTo>
                    <a:pt x="307576" y="75433"/>
                  </a:lnTo>
                  <a:lnTo>
                    <a:pt x="304637" y="71036"/>
                  </a:lnTo>
                  <a:lnTo>
                    <a:pt x="301560" y="66734"/>
                  </a:lnTo>
                  <a:lnTo>
                    <a:pt x="298348" y="62532"/>
                  </a:lnTo>
                  <a:lnTo>
                    <a:pt x="295006" y="58434"/>
                  </a:lnTo>
                  <a:lnTo>
                    <a:pt x="291535" y="54444"/>
                  </a:lnTo>
                  <a:lnTo>
                    <a:pt x="287940" y="50565"/>
                  </a:lnTo>
                  <a:lnTo>
                    <a:pt x="284223" y="46802"/>
                  </a:lnTo>
                  <a:lnTo>
                    <a:pt x="280390" y="43158"/>
                  </a:lnTo>
                  <a:lnTo>
                    <a:pt x="276443" y="39638"/>
                  </a:lnTo>
                  <a:lnTo>
                    <a:pt x="272387" y="36244"/>
                  </a:lnTo>
                  <a:lnTo>
                    <a:pt x="268226" y="32980"/>
                  </a:lnTo>
                  <a:lnTo>
                    <a:pt x="263963" y="29849"/>
                  </a:lnTo>
                  <a:lnTo>
                    <a:pt x="259604" y="26855"/>
                  </a:lnTo>
                  <a:lnTo>
                    <a:pt x="255152" y="24000"/>
                  </a:lnTo>
                  <a:lnTo>
                    <a:pt x="250612" y="21287"/>
                  </a:lnTo>
                  <a:lnTo>
                    <a:pt x="245988" y="18720"/>
                  </a:lnTo>
                  <a:lnTo>
                    <a:pt x="241286" y="16300"/>
                  </a:lnTo>
                  <a:lnTo>
                    <a:pt x="236509" y="14029"/>
                  </a:lnTo>
                  <a:lnTo>
                    <a:pt x="231663" y="11912"/>
                  </a:lnTo>
                  <a:lnTo>
                    <a:pt x="226752" y="9948"/>
                  </a:lnTo>
                  <a:lnTo>
                    <a:pt x="221782" y="8141"/>
                  </a:lnTo>
                  <a:lnTo>
                    <a:pt x="216757" y="6492"/>
                  </a:lnTo>
                  <a:lnTo>
                    <a:pt x="211682" y="5003"/>
                  </a:lnTo>
                  <a:lnTo>
                    <a:pt x="206563" y="3675"/>
                  </a:lnTo>
                  <a:lnTo>
                    <a:pt x="201404" y="2509"/>
                  </a:lnTo>
                  <a:lnTo>
                    <a:pt x="196211" y="1508"/>
                  </a:lnTo>
                  <a:lnTo>
                    <a:pt x="190989" y="671"/>
                  </a:lnTo>
                  <a:lnTo>
                    <a:pt x="185743" y="0"/>
                  </a:lnTo>
                  <a:lnTo>
                    <a:pt x="167152" y="166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83779" y="3170392"/>
              <a:ext cx="18590" cy="167167"/>
            </a:xfrm>
            <a:custGeom>
              <a:avLst/>
              <a:pathLst>
                <a:path w="18590" h="167167">
                  <a:moveTo>
                    <a:pt x="18590" y="1036"/>
                  </a:moveTo>
                  <a:lnTo>
                    <a:pt x="9309" y="2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850" y="2633064"/>
              <a:ext cx="167160" cy="190159"/>
            </a:xfrm>
            <a:custGeom>
              <a:avLst/>
              <a:pathLst>
                <a:path w="167160" h="190159">
                  <a:moveTo>
                    <a:pt x="167160" y="0"/>
                  </a:moveTo>
                  <a:lnTo>
                    <a:pt x="161771" y="86"/>
                  </a:lnTo>
                  <a:lnTo>
                    <a:pt x="156388" y="347"/>
                  </a:lnTo>
                  <a:lnTo>
                    <a:pt x="151016" y="781"/>
                  </a:lnTo>
                  <a:lnTo>
                    <a:pt x="145661" y="1388"/>
                  </a:lnTo>
                  <a:lnTo>
                    <a:pt x="140329" y="2167"/>
                  </a:lnTo>
                  <a:lnTo>
                    <a:pt x="135024" y="3118"/>
                  </a:lnTo>
                  <a:lnTo>
                    <a:pt x="129752" y="4239"/>
                  </a:lnTo>
                  <a:lnTo>
                    <a:pt x="124520" y="5529"/>
                  </a:lnTo>
                  <a:lnTo>
                    <a:pt x="119331" y="6988"/>
                  </a:lnTo>
                  <a:lnTo>
                    <a:pt x="114193" y="8613"/>
                  </a:lnTo>
                  <a:lnTo>
                    <a:pt x="109109" y="10403"/>
                  </a:lnTo>
                  <a:lnTo>
                    <a:pt x="104086" y="12355"/>
                  </a:lnTo>
                  <a:lnTo>
                    <a:pt x="99128" y="14469"/>
                  </a:lnTo>
                  <a:lnTo>
                    <a:pt x="94241" y="16742"/>
                  </a:lnTo>
                  <a:lnTo>
                    <a:pt x="89430" y="19170"/>
                  </a:lnTo>
                  <a:lnTo>
                    <a:pt x="84700" y="21753"/>
                  </a:lnTo>
                  <a:lnTo>
                    <a:pt x="80055" y="24487"/>
                  </a:lnTo>
                  <a:lnTo>
                    <a:pt x="75501" y="27369"/>
                  </a:lnTo>
                  <a:lnTo>
                    <a:pt x="71042" y="30396"/>
                  </a:lnTo>
                  <a:lnTo>
                    <a:pt x="66683" y="33565"/>
                  </a:lnTo>
                  <a:lnTo>
                    <a:pt x="62429" y="36874"/>
                  </a:lnTo>
                  <a:lnTo>
                    <a:pt x="58283" y="40317"/>
                  </a:lnTo>
                  <a:lnTo>
                    <a:pt x="54251" y="43893"/>
                  </a:lnTo>
                  <a:lnTo>
                    <a:pt x="50336" y="47597"/>
                  </a:lnTo>
                  <a:lnTo>
                    <a:pt x="46542" y="51425"/>
                  </a:lnTo>
                  <a:lnTo>
                    <a:pt x="42874" y="55373"/>
                  </a:lnTo>
                  <a:lnTo>
                    <a:pt x="39335" y="59438"/>
                  </a:lnTo>
                  <a:lnTo>
                    <a:pt x="35928" y="63614"/>
                  </a:lnTo>
                  <a:lnTo>
                    <a:pt x="32659" y="67898"/>
                  </a:lnTo>
                  <a:lnTo>
                    <a:pt x="29528" y="72286"/>
                  </a:lnTo>
                  <a:lnTo>
                    <a:pt x="26541" y="76771"/>
                  </a:lnTo>
                  <a:lnTo>
                    <a:pt x="23701" y="81351"/>
                  </a:lnTo>
                  <a:lnTo>
                    <a:pt x="21009" y="86020"/>
                  </a:lnTo>
                  <a:lnTo>
                    <a:pt x="18469" y="90774"/>
                  </a:lnTo>
                  <a:lnTo>
                    <a:pt x="16084" y="95607"/>
                  </a:lnTo>
                  <a:lnTo>
                    <a:pt x="13855" y="100514"/>
                  </a:lnTo>
                  <a:lnTo>
                    <a:pt x="11787" y="105490"/>
                  </a:lnTo>
                  <a:lnTo>
                    <a:pt x="9879" y="110531"/>
                  </a:lnTo>
                  <a:lnTo>
                    <a:pt x="8135" y="115630"/>
                  </a:lnTo>
                  <a:lnTo>
                    <a:pt x="6557" y="120783"/>
                  </a:lnTo>
                  <a:lnTo>
                    <a:pt x="5145" y="125985"/>
                  </a:lnTo>
                  <a:lnTo>
                    <a:pt x="3901" y="131229"/>
                  </a:lnTo>
                  <a:lnTo>
                    <a:pt x="2828" y="136510"/>
                  </a:lnTo>
                  <a:lnTo>
                    <a:pt x="1925" y="141823"/>
                  </a:lnTo>
                  <a:lnTo>
                    <a:pt x="1194" y="147163"/>
                  </a:lnTo>
                  <a:lnTo>
                    <a:pt x="635" y="152523"/>
                  </a:lnTo>
                  <a:lnTo>
                    <a:pt x="250" y="157899"/>
                  </a:lnTo>
                  <a:lnTo>
                    <a:pt x="38" y="163284"/>
                  </a:lnTo>
                  <a:lnTo>
                    <a:pt x="0" y="168673"/>
                  </a:lnTo>
                  <a:lnTo>
                    <a:pt x="135" y="174061"/>
                  </a:lnTo>
                  <a:lnTo>
                    <a:pt x="444" y="179442"/>
                  </a:lnTo>
                  <a:lnTo>
                    <a:pt x="926" y="184809"/>
                  </a:lnTo>
                  <a:lnTo>
                    <a:pt x="1581" y="190159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3432" y="2800231"/>
              <a:ext cx="165578" cy="22991"/>
            </a:xfrm>
            <a:custGeom>
              <a:avLst/>
              <a:pathLst>
                <a:path w="165578" h="22991">
                  <a:moveTo>
                    <a:pt x="0" y="22991"/>
                  </a:moveTo>
                  <a:lnTo>
                    <a:pt x="16557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53432" y="2721038"/>
              <a:ext cx="332727" cy="246360"/>
            </a:xfrm>
            <a:custGeom>
              <a:avLst/>
              <a:pathLst>
                <a:path w="332727" h="246360">
                  <a:moveTo>
                    <a:pt x="0" y="102184"/>
                  </a:moveTo>
                  <a:lnTo>
                    <a:pt x="814" y="107436"/>
                  </a:lnTo>
                  <a:lnTo>
                    <a:pt x="1795" y="112659"/>
                  </a:lnTo>
                  <a:lnTo>
                    <a:pt x="2942" y="117848"/>
                  </a:lnTo>
                  <a:lnTo>
                    <a:pt x="4253" y="122999"/>
                  </a:lnTo>
                  <a:lnTo>
                    <a:pt x="5727" y="128104"/>
                  </a:lnTo>
                  <a:lnTo>
                    <a:pt x="7362" y="133161"/>
                  </a:lnTo>
                  <a:lnTo>
                    <a:pt x="9157" y="138163"/>
                  </a:lnTo>
                  <a:lnTo>
                    <a:pt x="11111" y="143105"/>
                  </a:lnTo>
                  <a:lnTo>
                    <a:pt x="13221" y="147983"/>
                  </a:lnTo>
                  <a:lnTo>
                    <a:pt x="15484" y="152791"/>
                  </a:lnTo>
                  <a:lnTo>
                    <a:pt x="17900" y="157525"/>
                  </a:lnTo>
                  <a:lnTo>
                    <a:pt x="20464" y="162180"/>
                  </a:lnTo>
                  <a:lnTo>
                    <a:pt x="23175" y="166750"/>
                  </a:lnTo>
                  <a:lnTo>
                    <a:pt x="26031" y="171233"/>
                  </a:lnTo>
                  <a:lnTo>
                    <a:pt x="29027" y="175622"/>
                  </a:lnTo>
                  <a:lnTo>
                    <a:pt x="32161" y="179914"/>
                  </a:lnTo>
                  <a:lnTo>
                    <a:pt x="35430" y="184104"/>
                  </a:lnTo>
                  <a:lnTo>
                    <a:pt x="38831" y="188188"/>
                  </a:lnTo>
                  <a:lnTo>
                    <a:pt x="42359" y="192162"/>
                  </a:lnTo>
                  <a:lnTo>
                    <a:pt x="46012" y="196021"/>
                  </a:lnTo>
                  <a:lnTo>
                    <a:pt x="49786" y="199763"/>
                  </a:lnTo>
                  <a:lnTo>
                    <a:pt x="53677" y="203383"/>
                  </a:lnTo>
                  <a:lnTo>
                    <a:pt x="57682" y="206877"/>
                  </a:lnTo>
                  <a:lnTo>
                    <a:pt x="61795" y="210242"/>
                  </a:lnTo>
                  <a:lnTo>
                    <a:pt x="66013" y="213475"/>
                  </a:lnTo>
                  <a:lnTo>
                    <a:pt x="70332" y="216572"/>
                  </a:lnTo>
                  <a:lnTo>
                    <a:pt x="74747" y="219530"/>
                  </a:lnTo>
                  <a:lnTo>
                    <a:pt x="79253" y="222346"/>
                  </a:lnTo>
                  <a:lnTo>
                    <a:pt x="83847" y="225018"/>
                  </a:lnTo>
                  <a:lnTo>
                    <a:pt x="88524" y="227542"/>
                  </a:lnTo>
                  <a:lnTo>
                    <a:pt x="93279" y="229917"/>
                  </a:lnTo>
                  <a:lnTo>
                    <a:pt x="98106" y="232139"/>
                  </a:lnTo>
                  <a:lnTo>
                    <a:pt x="103002" y="234206"/>
                  </a:lnTo>
                  <a:lnTo>
                    <a:pt x="107961" y="236117"/>
                  </a:lnTo>
                  <a:lnTo>
                    <a:pt x="112978" y="237869"/>
                  </a:lnTo>
                  <a:lnTo>
                    <a:pt x="118049" y="239461"/>
                  </a:lnTo>
                  <a:lnTo>
                    <a:pt x="123167" y="240891"/>
                  </a:lnTo>
                  <a:lnTo>
                    <a:pt x="128328" y="242157"/>
                  </a:lnTo>
                  <a:lnTo>
                    <a:pt x="133527" y="243259"/>
                  </a:lnTo>
                  <a:lnTo>
                    <a:pt x="138759" y="244195"/>
                  </a:lnTo>
                  <a:lnTo>
                    <a:pt x="144017" y="244964"/>
                  </a:lnTo>
                  <a:lnTo>
                    <a:pt x="149297" y="245565"/>
                  </a:lnTo>
                  <a:lnTo>
                    <a:pt x="154594" y="245999"/>
                  </a:lnTo>
                  <a:lnTo>
                    <a:pt x="159902" y="246264"/>
                  </a:lnTo>
                  <a:lnTo>
                    <a:pt x="165215" y="246360"/>
                  </a:lnTo>
                  <a:lnTo>
                    <a:pt x="170529" y="246287"/>
                  </a:lnTo>
                  <a:lnTo>
                    <a:pt x="175838" y="246045"/>
                  </a:lnTo>
                  <a:lnTo>
                    <a:pt x="181137" y="245634"/>
                  </a:lnTo>
                  <a:lnTo>
                    <a:pt x="186419" y="245056"/>
                  </a:lnTo>
                  <a:lnTo>
                    <a:pt x="191681" y="244309"/>
                  </a:lnTo>
                  <a:lnTo>
                    <a:pt x="196917" y="243396"/>
                  </a:lnTo>
                  <a:lnTo>
                    <a:pt x="202120" y="242317"/>
                  </a:lnTo>
                  <a:lnTo>
                    <a:pt x="207287" y="241073"/>
                  </a:lnTo>
                  <a:lnTo>
                    <a:pt x="212412" y="239666"/>
                  </a:lnTo>
                  <a:lnTo>
                    <a:pt x="217489" y="238096"/>
                  </a:lnTo>
                  <a:lnTo>
                    <a:pt x="222514" y="236365"/>
                  </a:lnTo>
                  <a:lnTo>
                    <a:pt x="227481" y="234476"/>
                  </a:lnTo>
                  <a:lnTo>
                    <a:pt x="232386" y="232430"/>
                  </a:lnTo>
                  <a:lnTo>
                    <a:pt x="237223" y="230229"/>
                  </a:lnTo>
                  <a:lnTo>
                    <a:pt x="241988" y="227875"/>
                  </a:lnTo>
                  <a:lnTo>
                    <a:pt x="246675" y="225371"/>
                  </a:lnTo>
                  <a:lnTo>
                    <a:pt x="251281" y="222720"/>
                  </a:lnTo>
                  <a:lnTo>
                    <a:pt x="255800" y="219923"/>
                  </a:lnTo>
                  <a:lnTo>
                    <a:pt x="260227" y="216984"/>
                  </a:lnTo>
                  <a:lnTo>
                    <a:pt x="264560" y="213906"/>
                  </a:lnTo>
                  <a:lnTo>
                    <a:pt x="268792" y="210691"/>
                  </a:lnTo>
                  <a:lnTo>
                    <a:pt x="272919" y="207344"/>
                  </a:lnTo>
                  <a:lnTo>
                    <a:pt x="276939" y="203867"/>
                  </a:lnTo>
                  <a:lnTo>
                    <a:pt x="280846" y="200265"/>
                  </a:lnTo>
                  <a:lnTo>
                    <a:pt x="284636" y="196539"/>
                  </a:lnTo>
                  <a:lnTo>
                    <a:pt x="288306" y="192696"/>
                  </a:lnTo>
                  <a:lnTo>
                    <a:pt x="291852" y="188737"/>
                  </a:lnTo>
                  <a:lnTo>
                    <a:pt x="295270" y="184668"/>
                  </a:lnTo>
                  <a:lnTo>
                    <a:pt x="298557" y="180492"/>
                  </a:lnTo>
                  <a:lnTo>
                    <a:pt x="301710" y="176214"/>
                  </a:lnTo>
                  <a:lnTo>
                    <a:pt x="304725" y="171838"/>
                  </a:lnTo>
                  <a:lnTo>
                    <a:pt x="307600" y="167368"/>
                  </a:lnTo>
                  <a:lnTo>
                    <a:pt x="310331" y="162809"/>
                  </a:lnTo>
                  <a:lnTo>
                    <a:pt x="312915" y="158165"/>
                  </a:lnTo>
                  <a:lnTo>
                    <a:pt x="315351" y="153442"/>
                  </a:lnTo>
                  <a:lnTo>
                    <a:pt x="317636" y="148644"/>
                  </a:lnTo>
                  <a:lnTo>
                    <a:pt x="319767" y="143775"/>
                  </a:lnTo>
                  <a:lnTo>
                    <a:pt x="321742" y="138841"/>
                  </a:lnTo>
                  <a:lnTo>
                    <a:pt x="323559" y="133847"/>
                  </a:lnTo>
                  <a:lnTo>
                    <a:pt x="325216" y="128798"/>
                  </a:lnTo>
                  <a:lnTo>
                    <a:pt x="326712" y="123699"/>
                  </a:lnTo>
                  <a:lnTo>
                    <a:pt x="328046" y="118554"/>
                  </a:lnTo>
                  <a:lnTo>
                    <a:pt x="329215" y="113370"/>
                  </a:lnTo>
                  <a:lnTo>
                    <a:pt x="330218" y="108151"/>
                  </a:lnTo>
                  <a:lnTo>
                    <a:pt x="331056" y="102903"/>
                  </a:lnTo>
                  <a:lnTo>
                    <a:pt x="331726" y="97631"/>
                  </a:lnTo>
                  <a:lnTo>
                    <a:pt x="332228" y="92341"/>
                  </a:lnTo>
                  <a:lnTo>
                    <a:pt x="332562" y="87037"/>
                  </a:lnTo>
                  <a:lnTo>
                    <a:pt x="332727" y="81725"/>
                  </a:lnTo>
                  <a:lnTo>
                    <a:pt x="332723" y="76410"/>
                  </a:lnTo>
                  <a:lnTo>
                    <a:pt x="332550" y="71099"/>
                  </a:lnTo>
                  <a:lnTo>
                    <a:pt x="332208" y="65795"/>
                  </a:lnTo>
                  <a:lnTo>
                    <a:pt x="331698" y="60506"/>
                  </a:lnTo>
                  <a:lnTo>
                    <a:pt x="331020" y="55235"/>
                  </a:lnTo>
                  <a:lnTo>
                    <a:pt x="330175" y="49988"/>
                  </a:lnTo>
                  <a:lnTo>
                    <a:pt x="329163" y="44771"/>
                  </a:lnTo>
                  <a:lnTo>
                    <a:pt x="327987" y="39588"/>
                  </a:lnTo>
                  <a:lnTo>
                    <a:pt x="326646" y="34446"/>
                  </a:lnTo>
                  <a:lnTo>
                    <a:pt x="325142" y="29348"/>
                  </a:lnTo>
                  <a:lnTo>
                    <a:pt x="323477" y="24302"/>
                  </a:lnTo>
                  <a:lnTo>
                    <a:pt x="321652" y="19310"/>
                  </a:lnTo>
                  <a:lnTo>
                    <a:pt x="319670" y="14379"/>
                  </a:lnTo>
                  <a:lnTo>
                    <a:pt x="317532" y="9514"/>
                  </a:lnTo>
                  <a:lnTo>
                    <a:pt x="315240" y="4719"/>
                  </a:lnTo>
                  <a:lnTo>
                    <a:pt x="312797" y="0"/>
                  </a:lnTo>
                  <a:lnTo>
                    <a:pt x="165578" y="791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919011" y="2633064"/>
              <a:ext cx="147218" cy="167167"/>
            </a:xfrm>
            <a:custGeom>
              <a:avLst/>
              <a:pathLst>
                <a:path w="147218" h="167167">
                  <a:moveTo>
                    <a:pt x="147218" y="87974"/>
                  </a:moveTo>
                  <a:lnTo>
                    <a:pt x="144555" y="83211"/>
                  </a:lnTo>
                  <a:lnTo>
                    <a:pt x="141738" y="78538"/>
                  </a:lnTo>
                  <a:lnTo>
                    <a:pt x="138770" y="73959"/>
                  </a:lnTo>
                  <a:lnTo>
                    <a:pt x="135654" y="69479"/>
                  </a:lnTo>
                  <a:lnTo>
                    <a:pt x="132393" y="65104"/>
                  </a:lnTo>
                  <a:lnTo>
                    <a:pt x="128991" y="60837"/>
                  </a:lnTo>
                  <a:lnTo>
                    <a:pt x="125452" y="56683"/>
                  </a:lnTo>
                  <a:lnTo>
                    <a:pt x="121779" y="52648"/>
                  </a:lnTo>
                  <a:lnTo>
                    <a:pt x="117976" y="48734"/>
                  </a:lnTo>
                  <a:lnTo>
                    <a:pt x="114048" y="44946"/>
                  </a:lnTo>
                  <a:lnTo>
                    <a:pt x="109998" y="41289"/>
                  </a:lnTo>
                  <a:lnTo>
                    <a:pt x="105831" y="37766"/>
                  </a:lnTo>
                  <a:lnTo>
                    <a:pt x="101551" y="34381"/>
                  </a:lnTo>
                  <a:lnTo>
                    <a:pt x="97163" y="31137"/>
                  </a:lnTo>
                  <a:lnTo>
                    <a:pt x="92671" y="28038"/>
                  </a:lnTo>
                  <a:lnTo>
                    <a:pt x="88081" y="25087"/>
                  </a:lnTo>
                  <a:lnTo>
                    <a:pt x="83397" y="22288"/>
                  </a:lnTo>
                  <a:lnTo>
                    <a:pt x="78624" y="19643"/>
                  </a:lnTo>
                  <a:lnTo>
                    <a:pt x="73767" y="17156"/>
                  </a:lnTo>
                  <a:lnTo>
                    <a:pt x="68831" y="14828"/>
                  </a:lnTo>
                  <a:lnTo>
                    <a:pt x="63823" y="12663"/>
                  </a:lnTo>
                  <a:lnTo>
                    <a:pt x="58746" y="10662"/>
                  </a:lnTo>
                  <a:lnTo>
                    <a:pt x="53606" y="8828"/>
                  </a:lnTo>
                  <a:lnTo>
                    <a:pt x="48410" y="7163"/>
                  </a:lnTo>
                  <a:lnTo>
                    <a:pt x="43162" y="5668"/>
                  </a:lnTo>
                  <a:lnTo>
                    <a:pt x="37868" y="4345"/>
                  </a:lnTo>
                  <a:lnTo>
                    <a:pt x="32533" y="3196"/>
                  </a:lnTo>
                  <a:lnTo>
                    <a:pt x="27164" y="2221"/>
                  </a:lnTo>
                  <a:lnTo>
                    <a:pt x="21766" y="1423"/>
                  </a:lnTo>
                  <a:lnTo>
                    <a:pt x="16345" y="801"/>
                  </a:lnTo>
                  <a:lnTo>
                    <a:pt x="10906" y="356"/>
                  </a:lnTo>
                  <a:lnTo>
                    <a:pt x="5456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38570" y="2126963"/>
              <a:ext cx="89902" cy="167167"/>
            </a:xfrm>
            <a:custGeom>
              <a:avLst/>
              <a:pathLst>
                <a:path w="89902" h="167167">
                  <a:moveTo>
                    <a:pt x="89902" y="0"/>
                  </a:moveTo>
                  <a:lnTo>
                    <a:pt x="84319" y="93"/>
                  </a:lnTo>
                  <a:lnTo>
                    <a:pt x="78743" y="372"/>
                  </a:lnTo>
                  <a:lnTo>
                    <a:pt x="73179" y="838"/>
                  </a:lnTo>
                  <a:lnTo>
                    <a:pt x="67634" y="1489"/>
                  </a:lnTo>
                  <a:lnTo>
                    <a:pt x="62113" y="2325"/>
                  </a:lnTo>
                  <a:lnTo>
                    <a:pt x="56624" y="3345"/>
                  </a:lnTo>
                  <a:lnTo>
                    <a:pt x="51172" y="4548"/>
                  </a:lnTo>
                  <a:lnTo>
                    <a:pt x="45762" y="5932"/>
                  </a:lnTo>
                  <a:lnTo>
                    <a:pt x="40403" y="7496"/>
                  </a:lnTo>
                  <a:lnTo>
                    <a:pt x="35098" y="9238"/>
                  </a:lnTo>
                  <a:lnTo>
                    <a:pt x="29855" y="11156"/>
                  </a:lnTo>
                  <a:lnTo>
                    <a:pt x="24678" y="13249"/>
                  </a:lnTo>
                  <a:lnTo>
                    <a:pt x="19574" y="15513"/>
                  </a:lnTo>
                  <a:lnTo>
                    <a:pt x="14549" y="17946"/>
                  </a:lnTo>
                  <a:lnTo>
                    <a:pt x="9608" y="20545"/>
                  </a:lnTo>
                  <a:lnTo>
                    <a:pt x="4756" y="23309"/>
                  </a:lnTo>
                  <a:lnTo>
                    <a:pt x="0" y="26232"/>
                  </a:lnTo>
                  <a:lnTo>
                    <a:pt x="8990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638570" y="215319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561325" y="2153196"/>
              <a:ext cx="210126" cy="308099"/>
            </a:xfrm>
            <a:custGeom>
              <a:avLst/>
              <a:pathLst>
                <a:path w="210126" h="308099">
                  <a:moveTo>
                    <a:pt x="77244" y="0"/>
                  </a:moveTo>
                  <a:lnTo>
                    <a:pt x="72803" y="2933"/>
                  </a:lnTo>
                  <a:lnTo>
                    <a:pt x="68457" y="6006"/>
                  </a:lnTo>
                  <a:lnTo>
                    <a:pt x="64212" y="9217"/>
                  </a:lnTo>
                  <a:lnTo>
                    <a:pt x="60071" y="12560"/>
                  </a:lnTo>
                  <a:lnTo>
                    <a:pt x="56038" y="16034"/>
                  </a:lnTo>
                  <a:lnTo>
                    <a:pt x="52118" y="19634"/>
                  </a:lnTo>
                  <a:lnTo>
                    <a:pt x="48315" y="23358"/>
                  </a:lnTo>
                  <a:lnTo>
                    <a:pt x="44632" y="27200"/>
                  </a:lnTo>
                  <a:lnTo>
                    <a:pt x="41073" y="31158"/>
                  </a:lnTo>
                  <a:lnTo>
                    <a:pt x="37643" y="35227"/>
                  </a:lnTo>
                  <a:lnTo>
                    <a:pt x="34343" y="39404"/>
                  </a:lnTo>
                  <a:lnTo>
                    <a:pt x="31178" y="43683"/>
                  </a:lnTo>
                  <a:lnTo>
                    <a:pt x="28151" y="48061"/>
                  </a:lnTo>
                  <a:lnTo>
                    <a:pt x="25265" y="52533"/>
                  </a:lnTo>
                  <a:lnTo>
                    <a:pt x="22523" y="57094"/>
                  </a:lnTo>
                  <a:lnTo>
                    <a:pt x="19927" y="61741"/>
                  </a:lnTo>
                  <a:lnTo>
                    <a:pt x="17480" y="66468"/>
                  </a:lnTo>
                  <a:lnTo>
                    <a:pt x="15186" y="71270"/>
                  </a:lnTo>
                  <a:lnTo>
                    <a:pt x="13045" y="76143"/>
                  </a:lnTo>
                  <a:lnTo>
                    <a:pt x="11060" y="81082"/>
                  </a:lnTo>
                  <a:lnTo>
                    <a:pt x="9234" y="86081"/>
                  </a:lnTo>
                  <a:lnTo>
                    <a:pt x="7568" y="91136"/>
                  </a:lnTo>
                  <a:lnTo>
                    <a:pt x="6063" y="96242"/>
                  </a:lnTo>
                  <a:lnTo>
                    <a:pt x="4722" y="101392"/>
                  </a:lnTo>
                  <a:lnTo>
                    <a:pt x="3546" y="106583"/>
                  </a:lnTo>
                  <a:lnTo>
                    <a:pt x="2535" y="111809"/>
                  </a:lnTo>
                  <a:lnTo>
                    <a:pt x="1691" y="117064"/>
                  </a:lnTo>
                  <a:lnTo>
                    <a:pt x="1015" y="122343"/>
                  </a:lnTo>
                  <a:lnTo>
                    <a:pt x="508" y="127641"/>
                  </a:lnTo>
                  <a:lnTo>
                    <a:pt x="169" y="132953"/>
                  </a:lnTo>
                  <a:lnTo>
                    <a:pt x="0" y="138273"/>
                  </a:lnTo>
                  <a:lnTo>
                    <a:pt x="0" y="143595"/>
                  </a:lnTo>
                  <a:lnTo>
                    <a:pt x="169" y="148915"/>
                  </a:lnTo>
                  <a:lnTo>
                    <a:pt x="508" y="154227"/>
                  </a:lnTo>
                  <a:lnTo>
                    <a:pt x="1015" y="159525"/>
                  </a:lnTo>
                  <a:lnTo>
                    <a:pt x="1691" y="164804"/>
                  </a:lnTo>
                  <a:lnTo>
                    <a:pt x="2535" y="170059"/>
                  </a:lnTo>
                  <a:lnTo>
                    <a:pt x="3546" y="175285"/>
                  </a:lnTo>
                  <a:lnTo>
                    <a:pt x="4722" y="180476"/>
                  </a:lnTo>
                  <a:lnTo>
                    <a:pt x="6063" y="185627"/>
                  </a:lnTo>
                  <a:lnTo>
                    <a:pt x="7568" y="190732"/>
                  </a:lnTo>
                  <a:lnTo>
                    <a:pt x="9234" y="195787"/>
                  </a:lnTo>
                  <a:lnTo>
                    <a:pt x="11060" y="200786"/>
                  </a:lnTo>
                  <a:lnTo>
                    <a:pt x="13045" y="205725"/>
                  </a:lnTo>
                  <a:lnTo>
                    <a:pt x="15186" y="210598"/>
                  </a:lnTo>
                  <a:lnTo>
                    <a:pt x="17480" y="215400"/>
                  </a:lnTo>
                  <a:lnTo>
                    <a:pt x="19927" y="220127"/>
                  </a:lnTo>
                  <a:lnTo>
                    <a:pt x="22523" y="224774"/>
                  </a:lnTo>
                  <a:lnTo>
                    <a:pt x="25265" y="229335"/>
                  </a:lnTo>
                  <a:lnTo>
                    <a:pt x="28151" y="233807"/>
                  </a:lnTo>
                  <a:lnTo>
                    <a:pt x="31178" y="238185"/>
                  </a:lnTo>
                  <a:lnTo>
                    <a:pt x="34343" y="242464"/>
                  </a:lnTo>
                  <a:lnTo>
                    <a:pt x="37643" y="246641"/>
                  </a:lnTo>
                  <a:lnTo>
                    <a:pt x="41073" y="250710"/>
                  </a:lnTo>
                  <a:lnTo>
                    <a:pt x="44632" y="254668"/>
                  </a:lnTo>
                  <a:lnTo>
                    <a:pt x="48315" y="258510"/>
                  </a:lnTo>
                  <a:lnTo>
                    <a:pt x="52118" y="262234"/>
                  </a:lnTo>
                  <a:lnTo>
                    <a:pt x="56038" y="265834"/>
                  </a:lnTo>
                  <a:lnTo>
                    <a:pt x="60071" y="269308"/>
                  </a:lnTo>
                  <a:lnTo>
                    <a:pt x="64212" y="272652"/>
                  </a:lnTo>
                  <a:lnTo>
                    <a:pt x="68457" y="275862"/>
                  </a:lnTo>
                  <a:lnTo>
                    <a:pt x="72803" y="278935"/>
                  </a:lnTo>
                  <a:lnTo>
                    <a:pt x="77244" y="281869"/>
                  </a:lnTo>
                  <a:lnTo>
                    <a:pt x="81776" y="284659"/>
                  </a:lnTo>
                  <a:lnTo>
                    <a:pt x="86395" y="287304"/>
                  </a:lnTo>
                  <a:lnTo>
                    <a:pt x="91095" y="289801"/>
                  </a:lnTo>
                  <a:lnTo>
                    <a:pt x="95873" y="292146"/>
                  </a:lnTo>
                  <a:lnTo>
                    <a:pt x="100723" y="294339"/>
                  </a:lnTo>
                  <a:lnTo>
                    <a:pt x="105640" y="296376"/>
                  </a:lnTo>
                  <a:lnTo>
                    <a:pt x="110620" y="298255"/>
                  </a:lnTo>
                  <a:lnTo>
                    <a:pt x="115657" y="299975"/>
                  </a:lnTo>
                  <a:lnTo>
                    <a:pt x="120746" y="301533"/>
                  </a:lnTo>
                  <a:lnTo>
                    <a:pt x="125882" y="302929"/>
                  </a:lnTo>
                  <a:lnTo>
                    <a:pt x="131060" y="304160"/>
                  </a:lnTo>
                  <a:lnTo>
                    <a:pt x="136275" y="305226"/>
                  </a:lnTo>
                  <a:lnTo>
                    <a:pt x="141521" y="306126"/>
                  </a:lnTo>
                  <a:lnTo>
                    <a:pt x="146793" y="306858"/>
                  </a:lnTo>
                  <a:lnTo>
                    <a:pt x="152085" y="307422"/>
                  </a:lnTo>
                  <a:lnTo>
                    <a:pt x="157393" y="307817"/>
                  </a:lnTo>
                  <a:lnTo>
                    <a:pt x="162711" y="308043"/>
                  </a:lnTo>
                  <a:lnTo>
                    <a:pt x="168033" y="308099"/>
                  </a:lnTo>
                  <a:lnTo>
                    <a:pt x="173354" y="307986"/>
                  </a:lnTo>
                  <a:lnTo>
                    <a:pt x="178669" y="307704"/>
                  </a:lnTo>
                  <a:lnTo>
                    <a:pt x="183972" y="307253"/>
                  </a:lnTo>
                  <a:lnTo>
                    <a:pt x="189259" y="306633"/>
                  </a:lnTo>
                  <a:lnTo>
                    <a:pt x="194522" y="305845"/>
                  </a:lnTo>
                  <a:lnTo>
                    <a:pt x="199759" y="304889"/>
                  </a:lnTo>
                  <a:lnTo>
                    <a:pt x="204962" y="303768"/>
                  </a:lnTo>
                  <a:lnTo>
                    <a:pt x="210126" y="302482"/>
                  </a:lnTo>
                  <a:lnTo>
                    <a:pt x="167146" y="1409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728472" y="2126963"/>
              <a:ext cx="167167" cy="328715"/>
            </a:xfrm>
            <a:custGeom>
              <a:avLst/>
              <a:pathLst>
                <a:path w="167167" h="328715">
                  <a:moveTo>
                    <a:pt x="42980" y="328715"/>
                  </a:moveTo>
                  <a:lnTo>
                    <a:pt x="48129" y="327256"/>
                  </a:lnTo>
                  <a:lnTo>
                    <a:pt x="53229" y="325633"/>
                  </a:lnTo>
                  <a:lnTo>
                    <a:pt x="58275" y="323848"/>
                  </a:lnTo>
                  <a:lnTo>
                    <a:pt x="63261" y="321902"/>
                  </a:lnTo>
                  <a:lnTo>
                    <a:pt x="68182" y="319798"/>
                  </a:lnTo>
                  <a:lnTo>
                    <a:pt x="73033" y="317537"/>
                  </a:lnTo>
                  <a:lnTo>
                    <a:pt x="77809" y="315122"/>
                  </a:lnTo>
                  <a:lnTo>
                    <a:pt x="82505" y="312555"/>
                  </a:lnTo>
                  <a:lnTo>
                    <a:pt x="87117" y="309839"/>
                  </a:lnTo>
                  <a:lnTo>
                    <a:pt x="91640" y="306978"/>
                  </a:lnTo>
                  <a:lnTo>
                    <a:pt x="96068" y="303972"/>
                  </a:lnTo>
                  <a:lnTo>
                    <a:pt x="100399" y="300827"/>
                  </a:lnTo>
                  <a:lnTo>
                    <a:pt x="104626" y="297544"/>
                  </a:lnTo>
                  <a:lnTo>
                    <a:pt x="108746" y="294128"/>
                  </a:lnTo>
                  <a:lnTo>
                    <a:pt x="112754" y="290582"/>
                  </a:lnTo>
                  <a:lnTo>
                    <a:pt x="116647" y="286909"/>
                  </a:lnTo>
                  <a:lnTo>
                    <a:pt x="120421" y="283114"/>
                  </a:lnTo>
                  <a:lnTo>
                    <a:pt x="124071" y="279199"/>
                  </a:lnTo>
                  <a:lnTo>
                    <a:pt x="127593" y="275170"/>
                  </a:lnTo>
                  <a:lnTo>
                    <a:pt x="130985" y="271030"/>
                  </a:lnTo>
                  <a:lnTo>
                    <a:pt x="134243" y="266784"/>
                  </a:lnTo>
                  <a:lnTo>
                    <a:pt x="137363" y="262436"/>
                  </a:lnTo>
                  <a:lnTo>
                    <a:pt x="140343" y="257990"/>
                  </a:lnTo>
                  <a:lnTo>
                    <a:pt x="143178" y="253450"/>
                  </a:lnTo>
                  <a:lnTo>
                    <a:pt x="145867" y="248823"/>
                  </a:lnTo>
                  <a:lnTo>
                    <a:pt x="148406" y="244111"/>
                  </a:lnTo>
                  <a:lnTo>
                    <a:pt x="150793" y="239321"/>
                  </a:lnTo>
                  <a:lnTo>
                    <a:pt x="153026" y="234457"/>
                  </a:lnTo>
                  <a:lnTo>
                    <a:pt x="155101" y="229524"/>
                  </a:lnTo>
                  <a:lnTo>
                    <a:pt x="157018" y="224527"/>
                  </a:lnTo>
                  <a:lnTo>
                    <a:pt x="158774" y="219471"/>
                  </a:lnTo>
                  <a:lnTo>
                    <a:pt x="160367" y="214361"/>
                  </a:lnTo>
                  <a:lnTo>
                    <a:pt x="161795" y="209204"/>
                  </a:lnTo>
                  <a:lnTo>
                    <a:pt x="163058" y="204003"/>
                  </a:lnTo>
                  <a:lnTo>
                    <a:pt x="164154" y="198764"/>
                  </a:lnTo>
                  <a:lnTo>
                    <a:pt x="165081" y="193493"/>
                  </a:lnTo>
                  <a:lnTo>
                    <a:pt x="165839" y="188195"/>
                  </a:lnTo>
                  <a:lnTo>
                    <a:pt x="166427" y="182875"/>
                  </a:lnTo>
                  <a:lnTo>
                    <a:pt x="166845" y="177540"/>
                  </a:lnTo>
                  <a:lnTo>
                    <a:pt x="167091" y="172193"/>
                  </a:lnTo>
                  <a:lnTo>
                    <a:pt x="167167" y="166842"/>
                  </a:lnTo>
                  <a:lnTo>
                    <a:pt x="167071" y="161490"/>
                  </a:lnTo>
                  <a:lnTo>
                    <a:pt x="166803" y="156145"/>
                  </a:lnTo>
                  <a:lnTo>
                    <a:pt x="166365" y="150811"/>
                  </a:lnTo>
                  <a:lnTo>
                    <a:pt x="165756" y="145494"/>
                  </a:lnTo>
                  <a:lnTo>
                    <a:pt x="164977" y="140199"/>
                  </a:lnTo>
                  <a:lnTo>
                    <a:pt x="164029" y="134931"/>
                  </a:lnTo>
                  <a:lnTo>
                    <a:pt x="162913" y="129697"/>
                  </a:lnTo>
                  <a:lnTo>
                    <a:pt x="161630" y="124501"/>
                  </a:lnTo>
                  <a:lnTo>
                    <a:pt x="160182" y="119349"/>
                  </a:lnTo>
                  <a:lnTo>
                    <a:pt x="158569" y="114245"/>
                  </a:lnTo>
                  <a:lnTo>
                    <a:pt x="156794" y="109196"/>
                  </a:lnTo>
                  <a:lnTo>
                    <a:pt x="154857" y="104207"/>
                  </a:lnTo>
                  <a:lnTo>
                    <a:pt x="152763" y="99282"/>
                  </a:lnTo>
                  <a:lnTo>
                    <a:pt x="150511" y="94426"/>
                  </a:lnTo>
                  <a:lnTo>
                    <a:pt x="148106" y="89646"/>
                  </a:lnTo>
                  <a:lnTo>
                    <a:pt x="145548" y="84944"/>
                  </a:lnTo>
                  <a:lnTo>
                    <a:pt x="142841" y="80327"/>
                  </a:lnTo>
                  <a:lnTo>
                    <a:pt x="139988" y="75799"/>
                  </a:lnTo>
                  <a:lnTo>
                    <a:pt x="136992" y="71364"/>
                  </a:lnTo>
                  <a:lnTo>
                    <a:pt x="133855" y="67028"/>
                  </a:lnTo>
                  <a:lnTo>
                    <a:pt x="130580" y="62794"/>
                  </a:lnTo>
                  <a:lnTo>
                    <a:pt x="127172" y="58668"/>
                  </a:lnTo>
                  <a:lnTo>
                    <a:pt x="123634" y="54652"/>
                  </a:lnTo>
                  <a:lnTo>
                    <a:pt x="119969" y="50752"/>
                  </a:lnTo>
                  <a:lnTo>
                    <a:pt x="116180" y="46972"/>
                  </a:lnTo>
                  <a:lnTo>
                    <a:pt x="112273" y="43314"/>
                  </a:lnTo>
                  <a:lnTo>
                    <a:pt x="108251" y="39783"/>
                  </a:lnTo>
                  <a:lnTo>
                    <a:pt x="104118" y="36383"/>
                  </a:lnTo>
                  <a:lnTo>
                    <a:pt x="99878" y="33117"/>
                  </a:lnTo>
                  <a:lnTo>
                    <a:pt x="95535" y="29989"/>
                  </a:lnTo>
                  <a:lnTo>
                    <a:pt x="91095" y="27001"/>
                  </a:lnTo>
                  <a:lnTo>
                    <a:pt x="86561" y="24156"/>
                  </a:lnTo>
                  <a:lnTo>
                    <a:pt x="81939" y="21459"/>
                  </a:lnTo>
                  <a:lnTo>
                    <a:pt x="77233" y="18910"/>
                  </a:lnTo>
                  <a:lnTo>
                    <a:pt x="72447" y="16514"/>
                  </a:lnTo>
                  <a:lnTo>
                    <a:pt x="67587" y="14272"/>
                  </a:lnTo>
                  <a:lnTo>
                    <a:pt x="62658" y="12187"/>
                  </a:lnTo>
                  <a:lnTo>
                    <a:pt x="57665" y="10260"/>
                  </a:lnTo>
                  <a:lnTo>
                    <a:pt x="52612" y="8495"/>
                  </a:lnTo>
                  <a:lnTo>
                    <a:pt x="47506" y="6892"/>
                  </a:lnTo>
                  <a:lnTo>
                    <a:pt x="42351" y="5453"/>
                  </a:lnTo>
                  <a:lnTo>
                    <a:pt x="37152" y="4180"/>
                  </a:lnTo>
                  <a:lnTo>
                    <a:pt x="31916" y="3075"/>
                  </a:lnTo>
                  <a:lnTo>
                    <a:pt x="26647" y="2137"/>
                  </a:lnTo>
                  <a:lnTo>
                    <a:pt x="21350" y="1369"/>
                  </a:lnTo>
                  <a:lnTo>
                    <a:pt x="16032" y="770"/>
                  </a:lnTo>
                  <a:lnTo>
                    <a:pt x="10697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3437" y="1681503"/>
              <a:ext cx="49797" cy="167167"/>
            </a:xfrm>
            <a:custGeom>
              <a:avLst/>
              <a:pathLst>
                <a:path w="49797" h="167167">
                  <a:moveTo>
                    <a:pt x="49797" y="0"/>
                  </a:moveTo>
                  <a:lnTo>
                    <a:pt x="43478" y="119"/>
                  </a:lnTo>
                  <a:lnTo>
                    <a:pt x="37168" y="477"/>
                  </a:lnTo>
                  <a:lnTo>
                    <a:pt x="30876" y="1074"/>
                  </a:lnTo>
                  <a:lnTo>
                    <a:pt x="24611" y="1908"/>
                  </a:lnTo>
                  <a:lnTo>
                    <a:pt x="18382" y="2978"/>
                  </a:lnTo>
                  <a:lnTo>
                    <a:pt x="12198" y="4283"/>
                  </a:lnTo>
                  <a:lnTo>
                    <a:pt x="6067" y="5821"/>
                  </a:lnTo>
                  <a:lnTo>
                    <a:pt x="0" y="7589"/>
                  </a:lnTo>
                  <a:lnTo>
                    <a:pt x="4979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373437" y="1689092"/>
              <a:ext cx="49797" cy="159577"/>
            </a:xfrm>
            <a:custGeom>
              <a:avLst/>
              <a:pathLst>
                <a:path w="49797" h="159577">
                  <a:moveTo>
                    <a:pt x="0" y="0"/>
                  </a:moveTo>
                  <a:lnTo>
                    <a:pt x="49797" y="1595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256067" y="1689092"/>
              <a:ext cx="334325" cy="326737"/>
            </a:xfrm>
            <a:custGeom>
              <a:avLst/>
              <a:pathLst>
                <a:path w="334325" h="326737">
                  <a:moveTo>
                    <a:pt x="117369" y="0"/>
                  </a:moveTo>
                  <a:lnTo>
                    <a:pt x="112343" y="1655"/>
                  </a:lnTo>
                  <a:lnTo>
                    <a:pt x="107373" y="3469"/>
                  </a:lnTo>
                  <a:lnTo>
                    <a:pt x="102463" y="5440"/>
                  </a:lnTo>
                  <a:lnTo>
                    <a:pt x="97617" y="7565"/>
                  </a:lnTo>
                  <a:lnTo>
                    <a:pt x="92841" y="9842"/>
                  </a:lnTo>
                  <a:lnTo>
                    <a:pt x="88140" y="12269"/>
                  </a:lnTo>
                  <a:lnTo>
                    <a:pt x="83518" y="14844"/>
                  </a:lnTo>
                  <a:lnTo>
                    <a:pt x="78979" y="17564"/>
                  </a:lnTo>
                  <a:lnTo>
                    <a:pt x="74529" y="20426"/>
                  </a:lnTo>
                  <a:lnTo>
                    <a:pt x="70172" y="23427"/>
                  </a:lnTo>
                  <a:lnTo>
                    <a:pt x="65912" y="26565"/>
                  </a:lnTo>
                  <a:lnTo>
                    <a:pt x="61753" y="29836"/>
                  </a:lnTo>
                  <a:lnTo>
                    <a:pt x="57700" y="33237"/>
                  </a:lnTo>
                  <a:lnTo>
                    <a:pt x="53756" y="36764"/>
                  </a:lnTo>
                  <a:lnTo>
                    <a:pt x="49927" y="40415"/>
                  </a:lnTo>
                  <a:lnTo>
                    <a:pt x="46214" y="44185"/>
                  </a:lnTo>
                  <a:lnTo>
                    <a:pt x="42623" y="48070"/>
                  </a:lnTo>
                  <a:lnTo>
                    <a:pt x="39156" y="52068"/>
                  </a:lnTo>
                  <a:lnTo>
                    <a:pt x="35818" y="56172"/>
                  </a:lnTo>
                  <a:lnTo>
                    <a:pt x="32612" y="60381"/>
                  </a:lnTo>
                  <a:lnTo>
                    <a:pt x="29540" y="64689"/>
                  </a:lnTo>
                  <a:lnTo>
                    <a:pt x="26606" y="69092"/>
                  </a:lnTo>
                  <a:lnTo>
                    <a:pt x="23813" y="73586"/>
                  </a:lnTo>
                  <a:lnTo>
                    <a:pt x="21163" y="78165"/>
                  </a:lnTo>
                  <a:lnTo>
                    <a:pt x="18660" y="82827"/>
                  </a:lnTo>
                  <a:lnTo>
                    <a:pt x="16305" y="87565"/>
                  </a:lnTo>
                  <a:lnTo>
                    <a:pt x="14102" y="92375"/>
                  </a:lnTo>
                  <a:lnTo>
                    <a:pt x="12052" y="97253"/>
                  </a:lnTo>
                  <a:lnTo>
                    <a:pt x="10157" y="102193"/>
                  </a:lnTo>
                  <a:lnTo>
                    <a:pt x="8420" y="107191"/>
                  </a:lnTo>
                  <a:lnTo>
                    <a:pt x="6841" y="112241"/>
                  </a:lnTo>
                  <a:lnTo>
                    <a:pt x="5424" y="117338"/>
                  </a:lnTo>
                  <a:lnTo>
                    <a:pt x="4168" y="122478"/>
                  </a:lnTo>
                  <a:lnTo>
                    <a:pt x="3075" y="127655"/>
                  </a:lnTo>
                  <a:lnTo>
                    <a:pt x="2147" y="132864"/>
                  </a:lnTo>
                  <a:lnTo>
                    <a:pt x="1385" y="138099"/>
                  </a:lnTo>
                  <a:lnTo>
                    <a:pt x="788" y="143357"/>
                  </a:lnTo>
                  <a:lnTo>
                    <a:pt x="358" y="148630"/>
                  </a:lnTo>
                  <a:lnTo>
                    <a:pt x="95" y="153915"/>
                  </a:lnTo>
                  <a:lnTo>
                    <a:pt x="0" y="159205"/>
                  </a:lnTo>
                  <a:lnTo>
                    <a:pt x="71" y="164495"/>
                  </a:lnTo>
                  <a:lnTo>
                    <a:pt x="311" y="169781"/>
                  </a:lnTo>
                  <a:lnTo>
                    <a:pt x="717" y="175056"/>
                  </a:lnTo>
                  <a:lnTo>
                    <a:pt x="1290" y="180316"/>
                  </a:lnTo>
                  <a:lnTo>
                    <a:pt x="2030" y="185555"/>
                  </a:lnTo>
                  <a:lnTo>
                    <a:pt x="2935" y="190768"/>
                  </a:lnTo>
                  <a:lnTo>
                    <a:pt x="4004" y="195950"/>
                  </a:lnTo>
                  <a:lnTo>
                    <a:pt x="5237" y="201095"/>
                  </a:lnTo>
                  <a:lnTo>
                    <a:pt x="6632" y="206199"/>
                  </a:lnTo>
                  <a:lnTo>
                    <a:pt x="8188" y="211256"/>
                  </a:lnTo>
                  <a:lnTo>
                    <a:pt x="9903" y="216261"/>
                  </a:lnTo>
                  <a:lnTo>
                    <a:pt x="11775" y="221210"/>
                  </a:lnTo>
                  <a:lnTo>
                    <a:pt x="13804" y="226097"/>
                  </a:lnTo>
                  <a:lnTo>
                    <a:pt x="15986" y="230917"/>
                  </a:lnTo>
                  <a:lnTo>
                    <a:pt x="18319" y="235665"/>
                  </a:lnTo>
                  <a:lnTo>
                    <a:pt x="20801" y="240338"/>
                  </a:lnTo>
                  <a:lnTo>
                    <a:pt x="23431" y="244929"/>
                  </a:lnTo>
                  <a:lnTo>
                    <a:pt x="26204" y="249435"/>
                  </a:lnTo>
                  <a:lnTo>
                    <a:pt x="29118" y="253851"/>
                  </a:lnTo>
                  <a:lnTo>
                    <a:pt x="32171" y="258173"/>
                  </a:lnTo>
                  <a:lnTo>
                    <a:pt x="35358" y="262396"/>
                  </a:lnTo>
                  <a:lnTo>
                    <a:pt x="38678" y="266515"/>
                  </a:lnTo>
                  <a:lnTo>
                    <a:pt x="42127" y="270528"/>
                  </a:lnTo>
                  <a:lnTo>
                    <a:pt x="45701" y="274430"/>
                  </a:lnTo>
                  <a:lnTo>
                    <a:pt x="49396" y="278216"/>
                  </a:lnTo>
                  <a:lnTo>
                    <a:pt x="53210" y="281884"/>
                  </a:lnTo>
                  <a:lnTo>
                    <a:pt x="57138" y="285429"/>
                  </a:lnTo>
                  <a:lnTo>
                    <a:pt x="61175" y="288848"/>
                  </a:lnTo>
                  <a:lnTo>
                    <a:pt x="65320" y="292137"/>
                  </a:lnTo>
                  <a:lnTo>
                    <a:pt x="69566" y="295294"/>
                  </a:lnTo>
                  <a:lnTo>
                    <a:pt x="73910" y="298315"/>
                  </a:lnTo>
                  <a:lnTo>
                    <a:pt x="78347" y="301197"/>
                  </a:lnTo>
                  <a:lnTo>
                    <a:pt x="82873" y="303937"/>
                  </a:lnTo>
                  <a:lnTo>
                    <a:pt x="87484" y="306532"/>
                  </a:lnTo>
                  <a:lnTo>
                    <a:pt x="92174" y="308980"/>
                  </a:lnTo>
                  <a:lnTo>
                    <a:pt x="96940" y="311278"/>
                  </a:lnTo>
                  <a:lnTo>
                    <a:pt x="101776" y="313425"/>
                  </a:lnTo>
                  <a:lnTo>
                    <a:pt x="106678" y="315417"/>
                  </a:lnTo>
                  <a:lnTo>
                    <a:pt x="111640" y="317253"/>
                  </a:lnTo>
                  <a:lnTo>
                    <a:pt x="116658" y="318932"/>
                  </a:lnTo>
                  <a:lnTo>
                    <a:pt x="121726" y="320450"/>
                  </a:lnTo>
                  <a:lnTo>
                    <a:pt x="126840" y="321808"/>
                  </a:lnTo>
                  <a:lnTo>
                    <a:pt x="131994" y="323003"/>
                  </a:lnTo>
                  <a:lnTo>
                    <a:pt x="137183" y="324034"/>
                  </a:lnTo>
                  <a:lnTo>
                    <a:pt x="142403" y="324901"/>
                  </a:lnTo>
                  <a:lnTo>
                    <a:pt x="147647" y="325601"/>
                  </a:lnTo>
                  <a:lnTo>
                    <a:pt x="152911" y="326136"/>
                  </a:lnTo>
                  <a:lnTo>
                    <a:pt x="158189" y="326504"/>
                  </a:lnTo>
                  <a:lnTo>
                    <a:pt x="163477" y="326704"/>
                  </a:lnTo>
                  <a:lnTo>
                    <a:pt x="168768" y="326737"/>
                  </a:lnTo>
                  <a:lnTo>
                    <a:pt x="174057" y="326603"/>
                  </a:lnTo>
                  <a:lnTo>
                    <a:pt x="179339" y="326301"/>
                  </a:lnTo>
                  <a:lnTo>
                    <a:pt x="184609" y="325832"/>
                  </a:lnTo>
                  <a:lnTo>
                    <a:pt x="189862" y="325197"/>
                  </a:lnTo>
                  <a:lnTo>
                    <a:pt x="195092" y="324396"/>
                  </a:lnTo>
                  <a:lnTo>
                    <a:pt x="200294" y="323430"/>
                  </a:lnTo>
                  <a:lnTo>
                    <a:pt x="205463" y="322299"/>
                  </a:lnTo>
                  <a:lnTo>
                    <a:pt x="210593" y="321006"/>
                  </a:lnTo>
                  <a:lnTo>
                    <a:pt x="215680" y="319551"/>
                  </a:lnTo>
                  <a:lnTo>
                    <a:pt x="220718" y="317935"/>
                  </a:lnTo>
                  <a:lnTo>
                    <a:pt x="225703" y="316161"/>
                  </a:lnTo>
                  <a:lnTo>
                    <a:pt x="230629" y="314230"/>
                  </a:lnTo>
                  <a:lnTo>
                    <a:pt x="235492" y="312144"/>
                  </a:lnTo>
                  <a:lnTo>
                    <a:pt x="240286" y="309906"/>
                  </a:lnTo>
                  <a:lnTo>
                    <a:pt x="245006" y="307516"/>
                  </a:lnTo>
                  <a:lnTo>
                    <a:pt x="249649" y="304979"/>
                  </a:lnTo>
                  <a:lnTo>
                    <a:pt x="254209" y="302296"/>
                  </a:lnTo>
                  <a:lnTo>
                    <a:pt x="258682" y="299470"/>
                  </a:lnTo>
                  <a:lnTo>
                    <a:pt x="263064" y="296503"/>
                  </a:lnTo>
                  <a:lnTo>
                    <a:pt x="267349" y="293400"/>
                  </a:lnTo>
                  <a:lnTo>
                    <a:pt x="271534" y="290162"/>
                  </a:lnTo>
                  <a:lnTo>
                    <a:pt x="275614" y="286794"/>
                  </a:lnTo>
                  <a:lnTo>
                    <a:pt x="279586" y="283298"/>
                  </a:lnTo>
                  <a:lnTo>
                    <a:pt x="283445" y="279679"/>
                  </a:lnTo>
                  <a:lnTo>
                    <a:pt x="287187" y="275939"/>
                  </a:lnTo>
                  <a:lnTo>
                    <a:pt x="290810" y="272082"/>
                  </a:lnTo>
                  <a:lnTo>
                    <a:pt x="294308" y="268113"/>
                  </a:lnTo>
                  <a:lnTo>
                    <a:pt x="297679" y="264035"/>
                  </a:lnTo>
                  <a:lnTo>
                    <a:pt x="300920" y="259852"/>
                  </a:lnTo>
                  <a:lnTo>
                    <a:pt x="304026" y="255569"/>
                  </a:lnTo>
                  <a:lnTo>
                    <a:pt x="306995" y="251190"/>
                  </a:lnTo>
                  <a:lnTo>
                    <a:pt x="309825" y="246719"/>
                  </a:lnTo>
                  <a:lnTo>
                    <a:pt x="312511" y="242161"/>
                  </a:lnTo>
                  <a:lnTo>
                    <a:pt x="315052" y="237520"/>
                  </a:lnTo>
                  <a:lnTo>
                    <a:pt x="317444" y="232800"/>
                  </a:lnTo>
                  <a:lnTo>
                    <a:pt x="319686" y="228008"/>
                  </a:lnTo>
                  <a:lnTo>
                    <a:pt x="321775" y="223147"/>
                  </a:lnTo>
                  <a:lnTo>
                    <a:pt x="323710" y="218222"/>
                  </a:lnTo>
                  <a:lnTo>
                    <a:pt x="325487" y="213239"/>
                  </a:lnTo>
                  <a:lnTo>
                    <a:pt x="327106" y="208202"/>
                  </a:lnTo>
                  <a:lnTo>
                    <a:pt x="328565" y="203116"/>
                  </a:lnTo>
                  <a:lnTo>
                    <a:pt x="329862" y="197986"/>
                  </a:lnTo>
                  <a:lnTo>
                    <a:pt x="330996" y="192818"/>
                  </a:lnTo>
                  <a:lnTo>
                    <a:pt x="331966" y="187617"/>
                  </a:lnTo>
                  <a:lnTo>
                    <a:pt x="332770" y="182387"/>
                  </a:lnTo>
                  <a:lnTo>
                    <a:pt x="333409" y="177135"/>
                  </a:lnTo>
                  <a:lnTo>
                    <a:pt x="333882" y="171865"/>
                  </a:lnTo>
                  <a:lnTo>
                    <a:pt x="334187" y="166583"/>
                  </a:lnTo>
                  <a:lnTo>
                    <a:pt x="334325" y="161294"/>
                  </a:lnTo>
                  <a:lnTo>
                    <a:pt x="334296" y="156003"/>
                  </a:lnTo>
                  <a:lnTo>
                    <a:pt x="334099" y="150716"/>
                  </a:lnTo>
                  <a:lnTo>
                    <a:pt x="333735" y="145437"/>
                  </a:lnTo>
                  <a:lnTo>
                    <a:pt x="333204" y="140173"/>
                  </a:lnTo>
                  <a:lnTo>
                    <a:pt x="332507" y="134928"/>
                  </a:lnTo>
                  <a:lnTo>
                    <a:pt x="331644" y="129708"/>
                  </a:lnTo>
                  <a:lnTo>
                    <a:pt x="330616" y="124518"/>
                  </a:lnTo>
                  <a:lnTo>
                    <a:pt x="329425" y="119363"/>
                  </a:lnTo>
                  <a:lnTo>
                    <a:pt x="328071" y="114248"/>
                  </a:lnTo>
                  <a:lnTo>
                    <a:pt x="326556" y="109179"/>
                  </a:lnTo>
                  <a:lnTo>
                    <a:pt x="324881" y="104160"/>
                  </a:lnTo>
                  <a:lnTo>
                    <a:pt x="323048" y="99196"/>
                  </a:lnTo>
                  <a:lnTo>
                    <a:pt x="321059" y="94293"/>
                  </a:lnTo>
                  <a:lnTo>
                    <a:pt x="318916" y="89456"/>
                  </a:lnTo>
                  <a:lnTo>
                    <a:pt x="316621" y="84689"/>
                  </a:lnTo>
                  <a:lnTo>
                    <a:pt x="314176" y="79996"/>
                  </a:lnTo>
                  <a:lnTo>
                    <a:pt x="311584" y="75384"/>
                  </a:lnTo>
                  <a:lnTo>
                    <a:pt x="308847" y="70856"/>
                  </a:lnTo>
                  <a:lnTo>
                    <a:pt x="305968" y="66416"/>
                  </a:lnTo>
                  <a:lnTo>
                    <a:pt x="302951" y="62070"/>
                  </a:lnTo>
                  <a:lnTo>
                    <a:pt x="299797" y="57822"/>
                  </a:lnTo>
                  <a:lnTo>
                    <a:pt x="296510" y="53676"/>
                  </a:lnTo>
                  <a:lnTo>
                    <a:pt x="293094" y="49635"/>
                  </a:lnTo>
                  <a:lnTo>
                    <a:pt x="289552" y="45705"/>
                  </a:lnTo>
                  <a:lnTo>
                    <a:pt x="285887" y="41889"/>
                  </a:lnTo>
                  <a:lnTo>
                    <a:pt x="282103" y="38191"/>
                  </a:lnTo>
                  <a:lnTo>
                    <a:pt x="278204" y="34615"/>
                  </a:lnTo>
                  <a:lnTo>
                    <a:pt x="274193" y="31163"/>
                  </a:lnTo>
                  <a:lnTo>
                    <a:pt x="270076" y="27840"/>
                  </a:lnTo>
                  <a:lnTo>
                    <a:pt x="265855" y="24650"/>
                  </a:lnTo>
                  <a:lnTo>
                    <a:pt x="167167" y="1595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423235" y="1681503"/>
              <a:ext cx="98688" cy="167167"/>
            </a:xfrm>
            <a:custGeom>
              <a:avLst/>
              <a:pathLst>
                <a:path w="98688" h="167167">
                  <a:moveTo>
                    <a:pt x="98688" y="32239"/>
                  </a:moveTo>
                  <a:lnTo>
                    <a:pt x="94150" y="29034"/>
                  </a:lnTo>
                  <a:lnTo>
                    <a:pt x="89508" y="25982"/>
                  </a:lnTo>
                  <a:lnTo>
                    <a:pt x="84766" y="23085"/>
                  </a:lnTo>
                  <a:lnTo>
                    <a:pt x="79932" y="20348"/>
                  </a:lnTo>
                  <a:lnTo>
                    <a:pt x="75009" y="17773"/>
                  </a:lnTo>
                  <a:lnTo>
                    <a:pt x="70003" y="15363"/>
                  </a:lnTo>
                  <a:lnTo>
                    <a:pt x="64919" y="13120"/>
                  </a:lnTo>
                  <a:lnTo>
                    <a:pt x="59765" y="11048"/>
                  </a:lnTo>
                  <a:lnTo>
                    <a:pt x="54544" y="9148"/>
                  </a:lnTo>
                  <a:lnTo>
                    <a:pt x="49262" y="7423"/>
                  </a:lnTo>
                  <a:lnTo>
                    <a:pt x="43927" y="5874"/>
                  </a:lnTo>
                  <a:lnTo>
                    <a:pt x="38543" y="4504"/>
                  </a:lnTo>
                  <a:lnTo>
                    <a:pt x="33116" y="3313"/>
                  </a:lnTo>
                  <a:lnTo>
                    <a:pt x="27653" y="2303"/>
                  </a:lnTo>
                  <a:lnTo>
                    <a:pt x="22159" y="1475"/>
                  </a:lnTo>
                  <a:lnTo>
                    <a:pt x="16640" y="830"/>
                  </a:lnTo>
                  <a:lnTo>
                    <a:pt x="11104" y="369"/>
                  </a:lnTo>
                  <a:lnTo>
                    <a:pt x="5555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853884" y="1322571"/>
              <a:ext cx="334318" cy="334331"/>
            </a:xfrm>
            <a:custGeom>
              <a:avLst/>
              <a:pathLst>
                <a:path w="334318" h="334331">
                  <a:moveTo>
                    <a:pt x="167154" y="0"/>
                  </a:moveTo>
                  <a:lnTo>
                    <a:pt x="161861" y="83"/>
                  </a:lnTo>
                  <a:lnTo>
                    <a:pt x="156574" y="335"/>
                  </a:lnTo>
                  <a:lnTo>
                    <a:pt x="151297" y="753"/>
                  </a:lnTo>
                  <a:lnTo>
                    <a:pt x="146036" y="1339"/>
                  </a:lnTo>
                  <a:lnTo>
                    <a:pt x="140796" y="2090"/>
                  </a:lnTo>
                  <a:lnTo>
                    <a:pt x="135583" y="3008"/>
                  </a:lnTo>
                  <a:lnTo>
                    <a:pt x="130401" y="4090"/>
                  </a:lnTo>
                  <a:lnTo>
                    <a:pt x="125257" y="5335"/>
                  </a:lnTo>
                  <a:lnTo>
                    <a:pt x="120154" y="6743"/>
                  </a:lnTo>
                  <a:lnTo>
                    <a:pt x="115098" y="8311"/>
                  </a:lnTo>
                  <a:lnTo>
                    <a:pt x="110095" y="10039"/>
                  </a:lnTo>
                  <a:lnTo>
                    <a:pt x="105148" y="11924"/>
                  </a:lnTo>
                  <a:lnTo>
                    <a:pt x="100264" y="13965"/>
                  </a:lnTo>
                  <a:lnTo>
                    <a:pt x="95447" y="16160"/>
                  </a:lnTo>
                  <a:lnTo>
                    <a:pt x="90702" y="18506"/>
                  </a:lnTo>
                  <a:lnTo>
                    <a:pt x="86034" y="21001"/>
                  </a:lnTo>
                  <a:lnTo>
                    <a:pt x="81447" y="23643"/>
                  </a:lnTo>
                  <a:lnTo>
                    <a:pt x="76945" y="26428"/>
                  </a:lnTo>
                  <a:lnTo>
                    <a:pt x="72535" y="29355"/>
                  </a:lnTo>
                  <a:lnTo>
                    <a:pt x="68219" y="32420"/>
                  </a:lnTo>
                  <a:lnTo>
                    <a:pt x="64002" y="35620"/>
                  </a:lnTo>
                  <a:lnTo>
                    <a:pt x="59889" y="38952"/>
                  </a:lnTo>
                  <a:lnTo>
                    <a:pt x="55883" y="42412"/>
                  </a:lnTo>
                  <a:lnTo>
                    <a:pt x="51989" y="45997"/>
                  </a:lnTo>
                  <a:lnTo>
                    <a:pt x="48211" y="49704"/>
                  </a:lnTo>
                  <a:lnTo>
                    <a:pt x="44551" y="53529"/>
                  </a:lnTo>
                  <a:lnTo>
                    <a:pt x="41015" y="57468"/>
                  </a:lnTo>
                  <a:lnTo>
                    <a:pt x="37605" y="61517"/>
                  </a:lnTo>
                  <a:lnTo>
                    <a:pt x="34325" y="65671"/>
                  </a:lnTo>
                  <a:lnTo>
                    <a:pt x="31178" y="69928"/>
                  </a:lnTo>
                  <a:lnTo>
                    <a:pt x="28167" y="74282"/>
                  </a:lnTo>
                  <a:lnTo>
                    <a:pt x="25296" y="78729"/>
                  </a:lnTo>
                  <a:lnTo>
                    <a:pt x="22567" y="83264"/>
                  </a:lnTo>
                  <a:lnTo>
                    <a:pt x="19983" y="87884"/>
                  </a:lnTo>
                  <a:lnTo>
                    <a:pt x="17547" y="92584"/>
                  </a:lnTo>
                  <a:lnTo>
                    <a:pt x="15260" y="97358"/>
                  </a:lnTo>
                  <a:lnTo>
                    <a:pt x="13126" y="102202"/>
                  </a:lnTo>
                  <a:lnTo>
                    <a:pt x="11147" y="107111"/>
                  </a:lnTo>
                  <a:lnTo>
                    <a:pt x="9323" y="112081"/>
                  </a:lnTo>
                  <a:lnTo>
                    <a:pt x="7658" y="117105"/>
                  </a:lnTo>
                  <a:lnTo>
                    <a:pt x="6153" y="122180"/>
                  </a:lnTo>
                  <a:lnTo>
                    <a:pt x="4810" y="127300"/>
                  </a:lnTo>
                  <a:lnTo>
                    <a:pt x="3629" y="132460"/>
                  </a:lnTo>
                  <a:lnTo>
                    <a:pt x="2612" y="137655"/>
                  </a:lnTo>
                  <a:lnTo>
                    <a:pt x="1760" y="142879"/>
                  </a:lnTo>
                  <a:lnTo>
                    <a:pt x="1074" y="148128"/>
                  </a:lnTo>
                  <a:lnTo>
                    <a:pt x="555" y="153396"/>
                  </a:lnTo>
                  <a:lnTo>
                    <a:pt x="202" y="158678"/>
                  </a:lnTo>
                  <a:lnTo>
                    <a:pt x="17" y="163968"/>
                  </a:lnTo>
                  <a:lnTo>
                    <a:pt x="0" y="169261"/>
                  </a:lnTo>
                  <a:lnTo>
                    <a:pt x="150" y="174552"/>
                  </a:lnTo>
                  <a:lnTo>
                    <a:pt x="467" y="179836"/>
                  </a:lnTo>
                  <a:lnTo>
                    <a:pt x="952" y="185107"/>
                  </a:lnTo>
                  <a:lnTo>
                    <a:pt x="1603" y="190360"/>
                  </a:lnTo>
                  <a:lnTo>
                    <a:pt x="2421" y="195590"/>
                  </a:lnTo>
                  <a:lnTo>
                    <a:pt x="3403" y="200792"/>
                  </a:lnTo>
                  <a:lnTo>
                    <a:pt x="4550" y="205959"/>
                  </a:lnTo>
                  <a:lnTo>
                    <a:pt x="5859" y="211088"/>
                  </a:lnTo>
                  <a:lnTo>
                    <a:pt x="7331" y="216173"/>
                  </a:lnTo>
                  <a:lnTo>
                    <a:pt x="8963" y="221209"/>
                  </a:lnTo>
                  <a:lnTo>
                    <a:pt x="10753" y="226190"/>
                  </a:lnTo>
                  <a:lnTo>
                    <a:pt x="12700" y="231112"/>
                  </a:lnTo>
                  <a:lnTo>
                    <a:pt x="14802" y="235970"/>
                  </a:lnTo>
                  <a:lnTo>
                    <a:pt x="17057" y="240760"/>
                  </a:lnTo>
                  <a:lnTo>
                    <a:pt x="19462" y="245475"/>
                  </a:lnTo>
                  <a:lnTo>
                    <a:pt x="22016" y="250112"/>
                  </a:lnTo>
                  <a:lnTo>
                    <a:pt x="24714" y="254665"/>
                  </a:lnTo>
                  <a:lnTo>
                    <a:pt x="27556" y="259131"/>
                  </a:lnTo>
                  <a:lnTo>
                    <a:pt x="30538" y="263505"/>
                  </a:lnTo>
                  <a:lnTo>
                    <a:pt x="33657" y="267782"/>
                  </a:lnTo>
                  <a:lnTo>
                    <a:pt x="36909" y="271958"/>
                  </a:lnTo>
                  <a:lnTo>
                    <a:pt x="40292" y="276030"/>
                  </a:lnTo>
                  <a:lnTo>
                    <a:pt x="43802" y="279992"/>
                  </a:lnTo>
                  <a:lnTo>
                    <a:pt x="47436" y="283840"/>
                  </a:lnTo>
                  <a:lnTo>
                    <a:pt x="51191" y="287572"/>
                  </a:lnTo>
                  <a:lnTo>
                    <a:pt x="55061" y="291184"/>
                  </a:lnTo>
                  <a:lnTo>
                    <a:pt x="59044" y="294670"/>
                  </a:lnTo>
                  <a:lnTo>
                    <a:pt x="63135" y="298029"/>
                  </a:lnTo>
                  <a:lnTo>
                    <a:pt x="67330" y="301257"/>
                  </a:lnTo>
                  <a:lnTo>
                    <a:pt x="71626" y="304350"/>
                  </a:lnTo>
                  <a:lnTo>
                    <a:pt x="76017" y="307306"/>
                  </a:lnTo>
                  <a:lnTo>
                    <a:pt x="80500" y="310121"/>
                  </a:lnTo>
                  <a:lnTo>
                    <a:pt x="85069" y="312793"/>
                  </a:lnTo>
                  <a:lnTo>
                    <a:pt x="89721" y="315319"/>
                  </a:lnTo>
                  <a:lnTo>
                    <a:pt x="94450" y="317697"/>
                  </a:lnTo>
                  <a:lnTo>
                    <a:pt x="99253" y="319923"/>
                  </a:lnTo>
                  <a:lnTo>
                    <a:pt x="104123" y="321996"/>
                  </a:lnTo>
                  <a:lnTo>
                    <a:pt x="109057" y="323914"/>
                  </a:lnTo>
                  <a:lnTo>
                    <a:pt x="114049" y="325675"/>
                  </a:lnTo>
                  <a:lnTo>
                    <a:pt x="119094" y="327277"/>
                  </a:lnTo>
                  <a:lnTo>
                    <a:pt x="124187" y="328718"/>
                  </a:lnTo>
                  <a:lnTo>
                    <a:pt x="129324" y="329998"/>
                  </a:lnTo>
                  <a:lnTo>
                    <a:pt x="134498" y="331114"/>
                  </a:lnTo>
                  <a:lnTo>
                    <a:pt x="139705" y="332066"/>
                  </a:lnTo>
                  <a:lnTo>
                    <a:pt x="144940" y="332852"/>
                  </a:lnTo>
                  <a:lnTo>
                    <a:pt x="150197" y="333472"/>
                  </a:lnTo>
                  <a:lnTo>
                    <a:pt x="155471" y="333926"/>
                  </a:lnTo>
                  <a:lnTo>
                    <a:pt x="160757" y="334212"/>
                  </a:lnTo>
                  <a:lnTo>
                    <a:pt x="166049" y="334331"/>
                  </a:lnTo>
                  <a:lnTo>
                    <a:pt x="171342" y="334282"/>
                  </a:lnTo>
                  <a:lnTo>
                    <a:pt x="176631" y="334066"/>
                  </a:lnTo>
                  <a:lnTo>
                    <a:pt x="181910" y="333682"/>
                  </a:lnTo>
                  <a:lnTo>
                    <a:pt x="187175" y="333131"/>
                  </a:lnTo>
                  <a:lnTo>
                    <a:pt x="192419" y="332414"/>
                  </a:lnTo>
                  <a:lnTo>
                    <a:pt x="197639" y="331531"/>
                  </a:lnTo>
                  <a:lnTo>
                    <a:pt x="202827" y="330484"/>
                  </a:lnTo>
                  <a:lnTo>
                    <a:pt x="207980" y="329272"/>
                  </a:lnTo>
                  <a:lnTo>
                    <a:pt x="213092" y="327898"/>
                  </a:lnTo>
                  <a:lnTo>
                    <a:pt x="218158" y="326363"/>
                  </a:lnTo>
                  <a:lnTo>
                    <a:pt x="223173" y="324669"/>
                  </a:lnTo>
                  <a:lnTo>
                    <a:pt x="228132" y="322816"/>
                  </a:lnTo>
                  <a:lnTo>
                    <a:pt x="233029" y="320807"/>
                  </a:lnTo>
                  <a:lnTo>
                    <a:pt x="237860" y="318645"/>
                  </a:lnTo>
                  <a:lnTo>
                    <a:pt x="242621" y="316330"/>
                  </a:lnTo>
                  <a:lnTo>
                    <a:pt x="247306" y="313866"/>
                  </a:lnTo>
                  <a:lnTo>
                    <a:pt x="251910" y="311255"/>
                  </a:lnTo>
                  <a:lnTo>
                    <a:pt x="256430" y="308499"/>
                  </a:lnTo>
                  <a:lnTo>
                    <a:pt x="260860" y="305602"/>
                  </a:lnTo>
                  <a:lnTo>
                    <a:pt x="265196" y="302565"/>
                  </a:lnTo>
                  <a:lnTo>
                    <a:pt x="269433" y="299393"/>
                  </a:lnTo>
                  <a:lnTo>
                    <a:pt x="273569" y="296089"/>
                  </a:lnTo>
                  <a:lnTo>
                    <a:pt x="277597" y="292655"/>
                  </a:lnTo>
                  <a:lnTo>
                    <a:pt x="281515" y="289095"/>
                  </a:lnTo>
                  <a:lnTo>
                    <a:pt x="285318" y="285413"/>
                  </a:lnTo>
                  <a:lnTo>
                    <a:pt x="289002" y="281613"/>
                  </a:lnTo>
                  <a:lnTo>
                    <a:pt x="292565" y="277698"/>
                  </a:lnTo>
                  <a:lnTo>
                    <a:pt x="296002" y="273671"/>
                  </a:lnTo>
                  <a:lnTo>
                    <a:pt x="299309" y="269539"/>
                  </a:lnTo>
                  <a:lnTo>
                    <a:pt x="302484" y="265303"/>
                  </a:lnTo>
                  <a:lnTo>
                    <a:pt x="305523" y="260969"/>
                  </a:lnTo>
                  <a:lnTo>
                    <a:pt x="308424" y="256541"/>
                  </a:lnTo>
                  <a:lnTo>
                    <a:pt x="311183" y="252024"/>
                  </a:lnTo>
                  <a:lnTo>
                    <a:pt x="313797" y="247421"/>
                  </a:lnTo>
                  <a:lnTo>
                    <a:pt x="316264" y="242738"/>
                  </a:lnTo>
                  <a:lnTo>
                    <a:pt x="318582" y="237979"/>
                  </a:lnTo>
                  <a:lnTo>
                    <a:pt x="320748" y="233149"/>
                  </a:lnTo>
                  <a:lnTo>
                    <a:pt x="322761" y="228253"/>
                  </a:lnTo>
                  <a:lnTo>
                    <a:pt x="324617" y="223296"/>
                  </a:lnTo>
                  <a:lnTo>
                    <a:pt x="326315" y="218282"/>
                  </a:lnTo>
                  <a:lnTo>
                    <a:pt x="327853" y="213217"/>
                  </a:lnTo>
                  <a:lnTo>
                    <a:pt x="329231" y="208106"/>
                  </a:lnTo>
                  <a:lnTo>
                    <a:pt x="330446" y="202954"/>
                  </a:lnTo>
                  <a:lnTo>
                    <a:pt x="331497" y="197766"/>
                  </a:lnTo>
                  <a:lnTo>
                    <a:pt x="332383" y="192548"/>
                  </a:lnTo>
                  <a:lnTo>
                    <a:pt x="333104" y="187303"/>
                  </a:lnTo>
                  <a:lnTo>
                    <a:pt x="333658" y="182039"/>
                  </a:lnTo>
                  <a:lnTo>
                    <a:pt x="334046" y="176760"/>
                  </a:lnTo>
                  <a:lnTo>
                    <a:pt x="334266" y="171471"/>
                  </a:lnTo>
                  <a:lnTo>
                    <a:pt x="334318" y="166178"/>
                  </a:lnTo>
                  <a:lnTo>
                    <a:pt x="334203" y="160886"/>
                  </a:lnTo>
                  <a:lnTo>
                    <a:pt x="333921" y="155600"/>
                  </a:lnTo>
                  <a:lnTo>
                    <a:pt x="333471" y="150326"/>
                  </a:lnTo>
                  <a:lnTo>
                    <a:pt x="332854" y="145068"/>
                  </a:lnTo>
                  <a:lnTo>
                    <a:pt x="332071" y="139833"/>
                  </a:lnTo>
                  <a:lnTo>
                    <a:pt x="331123" y="134626"/>
                  </a:lnTo>
                  <a:lnTo>
                    <a:pt x="330011" y="129450"/>
                  </a:lnTo>
                  <a:lnTo>
                    <a:pt x="328735" y="124313"/>
                  </a:lnTo>
                  <a:lnTo>
                    <a:pt x="327297" y="119219"/>
                  </a:lnTo>
                  <a:lnTo>
                    <a:pt x="325699" y="114172"/>
                  </a:lnTo>
                  <a:lnTo>
                    <a:pt x="323942" y="109179"/>
                  </a:lnTo>
                  <a:lnTo>
                    <a:pt x="322027" y="104244"/>
                  </a:lnTo>
                  <a:lnTo>
                    <a:pt x="319957" y="99372"/>
                  </a:lnTo>
                  <a:lnTo>
                    <a:pt x="317734" y="94568"/>
                  </a:lnTo>
                  <a:lnTo>
                    <a:pt x="315360" y="89837"/>
                  </a:lnTo>
                  <a:lnTo>
                    <a:pt x="312837" y="85184"/>
                  </a:lnTo>
                  <a:lnTo>
                    <a:pt x="310169" y="80612"/>
                  </a:lnTo>
                  <a:lnTo>
                    <a:pt x="307356" y="76128"/>
                  </a:lnTo>
                  <a:lnTo>
                    <a:pt x="304404" y="71734"/>
                  </a:lnTo>
                  <a:lnTo>
                    <a:pt x="301313" y="67437"/>
                  </a:lnTo>
                  <a:lnTo>
                    <a:pt x="298089" y="63239"/>
                  </a:lnTo>
                  <a:lnTo>
                    <a:pt x="294732" y="59145"/>
                  </a:lnTo>
                  <a:lnTo>
                    <a:pt x="291248" y="55160"/>
                  </a:lnTo>
                  <a:lnTo>
                    <a:pt x="287640" y="51287"/>
                  </a:lnTo>
                  <a:lnTo>
                    <a:pt x="283911" y="47531"/>
                  </a:lnTo>
                  <a:lnTo>
                    <a:pt x="280064" y="43894"/>
                  </a:lnTo>
                  <a:lnTo>
                    <a:pt x="276105" y="40381"/>
                  </a:lnTo>
                  <a:lnTo>
                    <a:pt x="272036" y="36995"/>
                  </a:lnTo>
                  <a:lnTo>
                    <a:pt x="267862" y="33740"/>
                  </a:lnTo>
                  <a:lnTo>
                    <a:pt x="263587" y="30618"/>
                  </a:lnTo>
                  <a:lnTo>
                    <a:pt x="259215" y="27633"/>
                  </a:lnTo>
                  <a:lnTo>
                    <a:pt x="254751" y="24789"/>
                  </a:lnTo>
                  <a:lnTo>
                    <a:pt x="250200" y="22086"/>
                  </a:lnTo>
                  <a:lnTo>
                    <a:pt x="245565" y="1953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42102"/>
              <a:ext cx="78410" cy="147637"/>
            </a:xfrm>
            <a:custGeom>
              <a:avLst/>
              <a:pathLst>
                <a:path w="78410" h="147637">
                  <a:moveTo>
                    <a:pt x="78410" y="0"/>
                  </a:moveTo>
                  <a:lnTo>
                    <a:pt x="0" y="1476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021039" y="1322571"/>
              <a:ext cx="78410" cy="167167"/>
            </a:xfrm>
            <a:custGeom>
              <a:avLst/>
              <a:pathLst>
                <a:path w="78410" h="167167">
                  <a:moveTo>
                    <a:pt x="78410" y="19530"/>
                  </a:moveTo>
                  <a:lnTo>
                    <a:pt x="73215" y="16886"/>
                  </a:lnTo>
                  <a:lnTo>
                    <a:pt x="67931" y="14424"/>
                  </a:lnTo>
                  <a:lnTo>
                    <a:pt x="62564" y="12149"/>
                  </a:lnTo>
                  <a:lnTo>
                    <a:pt x="57121" y="10062"/>
                  </a:lnTo>
                  <a:lnTo>
                    <a:pt x="51609" y="8166"/>
                  </a:lnTo>
                  <a:lnTo>
                    <a:pt x="46034" y="6463"/>
                  </a:lnTo>
                  <a:lnTo>
                    <a:pt x="40403" y="4956"/>
                  </a:lnTo>
                  <a:lnTo>
                    <a:pt x="34723" y="3645"/>
                  </a:lnTo>
                  <a:lnTo>
                    <a:pt x="29000" y="2534"/>
                  </a:lnTo>
                  <a:lnTo>
                    <a:pt x="23242" y="1623"/>
                  </a:lnTo>
                  <a:lnTo>
                    <a:pt x="17456" y="913"/>
                  </a:lnTo>
                  <a:lnTo>
                    <a:pt x="11649" y="406"/>
                  </a:lnTo>
                  <a:lnTo>
                    <a:pt x="5828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378107" y="1071028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40" y="84"/>
                  </a:lnTo>
                  <a:lnTo>
                    <a:pt x="156535" y="337"/>
                  </a:lnTo>
                  <a:lnTo>
                    <a:pt x="151241" y="758"/>
                  </a:lnTo>
                  <a:lnTo>
                    <a:pt x="145963" y="1348"/>
                  </a:lnTo>
                  <a:lnTo>
                    <a:pt x="140706" y="2104"/>
                  </a:lnTo>
                  <a:lnTo>
                    <a:pt x="135476" y="3028"/>
                  </a:lnTo>
                  <a:lnTo>
                    <a:pt x="130278" y="4117"/>
                  </a:lnTo>
                  <a:lnTo>
                    <a:pt x="125117" y="5370"/>
                  </a:lnTo>
                  <a:lnTo>
                    <a:pt x="119998" y="6787"/>
                  </a:lnTo>
                  <a:lnTo>
                    <a:pt x="114927" y="8366"/>
                  </a:lnTo>
                  <a:lnTo>
                    <a:pt x="109909" y="10105"/>
                  </a:lnTo>
                  <a:lnTo>
                    <a:pt x="104949" y="12003"/>
                  </a:lnTo>
                  <a:lnTo>
                    <a:pt x="100051" y="14057"/>
                  </a:lnTo>
                  <a:lnTo>
                    <a:pt x="95221" y="16266"/>
                  </a:lnTo>
                  <a:lnTo>
                    <a:pt x="90464" y="18627"/>
                  </a:lnTo>
                  <a:lnTo>
                    <a:pt x="85784" y="21138"/>
                  </a:lnTo>
                  <a:lnTo>
                    <a:pt x="81186" y="23797"/>
                  </a:lnTo>
                  <a:lnTo>
                    <a:pt x="76675" y="26600"/>
                  </a:lnTo>
                  <a:lnTo>
                    <a:pt x="72255" y="29545"/>
                  </a:lnTo>
                  <a:lnTo>
                    <a:pt x="67931" y="32629"/>
                  </a:lnTo>
                  <a:lnTo>
                    <a:pt x="63708" y="35849"/>
                  </a:lnTo>
                  <a:lnTo>
                    <a:pt x="59588" y="39201"/>
                  </a:lnTo>
                  <a:lnTo>
                    <a:pt x="55578" y="42682"/>
                  </a:lnTo>
                  <a:lnTo>
                    <a:pt x="51679" y="46289"/>
                  </a:lnTo>
                  <a:lnTo>
                    <a:pt x="47898" y="50019"/>
                  </a:lnTo>
                  <a:lnTo>
                    <a:pt x="44237" y="53866"/>
                  </a:lnTo>
                  <a:lnTo>
                    <a:pt x="40699" y="57828"/>
                  </a:lnTo>
                  <a:lnTo>
                    <a:pt x="37290" y="61900"/>
                  </a:lnTo>
                  <a:lnTo>
                    <a:pt x="34012" y="66078"/>
                  </a:lnTo>
                  <a:lnTo>
                    <a:pt x="30867" y="70359"/>
                  </a:lnTo>
                  <a:lnTo>
                    <a:pt x="27861" y="74737"/>
                  </a:lnTo>
                  <a:lnTo>
                    <a:pt x="24995" y="79208"/>
                  </a:lnTo>
                  <a:lnTo>
                    <a:pt x="22273" y="83768"/>
                  </a:lnTo>
                  <a:lnTo>
                    <a:pt x="19696" y="88413"/>
                  </a:lnTo>
                  <a:lnTo>
                    <a:pt x="17269" y="93137"/>
                  </a:lnTo>
                  <a:lnTo>
                    <a:pt x="14993" y="97935"/>
                  </a:lnTo>
                  <a:lnTo>
                    <a:pt x="12871" y="102804"/>
                  </a:lnTo>
                  <a:lnTo>
                    <a:pt x="10904" y="107737"/>
                  </a:lnTo>
                  <a:lnTo>
                    <a:pt x="9095" y="112731"/>
                  </a:lnTo>
                  <a:lnTo>
                    <a:pt x="7445" y="117779"/>
                  </a:lnTo>
                  <a:lnTo>
                    <a:pt x="5957" y="122877"/>
                  </a:lnTo>
                  <a:lnTo>
                    <a:pt x="4631" y="128020"/>
                  </a:lnTo>
                  <a:lnTo>
                    <a:pt x="3470" y="133203"/>
                  </a:lnTo>
                  <a:lnTo>
                    <a:pt x="2474" y="138419"/>
                  </a:lnTo>
                  <a:lnTo>
                    <a:pt x="1643" y="143665"/>
                  </a:lnTo>
                  <a:lnTo>
                    <a:pt x="980" y="148934"/>
                  </a:lnTo>
                  <a:lnTo>
                    <a:pt x="485" y="154222"/>
                  </a:lnTo>
                  <a:lnTo>
                    <a:pt x="158" y="159523"/>
                  </a:lnTo>
                  <a:lnTo>
                    <a:pt x="0" y="164832"/>
                  </a:lnTo>
                  <a:lnTo>
                    <a:pt x="10" y="170143"/>
                  </a:lnTo>
                  <a:lnTo>
                    <a:pt x="189" y="175451"/>
                  </a:lnTo>
                  <a:lnTo>
                    <a:pt x="536" y="180751"/>
                  </a:lnTo>
                  <a:lnTo>
                    <a:pt x="1052" y="186036"/>
                  </a:lnTo>
                  <a:lnTo>
                    <a:pt x="1735" y="191303"/>
                  </a:lnTo>
                  <a:lnTo>
                    <a:pt x="2585" y="196546"/>
                  </a:lnTo>
                  <a:lnTo>
                    <a:pt x="3601" y="201759"/>
                  </a:lnTo>
                  <a:lnTo>
                    <a:pt x="4783" y="206937"/>
                  </a:lnTo>
                  <a:lnTo>
                    <a:pt x="6128" y="212075"/>
                  </a:lnTo>
                  <a:lnTo>
                    <a:pt x="7636" y="217167"/>
                  </a:lnTo>
                  <a:lnTo>
                    <a:pt x="9305" y="222209"/>
                  </a:lnTo>
                  <a:lnTo>
                    <a:pt x="11133" y="227195"/>
                  </a:lnTo>
                  <a:lnTo>
                    <a:pt x="13119" y="232121"/>
                  </a:lnTo>
                  <a:lnTo>
                    <a:pt x="15260" y="236982"/>
                  </a:lnTo>
                  <a:lnTo>
                    <a:pt x="17554" y="241771"/>
                  </a:lnTo>
                  <a:lnTo>
                    <a:pt x="20000" y="246486"/>
                  </a:lnTo>
                  <a:lnTo>
                    <a:pt x="22594" y="251120"/>
                  </a:lnTo>
                  <a:lnTo>
                    <a:pt x="25333" y="255670"/>
                  </a:lnTo>
                  <a:lnTo>
                    <a:pt x="28216" y="260131"/>
                  </a:lnTo>
                  <a:lnTo>
                    <a:pt x="31240" y="264497"/>
                  </a:lnTo>
                  <a:lnTo>
                    <a:pt x="34400" y="268765"/>
                  </a:lnTo>
                  <a:lnTo>
                    <a:pt x="37695" y="272931"/>
                  </a:lnTo>
                  <a:lnTo>
                    <a:pt x="41120" y="276990"/>
                  </a:lnTo>
                  <a:lnTo>
                    <a:pt x="44672" y="280938"/>
                  </a:lnTo>
                  <a:lnTo>
                    <a:pt x="48348" y="284772"/>
                  </a:lnTo>
                  <a:lnTo>
                    <a:pt x="52144" y="288486"/>
                  </a:lnTo>
                  <a:lnTo>
                    <a:pt x="56056" y="292078"/>
                  </a:lnTo>
                  <a:lnTo>
                    <a:pt x="60080" y="295545"/>
                  </a:lnTo>
                  <a:lnTo>
                    <a:pt x="64212" y="298881"/>
                  </a:lnTo>
                  <a:lnTo>
                    <a:pt x="68448" y="302085"/>
                  </a:lnTo>
                  <a:lnTo>
                    <a:pt x="72784" y="305152"/>
                  </a:lnTo>
                  <a:lnTo>
                    <a:pt x="77215" y="308080"/>
                  </a:lnTo>
                  <a:lnTo>
                    <a:pt x="81736" y="310866"/>
                  </a:lnTo>
                  <a:lnTo>
                    <a:pt x="86344" y="313507"/>
                  </a:lnTo>
                  <a:lnTo>
                    <a:pt x="91034" y="316000"/>
                  </a:lnTo>
                  <a:lnTo>
                    <a:pt x="95800" y="318343"/>
                  </a:lnTo>
                  <a:lnTo>
                    <a:pt x="100639" y="320533"/>
                  </a:lnTo>
                  <a:lnTo>
                    <a:pt x="105544" y="322568"/>
                  </a:lnTo>
                  <a:lnTo>
                    <a:pt x="110512" y="324447"/>
                  </a:lnTo>
                  <a:lnTo>
                    <a:pt x="115537" y="326167"/>
                  </a:lnTo>
                  <a:lnTo>
                    <a:pt x="120614" y="327726"/>
                  </a:lnTo>
                  <a:lnTo>
                    <a:pt x="125737" y="329123"/>
                  </a:lnTo>
                  <a:lnTo>
                    <a:pt x="130903" y="330357"/>
                  </a:lnTo>
                  <a:lnTo>
                    <a:pt x="136105" y="331426"/>
                  </a:lnTo>
                  <a:lnTo>
                    <a:pt x="141339" y="332330"/>
                  </a:lnTo>
                  <a:lnTo>
                    <a:pt x="146599" y="333066"/>
                  </a:lnTo>
                  <a:lnTo>
                    <a:pt x="151879" y="333635"/>
                  </a:lnTo>
                  <a:lnTo>
                    <a:pt x="157175" y="334036"/>
                  </a:lnTo>
                  <a:lnTo>
                    <a:pt x="162481" y="334269"/>
                  </a:lnTo>
                  <a:lnTo>
                    <a:pt x="167792" y="334333"/>
                  </a:lnTo>
                  <a:lnTo>
                    <a:pt x="173102" y="334228"/>
                  </a:lnTo>
                  <a:lnTo>
                    <a:pt x="178406" y="333955"/>
                  </a:lnTo>
                  <a:lnTo>
                    <a:pt x="183698" y="333513"/>
                  </a:lnTo>
                  <a:lnTo>
                    <a:pt x="188974" y="332904"/>
                  </a:lnTo>
                  <a:lnTo>
                    <a:pt x="194228" y="332127"/>
                  </a:lnTo>
                  <a:lnTo>
                    <a:pt x="199455" y="331183"/>
                  </a:lnTo>
                  <a:lnTo>
                    <a:pt x="204649" y="330074"/>
                  </a:lnTo>
                  <a:lnTo>
                    <a:pt x="209805" y="328801"/>
                  </a:lnTo>
                  <a:lnTo>
                    <a:pt x="214918" y="327365"/>
                  </a:lnTo>
                  <a:lnTo>
                    <a:pt x="219983" y="325766"/>
                  </a:lnTo>
                  <a:lnTo>
                    <a:pt x="224994" y="324008"/>
                  </a:lnTo>
                  <a:lnTo>
                    <a:pt x="229947" y="322091"/>
                  </a:lnTo>
                  <a:lnTo>
                    <a:pt x="234837" y="320018"/>
                  </a:lnTo>
                  <a:lnTo>
                    <a:pt x="239658" y="317791"/>
                  </a:lnTo>
                  <a:lnTo>
                    <a:pt x="244407" y="315412"/>
                  </a:lnTo>
                  <a:lnTo>
                    <a:pt x="249077" y="312883"/>
                  </a:lnTo>
                  <a:lnTo>
                    <a:pt x="253664" y="310207"/>
                  </a:lnTo>
                  <a:lnTo>
                    <a:pt x="258165" y="307386"/>
                  </a:lnTo>
                  <a:lnTo>
                    <a:pt x="262573" y="304424"/>
                  </a:lnTo>
                  <a:lnTo>
                    <a:pt x="266885" y="301324"/>
                  </a:lnTo>
                  <a:lnTo>
                    <a:pt x="271096" y="298088"/>
                  </a:lnTo>
                  <a:lnTo>
                    <a:pt x="275203" y="294720"/>
                  </a:lnTo>
                  <a:lnTo>
                    <a:pt x="279200" y="291223"/>
                  </a:lnTo>
                  <a:lnTo>
                    <a:pt x="283084" y="287601"/>
                  </a:lnTo>
                  <a:lnTo>
                    <a:pt x="286852" y="283857"/>
                  </a:lnTo>
                  <a:lnTo>
                    <a:pt x="290498" y="279996"/>
                  </a:lnTo>
                  <a:lnTo>
                    <a:pt x="294020" y="276020"/>
                  </a:lnTo>
                  <a:lnTo>
                    <a:pt x="297414" y="271935"/>
                  </a:lnTo>
                  <a:lnTo>
                    <a:pt x="300676" y="267744"/>
                  </a:lnTo>
                  <a:lnTo>
                    <a:pt x="303804" y="263452"/>
                  </a:lnTo>
                  <a:lnTo>
                    <a:pt x="306794" y="259062"/>
                  </a:lnTo>
                  <a:lnTo>
                    <a:pt x="309642" y="254580"/>
                  </a:lnTo>
                  <a:lnTo>
                    <a:pt x="312347" y="250009"/>
                  </a:lnTo>
                  <a:lnTo>
                    <a:pt x="314906" y="245355"/>
                  </a:lnTo>
                  <a:lnTo>
                    <a:pt x="317315" y="240622"/>
                  </a:lnTo>
                  <a:lnTo>
                    <a:pt x="319573" y="235815"/>
                  </a:lnTo>
                  <a:lnTo>
                    <a:pt x="321676" y="230938"/>
                  </a:lnTo>
                  <a:lnTo>
                    <a:pt x="323624" y="225997"/>
                  </a:lnTo>
                  <a:lnTo>
                    <a:pt x="325414" y="220997"/>
                  </a:lnTo>
                  <a:lnTo>
                    <a:pt x="327044" y="215942"/>
                  </a:lnTo>
                  <a:lnTo>
                    <a:pt x="328513" y="210838"/>
                  </a:lnTo>
                  <a:lnTo>
                    <a:pt x="329819" y="205690"/>
                  </a:lnTo>
                  <a:lnTo>
                    <a:pt x="330960" y="200503"/>
                  </a:lnTo>
                  <a:lnTo>
                    <a:pt x="331937" y="195283"/>
                  </a:lnTo>
                  <a:lnTo>
                    <a:pt x="332747" y="190034"/>
                  </a:lnTo>
                  <a:lnTo>
                    <a:pt x="333390" y="184762"/>
                  </a:lnTo>
                  <a:lnTo>
                    <a:pt x="333865" y="179472"/>
                  </a:lnTo>
                  <a:lnTo>
                    <a:pt x="334171" y="174170"/>
                  </a:lnTo>
                  <a:lnTo>
                    <a:pt x="334309" y="168861"/>
                  </a:lnTo>
                  <a:lnTo>
                    <a:pt x="334279" y="163550"/>
                  </a:lnTo>
                  <a:lnTo>
                    <a:pt x="334080" y="158243"/>
                  </a:lnTo>
                  <a:lnTo>
                    <a:pt x="333712" y="152945"/>
                  </a:lnTo>
                  <a:lnTo>
                    <a:pt x="333176" y="147661"/>
                  </a:lnTo>
                  <a:lnTo>
                    <a:pt x="332473" y="142396"/>
                  </a:lnTo>
                  <a:lnTo>
                    <a:pt x="331602" y="137157"/>
                  </a:lnTo>
                  <a:lnTo>
                    <a:pt x="330566" y="131948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202110"/>
              <a:ext cx="163415" cy="36085"/>
            </a:xfrm>
            <a:custGeom>
              <a:avLst/>
              <a:pathLst>
                <a:path w="163415" h="36085">
                  <a:moveTo>
                    <a:pt x="163415" y="866"/>
                  </a:moveTo>
                  <a:lnTo>
                    <a:pt x="163226" y="0"/>
                  </a:lnTo>
                  <a:lnTo>
                    <a:pt x="0" y="360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545258" y="1071028"/>
              <a:ext cx="163226" cy="167167"/>
            </a:xfrm>
            <a:custGeom>
              <a:avLst/>
              <a:pathLst>
                <a:path w="163226" h="167167">
                  <a:moveTo>
                    <a:pt x="163226" y="131082"/>
                  </a:moveTo>
                  <a:lnTo>
                    <a:pt x="161979" y="125842"/>
                  </a:lnTo>
                  <a:lnTo>
                    <a:pt x="160563" y="120646"/>
                  </a:lnTo>
                  <a:lnTo>
                    <a:pt x="158981" y="115497"/>
                  </a:lnTo>
                  <a:lnTo>
                    <a:pt x="157234" y="110403"/>
                  </a:lnTo>
                  <a:lnTo>
                    <a:pt x="155324" y="105367"/>
                  </a:lnTo>
                  <a:lnTo>
                    <a:pt x="153253" y="100395"/>
                  </a:lnTo>
                  <a:lnTo>
                    <a:pt x="151022" y="95493"/>
                  </a:lnTo>
                  <a:lnTo>
                    <a:pt x="148635" y="90665"/>
                  </a:lnTo>
                  <a:lnTo>
                    <a:pt x="146093" y="85917"/>
                  </a:lnTo>
                  <a:lnTo>
                    <a:pt x="143400" y="81253"/>
                  </a:lnTo>
                  <a:lnTo>
                    <a:pt x="140558" y="76678"/>
                  </a:lnTo>
                  <a:lnTo>
                    <a:pt x="137570" y="72197"/>
                  </a:lnTo>
                  <a:lnTo>
                    <a:pt x="134439" y="67815"/>
                  </a:lnTo>
                  <a:lnTo>
                    <a:pt x="131169" y="63535"/>
                  </a:lnTo>
                  <a:lnTo>
                    <a:pt x="127763" y="59364"/>
                  </a:lnTo>
                  <a:lnTo>
                    <a:pt x="124223" y="55304"/>
                  </a:lnTo>
                  <a:lnTo>
                    <a:pt x="120555" y="51360"/>
                  </a:lnTo>
                  <a:lnTo>
                    <a:pt x="116762" y="47537"/>
                  </a:lnTo>
                  <a:lnTo>
                    <a:pt x="112848" y="43837"/>
                  </a:lnTo>
                  <a:lnTo>
                    <a:pt x="108816" y="40266"/>
                  </a:lnTo>
                  <a:lnTo>
                    <a:pt x="104672" y="36827"/>
                  </a:lnTo>
                  <a:lnTo>
                    <a:pt x="100419" y="33522"/>
                  </a:lnTo>
                  <a:lnTo>
                    <a:pt x="96062" y="30357"/>
                  </a:lnTo>
                  <a:lnTo>
                    <a:pt x="91604" y="27333"/>
                  </a:lnTo>
                  <a:lnTo>
                    <a:pt x="87052" y="24455"/>
                  </a:lnTo>
                  <a:lnTo>
                    <a:pt x="82410" y="21725"/>
                  </a:lnTo>
                  <a:lnTo>
                    <a:pt x="77682" y="19145"/>
                  </a:lnTo>
                  <a:lnTo>
                    <a:pt x="72873" y="16720"/>
                  </a:lnTo>
                  <a:lnTo>
                    <a:pt x="67989" y="14450"/>
                  </a:lnTo>
                  <a:lnTo>
                    <a:pt x="63034" y="12339"/>
                  </a:lnTo>
                  <a:lnTo>
                    <a:pt x="58014" y="10389"/>
                  </a:lnTo>
                  <a:lnTo>
                    <a:pt x="52933" y="8602"/>
                  </a:lnTo>
                  <a:lnTo>
                    <a:pt x="47798" y="6979"/>
                  </a:lnTo>
                  <a:lnTo>
                    <a:pt x="42612" y="5522"/>
                  </a:lnTo>
                  <a:lnTo>
                    <a:pt x="37383" y="4233"/>
                  </a:lnTo>
                  <a:lnTo>
                    <a:pt x="32115" y="3113"/>
                  </a:lnTo>
                  <a:lnTo>
                    <a:pt x="26813" y="2164"/>
                  </a:lnTo>
                  <a:lnTo>
                    <a:pt x="21484" y="1386"/>
                  </a:lnTo>
                  <a:lnTo>
                    <a:pt x="16133" y="780"/>
                  </a:lnTo>
                  <a:lnTo>
                    <a:pt x="10764" y="346"/>
                  </a:lnTo>
                  <a:lnTo>
                    <a:pt x="538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26293" y="941493"/>
              <a:ext cx="97251" cy="167167"/>
            </a:xfrm>
            <a:custGeom>
              <a:avLst/>
              <a:pathLst>
                <a:path w="97251" h="167167">
                  <a:moveTo>
                    <a:pt x="97251" y="0"/>
                  </a:moveTo>
                  <a:lnTo>
                    <a:pt x="91485" y="99"/>
                  </a:lnTo>
                  <a:lnTo>
                    <a:pt x="85727" y="397"/>
                  </a:lnTo>
                  <a:lnTo>
                    <a:pt x="79983" y="894"/>
                  </a:lnTo>
                  <a:lnTo>
                    <a:pt x="74259" y="1588"/>
                  </a:lnTo>
                  <a:lnTo>
                    <a:pt x="68562" y="2480"/>
                  </a:lnTo>
                  <a:lnTo>
                    <a:pt x="62900" y="3567"/>
                  </a:lnTo>
                  <a:lnTo>
                    <a:pt x="57278" y="4849"/>
                  </a:lnTo>
                  <a:lnTo>
                    <a:pt x="51704" y="6324"/>
                  </a:lnTo>
                  <a:lnTo>
                    <a:pt x="46184" y="7990"/>
                  </a:lnTo>
                  <a:lnTo>
                    <a:pt x="40725" y="9846"/>
                  </a:lnTo>
                  <a:lnTo>
                    <a:pt x="35333" y="11889"/>
                  </a:lnTo>
                  <a:lnTo>
                    <a:pt x="30015" y="14117"/>
                  </a:lnTo>
                  <a:lnTo>
                    <a:pt x="24776" y="16527"/>
                  </a:lnTo>
                  <a:lnTo>
                    <a:pt x="19624" y="19116"/>
                  </a:lnTo>
                  <a:lnTo>
                    <a:pt x="14565" y="21881"/>
                  </a:lnTo>
                  <a:lnTo>
                    <a:pt x="9603" y="24819"/>
                  </a:lnTo>
                  <a:lnTo>
                    <a:pt x="4746" y="27926"/>
                  </a:lnTo>
                  <a:lnTo>
                    <a:pt x="0" y="31199"/>
                  </a:lnTo>
                  <a:lnTo>
                    <a:pt x="972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926293" y="972693"/>
              <a:ext cx="97251" cy="135967"/>
            </a:xfrm>
            <a:custGeom>
              <a:avLst/>
              <a:pathLst>
                <a:path w="97251" h="135967">
                  <a:moveTo>
                    <a:pt x="0" y="0"/>
                  </a:moveTo>
                  <a:lnTo>
                    <a:pt x="97251" y="1359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856377" y="972693"/>
              <a:ext cx="334334" cy="303118"/>
            </a:xfrm>
            <a:custGeom>
              <a:avLst/>
              <a:pathLst>
                <a:path w="334334" h="303118">
                  <a:moveTo>
                    <a:pt x="69916" y="0"/>
                  </a:moveTo>
                  <a:lnTo>
                    <a:pt x="65651" y="3153"/>
                  </a:lnTo>
                  <a:lnTo>
                    <a:pt x="61488" y="6441"/>
                  </a:lnTo>
                  <a:lnTo>
                    <a:pt x="57432" y="9859"/>
                  </a:lnTo>
                  <a:lnTo>
                    <a:pt x="53487" y="13403"/>
                  </a:lnTo>
                  <a:lnTo>
                    <a:pt x="49656" y="17072"/>
                  </a:lnTo>
                  <a:lnTo>
                    <a:pt x="45943" y="20860"/>
                  </a:lnTo>
                  <a:lnTo>
                    <a:pt x="42352" y="24763"/>
                  </a:lnTo>
                  <a:lnTo>
                    <a:pt x="38887" y="28779"/>
                  </a:lnTo>
                  <a:lnTo>
                    <a:pt x="35551" y="32903"/>
                  </a:lnTo>
                  <a:lnTo>
                    <a:pt x="32347" y="37130"/>
                  </a:lnTo>
                  <a:lnTo>
                    <a:pt x="29280" y="41457"/>
                  </a:lnTo>
                  <a:lnTo>
                    <a:pt x="26351" y="45879"/>
                  </a:lnTo>
                  <a:lnTo>
                    <a:pt x="23563" y="50392"/>
                  </a:lnTo>
                  <a:lnTo>
                    <a:pt x="20921" y="54991"/>
                  </a:lnTo>
                  <a:lnTo>
                    <a:pt x="18425" y="59672"/>
                  </a:lnTo>
                  <a:lnTo>
                    <a:pt x="16080" y="64429"/>
                  </a:lnTo>
                  <a:lnTo>
                    <a:pt x="13886" y="69258"/>
                  </a:lnTo>
                  <a:lnTo>
                    <a:pt x="11847" y="74155"/>
                  </a:lnTo>
                  <a:lnTo>
                    <a:pt x="9964" y="79113"/>
                  </a:lnTo>
                  <a:lnTo>
                    <a:pt x="8240" y="84129"/>
                  </a:lnTo>
                  <a:lnTo>
                    <a:pt x="6675" y="89197"/>
                  </a:lnTo>
                  <a:lnTo>
                    <a:pt x="5272" y="94312"/>
                  </a:lnTo>
                  <a:lnTo>
                    <a:pt x="4032" y="99470"/>
                  </a:lnTo>
                  <a:lnTo>
                    <a:pt x="2956" y="104663"/>
                  </a:lnTo>
                  <a:lnTo>
                    <a:pt x="2046" y="109889"/>
                  </a:lnTo>
                  <a:lnTo>
                    <a:pt x="1302" y="115140"/>
                  </a:lnTo>
                  <a:lnTo>
                    <a:pt x="724" y="120413"/>
                  </a:lnTo>
                  <a:lnTo>
                    <a:pt x="315" y="125701"/>
                  </a:lnTo>
                  <a:lnTo>
                    <a:pt x="73" y="131000"/>
                  </a:lnTo>
                  <a:lnTo>
                    <a:pt x="0" y="136304"/>
                  </a:lnTo>
                  <a:lnTo>
                    <a:pt x="94" y="141607"/>
                  </a:lnTo>
                  <a:lnTo>
                    <a:pt x="357" y="146904"/>
                  </a:lnTo>
                  <a:lnTo>
                    <a:pt x="788" y="152191"/>
                  </a:lnTo>
                  <a:lnTo>
                    <a:pt x="1387" y="157461"/>
                  </a:lnTo>
                  <a:lnTo>
                    <a:pt x="2152" y="162710"/>
                  </a:lnTo>
                  <a:lnTo>
                    <a:pt x="3084" y="167932"/>
                  </a:lnTo>
                  <a:lnTo>
                    <a:pt x="4180" y="173121"/>
                  </a:lnTo>
                  <a:lnTo>
                    <a:pt x="5441" y="178273"/>
                  </a:lnTo>
                  <a:lnTo>
                    <a:pt x="6865" y="183383"/>
                  </a:lnTo>
                  <a:lnTo>
                    <a:pt x="8450" y="188444"/>
                  </a:lnTo>
                  <a:lnTo>
                    <a:pt x="10194" y="193453"/>
                  </a:lnTo>
                  <a:lnTo>
                    <a:pt x="12097" y="198404"/>
                  </a:lnTo>
                  <a:lnTo>
                    <a:pt x="14156" y="203293"/>
                  </a:lnTo>
                  <a:lnTo>
                    <a:pt x="16369" y="208113"/>
                  </a:lnTo>
                  <a:lnTo>
                    <a:pt x="18734" y="212861"/>
                  </a:lnTo>
                  <a:lnTo>
                    <a:pt x="21248" y="217531"/>
                  </a:lnTo>
                  <a:lnTo>
                    <a:pt x="23909" y="222119"/>
                  </a:lnTo>
                  <a:lnTo>
                    <a:pt x="26714" y="226621"/>
                  </a:lnTo>
                  <a:lnTo>
                    <a:pt x="29661" y="231031"/>
                  </a:lnTo>
                  <a:lnTo>
                    <a:pt x="32746" y="235346"/>
                  </a:lnTo>
                  <a:lnTo>
                    <a:pt x="35967" y="239560"/>
                  </a:lnTo>
                  <a:lnTo>
                    <a:pt x="39319" y="243671"/>
                  </a:lnTo>
                  <a:lnTo>
                    <a:pt x="42801" y="247672"/>
                  </a:lnTo>
                  <a:lnTo>
                    <a:pt x="46407" y="251562"/>
                  </a:lnTo>
                  <a:lnTo>
                    <a:pt x="50135" y="255335"/>
                  </a:lnTo>
                  <a:lnTo>
                    <a:pt x="53981" y="258987"/>
                  </a:lnTo>
                  <a:lnTo>
                    <a:pt x="57941" y="262516"/>
                  </a:lnTo>
                  <a:lnTo>
                    <a:pt x="62011" y="265918"/>
                  </a:lnTo>
                  <a:lnTo>
                    <a:pt x="66186" y="269188"/>
                  </a:lnTo>
                  <a:lnTo>
                    <a:pt x="70464" y="272325"/>
                  </a:lnTo>
                  <a:lnTo>
                    <a:pt x="74838" y="275324"/>
                  </a:lnTo>
                  <a:lnTo>
                    <a:pt x="79306" y="278183"/>
                  </a:lnTo>
                  <a:lnTo>
                    <a:pt x="83862" y="280899"/>
                  </a:lnTo>
                  <a:lnTo>
                    <a:pt x="88502" y="283469"/>
                  </a:lnTo>
                  <a:lnTo>
                    <a:pt x="93221" y="285890"/>
                  </a:lnTo>
                  <a:lnTo>
                    <a:pt x="98015" y="288161"/>
                  </a:lnTo>
                  <a:lnTo>
                    <a:pt x="102878" y="290278"/>
                  </a:lnTo>
                  <a:lnTo>
                    <a:pt x="107806" y="292240"/>
                  </a:lnTo>
                  <a:lnTo>
                    <a:pt x="112794" y="294045"/>
                  </a:lnTo>
                  <a:lnTo>
                    <a:pt x="117836" y="295690"/>
                  </a:lnTo>
                  <a:lnTo>
                    <a:pt x="122928" y="297175"/>
                  </a:lnTo>
                  <a:lnTo>
                    <a:pt x="128065" y="298497"/>
                  </a:lnTo>
                  <a:lnTo>
                    <a:pt x="133241" y="299656"/>
                  </a:lnTo>
                  <a:lnTo>
                    <a:pt x="138451" y="300650"/>
                  </a:lnTo>
                  <a:lnTo>
                    <a:pt x="143690" y="301478"/>
                  </a:lnTo>
                  <a:lnTo>
                    <a:pt x="148953" y="302139"/>
                  </a:lnTo>
                  <a:lnTo>
                    <a:pt x="154234" y="302633"/>
                  </a:lnTo>
                  <a:lnTo>
                    <a:pt x="159528" y="302960"/>
                  </a:lnTo>
                  <a:lnTo>
                    <a:pt x="164830" y="303118"/>
                  </a:lnTo>
                  <a:lnTo>
                    <a:pt x="170134" y="303108"/>
                  </a:lnTo>
                  <a:lnTo>
                    <a:pt x="175435" y="302930"/>
                  </a:lnTo>
                  <a:lnTo>
                    <a:pt x="180728" y="302584"/>
                  </a:lnTo>
                  <a:lnTo>
                    <a:pt x="186007" y="302069"/>
                  </a:lnTo>
                  <a:lnTo>
                    <a:pt x="191267" y="301388"/>
                  </a:lnTo>
                  <a:lnTo>
                    <a:pt x="196503" y="300540"/>
                  </a:lnTo>
                  <a:lnTo>
                    <a:pt x="201709" y="299527"/>
                  </a:lnTo>
                  <a:lnTo>
                    <a:pt x="206881" y="298349"/>
                  </a:lnTo>
                  <a:lnTo>
                    <a:pt x="212012" y="297007"/>
                  </a:lnTo>
                  <a:lnTo>
                    <a:pt x="217099" y="295503"/>
                  </a:lnTo>
                  <a:lnTo>
                    <a:pt x="222135" y="293839"/>
                  </a:lnTo>
                  <a:lnTo>
                    <a:pt x="227116" y="292015"/>
                  </a:lnTo>
                  <a:lnTo>
                    <a:pt x="232036" y="290035"/>
                  </a:lnTo>
                  <a:lnTo>
                    <a:pt x="236892" y="287899"/>
                  </a:lnTo>
                  <a:lnTo>
                    <a:pt x="241677" y="285611"/>
                  </a:lnTo>
                  <a:lnTo>
                    <a:pt x="246387" y="283171"/>
                  </a:lnTo>
                  <a:lnTo>
                    <a:pt x="251017" y="280584"/>
                  </a:lnTo>
                  <a:lnTo>
                    <a:pt x="255563" y="277851"/>
                  </a:lnTo>
                  <a:lnTo>
                    <a:pt x="260020" y="274975"/>
                  </a:lnTo>
                  <a:lnTo>
                    <a:pt x="264383" y="271960"/>
                  </a:lnTo>
                  <a:lnTo>
                    <a:pt x="268648" y="268807"/>
                  </a:lnTo>
                  <a:lnTo>
                    <a:pt x="272812" y="265520"/>
                  </a:lnTo>
                  <a:lnTo>
                    <a:pt x="276869" y="262104"/>
                  </a:lnTo>
                  <a:lnTo>
                    <a:pt x="280815" y="258560"/>
                  </a:lnTo>
                  <a:lnTo>
                    <a:pt x="284647" y="254893"/>
                  </a:lnTo>
                  <a:lnTo>
                    <a:pt x="288361" y="251106"/>
                  </a:lnTo>
                  <a:lnTo>
                    <a:pt x="291953" y="247203"/>
                  </a:lnTo>
                  <a:lnTo>
                    <a:pt x="295419" y="243188"/>
                  </a:lnTo>
                  <a:lnTo>
                    <a:pt x="298756" y="239065"/>
                  </a:lnTo>
                  <a:lnTo>
                    <a:pt x="301961" y="234838"/>
                  </a:lnTo>
                  <a:lnTo>
                    <a:pt x="305029" y="230512"/>
                  </a:lnTo>
                  <a:lnTo>
                    <a:pt x="307960" y="226091"/>
                  </a:lnTo>
                  <a:lnTo>
                    <a:pt x="310748" y="221579"/>
                  </a:lnTo>
                  <a:lnTo>
                    <a:pt x="313392" y="216981"/>
                  </a:lnTo>
                  <a:lnTo>
                    <a:pt x="315888" y="212301"/>
                  </a:lnTo>
                  <a:lnTo>
                    <a:pt x="318235" y="207544"/>
                  </a:lnTo>
                  <a:lnTo>
                    <a:pt x="320430" y="202715"/>
                  </a:lnTo>
                  <a:lnTo>
                    <a:pt x="322470" y="197819"/>
                  </a:lnTo>
                  <a:lnTo>
                    <a:pt x="324354" y="192861"/>
                  </a:lnTo>
                  <a:lnTo>
                    <a:pt x="326080" y="187846"/>
                  </a:lnTo>
                  <a:lnTo>
                    <a:pt x="327646" y="182778"/>
                  </a:lnTo>
                  <a:lnTo>
                    <a:pt x="329050" y="177663"/>
                  </a:lnTo>
                  <a:lnTo>
                    <a:pt x="330292" y="172506"/>
                  </a:lnTo>
                  <a:lnTo>
                    <a:pt x="331369" y="167313"/>
                  </a:lnTo>
                  <a:lnTo>
                    <a:pt x="332281" y="162088"/>
                  </a:lnTo>
                  <a:lnTo>
                    <a:pt x="333026" y="156836"/>
                  </a:lnTo>
                  <a:lnTo>
                    <a:pt x="333605" y="151564"/>
                  </a:lnTo>
                  <a:lnTo>
                    <a:pt x="334016" y="146276"/>
                  </a:lnTo>
                  <a:lnTo>
                    <a:pt x="334259" y="140977"/>
                  </a:lnTo>
                  <a:lnTo>
                    <a:pt x="334334" y="135673"/>
                  </a:lnTo>
                  <a:lnTo>
                    <a:pt x="334240" y="130370"/>
                  </a:lnTo>
                  <a:lnTo>
                    <a:pt x="333979" y="125072"/>
                  </a:lnTo>
                  <a:lnTo>
                    <a:pt x="333549" y="119786"/>
                  </a:lnTo>
                  <a:lnTo>
                    <a:pt x="332952" y="114515"/>
                  </a:lnTo>
                  <a:lnTo>
                    <a:pt x="332188" y="109267"/>
                  </a:lnTo>
                  <a:lnTo>
                    <a:pt x="331258" y="104045"/>
                  </a:lnTo>
                  <a:lnTo>
                    <a:pt x="330162" y="98855"/>
                  </a:lnTo>
                  <a:lnTo>
                    <a:pt x="328903" y="93702"/>
                  </a:lnTo>
                  <a:lnTo>
                    <a:pt x="327481" y="88593"/>
                  </a:lnTo>
                  <a:lnTo>
                    <a:pt x="325897" y="83530"/>
                  </a:lnTo>
                  <a:lnTo>
                    <a:pt x="324154" y="78521"/>
                  </a:lnTo>
                  <a:lnTo>
                    <a:pt x="322252" y="73569"/>
                  </a:lnTo>
                  <a:lnTo>
                    <a:pt x="320194" y="68681"/>
                  </a:lnTo>
                  <a:lnTo>
                    <a:pt x="317983" y="63860"/>
                  </a:lnTo>
                  <a:lnTo>
                    <a:pt x="315619" y="59111"/>
                  </a:lnTo>
                  <a:lnTo>
                    <a:pt x="313106" y="54440"/>
                  </a:lnTo>
                  <a:lnTo>
                    <a:pt x="167167" y="1359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5023544" y="941493"/>
              <a:ext cx="145939" cy="167167"/>
            </a:xfrm>
            <a:custGeom>
              <a:avLst/>
              <a:pathLst>
                <a:path w="145939" h="167167">
                  <a:moveTo>
                    <a:pt x="145939" y="85640"/>
                  </a:moveTo>
                  <a:lnTo>
                    <a:pt x="143155" y="80846"/>
                  </a:lnTo>
                  <a:lnTo>
                    <a:pt x="140214" y="76146"/>
                  </a:lnTo>
                  <a:lnTo>
                    <a:pt x="137119" y="71546"/>
                  </a:lnTo>
                  <a:lnTo>
                    <a:pt x="133872" y="67052"/>
                  </a:lnTo>
                  <a:lnTo>
                    <a:pt x="130479" y="62667"/>
                  </a:lnTo>
                  <a:lnTo>
                    <a:pt x="126942" y="58398"/>
                  </a:lnTo>
                  <a:lnTo>
                    <a:pt x="123265" y="54248"/>
                  </a:lnTo>
                  <a:lnTo>
                    <a:pt x="119453" y="50223"/>
                  </a:lnTo>
                  <a:lnTo>
                    <a:pt x="115509" y="46326"/>
                  </a:lnTo>
                  <a:lnTo>
                    <a:pt x="111438" y="42562"/>
                  </a:lnTo>
                  <a:lnTo>
                    <a:pt x="107245" y="38935"/>
                  </a:lnTo>
                  <a:lnTo>
                    <a:pt x="102934" y="35449"/>
                  </a:lnTo>
                  <a:lnTo>
                    <a:pt x="98509" y="32108"/>
                  </a:lnTo>
                  <a:lnTo>
                    <a:pt x="93976" y="28916"/>
                  </a:lnTo>
                  <a:lnTo>
                    <a:pt x="89340" y="25876"/>
                  </a:lnTo>
                  <a:lnTo>
                    <a:pt x="84605" y="22991"/>
                  </a:lnTo>
                  <a:lnTo>
                    <a:pt x="79778" y="20264"/>
                  </a:lnTo>
                  <a:lnTo>
                    <a:pt x="74863" y="17700"/>
                  </a:lnTo>
                  <a:lnTo>
                    <a:pt x="69865" y="15299"/>
                  </a:lnTo>
                  <a:lnTo>
                    <a:pt x="64790" y="13066"/>
                  </a:lnTo>
                  <a:lnTo>
                    <a:pt x="59645" y="11002"/>
                  </a:lnTo>
                  <a:lnTo>
                    <a:pt x="54433" y="9110"/>
                  </a:lnTo>
                  <a:lnTo>
                    <a:pt x="49162" y="7392"/>
                  </a:lnTo>
                  <a:lnTo>
                    <a:pt x="43837" y="5850"/>
                  </a:lnTo>
                  <a:lnTo>
                    <a:pt x="38463" y="4485"/>
                  </a:lnTo>
                  <a:lnTo>
                    <a:pt x="33047" y="3299"/>
                  </a:lnTo>
                  <a:lnTo>
                    <a:pt x="27595" y="2293"/>
                  </a:lnTo>
                  <a:lnTo>
                    <a:pt x="22112" y="1468"/>
                  </a:lnTo>
                  <a:lnTo>
                    <a:pt x="16605" y="826"/>
                  </a:lnTo>
                  <a:lnTo>
                    <a:pt x="11080" y="367"/>
                  </a:lnTo>
                  <a:lnTo>
                    <a:pt x="5543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403915" y="941493"/>
              <a:ext cx="82300" cy="167167"/>
            </a:xfrm>
            <a:custGeom>
              <a:avLst/>
              <a:pathLst>
                <a:path w="82300" h="167167">
                  <a:moveTo>
                    <a:pt x="82300" y="0"/>
                  </a:moveTo>
                  <a:lnTo>
                    <a:pt x="76564" y="98"/>
                  </a:lnTo>
                  <a:lnTo>
                    <a:pt x="70835" y="393"/>
                  </a:lnTo>
                  <a:lnTo>
                    <a:pt x="65120" y="885"/>
                  </a:lnTo>
                  <a:lnTo>
                    <a:pt x="59425" y="1572"/>
                  </a:lnTo>
                  <a:lnTo>
                    <a:pt x="53757" y="2454"/>
                  </a:lnTo>
                  <a:lnTo>
                    <a:pt x="48122" y="3531"/>
                  </a:lnTo>
                  <a:lnTo>
                    <a:pt x="42528" y="4800"/>
                  </a:lnTo>
                  <a:lnTo>
                    <a:pt x="36980" y="6260"/>
                  </a:lnTo>
                  <a:lnTo>
                    <a:pt x="31486" y="7909"/>
                  </a:lnTo>
                  <a:lnTo>
                    <a:pt x="26052" y="9747"/>
                  </a:lnTo>
                  <a:lnTo>
                    <a:pt x="20684" y="11769"/>
                  </a:lnTo>
                  <a:lnTo>
                    <a:pt x="15389" y="13975"/>
                  </a:lnTo>
                  <a:lnTo>
                    <a:pt x="10172" y="16361"/>
                  </a:lnTo>
                  <a:lnTo>
                    <a:pt x="5040" y="18924"/>
                  </a:lnTo>
                  <a:lnTo>
                    <a:pt x="0" y="21662"/>
                  </a:lnTo>
                  <a:lnTo>
                    <a:pt x="8230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403915" y="963155"/>
              <a:ext cx="82300" cy="145504"/>
            </a:xfrm>
            <a:custGeom>
              <a:avLst/>
              <a:pathLst>
                <a:path w="82300" h="145504">
                  <a:moveTo>
                    <a:pt x="0" y="0"/>
                  </a:moveTo>
                  <a:lnTo>
                    <a:pt x="82300" y="1455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19051" y="963155"/>
              <a:ext cx="167164" cy="219175"/>
            </a:xfrm>
            <a:custGeom>
              <a:avLst/>
              <a:pathLst>
                <a:path w="167164" h="219175">
                  <a:moveTo>
                    <a:pt x="84864" y="0"/>
                  </a:moveTo>
                  <a:lnTo>
                    <a:pt x="80225" y="2723"/>
                  </a:lnTo>
                  <a:lnTo>
                    <a:pt x="75676" y="5594"/>
                  </a:lnTo>
                  <a:lnTo>
                    <a:pt x="71222" y="8610"/>
                  </a:lnTo>
                  <a:lnTo>
                    <a:pt x="66868" y="11767"/>
                  </a:lnTo>
                  <a:lnTo>
                    <a:pt x="62617" y="15064"/>
                  </a:lnTo>
                  <a:lnTo>
                    <a:pt x="58474" y="18495"/>
                  </a:lnTo>
                  <a:lnTo>
                    <a:pt x="54444" y="22057"/>
                  </a:lnTo>
                  <a:lnTo>
                    <a:pt x="50531" y="25748"/>
                  </a:lnTo>
                  <a:lnTo>
                    <a:pt x="46738" y="29562"/>
                  </a:lnTo>
                  <a:lnTo>
                    <a:pt x="43070" y="33497"/>
                  </a:lnTo>
                  <a:lnTo>
                    <a:pt x="39531" y="37548"/>
                  </a:lnTo>
                  <a:lnTo>
                    <a:pt x="36123" y="41710"/>
                  </a:lnTo>
                  <a:lnTo>
                    <a:pt x="32852" y="45980"/>
                  </a:lnTo>
                  <a:lnTo>
                    <a:pt x="29719" y="50353"/>
                  </a:lnTo>
                  <a:lnTo>
                    <a:pt x="26729" y="54824"/>
                  </a:lnTo>
                  <a:lnTo>
                    <a:pt x="23884" y="59389"/>
                  </a:lnTo>
                  <a:lnTo>
                    <a:pt x="21188" y="64044"/>
                  </a:lnTo>
                  <a:lnTo>
                    <a:pt x="18642" y="68782"/>
                  </a:lnTo>
                  <a:lnTo>
                    <a:pt x="16251" y="73601"/>
                  </a:lnTo>
                  <a:lnTo>
                    <a:pt x="14016" y="78493"/>
                  </a:lnTo>
                  <a:lnTo>
                    <a:pt x="11939" y="83455"/>
                  </a:lnTo>
                  <a:lnTo>
                    <a:pt x="10023" y="88481"/>
                  </a:lnTo>
                  <a:lnTo>
                    <a:pt x="8270" y="93567"/>
                  </a:lnTo>
                  <a:lnTo>
                    <a:pt x="6681" y="98706"/>
                  </a:lnTo>
                  <a:lnTo>
                    <a:pt x="5258" y="103893"/>
                  </a:lnTo>
                  <a:lnTo>
                    <a:pt x="4003" y="109124"/>
                  </a:lnTo>
                  <a:lnTo>
                    <a:pt x="2917" y="114392"/>
                  </a:lnTo>
                  <a:lnTo>
                    <a:pt x="2001" y="119693"/>
                  </a:lnTo>
                  <a:lnTo>
                    <a:pt x="1256" y="125020"/>
                  </a:lnTo>
                  <a:lnTo>
                    <a:pt x="683" y="130369"/>
                  </a:lnTo>
                  <a:lnTo>
                    <a:pt x="282" y="135733"/>
                  </a:lnTo>
                  <a:lnTo>
                    <a:pt x="54" y="141107"/>
                  </a:lnTo>
                  <a:lnTo>
                    <a:pt x="0" y="146486"/>
                  </a:lnTo>
                  <a:lnTo>
                    <a:pt x="118" y="151864"/>
                  </a:lnTo>
                  <a:lnTo>
                    <a:pt x="409" y="157235"/>
                  </a:lnTo>
                  <a:lnTo>
                    <a:pt x="872" y="162594"/>
                  </a:lnTo>
                  <a:lnTo>
                    <a:pt x="1508" y="167935"/>
                  </a:lnTo>
                  <a:lnTo>
                    <a:pt x="2316" y="173253"/>
                  </a:lnTo>
                  <a:lnTo>
                    <a:pt x="3294" y="178543"/>
                  </a:lnTo>
                  <a:lnTo>
                    <a:pt x="4442" y="183798"/>
                  </a:lnTo>
                  <a:lnTo>
                    <a:pt x="5758" y="189013"/>
                  </a:lnTo>
                  <a:lnTo>
                    <a:pt x="7241" y="194184"/>
                  </a:lnTo>
                  <a:lnTo>
                    <a:pt x="8890" y="199304"/>
                  </a:lnTo>
                  <a:lnTo>
                    <a:pt x="10703" y="204368"/>
                  </a:lnTo>
                  <a:lnTo>
                    <a:pt x="12678" y="209372"/>
                  </a:lnTo>
                  <a:lnTo>
                    <a:pt x="14813" y="214309"/>
                  </a:lnTo>
                  <a:lnTo>
                    <a:pt x="17106" y="219175"/>
                  </a:lnTo>
                  <a:lnTo>
                    <a:pt x="167164" y="1455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336157" y="941493"/>
              <a:ext cx="317208" cy="334334"/>
            </a:xfrm>
            <a:custGeom>
              <a:avLst/>
              <a:pathLst>
                <a:path w="317208" h="334334">
                  <a:moveTo>
                    <a:pt x="0" y="240838"/>
                  </a:moveTo>
                  <a:lnTo>
                    <a:pt x="2415" y="245566"/>
                  </a:lnTo>
                  <a:lnTo>
                    <a:pt x="4979" y="250215"/>
                  </a:lnTo>
                  <a:lnTo>
                    <a:pt x="7689" y="254780"/>
                  </a:lnTo>
                  <a:lnTo>
                    <a:pt x="10543" y="259257"/>
                  </a:lnTo>
                  <a:lnTo>
                    <a:pt x="13538" y="263641"/>
                  </a:lnTo>
                  <a:lnTo>
                    <a:pt x="16670" y="267928"/>
                  </a:lnTo>
                  <a:lnTo>
                    <a:pt x="19938" y="272113"/>
                  </a:lnTo>
                  <a:lnTo>
                    <a:pt x="23336" y="276192"/>
                  </a:lnTo>
                  <a:lnTo>
                    <a:pt x="26862" y="280161"/>
                  </a:lnTo>
                  <a:lnTo>
                    <a:pt x="30512" y="284016"/>
                  </a:lnTo>
                  <a:lnTo>
                    <a:pt x="34283" y="287754"/>
                  </a:lnTo>
                  <a:lnTo>
                    <a:pt x="38171" y="291369"/>
                  </a:lnTo>
                  <a:lnTo>
                    <a:pt x="42172" y="294860"/>
                  </a:lnTo>
                  <a:lnTo>
                    <a:pt x="46281" y="298221"/>
                  </a:lnTo>
                  <a:lnTo>
                    <a:pt x="50495" y="301451"/>
                  </a:lnTo>
                  <a:lnTo>
                    <a:pt x="54810" y="304545"/>
                  </a:lnTo>
                  <a:lnTo>
                    <a:pt x="59220" y="307500"/>
                  </a:lnTo>
                  <a:lnTo>
                    <a:pt x="63722" y="310314"/>
                  </a:lnTo>
                  <a:lnTo>
                    <a:pt x="68312" y="312984"/>
                  </a:lnTo>
                  <a:lnTo>
                    <a:pt x="72983" y="315506"/>
                  </a:lnTo>
                  <a:lnTo>
                    <a:pt x="77733" y="317879"/>
                  </a:lnTo>
                  <a:lnTo>
                    <a:pt x="82555" y="320100"/>
                  </a:lnTo>
                  <a:lnTo>
                    <a:pt x="87446" y="322166"/>
                  </a:lnTo>
                  <a:lnTo>
                    <a:pt x="92400" y="324076"/>
                  </a:lnTo>
                  <a:lnTo>
                    <a:pt x="97412" y="325828"/>
                  </a:lnTo>
                  <a:lnTo>
                    <a:pt x="102477" y="327420"/>
                  </a:lnTo>
                  <a:lnTo>
                    <a:pt x="107590" y="328850"/>
                  </a:lnTo>
                  <a:lnTo>
                    <a:pt x="112745" y="330117"/>
                  </a:lnTo>
                  <a:lnTo>
                    <a:pt x="117939" y="331220"/>
                  </a:lnTo>
                  <a:lnTo>
                    <a:pt x="123165" y="332157"/>
                  </a:lnTo>
                  <a:lnTo>
                    <a:pt x="128418" y="332928"/>
                  </a:lnTo>
                  <a:lnTo>
                    <a:pt x="133692" y="333531"/>
                  </a:lnTo>
                  <a:lnTo>
                    <a:pt x="138984" y="333967"/>
                  </a:lnTo>
                  <a:lnTo>
                    <a:pt x="144286" y="334235"/>
                  </a:lnTo>
                  <a:lnTo>
                    <a:pt x="149595" y="334334"/>
                  </a:lnTo>
                  <a:lnTo>
                    <a:pt x="154903" y="334264"/>
                  </a:lnTo>
                  <a:lnTo>
                    <a:pt x="160207" y="334026"/>
                  </a:lnTo>
                  <a:lnTo>
                    <a:pt x="165501" y="333620"/>
                  </a:lnTo>
                  <a:lnTo>
                    <a:pt x="170779" y="333045"/>
                  </a:lnTo>
                  <a:lnTo>
                    <a:pt x="176036" y="332304"/>
                  </a:lnTo>
                  <a:lnTo>
                    <a:pt x="181267" y="331395"/>
                  </a:lnTo>
                  <a:lnTo>
                    <a:pt x="186467" y="330321"/>
                  </a:lnTo>
                  <a:lnTo>
                    <a:pt x="191629" y="329083"/>
                  </a:lnTo>
                  <a:lnTo>
                    <a:pt x="196750" y="327681"/>
                  </a:lnTo>
                  <a:lnTo>
                    <a:pt x="201824" y="326117"/>
                  </a:lnTo>
                  <a:lnTo>
                    <a:pt x="206845" y="324393"/>
                  </a:lnTo>
                  <a:lnTo>
                    <a:pt x="211810" y="322511"/>
                  </a:lnTo>
                  <a:lnTo>
                    <a:pt x="216712" y="320471"/>
                  </a:lnTo>
                  <a:lnTo>
                    <a:pt x="221546" y="318277"/>
                  </a:lnTo>
                  <a:lnTo>
                    <a:pt x="226309" y="315931"/>
                  </a:lnTo>
                  <a:lnTo>
                    <a:pt x="230995" y="313435"/>
                  </a:lnTo>
                  <a:lnTo>
                    <a:pt x="235599" y="310791"/>
                  </a:lnTo>
                  <a:lnTo>
                    <a:pt x="240116" y="308002"/>
                  </a:lnTo>
                  <a:lnTo>
                    <a:pt x="244543" y="305071"/>
                  </a:lnTo>
                  <a:lnTo>
                    <a:pt x="248875" y="302001"/>
                  </a:lnTo>
                  <a:lnTo>
                    <a:pt x="253107" y="298795"/>
                  </a:lnTo>
                  <a:lnTo>
                    <a:pt x="257235" y="295456"/>
                  </a:lnTo>
                  <a:lnTo>
                    <a:pt x="261255" y="291988"/>
                  </a:lnTo>
                  <a:lnTo>
                    <a:pt x="265162" y="288394"/>
                  </a:lnTo>
                  <a:lnTo>
                    <a:pt x="268954" y="284677"/>
                  </a:lnTo>
                  <a:lnTo>
                    <a:pt x="272626" y="280842"/>
                  </a:lnTo>
                  <a:lnTo>
                    <a:pt x="276174" y="276893"/>
                  </a:lnTo>
                  <a:lnTo>
                    <a:pt x="279595" y="272833"/>
                  </a:lnTo>
                  <a:lnTo>
                    <a:pt x="282885" y="268666"/>
                  </a:lnTo>
                  <a:lnTo>
                    <a:pt x="286041" y="264396"/>
                  </a:lnTo>
                  <a:lnTo>
                    <a:pt x="289060" y="260029"/>
                  </a:lnTo>
                  <a:lnTo>
                    <a:pt x="291939" y="255568"/>
                  </a:lnTo>
                  <a:lnTo>
                    <a:pt x="294675" y="251018"/>
                  </a:lnTo>
                  <a:lnTo>
                    <a:pt x="297264" y="246383"/>
                  </a:lnTo>
                  <a:lnTo>
                    <a:pt x="299706" y="241669"/>
                  </a:lnTo>
                  <a:lnTo>
                    <a:pt x="301996" y="236879"/>
                  </a:lnTo>
                  <a:lnTo>
                    <a:pt x="304133" y="232019"/>
                  </a:lnTo>
                  <a:lnTo>
                    <a:pt x="306115" y="227093"/>
                  </a:lnTo>
                  <a:lnTo>
                    <a:pt x="307939" y="222107"/>
                  </a:lnTo>
                  <a:lnTo>
                    <a:pt x="309604" y="217066"/>
                  </a:lnTo>
                  <a:lnTo>
                    <a:pt x="311108" y="211974"/>
                  </a:lnTo>
                  <a:lnTo>
                    <a:pt x="312450" y="206837"/>
                  </a:lnTo>
                  <a:lnTo>
                    <a:pt x="313628" y="201660"/>
                  </a:lnTo>
                  <a:lnTo>
                    <a:pt x="314641" y="196449"/>
                  </a:lnTo>
                  <a:lnTo>
                    <a:pt x="315488" y="191208"/>
                  </a:lnTo>
                  <a:lnTo>
                    <a:pt x="316168" y="185942"/>
                  </a:lnTo>
                  <a:lnTo>
                    <a:pt x="316680" y="180658"/>
                  </a:lnTo>
                  <a:lnTo>
                    <a:pt x="317025" y="175360"/>
                  </a:lnTo>
                  <a:lnTo>
                    <a:pt x="317200" y="170053"/>
                  </a:lnTo>
                  <a:lnTo>
                    <a:pt x="317208" y="164744"/>
                  </a:lnTo>
                  <a:lnTo>
                    <a:pt x="317047" y="159437"/>
                  </a:lnTo>
                  <a:lnTo>
                    <a:pt x="316717" y="154138"/>
                  </a:lnTo>
                  <a:lnTo>
                    <a:pt x="316219" y="148852"/>
                  </a:lnTo>
                  <a:lnTo>
                    <a:pt x="315554" y="143585"/>
                  </a:lnTo>
                  <a:lnTo>
                    <a:pt x="314721" y="138341"/>
                  </a:lnTo>
                  <a:lnTo>
                    <a:pt x="313723" y="133127"/>
                  </a:lnTo>
                  <a:lnTo>
                    <a:pt x="312559" y="127947"/>
                  </a:lnTo>
                  <a:lnTo>
                    <a:pt x="311232" y="122806"/>
                  </a:lnTo>
                  <a:lnTo>
                    <a:pt x="309742" y="117710"/>
                  </a:lnTo>
                  <a:lnTo>
                    <a:pt x="308091" y="112664"/>
                  </a:lnTo>
                  <a:lnTo>
                    <a:pt x="306280" y="107673"/>
                  </a:lnTo>
                  <a:lnTo>
                    <a:pt x="304312" y="102742"/>
                  </a:lnTo>
                  <a:lnTo>
                    <a:pt x="302189" y="97876"/>
                  </a:lnTo>
                  <a:lnTo>
                    <a:pt x="299912" y="93080"/>
                  </a:lnTo>
                  <a:lnTo>
                    <a:pt x="297483" y="88359"/>
                  </a:lnTo>
                  <a:lnTo>
                    <a:pt x="294906" y="83717"/>
                  </a:lnTo>
                  <a:lnTo>
                    <a:pt x="292183" y="79159"/>
                  </a:lnTo>
                  <a:lnTo>
                    <a:pt x="289317" y="74690"/>
                  </a:lnTo>
                  <a:lnTo>
                    <a:pt x="286310" y="70315"/>
                  </a:lnTo>
                  <a:lnTo>
                    <a:pt x="283166" y="66037"/>
                  </a:lnTo>
                  <a:lnTo>
                    <a:pt x="279887" y="61861"/>
                  </a:lnTo>
                  <a:lnTo>
                    <a:pt x="276477" y="57791"/>
                  </a:lnTo>
                  <a:lnTo>
                    <a:pt x="272940" y="53832"/>
                  </a:lnTo>
                  <a:lnTo>
                    <a:pt x="269279" y="49987"/>
                  </a:lnTo>
                  <a:lnTo>
                    <a:pt x="265498" y="46260"/>
                  </a:lnTo>
                  <a:lnTo>
                    <a:pt x="261600" y="42655"/>
                  </a:lnTo>
                  <a:lnTo>
                    <a:pt x="257590" y="39175"/>
                  </a:lnTo>
                  <a:lnTo>
                    <a:pt x="253471" y="35825"/>
                  </a:lnTo>
                  <a:lnTo>
                    <a:pt x="249248" y="32608"/>
                  </a:lnTo>
                  <a:lnTo>
                    <a:pt x="244925" y="29525"/>
                  </a:lnTo>
                  <a:lnTo>
                    <a:pt x="240506" y="26582"/>
                  </a:lnTo>
                  <a:lnTo>
                    <a:pt x="235996" y="23781"/>
                  </a:lnTo>
                  <a:lnTo>
                    <a:pt x="231400" y="21124"/>
                  </a:lnTo>
                  <a:lnTo>
                    <a:pt x="226721" y="18615"/>
                  </a:lnTo>
                  <a:lnTo>
                    <a:pt x="221965" y="16255"/>
                  </a:lnTo>
                  <a:lnTo>
                    <a:pt x="217136" y="14048"/>
                  </a:lnTo>
                  <a:lnTo>
                    <a:pt x="212240" y="11995"/>
                  </a:lnTo>
                  <a:lnTo>
                    <a:pt x="207281" y="10099"/>
                  </a:lnTo>
                  <a:lnTo>
                    <a:pt x="202264" y="8361"/>
                  </a:lnTo>
                  <a:lnTo>
                    <a:pt x="197195" y="6783"/>
                  </a:lnTo>
                  <a:lnTo>
                    <a:pt x="192078" y="5367"/>
                  </a:lnTo>
                  <a:lnTo>
                    <a:pt x="186919" y="4114"/>
                  </a:lnTo>
                  <a:lnTo>
                    <a:pt x="181722" y="3026"/>
                  </a:lnTo>
                  <a:lnTo>
                    <a:pt x="176494" y="2103"/>
                  </a:lnTo>
                  <a:lnTo>
                    <a:pt x="171239" y="1347"/>
                  </a:lnTo>
                  <a:lnTo>
                    <a:pt x="165962" y="758"/>
                  </a:lnTo>
                  <a:lnTo>
                    <a:pt x="160670" y="337"/>
                  </a:lnTo>
                  <a:lnTo>
                    <a:pt x="155367" y="84"/>
                  </a:lnTo>
                  <a:lnTo>
                    <a:pt x="150058" y="0"/>
                  </a:lnTo>
                  <a:lnTo>
                    <a:pt x="1500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797347" y="1071028"/>
              <a:ext cx="235200" cy="334331"/>
            </a:xfrm>
            <a:custGeom>
              <a:avLst/>
              <a:pathLst>
                <a:path w="235200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1" y="337"/>
                  </a:lnTo>
                  <a:lnTo>
                    <a:pt x="151233" y="759"/>
                  </a:lnTo>
                  <a:lnTo>
                    <a:pt x="145951" y="1349"/>
                  </a:lnTo>
                  <a:lnTo>
                    <a:pt x="140691" y="2107"/>
                  </a:lnTo>
                  <a:lnTo>
                    <a:pt x="135457" y="3032"/>
                  </a:lnTo>
                  <a:lnTo>
                    <a:pt x="130256" y="4122"/>
                  </a:lnTo>
                  <a:lnTo>
                    <a:pt x="125092" y="5378"/>
                  </a:lnTo>
                  <a:lnTo>
                    <a:pt x="119970" y="6796"/>
                  </a:lnTo>
                  <a:lnTo>
                    <a:pt x="114896" y="8377"/>
                  </a:lnTo>
                  <a:lnTo>
                    <a:pt x="109875" y="10119"/>
                  </a:lnTo>
                  <a:lnTo>
                    <a:pt x="104912" y="12019"/>
                  </a:lnTo>
                  <a:lnTo>
                    <a:pt x="100011" y="14076"/>
                  </a:lnTo>
                  <a:lnTo>
                    <a:pt x="95179" y="16287"/>
                  </a:lnTo>
                  <a:lnTo>
                    <a:pt x="90419" y="18651"/>
                  </a:lnTo>
                  <a:lnTo>
                    <a:pt x="85737" y="21166"/>
                  </a:lnTo>
                  <a:lnTo>
                    <a:pt x="81137" y="23827"/>
                  </a:lnTo>
                  <a:lnTo>
                    <a:pt x="76624" y="26634"/>
                  </a:lnTo>
                  <a:lnTo>
                    <a:pt x="72203" y="29583"/>
                  </a:lnTo>
                  <a:lnTo>
                    <a:pt x="67877" y="32671"/>
                  </a:lnTo>
                  <a:lnTo>
                    <a:pt x="63652" y="35894"/>
                  </a:lnTo>
                  <a:lnTo>
                    <a:pt x="59531" y="39251"/>
                  </a:lnTo>
                  <a:lnTo>
                    <a:pt x="55520" y="42736"/>
                  </a:lnTo>
                  <a:lnTo>
                    <a:pt x="51621" y="46348"/>
                  </a:lnTo>
                  <a:lnTo>
                    <a:pt x="47838" y="50081"/>
                  </a:lnTo>
                  <a:lnTo>
                    <a:pt x="44177" y="53933"/>
                  </a:lnTo>
                  <a:lnTo>
                    <a:pt x="40640" y="57900"/>
                  </a:lnTo>
                  <a:lnTo>
                    <a:pt x="37230" y="61977"/>
                  </a:lnTo>
                  <a:lnTo>
                    <a:pt x="33952" y="66160"/>
                  </a:lnTo>
                  <a:lnTo>
                    <a:pt x="30809" y="70445"/>
                  </a:lnTo>
                  <a:lnTo>
                    <a:pt x="27803" y="74828"/>
                  </a:lnTo>
                  <a:lnTo>
                    <a:pt x="24938" y="79304"/>
                  </a:lnTo>
                  <a:lnTo>
                    <a:pt x="22217" y="83869"/>
                  </a:lnTo>
                  <a:lnTo>
                    <a:pt x="19642" y="88518"/>
                  </a:lnTo>
                  <a:lnTo>
                    <a:pt x="17217" y="93247"/>
                  </a:lnTo>
                  <a:lnTo>
                    <a:pt x="14943" y="98051"/>
                  </a:lnTo>
                  <a:lnTo>
                    <a:pt x="12823" y="102924"/>
                  </a:lnTo>
                  <a:lnTo>
                    <a:pt x="10859" y="107862"/>
                  </a:lnTo>
                  <a:lnTo>
                    <a:pt x="9052" y="112861"/>
                  </a:lnTo>
                  <a:lnTo>
                    <a:pt x="7406" y="117914"/>
                  </a:lnTo>
                  <a:lnTo>
                    <a:pt x="5921" y="123017"/>
                  </a:lnTo>
                  <a:lnTo>
                    <a:pt x="4599" y="128164"/>
                  </a:lnTo>
                  <a:lnTo>
                    <a:pt x="3442" y="133351"/>
                  </a:lnTo>
                  <a:lnTo>
                    <a:pt x="2449" y="138572"/>
                  </a:lnTo>
                  <a:lnTo>
                    <a:pt x="1624" y="143822"/>
                  </a:lnTo>
                  <a:lnTo>
                    <a:pt x="965" y="149096"/>
                  </a:lnTo>
                  <a:lnTo>
                    <a:pt x="475" y="154388"/>
                  </a:lnTo>
                  <a:lnTo>
                    <a:pt x="153" y="159692"/>
                  </a:lnTo>
                  <a:lnTo>
                    <a:pt x="0" y="165005"/>
                  </a:lnTo>
                  <a:lnTo>
                    <a:pt x="15" y="170319"/>
                  </a:lnTo>
                  <a:lnTo>
                    <a:pt x="200" y="175631"/>
                  </a:lnTo>
                  <a:lnTo>
                    <a:pt x="553" y="180933"/>
                  </a:lnTo>
                  <a:lnTo>
                    <a:pt x="1075" y="186222"/>
                  </a:lnTo>
                  <a:lnTo>
                    <a:pt x="1765" y="191492"/>
                  </a:lnTo>
                  <a:lnTo>
                    <a:pt x="2622" y="196737"/>
                  </a:lnTo>
                  <a:lnTo>
                    <a:pt x="3645" y="201952"/>
                  </a:lnTo>
                  <a:lnTo>
                    <a:pt x="4833" y="207132"/>
                  </a:lnTo>
                  <a:lnTo>
                    <a:pt x="6185" y="212271"/>
                  </a:lnTo>
                  <a:lnTo>
                    <a:pt x="7701" y="217365"/>
                  </a:lnTo>
                  <a:lnTo>
                    <a:pt x="9377" y="222409"/>
                  </a:lnTo>
                  <a:lnTo>
                    <a:pt x="11213" y="227396"/>
                  </a:lnTo>
                  <a:lnTo>
                    <a:pt x="13206" y="232323"/>
                  </a:lnTo>
                  <a:lnTo>
                    <a:pt x="15355" y="237183"/>
                  </a:lnTo>
                  <a:lnTo>
                    <a:pt x="17657" y="241973"/>
                  </a:lnTo>
                  <a:lnTo>
                    <a:pt x="20111" y="246688"/>
                  </a:lnTo>
                  <a:lnTo>
                    <a:pt x="22713" y="251322"/>
                  </a:lnTo>
                  <a:lnTo>
                    <a:pt x="25461" y="255871"/>
                  </a:lnTo>
                  <a:lnTo>
                    <a:pt x="28352" y="260330"/>
                  </a:lnTo>
                  <a:lnTo>
                    <a:pt x="31384" y="264695"/>
                  </a:lnTo>
                  <a:lnTo>
                    <a:pt x="34553" y="268961"/>
                  </a:lnTo>
                  <a:lnTo>
                    <a:pt x="37855" y="273125"/>
                  </a:lnTo>
                  <a:lnTo>
                    <a:pt x="41289" y="277182"/>
                  </a:lnTo>
                  <a:lnTo>
                    <a:pt x="44850" y="281127"/>
                  </a:lnTo>
                  <a:lnTo>
                    <a:pt x="48534" y="284957"/>
                  </a:lnTo>
                  <a:lnTo>
                    <a:pt x="52338" y="288668"/>
                  </a:lnTo>
                  <a:lnTo>
                    <a:pt x="56258" y="292256"/>
                  </a:lnTo>
                  <a:lnTo>
                    <a:pt x="60291" y="295718"/>
                  </a:lnTo>
                  <a:lnTo>
                    <a:pt x="64431" y="299050"/>
                  </a:lnTo>
                  <a:lnTo>
                    <a:pt x="68675" y="302249"/>
                  </a:lnTo>
                  <a:lnTo>
                    <a:pt x="73019" y="305311"/>
                  </a:lnTo>
                  <a:lnTo>
                    <a:pt x="77458" y="308233"/>
                  </a:lnTo>
                  <a:lnTo>
                    <a:pt x="81987" y="311013"/>
                  </a:lnTo>
                  <a:lnTo>
                    <a:pt x="86603" y="313648"/>
                  </a:lnTo>
                  <a:lnTo>
                    <a:pt x="91300" y="316134"/>
                  </a:lnTo>
                  <a:lnTo>
                    <a:pt x="96074" y="318470"/>
                  </a:lnTo>
                  <a:lnTo>
                    <a:pt x="100919" y="320653"/>
                  </a:lnTo>
                  <a:lnTo>
                    <a:pt x="105832" y="322681"/>
                  </a:lnTo>
                  <a:lnTo>
                    <a:pt x="110806" y="324552"/>
                  </a:lnTo>
                  <a:lnTo>
                    <a:pt x="115837" y="326263"/>
                  </a:lnTo>
                  <a:lnTo>
                    <a:pt x="120921" y="327814"/>
                  </a:lnTo>
                  <a:lnTo>
                    <a:pt x="126051" y="329203"/>
                  </a:lnTo>
                  <a:lnTo>
                    <a:pt x="131222" y="330427"/>
                  </a:lnTo>
                  <a:lnTo>
                    <a:pt x="136430" y="331487"/>
                  </a:lnTo>
                  <a:lnTo>
                    <a:pt x="141669" y="332380"/>
                  </a:lnTo>
                  <a:lnTo>
                    <a:pt x="146934" y="333107"/>
                  </a:lnTo>
                  <a:lnTo>
                    <a:pt x="152219" y="333666"/>
                  </a:lnTo>
                  <a:lnTo>
                    <a:pt x="157519" y="334057"/>
                  </a:lnTo>
                  <a:lnTo>
                    <a:pt x="162829" y="334278"/>
                  </a:lnTo>
                  <a:lnTo>
                    <a:pt x="168143" y="334331"/>
                  </a:lnTo>
                  <a:lnTo>
                    <a:pt x="173456" y="334216"/>
                  </a:lnTo>
                  <a:lnTo>
                    <a:pt x="178763" y="333931"/>
                  </a:lnTo>
                  <a:lnTo>
                    <a:pt x="184058" y="333477"/>
                  </a:lnTo>
                  <a:lnTo>
                    <a:pt x="189336" y="332856"/>
                  </a:lnTo>
                  <a:lnTo>
                    <a:pt x="194592" y="332067"/>
                  </a:lnTo>
                  <a:lnTo>
                    <a:pt x="199820" y="331111"/>
                  </a:lnTo>
                  <a:lnTo>
                    <a:pt x="205015" y="329990"/>
                  </a:lnTo>
                  <a:lnTo>
                    <a:pt x="210172" y="328704"/>
                  </a:lnTo>
                  <a:lnTo>
                    <a:pt x="215285" y="327255"/>
                  </a:lnTo>
                  <a:lnTo>
                    <a:pt x="220349" y="325644"/>
                  </a:lnTo>
                  <a:lnTo>
                    <a:pt x="225360" y="323873"/>
                  </a:lnTo>
                  <a:lnTo>
                    <a:pt x="230312" y="321944"/>
                  </a:lnTo>
                  <a:lnTo>
                    <a:pt x="235200" y="31985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238196"/>
              <a:ext cx="68047" cy="152690"/>
            </a:xfrm>
            <a:custGeom>
              <a:avLst/>
              <a:pathLst>
                <a:path w="68047" h="152690">
                  <a:moveTo>
                    <a:pt x="68047" y="15269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64501" y="1075163"/>
              <a:ext cx="167167" cy="315723"/>
            </a:xfrm>
            <a:custGeom>
              <a:avLst/>
              <a:pathLst>
                <a:path w="167167" h="315723">
                  <a:moveTo>
                    <a:pt x="68047" y="315723"/>
                  </a:moveTo>
                  <a:lnTo>
                    <a:pt x="72904" y="313464"/>
                  </a:lnTo>
                  <a:lnTo>
                    <a:pt x="77686" y="311051"/>
                  </a:lnTo>
                  <a:lnTo>
                    <a:pt x="82389" y="308486"/>
                  </a:lnTo>
                  <a:lnTo>
                    <a:pt x="87007" y="305772"/>
                  </a:lnTo>
                  <a:lnTo>
                    <a:pt x="91535" y="302911"/>
                  </a:lnTo>
                  <a:lnTo>
                    <a:pt x="95970" y="299907"/>
                  </a:lnTo>
                  <a:lnTo>
                    <a:pt x="100306" y="296761"/>
                  </a:lnTo>
                  <a:lnTo>
                    <a:pt x="104539" y="293479"/>
                  </a:lnTo>
                  <a:lnTo>
                    <a:pt x="108665" y="290063"/>
                  </a:lnTo>
                  <a:lnTo>
                    <a:pt x="112679" y="286516"/>
                  </a:lnTo>
                  <a:lnTo>
                    <a:pt x="116577" y="282843"/>
                  </a:lnTo>
                  <a:lnTo>
                    <a:pt x="120356" y="279046"/>
                  </a:lnTo>
                  <a:lnTo>
                    <a:pt x="124011" y="275130"/>
                  </a:lnTo>
                  <a:lnTo>
                    <a:pt x="127539" y="271100"/>
                  </a:lnTo>
                  <a:lnTo>
                    <a:pt x="130936" y="266958"/>
                  </a:lnTo>
                  <a:lnTo>
                    <a:pt x="134198" y="262709"/>
                  </a:lnTo>
                  <a:lnTo>
                    <a:pt x="137323" y="258359"/>
                  </a:lnTo>
                  <a:lnTo>
                    <a:pt x="140307" y="253910"/>
                  </a:lnTo>
                  <a:lnTo>
                    <a:pt x="143146" y="249368"/>
                  </a:lnTo>
                  <a:lnTo>
                    <a:pt x="145839" y="244737"/>
                  </a:lnTo>
                  <a:lnTo>
                    <a:pt x="148382" y="240023"/>
                  </a:lnTo>
                  <a:lnTo>
                    <a:pt x="150773" y="235229"/>
                  </a:lnTo>
                  <a:lnTo>
                    <a:pt x="153008" y="230362"/>
                  </a:lnTo>
                  <a:lnTo>
                    <a:pt x="155087" y="225425"/>
                  </a:lnTo>
                  <a:lnTo>
                    <a:pt x="157006" y="220424"/>
                  </a:lnTo>
                  <a:lnTo>
                    <a:pt x="158764" y="215364"/>
                  </a:lnTo>
                  <a:lnTo>
                    <a:pt x="160360" y="210250"/>
                  </a:lnTo>
                  <a:lnTo>
                    <a:pt x="161790" y="205088"/>
                  </a:lnTo>
                  <a:lnTo>
                    <a:pt x="163055" y="199883"/>
                  </a:lnTo>
                  <a:lnTo>
                    <a:pt x="164151" y="194640"/>
                  </a:lnTo>
                  <a:lnTo>
                    <a:pt x="165080" y="189365"/>
                  </a:lnTo>
                  <a:lnTo>
                    <a:pt x="165839" y="184062"/>
                  </a:lnTo>
                  <a:lnTo>
                    <a:pt x="166427" y="178738"/>
                  </a:lnTo>
                  <a:lnTo>
                    <a:pt x="166845" y="173398"/>
                  </a:lnTo>
                  <a:lnTo>
                    <a:pt x="167092" y="168047"/>
                  </a:lnTo>
                  <a:lnTo>
                    <a:pt x="167167" y="162691"/>
                  </a:lnTo>
                  <a:lnTo>
                    <a:pt x="167070" y="157335"/>
                  </a:lnTo>
                  <a:lnTo>
                    <a:pt x="166802" y="151985"/>
                  </a:lnTo>
                  <a:lnTo>
                    <a:pt x="166362" y="146647"/>
                  </a:lnTo>
                  <a:lnTo>
                    <a:pt x="165752" y="141325"/>
                  </a:lnTo>
                  <a:lnTo>
                    <a:pt x="164971" y="136026"/>
                  </a:lnTo>
                  <a:lnTo>
                    <a:pt x="164021" y="130754"/>
                  </a:lnTo>
                  <a:lnTo>
                    <a:pt x="162903" y="125515"/>
                  </a:lnTo>
                  <a:lnTo>
                    <a:pt x="161617" y="120315"/>
                  </a:lnTo>
                  <a:lnTo>
                    <a:pt x="160166" y="115159"/>
                  </a:lnTo>
                  <a:lnTo>
                    <a:pt x="158549" y="110052"/>
                  </a:lnTo>
                  <a:lnTo>
                    <a:pt x="156771" y="105000"/>
                  </a:lnTo>
                  <a:lnTo>
                    <a:pt x="154831" y="100007"/>
                  </a:lnTo>
                  <a:lnTo>
                    <a:pt x="152732" y="95078"/>
                  </a:lnTo>
                  <a:lnTo>
                    <a:pt x="150477" y="90220"/>
                  </a:lnTo>
                  <a:lnTo>
                    <a:pt x="148066" y="85436"/>
                  </a:lnTo>
                  <a:lnTo>
                    <a:pt x="145504" y="80732"/>
                  </a:lnTo>
                  <a:lnTo>
                    <a:pt x="142793" y="76112"/>
                  </a:lnTo>
                  <a:lnTo>
                    <a:pt x="139935" y="71582"/>
                  </a:lnTo>
                  <a:lnTo>
                    <a:pt x="136933" y="67146"/>
                  </a:lnTo>
                  <a:lnTo>
                    <a:pt x="133790" y="62808"/>
                  </a:lnTo>
                  <a:lnTo>
                    <a:pt x="130511" y="58572"/>
                  </a:lnTo>
                  <a:lnTo>
                    <a:pt x="127097" y="54445"/>
                  </a:lnTo>
                  <a:lnTo>
                    <a:pt x="123553" y="50428"/>
                  </a:lnTo>
                  <a:lnTo>
                    <a:pt x="119881" y="46528"/>
                  </a:lnTo>
                  <a:lnTo>
                    <a:pt x="116087" y="42746"/>
                  </a:lnTo>
                  <a:lnTo>
                    <a:pt x="112174" y="39089"/>
                  </a:lnTo>
                  <a:lnTo>
                    <a:pt x="108145" y="35559"/>
                  </a:lnTo>
                  <a:lnTo>
                    <a:pt x="104006" y="32159"/>
                  </a:lnTo>
                  <a:lnTo>
                    <a:pt x="99759" y="28894"/>
                  </a:lnTo>
                  <a:lnTo>
                    <a:pt x="95410" y="25767"/>
                  </a:lnTo>
                  <a:lnTo>
                    <a:pt x="90963" y="22780"/>
                  </a:lnTo>
                  <a:lnTo>
                    <a:pt x="86423" y="19938"/>
                  </a:lnTo>
                  <a:lnTo>
                    <a:pt x="81794" y="17242"/>
                  </a:lnTo>
                  <a:lnTo>
                    <a:pt x="77081" y="14697"/>
                  </a:lnTo>
                  <a:lnTo>
                    <a:pt x="72289" y="12303"/>
                  </a:lnTo>
                  <a:lnTo>
                    <a:pt x="67423" y="10064"/>
                  </a:lnTo>
                  <a:lnTo>
                    <a:pt x="62487" y="7983"/>
                  </a:lnTo>
                  <a:lnTo>
                    <a:pt x="57488" y="6060"/>
                  </a:lnTo>
                  <a:lnTo>
                    <a:pt x="52429" y="4299"/>
                  </a:lnTo>
                  <a:lnTo>
                    <a:pt x="47316" y="2701"/>
                  </a:lnTo>
                  <a:lnTo>
                    <a:pt x="42155" y="1267"/>
                  </a:lnTo>
                  <a:lnTo>
                    <a:pt x="36951" y="0"/>
                  </a:lnTo>
                  <a:lnTo>
                    <a:pt x="0" y="163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964501" y="1071028"/>
              <a:ext cx="36951" cy="167167"/>
            </a:xfrm>
            <a:custGeom>
              <a:avLst/>
              <a:pathLst>
                <a:path w="36951" h="167167">
                  <a:moveTo>
                    <a:pt x="36951" y="4135"/>
                  </a:moveTo>
                  <a:lnTo>
                    <a:pt x="30870" y="2875"/>
                  </a:lnTo>
                  <a:lnTo>
                    <a:pt x="24747" y="1842"/>
                  </a:lnTo>
                  <a:lnTo>
                    <a:pt x="18590" y="1036"/>
                  </a:lnTo>
                  <a:lnTo>
                    <a:pt x="12408" y="461"/>
                  </a:lnTo>
                  <a:lnTo>
                    <a:pt x="6208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38273" y="1322571"/>
              <a:ext cx="150447" cy="167167"/>
            </a:xfrm>
            <a:custGeom>
              <a:avLst/>
              <a:pathLst>
                <a:path w="150447" h="167167">
                  <a:moveTo>
                    <a:pt x="150447" y="0"/>
                  </a:moveTo>
                  <a:lnTo>
                    <a:pt x="144942" y="90"/>
                  </a:lnTo>
                  <a:lnTo>
                    <a:pt x="139444" y="362"/>
                  </a:lnTo>
                  <a:lnTo>
                    <a:pt x="133958" y="815"/>
                  </a:lnTo>
                  <a:lnTo>
                    <a:pt x="128489" y="1448"/>
                  </a:lnTo>
                  <a:lnTo>
                    <a:pt x="123044" y="2261"/>
                  </a:lnTo>
                  <a:lnTo>
                    <a:pt x="117629" y="3252"/>
                  </a:lnTo>
                  <a:lnTo>
                    <a:pt x="112250" y="4422"/>
                  </a:lnTo>
                  <a:lnTo>
                    <a:pt x="106912" y="5768"/>
                  </a:lnTo>
                  <a:lnTo>
                    <a:pt x="101621" y="7289"/>
                  </a:lnTo>
                  <a:lnTo>
                    <a:pt x="96383" y="8983"/>
                  </a:lnTo>
                  <a:lnTo>
                    <a:pt x="91204" y="10849"/>
                  </a:lnTo>
                  <a:lnTo>
                    <a:pt x="86089" y="12885"/>
                  </a:lnTo>
                  <a:lnTo>
                    <a:pt x="81044" y="15087"/>
                  </a:lnTo>
                  <a:lnTo>
                    <a:pt x="76074" y="17455"/>
                  </a:lnTo>
                  <a:lnTo>
                    <a:pt x="71185" y="19985"/>
                  </a:lnTo>
                  <a:lnTo>
                    <a:pt x="66382" y="22675"/>
                  </a:lnTo>
                  <a:lnTo>
                    <a:pt x="61669" y="25521"/>
                  </a:lnTo>
                  <a:lnTo>
                    <a:pt x="57054" y="28521"/>
                  </a:lnTo>
                  <a:lnTo>
                    <a:pt x="52539" y="31672"/>
                  </a:lnTo>
                  <a:lnTo>
                    <a:pt x="48131" y="34969"/>
                  </a:lnTo>
                  <a:lnTo>
                    <a:pt x="43833" y="38409"/>
                  </a:lnTo>
                  <a:lnTo>
                    <a:pt x="39651" y="41990"/>
                  </a:lnTo>
                  <a:lnTo>
                    <a:pt x="35590" y="45706"/>
                  </a:lnTo>
                  <a:lnTo>
                    <a:pt x="31653" y="49554"/>
                  </a:lnTo>
                  <a:lnTo>
                    <a:pt x="27844" y="53529"/>
                  </a:lnTo>
                  <a:lnTo>
                    <a:pt x="24169" y="57627"/>
                  </a:lnTo>
                  <a:lnTo>
                    <a:pt x="20631" y="61845"/>
                  </a:lnTo>
                  <a:lnTo>
                    <a:pt x="17233" y="66176"/>
                  </a:lnTo>
                  <a:lnTo>
                    <a:pt x="13980" y="70617"/>
                  </a:lnTo>
                  <a:lnTo>
                    <a:pt x="10875" y="75163"/>
                  </a:lnTo>
                  <a:lnTo>
                    <a:pt x="7921" y="79809"/>
                  </a:lnTo>
                  <a:lnTo>
                    <a:pt x="5122" y="84549"/>
                  </a:lnTo>
                  <a:lnTo>
                    <a:pt x="2481" y="89379"/>
                  </a:lnTo>
                  <a:lnTo>
                    <a:pt x="0" y="94293"/>
                  </a:lnTo>
                  <a:lnTo>
                    <a:pt x="1504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38273" y="1416865"/>
              <a:ext cx="150447" cy="72873"/>
            </a:xfrm>
            <a:custGeom>
              <a:avLst/>
              <a:pathLst>
                <a:path w="150447" h="72873">
                  <a:moveTo>
                    <a:pt x="0" y="0"/>
                  </a:moveTo>
                  <a:lnTo>
                    <a:pt x="150447" y="728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38273" y="1416865"/>
              <a:ext cx="150447" cy="72873"/>
            </a:xfrm>
            <a:custGeom>
              <a:avLst/>
              <a:pathLst>
                <a:path w="150447" h="72873">
                  <a:moveTo>
                    <a:pt x="0" y="0"/>
                  </a:moveTo>
                  <a:lnTo>
                    <a:pt x="150447" y="728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38273" y="1416865"/>
              <a:ext cx="150447" cy="72873"/>
            </a:xfrm>
            <a:custGeom>
              <a:avLst/>
              <a:pathLst>
                <a:path w="150447" h="72873">
                  <a:moveTo>
                    <a:pt x="0" y="0"/>
                  </a:moveTo>
                  <a:lnTo>
                    <a:pt x="150447" y="728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38273" y="1416865"/>
              <a:ext cx="150447" cy="72873"/>
            </a:xfrm>
            <a:custGeom>
              <a:avLst/>
              <a:pathLst>
                <a:path w="150447" h="72873">
                  <a:moveTo>
                    <a:pt x="0" y="0"/>
                  </a:moveTo>
                  <a:lnTo>
                    <a:pt x="150447" y="728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38273" y="1416865"/>
              <a:ext cx="150447" cy="72873"/>
            </a:xfrm>
            <a:custGeom>
              <a:avLst/>
              <a:pathLst>
                <a:path w="150447" h="72873">
                  <a:moveTo>
                    <a:pt x="0" y="0"/>
                  </a:moveTo>
                  <a:lnTo>
                    <a:pt x="150447" y="728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38273" y="1416865"/>
              <a:ext cx="150447" cy="72873"/>
            </a:xfrm>
            <a:custGeom>
              <a:avLst/>
              <a:pathLst>
                <a:path w="150447" h="72873">
                  <a:moveTo>
                    <a:pt x="0" y="0"/>
                  </a:moveTo>
                  <a:lnTo>
                    <a:pt x="150447" y="728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38273" y="1416865"/>
              <a:ext cx="150447" cy="72873"/>
            </a:xfrm>
            <a:custGeom>
              <a:avLst/>
              <a:pathLst>
                <a:path w="150447" h="72873">
                  <a:moveTo>
                    <a:pt x="0" y="0"/>
                  </a:moveTo>
                  <a:lnTo>
                    <a:pt x="150447" y="728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38273" y="1416865"/>
              <a:ext cx="150447" cy="72873"/>
            </a:xfrm>
            <a:custGeom>
              <a:avLst/>
              <a:pathLst>
                <a:path w="150447" h="72873">
                  <a:moveTo>
                    <a:pt x="0" y="0"/>
                  </a:moveTo>
                  <a:lnTo>
                    <a:pt x="150447" y="728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38273" y="1416865"/>
              <a:ext cx="150447" cy="72873"/>
            </a:xfrm>
            <a:custGeom>
              <a:avLst/>
              <a:pathLst>
                <a:path w="150447" h="72873">
                  <a:moveTo>
                    <a:pt x="0" y="0"/>
                  </a:moveTo>
                  <a:lnTo>
                    <a:pt x="150447" y="728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38273" y="1416865"/>
              <a:ext cx="150447" cy="72873"/>
            </a:xfrm>
            <a:custGeom>
              <a:avLst/>
              <a:pathLst>
                <a:path w="150447" h="72873">
                  <a:moveTo>
                    <a:pt x="0" y="0"/>
                  </a:moveTo>
                  <a:lnTo>
                    <a:pt x="150447" y="728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38273" y="1416865"/>
              <a:ext cx="150447" cy="72873"/>
            </a:xfrm>
            <a:custGeom>
              <a:avLst/>
              <a:pathLst>
                <a:path w="150447" h="72873">
                  <a:moveTo>
                    <a:pt x="0" y="0"/>
                  </a:moveTo>
                  <a:lnTo>
                    <a:pt x="150447" y="728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38273" y="1416865"/>
              <a:ext cx="150447" cy="72873"/>
            </a:xfrm>
            <a:custGeom>
              <a:avLst/>
              <a:pathLst>
                <a:path w="150447" h="72873">
                  <a:moveTo>
                    <a:pt x="0" y="0"/>
                  </a:moveTo>
                  <a:lnTo>
                    <a:pt x="150447" y="728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38273" y="1416865"/>
              <a:ext cx="150447" cy="72873"/>
            </a:xfrm>
            <a:custGeom>
              <a:avLst/>
              <a:pathLst>
                <a:path w="150447" h="72873">
                  <a:moveTo>
                    <a:pt x="0" y="0"/>
                  </a:moveTo>
                  <a:lnTo>
                    <a:pt x="150447" y="728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38273" y="1416865"/>
              <a:ext cx="150447" cy="72873"/>
            </a:xfrm>
            <a:custGeom>
              <a:avLst/>
              <a:pathLst>
                <a:path w="150447" h="72873">
                  <a:moveTo>
                    <a:pt x="0" y="0"/>
                  </a:moveTo>
                  <a:lnTo>
                    <a:pt x="150447" y="728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38273" y="1416865"/>
              <a:ext cx="150447" cy="72873"/>
            </a:xfrm>
            <a:custGeom>
              <a:avLst/>
              <a:pathLst>
                <a:path w="150447" h="72873">
                  <a:moveTo>
                    <a:pt x="0" y="0"/>
                  </a:moveTo>
                  <a:lnTo>
                    <a:pt x="150447" y="728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38273" y="1416865"/>
              <a:ext cx="150447" cy="72873"/>
            </a:xfrm>
            <a:custGeom>
              <a:avLst/>
              <a:pathLst>
                <a:path w="150447" h="72873">
                  <a:moveTo>
                    <a:pt x="0" y="0"/>
                  </a:moveTo>
                  <a:lnTo>
                    <a:pt x="150447" y="728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321558" y="1358569"/>
              <a:ext cx="334308" cy="298335"/>
            </a:xfrm>
            <a:custGeom>
              <a:avLst/>
              <a:pathLst>
                <a:path w="334308" h="298335">
                  <a:moveTo>
                    <a:pt x="16714" y="58295"/>
                  </a:moveTo>
                  <a:lnTo>
                    <a:pt x="14483" y="63093"/>
                  </a:lnTo>
                  <a:lnTo>
                    <a:pt x="12405" y="67959"/>
                  </a:lnTo>
                  <a:lnTo>
                    <a:pt x="10482" y="72889"/>
                  </a:lnTo>
                  <a:lnTo>
                    <a:pt x="8716" y="77877"/>
                  </a:lnTo>
                  <a:lnTo>
                    <a:pt x="7109" y="82918"/>
                  </a:lnTo>
                  <a:lnTo>
                    <a:pt x="5662" y="88007"/>
                  </a:lnTo>
                  <a:lnTo>
                    <a:pt x="4377" y="93140"/>
                  </a:lnTo>
                  <a:lnTo>
                    <a:pt x="3255" y="98311"/>
                  </a:lnTo>
                  <a:lnTo>
                    <a:pt x="2297" y="103515"/>
                  </a:lnTo>
                  <a:lnTo>
                    <a:pt x="1505" y="108747"/>
                  </a:lnTo>
                  <a:lnTo>
                    <a:pt x="878" y="114001"/>
                  </a:lnTo>
                  <a:lnTo>
                    <a:pt x="418" y="119272"/>
                  </a:lnTo>
                  <a:lnTo>
                    <a:pt x="125" y="124555"/>
                  </a:lnTo>
                  <a:lnTo>
                    <a:pt x="0" y="129845"/>
                  </a:lnTo>
                  <a:lnTo>
                    <a:pt x="41" y="135136"/>
                  </a:lnTo>
                  <a:lnTo>
                    <a:pt x="251" y="140423"/>
                  </a:lnTo>
                  <a:lnTo>
                    <a:pt x="627" y="145701"/>
                  </a:lnTo>
                  <a:lnTo>
                    <a:pt x="1170" y="150964"/>
                  </a:lnTo>
                  <a:lnTo>
                    <a:pt x="1880" y="156207"/>
                  </a:lnTo>
                  <a:lnTo>
                    <a:pt x="2755" y="161426"/>
                  </a:lnTo>
                  <a:lnTo>
                    <a:pt x="3795" y="166614"/>
                  </a:lnTo>
                  <a:lnTo>
                    <a:pt x="4999" y="171766"/>
                  </a:lnTo>
                  <a:lnTo>
                    <a:pt x="6365" y="176878"/>
                  </a:lnTo>
                  <a:lnTo>
                    <a:pt x="7892" y="181944"/>
                  </a:lnTo>
                  <a:lnTo>
                    <a:pt x="9579" y="186959"/>
                  </a:lnTo>
                  <a:lnTo>
                    <a:pt x="11423" y="191919"/>
                  </a:lnTo>
                  <a:lnTo>
                    <a:pt x="13424" y="196817"/>
                  </a:lnTo>
                  <a:lnTo>
                    <a:pt x="15579" y="201650"/>
                  </a:lnTo>
                  <a:lnTo>
                    <a:pt x="17885" y="206412"/>
                  </a:lnTo>
                  <a:lnTo>
                    <a:pt x="20341" y="211098"/>
                  </a:lnTo>
                  <a:lnTo>
                    <a:pt x="22944" y="215705"/>
                  </a:lnTo>
                  <a:lnTo>
                    <a:pt x="25692" y="220227"/>
                  </a:lnTo>
                  <a:lnTo>
                    <a:pt x="28581" y="224659"/>
                  </a:lnTo>
                  <a:lnTo>
                    <a:pt x="31610" y="228998"/>
                  </a:lnTo>
                  <a:lnTo>
                    <a:pt x="34774" y="233239"/>
                  </a:lnTo>
                  <a:lnTo>
                    <a:pt x="38070" y="237378"/>
                  </a:lnTo>
                  <a:lnTo>
                    <a:pt x="41496" y="241411"/>
                  </a:lnTo>
                  <a:lnTo>
                    <a:pt x="45048" y="245332"/>
                  </a:lnTo>
                  <a:lnTo>
                    <a:pt x="48723" y="249140"/>
                  </a:lnTo>
                  <a:lnTo>
                    <a:pt x="52515" y="252829"/>
                  </a:lnTo>
                  <a:lnTo>
                    <a:pt x="56423" y="256397"/>
                  </a:lnTo>
                  <a:lnTo>
                    <a:pt x="60442" y="259839"/>
                  </a:lnTo>
                  <a:lnTo>
                    <a:pt x="64568" y="263152"/>
                  </a:lnTo>
                  <a:lnTo>
                    <a:pt x="68796" y="266332"/>
                  </a:lnTo>
                  <a:lnTo>
                    <a:pt x="73123" y="269378"/>
                  </a:lnTo>
                  <a:lnTo>
                    <a:pt x="77544" y="272285"/>
                  </a:lnTo>
                  <a:lnTo>
                    <a:pt x="82055" y="275050"/>
                  </a:lnTo>
                  <a:lnTo>
                    <a:pt x="86651" y="277672"/>
                  </a:lnTo>
                  <a:lnTo>
                    <a:pt x="91328" y="280146"/>
                  </a:lnTo>
                  <a:lnTo>
                    <a:pt x="96081" y="282472"/>
                  </a:lnTo>
                  <a:lnTo>
                    <a:pt x="100905" y="284646"/>
                  </a:lnTo>
                  <a:lnTo>
                    <a:pt x="105796" y="286666"/>
                  </a:lnTo>
                  <a:lnTo>
                    <a:pt x="110748" y="288530"/>
                  </a:lnTo>
                  <a:lnTo>
                    <a:pt x="115756" y="290236"/>
                  </a:lnTo>
                  <a:lnTo>
                    <a:pt x="120816" y="291784"/>
                  </a:lnTo>
                  <a:lnTo>
                    <a:pt x="125922" y="293170"/>
                  </a:lnTo>
                  <a:lnTo>
                    <a:pt x="131070" y="294394"/>
                  </a:lnTo>
                  <a:lnTo>
                    <a:pt x="136254" y="295454"/>
                  </a:lnTo>
                  <a:lnTo>
                    <a:pt x="141469" y="296350"/>
                  </a:lnTo>
                  <a:lnTo>
                    <a:pt x="146709" y="297081"/>
                  </a:lnTo>
                  <a:lnTo>
                    <a:pt x="151971" y="297645"/>
                  </a:lnTo>
                  <a:lnTo>
                    <a:pt x="157247" y="298042"/>
                  </a:lnTo>
                  <a:lnTo>
                    <a:pt x="162533" y="298272"/>
                  </a:lnTo>
                  <a:lnTo>
                    <a:pt x="167824" y="298335"/>
                  </a:lnTo>
                  <a:lnTo>
                    <a:pt x="173114" y="298230"/>
                  </a:lnTo>
                  <a:lnTo>
                    <a:pt x="178398" y="297958"/>
                  </a:lnTo>
                  <a:lnTo>
                    <a:pt x="183671" y="297519"/>
                  </a:lnTo>
                  <a:lnTo>
                    <a:pt x="188928" y="296913"/>
                  </a:lnTo>
                  <a:lnTo>
                    <a:pt x="194162" y="296141"/>
                  </a:lnTo>
                  <a:lnTo>
                    <a:pt x="199370" y="295204"/>
                  </a:lnTo>
                  <a:lnTo>
                    <a:pt x="204545" y="294103"/>
                  </a:lnTo>
                  <a:lnTo>
                    <a:pt x="209683" y="292838"/>
                  </a:lnTo>
                  <a:lnTo>
                    <a:pt x="214778" y="291411"/>
                  </a:lnTo>
                  <a:lnTo>
                    <a:pt x="219826" y="289824"/>
                  </a:lnTo>
                  <a:lnTo>
                    <a:pt x="224821" y="288078"/>
                  </a:lnTo>
                  <a:lnTo>
                    <a:pt x="229758" y="286174"/>
                  </a:lnTo>
                  <a:lnTo>
                    <a:pt x="234632" y="284116"/>
                  </a:lnTo>
                  <a:lnTo>
                    <a:pt x="239439" y="281904"/>
                  </a:lnTo>
                  <a:lnTo>
                    <a:pt x="244173" y="279541"/>
                  </a:lnTo>
                  <a:lnTo>
                    <a:pt x="248830" y="277029"/>
                  </a:lnTo>
                  <a:lnTo>
                    <a:pt x="253405" y="274372"/>
                  </a:lnTo>
                  <a:lnTo>
                    <a:pt x="257894" y="271570"/>
                  </a:lnTo>
                  <a:lnTo>
                    <a:pt x="262292" y="268628"/>
                  </a:lnTo>
                  <a:lnTo>
                    <a:pt x="266595" y="265549"/>
                  </a:lnTo>
                  <a:lnTo>
                    <a:pt x="270798" y="262335"/>
                  </a:lnTo>
                  <a:lnTo>
                    <a:pt x="274897" y="258989"/>
                  </a:lnTo>
                  <a:lnTo>
                    <a:pt x="278889" y="255515"/>
                  </a:lnTo>
                  <a:lnTo>
                    <a:pt x="282768" y="251917"/>
                  </a:lnTo>
                  <a:lnTo>
                    <a:pt x="286532" y="248198"/>
                  </a:lnTo>
                  <a:lnTo>
                    <a:pt x="290176" y="244361"/>
                  </a:lnTo>
                  <a:lnTo>
                    <a:pt x="293696" y="240411"/>
                  </a:lnTo>
                  <a:lnTo>
                    <a:pt x="297090" y="236352"/>
                  </a:lnTo>
                  <a:lnTo>
                    <a:pt x="300354" y="232187"/>
                  </a:lnTo>
                  <a:lnTo>
                    <a:pt x="303485" y="227921"/>
                  </a:lnTo>
                  <a:lnTo>
                    <a:pt x="306478" y="223559"/>
                  </a:lnTo>
                  <a:lnTo>
                    <a:pt x="309332" y="219103"/>
                  </a:lnTo>
                  <a:lnTo>
                    <a:pt x="312044" y="214560"/>
                  </a:lnTo>
                  <a:lnTo>
                    <a:pt x="314611" y="209933"/>
                  </a:lnTo>
                  <a:lnTo>
                    <a:pt x="317030" y="205227"/>
                  </a:lnTo>
                  <a:lnTo>
                    <a:pt x="319298" y="200446"/>
                  </a:lnTo>
                  <a:lnTo>
                    <a:pt x="321415" y="195597"/>
                  </a:lnTo>
                  <a:lnTo>
                    <a:pt x="323376" y="190683"/>
                  </a:lnTo>
                  <a:lnTo>
                    <a:pt x="325182" y="185709"/>
                  </a:lnTo>
                  <a:lnTo>
                    <a:pt x="326829" y="180681"/>
                  </a:lnTo>
                  <a:lnTo>
                    <a:pt x="328316" y="175603"/>
                  </a:lnTo>
                  <a:lnTo>
                    <a:pt x="329641" y="170480"/>
                  </a:lnTo>
                  <a:lnTo>
                    <a:pt x="330804" y="165318"/>
                  </a:lnTo>
                  <a:lnTo>
                    <a:pt x="331803" y="160122"/>
                  </a:lnTo>
                  <a:lnTo>
                    <a:pt x="332637" y="154897"/>
                  </a:lnTo>
                  <a:lnTo>
                    <a:pt x="333305" y="149648"/>
                  </a:lnTo>
                  <a:lnTo>
                    <a:pt x="333806" y="144381"/>
                  </a:lnTo>
                  <a:lnTo>
                    <a:pt x="334141" y="139100"/>
                  </a:lnTo>
                  <a:lnTo>
                    <a:pt x="334308" y="133811"/>
                  </a:lnTo>
                  <a:lnTo>
                    <a:pt x="334308" y="128520"/>
                  </a:lnTo>
                  <a:lnTo>
                    <a:pt x="334141" y="123232"/>
                  </a:lnTo>
                  <a:lnTo>
                    <a:pt x="333806" y="117951"/>
                  </a:lnTo>
                  <a:lnTo>
                    <a:pt x="333304" y="112684"/>
                  </a:lnTo>
                  <a:lnTo>
                    <a:pt x="332636" y="107435"/>
                  </a:lnTo>
                  <a:lnTo>
                    <a:pt x="331802" y="102210"/>
                  </a:lnTo>
                  <a:lnTo>
                    <a:pt x="330803" y="97014"/>
                  </a:lnTo>
                  <a:lnTo>
                    <a:pt x="329640" y="91852"/>
                  </a:lnTo>
                  <a:lnTo>
                    <a:pt x="328314" y="86729"/>
                  </a:lnTo>
                  <a:lnTo>
                    <a:pt x="326827" y="81651"/>
                  </a:lnTo>
                  <a:lnTo>
                    <a:pt x="325180" y="76623"/>
                  </a:lnTo>
                  <a:lnTo>
                    <a:pt x="323374" y="71649"/>
                  </a:lnTo>
                  <a:lnTo>
                    <a:pt x="321412" y="66735"/>
                  </a:lnTo>
                  <a:lnTo>
                    <a:pt x="319296" y="61886"/>
                  </a:lnTo>
                  <a:lnTo>
                    <a:pt x="317027" y="57106"/>
                  </a:lnTo>
                  <a:lnTo>
                    <a:pt x="314608" y="52400"/>
                  </a:lnTo>
                  <a:lnTo>
                    <a:pt x="312041" y="47773"/>
                  </a:lnTo>
                  <a:lnTo>
                    <a:pt x="309329" y="43229"/>
                  </a:lnTo>
                  <a:lnTo>
                    <a:pt x="306475" y="38774"/>
                  </a:lnTo>
                  <a:lnTo>
                    <a:pt x="303481" y="34411"/>
                  </a:lnTo>
                  <a:lnTo>
                    <a:pt x="300350" y="30146"/>
                  </a:lnTo>
                  <a:lnTo>
                    <a:pt x="297086" y="25981"/>
                  </a:lnTo>
                  <a:lnTo>
                    <a:pt x="293692" y="21922"/>
                  </a:lnTo>
                  <a:lnTo>
                    <a:pt x="290171" y="17972"/>
                  </a:lnTo>
                  <a:lnTo>
                    <a:pt x="286527" y="14136"/>
                  </a:lnTo>
                  <a:lnTo>
                    <a:pt x="282764" y="10417"/>
                  </a:lnTo>
                  <a:lnTo>
                    <a:pt x="278884" y="6819"/>
                  </a:lnTo>
                  <a:lnTo>
                    <a:pt x="274893" y="3345"/>
                  </a:lnTo>
                  <a:lnTo>
                    <a:pt x="270793" y="0"/>
                  </a:lnTo>
                  <a:lnTo>
                    <a:pt x="167162" y="1311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488720" y="1322571"/>
              <a:ext cx="103631" cy="167167"/>
            </a:xfrm>
            <a:custGeom>
              <a:avLst/>
              <a:pathLst>
                <a:path w="103631" h="167167">
                  <a:moveTo>
                    <a:pt x="103631" y="35997"/>
                  </a:moveTo>
                  <a:lnTo>
                    <a:pt x="99189" y="32607"/>
                  </a:lnTo>
                  <a:lnTo>
                    <a:pt x="94635" y="29366"/>
                  </a:lnTo>
                  <a:lnTo>
                    <a:pt x="89976" y="26280"/>
                  </a:lnTo>
                  <a:lnTo>
                    <a:pt x="85217" y="23351"/>
                  </a:lnTo>
                  <a:lnTo>
                    <a:pt x="80362" y="20583"/>
                  </a:lnTo>
                  <a:lnTo>
                    <a:pt x="75417" y="17979"/>
                  </a:lnTo>
                  <a:lnTo>
                    <a:pt x="70388" y="15541"/>
                  </a:lnTo>
                  <a:lnTo>
                    <a:pt x="65281" y="13273"/>
                  </a:lnTo>
                  <a:lnTo>
                    <a:pt x="60100" y="11177"/>
                  </a:lnTo>
                  <a:lnTo>
                    <a:pt x="54852" y="9255"/>
                  </a:lnTo>
                  <a:lnTo>
                    <a:pt x="49543" y="7510"/>
                  </a:lnTo>
                  <a:lnTo>
                    <a:pt x="44179" y="5943"/>
                  </a:lnTo>
                  <a:lnTo>
                    <a:pt x="38765" y="4556"/>
                  </a:lnTo>
                  <a:lnTo>
                    <a:pt x="33308" y="3352"/>
                  </a:lnTo>
                  <a:lnTo>
                    <a:pt x="27814" y="2330"/>
                  </a:lnTo>
                  <a:lnTo>
                    <a:pt x="22288" y="1492"/>
                  </a:lnTo>
                  <a:lnTo>
                    <a:pt x="16738" y="840"/>
                  </a:lnTo>
                  <a:lnTo>
                    <a:pt x="11169" y="373"/>
                  </a:lnTo>
                  <a:lnTo>
                    <a:pt x="5587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2181" y="1681503"/>
              <a:ext cx="94343" cy="167167"/>
            </a:xfrm>
            <a:custGeom>
              <a:avLst/>
              <a:pathLst>
                <a:path w="94343" h="167167">
                  <a:moveTo>
                    <a:pt x="94343" y="0"/>
                  </a:moveTo>
                  <a:lnTo>
                    <a:pt x="88775" y="92"/>
                  </a:lnTo>
                  <a:lnTo>
                    <a:pt x="83213" y="370"/>
                  </a:lnTo>
                  <a:lnTo>
                    <a:pt x="77663" y="834"/>
                  </a:lnTo>
                  <a:lnTo>
                    <a:pt x="72132" y="1482"/>
                  </a:lnTo>
                  <a:lnTo>
                    <a:pt x="66626" y="2313"/>
                  </a:lnTo>
                  <a:lnTo>
                    <a:pt x="61150" y="3328"/>
                  </a:lnTo>
                  <a:lnTo>
                    <a:pt x="55711" y="4524"/>
                  </a:lnTo>
                  <a:lnTo>
                    <a:pt x="50315" y="5901"/>
                  </a:lnTo>
                  <a:lnTo>
                    <a:pt x="44968" y="7457"/>
                  </a:lnTo>
                  <a:lnTo>
                    <a:pt x="39676" y="9191"/>
                  </a:lnTo>
                  <a:lnTo>
                    <a:pt x="34444" y="11099"/>
                  </a:lnTo>
                  <a:lnTo>
                    <a:pt x="29279" y="13181"/>
                  </a:lnTo>
                  <a:lnTo>
                    <a:pt x="24186" y="15433"/>
                  </a:lnTo>
                  <a:lnTo>
                    <a:pt x="19171" y="17854"/>
                  </a:lnTo>
                  <a:lnTo>
                    <a:pt x="14240" y="20441"/>
                  </a:lnTo>
                  <a:lnTo>
                    <a:pt x="9397" y="23191"/>
                  </a:lnTo>
                  <a:lnTo>
                    <a:pt x="4648" y="26100"/>
                  </a:lnTo>
                  <a:lnTo>
                    <a:pt x="0" y="29166"/>
                  </a:lnTo>
                  <a:lnTo>
                    <a:pt x="9434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919372" y="1681503"/>
              <a:ext cx="334301" cy="334334"/>
            </a:xfrm>
            <a:custGeom>
              <a:avLst/>
              <a:pathLst>
                <a:path w="334301" h="334334">
                  <a:moveTo>
                    <a:pt x="72809" y="29166"/>
                  </a:moveTo>
                  <a:lnTo>
                    <a:pt x="68476" y="32230"/>
                  </a:lnTo>
                  <a:lnTo>
                    <a:pt x="64242" y="35431"/>
                  </a:lnTo>
                  <a:lnTo>
                    <a:pt x="60112" y="38764"/>
                  </a:lnTo>
                  <a:lnTo>
                    <a:pt x="56089" y="42227"/>
                  </a:lnTo>
                  <a:lnTo>
                    <a:pt x="52179" y="45816"/>
                  </a:lnTo>
                  <a:lnTo>
                    <a:pt x="48384" y="49527"/>
                  </a:lnTo>
                  <a:lnTo>
                    <a:pt x="44710" y="53357"/>
                  </a:lnTo>
                  <a:lnTo>
                    <a:pt x="41158" y="57301"/>
                  </a:lnTo>
                  <a:lnTo>
                    <a:pt x="37734" y="61357"/>
                  </a:lnTo>
                  <a:lnTo>
                    <a:pt x="34440" y="65519"/>
                  </a:lnTo>
                  <a:lnTo>
                    <a:pt x="31280" y="69783"/>
                  </a:lnTo>
                  <a:lnTo>
                    <a:pt x="28257" y="74145"/>
                  </a:lnTo>
                  <a:lnTo>
                    <a:pt x="25374" y="78602"/>
                  </a:lnTo>
                  <a:lnTo>
                    <a:pt x="22634" y="83147"/>
                  </a:lnTo>
                  <a:lnTo>
                    <a:pt x="20039" y="87778"/>
                  </a:lnTo>
                  <a:lnTo>
                    <a:pt x="17593" y="92488"/>
                  </a:lnTo>
                  <a:lnTo>
                    <a:pt x="15298" y="97273"/>
                  </a:lnTo>
                  <a:lnTo>
                    <a:pt x="13155" y="102129"/>
                  </a:lnTo>
                  <a:lnTo>
                    <a:pt x="11168" y="107051"/>
                  </a:lnTo>
                  <a:lnTo>
                    <a:pt x="9339" y="112033"/>
                  </a:lnTo>
                  <a:lnTo>
                    <a:pt x="7668" y="117071"/>
                  </a:lnTo>
                  <a:lnTo>
                    <a:pt x="6158" y="122159"/>
                  </a:lnTo>
                  <a:lnTo>
                    <a:pt x="4810" y="127293"/>
                  </a:lnTo>
                  <a:lnTo>
                    <a:pt x="3626" y="132467"/>
                  </a:lnTo>
                  <a:lnTo>
                    <a:pt x="2607" y="137676"/>
                  </a:lnTo>
                  <a:lnTo>
                    <a:pt x="1754" y="142914"/>
                  </a:lnTo>
                  <a:lnTo>
                    <a:pt x="1067" y="148177"/>
                  </a:lnTo>
                  <a:lnTo>
                    <a:pt x="548" y="153459"/>
                  </a:lnTo>
                  <a:lnTo>
                    <a:pt x="197" y="158755"/>
                  </a:lnTo>
                  <a:lnTo>
                    <a:pt x="14" y="164060"/>
                  </a:lnTo>
                  <a:lnTo>
                    <a:pt x="0" y="169367"/>
                  </a:lnTo>
                  <a:lnTo>
                    <a:pt x="154" y="174673"/>
                  </a:lnTo>
                  <a:lnTo>
                    <a:pt x="476" y="179970"/>
                  </a:lnTo>
                  <a:lnTo>
                    <a:pt x="967" y="185255"/>
                  </a:lnTo>
                  <a:lnTo>
                    <a:pt x="1625" y="190522"/>
                  </a:lnTo>
                  <a:lnTo>
                    <a:pt x="2449" y="195765"/>
                  </a:lnTo>
                  <a:lnTo>
                    <a:pt x="3440" y="200979"/>
                  </a:lnTo>
                  <a:lnTo>
                    <a:pt x="4596" y="206160"/>
                  </a:lnTo>
                  <a:lnTo>
                    <a:pt x="5916" y="211300"/>
                  </a:lnTo>
                  <a:lnTo>
                    <a:pt x="7398" y="216397"/>
                  </a:lnTo>
                  <a:lnTo>
                    <a:pt x="9042" y="221444"/>
                  </a:lnTo>
                  <a:lnTo>
                    <a:pt x="10845" y="226436"/>
                  </a:lnTo>
                  <a:lnTo>
                    <a:pt x="12805" y="231368"/>
                  </a:lnTo>
                  <a:lnTo>
                    <a:pt x="14921" y="236236"/>
                  </a:lnTo>
                  <a:lnTo>
                    <a:pt x="17190" y="241034"/>
                  </a:lnTo>
                  <a:lnTo>
                    <a:pt x="19611" y="245757"/>
                  </a:lnTo>
                  <a:lnTo>
                    <a:pt x="22180" y="250401"/>
                  </a:lnTo>
                  <a:lnTo>
                    <a:pt x="24896" y="254962"/>
                  </a:lnTo>
                  <a:lnTo>
                    <a:pt x="27754" y="259434"/>
                  </a:lnTo>
                  <a:lnTo>
                    <a:pt x="30754" y="263812"/>
                  </a:lnTo>
                  <a:lnTo>
                    <a:pt x="33891" y="268094"/>
                  </a:lnTo>
                  <a:lnTo>
                    <a:pt x="37162" y="272274"/>
                  </a:lnTo>
                  <a:lnTo>
                    <a:pt x="40564" y="276347"/>
                  </a:lnTo>
                  <a:lnTo>
                    <a:pt x="44094" y="280311"/>
                  </a:lnTo>
                  <a:lnTo>
                    <a:pt x="47748" y="284161"/>
                  </a:lnTo>
                  <a:lnTo>
                    <a:pt x="51522" y="287892"/>
                  </a:lnTo>
                  <a:lnTo>
                    <a:pt x="55413" y="291502"/>
                  </a:lnTo>
                  <a:lnTo>
                    <a:pt x="59417" y="294987"/>
                  </a:lnTo>
                  <a:lnTo>
                    <a:pt x="63529" y="298343"/>
                  </a:lnTo>
                  <a:lnTo>
                    <a:pt x="67745" y="301566"/>
                  </a:lnTo>
                  <a:lnTo>
                    <a:pt x="72062" y="304654"/>
                  </a:lnTo>
                  <a:lnTo>
                    <a:pt x="76475" y="307604"/>
                  </a:lnTo>
                  <a:lnTo>
                    <a:pt x="80979" y="310412"/>
                  </a:lnTo>
                  <a:lnTo>
                    <a:pt x="85570" y="313075"/>
                  </a:lnTo>
                  <a:lnTo>
                    <a:pt x="90243" y="315591"/>
                  </a:lnTo>
                  <a:lnTo>
                    <a:pt x="94993" y="317958"/>
                  </a:lnTo>
                  <a:lnTo>
                    <a:pt x="99817" y="320173"/>
                  </a:lnTo>
                  <a:lnTo>
                    <a:pt x="104708" y="322234"/>
                  </a:lnTo>
                  <a:lnTo>
                    <a:pt x="109662" y="324138"/>
                  </a:lnTo>
                  <a:lnTo>
                    <a:pt x="114674" y="325884"/>
                  </a:lnTo>
                  <a:lnTo>
                    <a:pt x="119740" y="327470"/>
                  </a:lnTo>
                  <a:lnTo>
                    <a:pt x="124853" y="328894"/>
                  </a:lnTo>
                  <a:lnTo>
                    <a:pt x="130008" y="330155"/>
                  </a:lnTo>
                  <a:lnTo>
                    <a:pt x="135201" y="331252"/>
                  </a:lnTo>
                  <a:lnTo>
                    <a:pt x="140426" y="332184"/>
                  </a:lnTo>
                  <a:lnTo>
                    <a:pt x="145678" y="332949"/>
                  </a:lnTo>
                  <a:lnTo>
                    <a:pt x="150952" y="333548"/>
                  </a:lnTo>
                  <a:lnTo>
                    <a:pt x="156242" y="333978"/>
                  </a:lnTo>
                  <a:lnTo>
                    <a:pt x="161543" y="334240"/>
                  </a:lnTo>
                  <a:lnTo>
                    <a:pt x="166850" y="334334"/>
                  </a:lnTo>
                  <a:lnTo>
                    <a:pt x="172157" y="334259"/>
                  </a:lnTo>
                  <a:lnTo>
                    <a:pt x="177459" y="334016"/>
                  </a:lnTo>
                  <a:lnTo>
                    <a:pt x="182751" y="333605"/>
                  </a:lnTo>
                  <a:lnTo>
                    <a:pt x="188027" y="333026"/>
                  </a:lnTo>
                  <a:lnTo>
                    <a:pt x="193282" y="332280"/>
                  </a:lnTo>
                  <a:lnTo>
                    <a:pt x="198510" y="331367"/>
                  </a:lnTo>
                  <a:lnTo>
                    <a:pt x="203707" y="330289"/>
                  </a:lnTo>
                  <a:lnTo>
                    <a:pt x="208867" y="329046"/>
                  </a:lnTo>
                  <a:lnTo>
                    <a:pt x="213985" y="327640"/>
                  </a:lnTo>
                  <a:lnTo>
                    <a:pt x="219056" y="326072"/>
                  </a:lnTo>
                  <a:lnTo>
                    <a:pt x="224075" y="324345"/>
                  </a:lnTo>
                  <a:lnTo>
                    <a:pt x="229036" y="322458"/>
                  </a:lnTo>
                  <a:lnTo>
                    <a:pt x="233934" y="320416"/>
                  </a:lnTo>
                  <a:lnTo>
                    <a:pt x="238766" y="318218"/>
                  </a:lnTo>
                  <a:lnTo>
                    <a:pt x="243525" y="315869"/>
                  </a:lnTo>
                  <a:lnTo>
                    <a:pt x="248207" y="313369"/>
                  </a:lnTo>
                  <a:lnTo>
                    <a:pt x="252808" y="310722"/>
                  </a:lnTo>
                  <a:lnTo>
                    <a:pt x="257322" y="307931"/>
                  </a:lnTo>
                  <a:lnTo>
                    <a:pt x="261745" y="304997"/>
                  </a:lnTo>
                  <a:lnTo>
                    <a:pt x="266073" y="301925"/>
                  </a:lnTo>
                  <a:lnTo>
                    <a:pt x="270301" y="298717"/>
                  </a:lnTo>
                  <a:lnTo>
                    <a:pt x="274425" y="295376"/>
                  </a:lnTo>
                  <a:lnTo>
                    <a:pt x="278441" y="291906"/>
                  </a:lnTo>
                  <a:lnTo>
                    <a:pt x="282345" y="288310"/>
                  </a:lnTo>
                  <a:lnTo>
                    <a:pt x="286133" y="284592"/>
                  </a:lnTo>
                  <a:lnTo>
                    <a:pt x="289801" y="280755"/>
                  </a:lnTo>
                  <a:lnTo>
                    <a:pt x="293345" y="276804"/>
                  </a:lnTo>
                  <a:lnTo>
                    <a:pt x="296762" y="272743"/>
                  </a:lnTo>
                  <a:lnTo>
                    <a:pt x="300048" y="268575"/>
                  </a:lnTo>
                  <a:lnTo>
                    <a:pt x="303201" y="264305"/>
                  </a:lnTo>
                  <a:lnTo>
                    <a:pt x="306216" y="259937"/>
                  </a:lnTo>
                  <a:lnTo>
                    <a:pt x="309091" y="255476"/>
                  </a:lnTo>
                  <a:lnTo>
                    <a:pt x="311823" y="250925"/>
                  </a:lnTo>
                  <a:lnTo>
                    <a:pt x="314409" y="246290"/>
                  </a:lnTo>
                  <a:lnTo>
                    <a:pt x="316847" y="241575"/>
                  </a:lnTo>
                  <a:lnTo>
                    <a:pt x="319133" y="236786"/>
                  </a:lnTo>
                  <a:lnTo>
                    <a:pt x="321267" y="231926"/>
                  </a:lnTo>
                  <a:lnTo>
                    <a:pt x="323245" y="227001"/>
                  </a:lnTo>
                  <a:lnTo>
                    <a:pt x="325066" y="222015"/>
                  </a:lnTo>
                  <a:lnTo>
                    <a:pt x="326727" y="216974"/>
                  </a:lnTo>
                  <a:lnTo>
                    <a:pt x="328228" y="211883"/>
                  </a:lnTo>
                  <a:lnTo>
                    <a:pt x="329567" y="206747"/>
                  </a:lnTo>
                  <a:lnTo>
                    <a:pt x="330741" y="201571"/>
                  </a:lnTo>
                  <a:lnTo>
                    <a:pt x="331751" y="196361"/>
                  </a:lnTo>
                  <a:lnTo>
                    <a:pt x="332595" y="191121"/>
                  </a:lnTo>
                  <a:lnTo>
                    <a:pt x="333272" y="185856"/>
                  </a:lnTo>
                  <a:lnTo>
                    <a:pt x="333781" y="180573"/>
                  </a:lnTo>
                  <a:lnTo>
                    <a:pt x="334123" y="175277"/>
                  </a:lnTo>
                  <a:lnTo>
                    <a:pt x="334296" y="169972"/>
                  </a:lnTo>
                  <a:lnTo>
                    <a:pt x="334301" y="164664"/>
                  </a:lnTo>
                  <a:lnTo>
                    <a:pt x="334137" y="159359"/>
                  </a:lnTo>
                  <a:lnTo>
                    <a:pt x="333805" y="154062"/>
                  </a:lnTo>
                  <a:lnTo>
                    <a:pt x="333305" y="148778"/>
                  </a:lnTo>
                  <a:lnTo>
                    <a:pt x="332638" y="143513"/>
                  </a:lnTo>
                  <a:lnTo>
                    <a:pt x="331804" y="138271"/>
                  </a:lnTo>
                  <a:lnTo>
                    <a:pt x="330803" y="133058"/>
                  </a:lnTo>
                  <a:lnTo>
                    <a:pt x="329638" y="127880"/>
                  </a:lnTo>
                  <a:lnTo>
                    <a:pt x="328309" y="122742"/>
                  </a:lnTo>
                  <a:lnTo>
                    <a:pt x="326817" y="117648"/>
                  </a:lnTo>
                  <a:lnTo>
                    <a:pt x="325165" y="112604"/>
                  </a:lnTo>
                  <a:lnTo>
                    <a:pt x="323353" y="107616"/>
                  </a:lnTo>
                  <a:lnTo>
                    <a:pt x="321384" y="102687"/>
                  </a:lnTo>
                  <a:lnTo>
                    <a:pt x="319259" y="97823"/>
                  </a:lnTo>
                  <a:lnTo>
                    <a:pt x="316981" y="93029"/>
                  </a:lnTo>
                  <a:lnTo>
                    <a:pt x="314552" y="88310"/>
                  </a:lnTo>
                  <a:lnTo>
                    <a:pt x="311974" y="83671"/>
                  </a:lnTo>
                  <a:lnTo>
                    <a:pt x="309250" y="79115"/>
                  </a:lnTo>
                  <a:lnTo>
                    <a:pt x="306383" y="74648"/>
                  </a:lnTo>
                  <a:lnTo>
                    <a:pt x="303376" y="70275"/>
                  </a:lnTo>
                  <a:lnTo>
                    <a:pt x="300232" y="65999"/>
                  </a:lnTo>
                  <a:lnTo>
                    <a:pt x="296953" y="61825"/>
                  </a:lnTo>
                  <a:lnTo>
                    <a:pt x="293543" y="57758"/>
                  </a:lnTo>
                  <a:lnTo>
                    <a:pt x="290006" y="53801"/>
                  </a:lnTo>
                  <a:lnTo>
                    <a:pt x="286345" y="49958"/>
                  </a:lnTo>
                  <a:lnTo>
                    <a:pt x="282564" y="46233"/>
                  </a:lnTo>
                  <a:lnTo>
                    <a:pt x="278667" y="42630"/>
                  </a:lnTo>
                  <a:lnTo>
                    <a:pt x="274657" y="39152"/>
                  </a:lnTo>
                  <a:lnTo>
                    <a:pt x="270539" y="35804"/>
                  </a:lnTo>
                  <a:lnTo>
                    <a:pt x="266317" y="32588"/>
                  </a:lnTo>
                  <a:lnTo>
                    <a:pt x="261994" y="29508"/>
                  </a:lnTo>
                  <a:lnTo>
                    <a:pt x="257576" y="26566"/>
                  </a:lnTo>
                  <a:lnTo>
                    <a:pt x="253067" y="23767"/>
                  </a:lnTo>
                  <a:lnTo>
                    <a:pt x="248471" y="21112"/>
                  </a:lnTo>
                  <a:lnTo>
                    <a:pt x="243794" y="18604"/>
                  </a:lnTo>
                  <a:lnTo>
                    <a:pt x="239039" y="16245"/>
                  </a:lnTo>
                  <a:lnTo>
                    <a:pt x="234211" y="14039"/>
                  </a:lnTo>
                  <a:lnTo>
                    <a:pt x="229316" y="11988"/>
                  </a:lnTo>
                  <a:lnTo>
                    <a:pt x="224359" y="10092"/>
                  </a:lnTo>
                  <a:lnTo>
                    <a:pt x="219343" y="8356"/>
                  </a:lnTo>
                  <a:lnTo>
                    <a:pt x="214275" y="6779"/>
                  </a:lnTo>
                  <a:lnTo>
                    <a:pt x="209160" y="5364"/>
                  </a:lnTo>
                  <a:lnTo>
                    <a:pt x="204002" y="4112"/>
                  </a:lnTo>
                  <a:lnTo>
                    <a:pt x="198807" y="3024"/>
                  </a:lnTo>
                  <a:lnTo>
                    <a:pt x="193580" y="2102"/>
                  </a:lnTo>
                  <a:lnTo>
                    <a:pt x="188327" y="1346"/>
                  </a:lnTo>
                  <a:lnTo>
                    <a:pt x="183052" y="757"/>
                  </a:lnTo>
                  <a:lnTo>
                    <a:pt x="177761" y="336"/>
                  </a:lnTo>
                  <a:lnTo>
                    <a:pt x="172459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62456" y="2126963"/>
              <a:ext cx="118830" cy="167167"/>
            </a:xfrm>
            <a:custGeom>
              <a:avLst/>
              <a:pathLst>
                <a:path w="118830" h="167167">
                  <a:moveTo>
                    <a:pt x="118830" y="0"/>
                  </a:moveTo>
                  <a:lnTo>
                    <a:pt x="113324" y="90"/>
                  </a:lnTo>
                  <a:lnTo>
                    <a:pt x="107823" y="362"/>
                  </a:lnTo>
                  <a:lnTo>
                    <a:pt x="102335" y="815"/>
                  </a:lnTo>
                  <a:lnTo>
                    <a:pt x="96864" y="1449"/>
                  </a:lnTo>
                  <a:lnTo>
                    <a:pt x="91417" y="2263"/>
                  </a:lnTo>
                  <a:lnTo>
                    <a:pt x="86000" y="3255"/>
                  </a:lnTo>
                  <a:lnTo>
                    <a:pt x="80619" y="4425"/>
                  </a:lnTo>
                  <a:lnTo>
                    <a:pt x="75279" y="5772"/>
                  </a:lnTo>
                  <a:lnTo>
                    <a:pt x="69986" y="7295"/>
                  </a:lnTo>
                  <a:lnTo>
                    <a:pt x="64746" y="8990"/>
                  </a:lnTo>
                  <a:lnTo>
                    <a:pt x="59565" y="10858"/>
                  </a:lnTo>
                  <a:lnTo>
                    <a:pt x="54449" y="12895"/>
                  </a:lnTo>
                  <a:lnTo>
                    <a:pt x="49402" y="15099"/>
                  </a:lnTo>
                  <a:lnTo>
                    <a:pt x="44430" y="17469"/>
                  </a:lnTo>
                  <a:lnTo>
                    <a:pt x="39540" y="20001"/>
                  </a:lnTo>
                  <a:lnTo>
                    <a:pt x="34735" y="22692"/>
                  </a:lnTo>
                  <a:lnTo>
                    <a:pt x="30022" y="25541"/>
                  </a:lnTo>
                  <a:lnTo>
                    <a:pt x="25405" y="28543"/>
                  </a:lnTo>
                  <a:lnTo>
                    <a:pt x="20889" y="31696"/>
                  </a:lnTo>
                  <a:lnTo>
                    <a:pt x="16480" y="34995"/>
                  </a:lnTo>
                  <a:lnTo>
                    <a:pt x="12182" y="38439"/>
                  </a:lnTo>
                  <a:lnTo>
                    <a:pt x="7999" y="42021"/>
                  </a:lnTo>
                  <a:lnTo>
                    <a:pt x="3937" y="45740"/>
                  </a:lnTo>
                  <a:lnTo>
                    <a:pt x="0" y="49591"/>
                  </a:lnTo>
                  <a:lnTo>
                    <a:pt x="11883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62456" y="2176554"/>
              <a:ext cx="118830" cy="117576"/>
            </a:xfrm>
            <a:custGeom>
              <a:avLst/>
              <a:pathLst>
                <a:path w="118830" h="117576">
                  <a:moveTo>
                    <a:pt x="0" y="0"/>
                  </a:moveTo>
                  <a:lnTo>
                    <a:pt x="118830" y="1175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614137" y="2129838"/>
              <a:ext cx="334303" cy="331459"/>
            </a:xfrm>
            <a:custGeom>
              <a:avLst/>
              <a:pathLst>
                <a:path w="334303" h="331459">
                  <a:moveTo>
                    <a:pt x="48319" y="46715"/>
                  </a:moveTo>
                  <a:lnTo>
                    <a:pt x="44643" y="50550"/>
                  </a:lnTo>
                  <a:lnTo>
                    <a:pt x="41091" y="54500"/>
                  </a:lnTo>
                  <a:lnTo>
                    <a:pt x="37667" y="58560"/>
                  </a:lnTo>
                  <a:lnTo>
                    <a:pt x="34373" y="62728"/>
                  </a:lnTo>
                  <a:lnTo>
                    <a:pt x="31213" y="66997"/>
                  </a:lnTo>
                  <a:lnTo>
                    <a:pt x="28191" y="71366"/>
                  </a:lnTo>
                  <a:lnTo>
                    <a:pt x="25308" y="75827"/>
                  </a:lnTo>
                  <a:lnTo>
                    <a:pt x="22569" y="80379"/>
                  </a:lnTo>
                  <a:lnTo>
                    <a:pt x="19976" y="85014"/>
                  </a:lnTo>
                  <a:lnTo>
                    <a:pt x="17532" y="89730"/>
                  </a:lnTo>
                  <a:lnTo>
                    <a:pt x="15238" y="94522"/>
                  </a:lnTo>
                  <a:lnTo>
                    <a:pt x="13098" y="99383"/>
                  </a:lnTo>
                  <a:lnTo>
                    <a:pt x="11114" y="104311"/>
                  </a:lnTo>
                  <a:lnTo>
                    <a:pt x="9287" y="109298"/>
                  </a:lnTo>
                  <a:lnTo>
                    <a:pt x="7619" y="114342"/>
                  </a:lnTo>
                  <a:lnTo>
                    <a:pt x="6113" y="119435"/>
                  </a:lnTo>
                  <a:lnTo>
                    <a:pt x="4769" y="124574"/>
                  </a:lnTo>
                  <a:lnTo>
                    <a:pt x="3589" y="129754"/>
                  </a:lnTo>
                  <a:lnTo>
                    <a:pt x="2574" y="134968"/>
                  </a:lnTo>
                  <a:lnTo>
                    <a:pt x="1726" y="140211"/>
                  </a:lnTo>
                  <a:lnTo>
                    <a:pt x="1044" y="145479"/>
                  </a:lnTo>
                  <a:lnTo>
                    <a:pt x="530" y="150766"/>
                  </a:lnTo>
                  <a:lnTo>
                    <a:pt x="185" y="156067"/>
                  </a:lnTo>
                  <a:lnTo>
                    <a:pt x="8" y="161376"/>
                  </a:lnTo>
                  <a:lnTo>
                    <a:pt x="0" y="166687"/>
                  </a:lnTo>
                  <a:lnTo>
                    <a:pt x="160" y="171997"/>
                  </a:lnTo>
                  <a:lnTo>
                    <a:pt x="489" y="177298"/>
                  </a:lnTo>
                  <a:lnTo>
                    <a:pt x="986" y="182587"/>
                  </a:lnTo>
                  <a:lnTo>
                    <a:pt x="1652" y="187857"/>
                  </a:lnTo>
                  <a:lnTo>
                    <a:pt x="2484" y="193103"/>
                  </a:lnTo>
                  <a:lnTo>
                    <a:pt x="3482" y="198320"/>
                  </a:lnTo>
                  <a:lnTo>
                    <a:pt x="4646" y="203503"/>
                  </a:lnTo>
                  <a:lnTo>
                    <a:pt x="5974" y="208646"/>
                  </a:lnTo>
                  <a:lnTo>
                    <a:pt x="7465" y="213745"/>
                  </a:lnTo>
                  <a:lnTo>
                    <a:pt x="9116" y="218793"/>
                  </a:lnTo>
                  <a:lnTo>
                    <a:pt x="10928" y="223787"/>
                  </a:lnTo>
                  <a:lnTo>
                    <a:pt x="12897" y="228720"/>
                  </a:lnTo>
                  <a:lnTo>
                    <a:pt x="15022" y="233588"/>
                  </a:lnTo>
                  <a:lnTo>
                    <a:pt x="17300" y="238387"/>
                  </a:lnTo>
                  <a:lnTo>
                    <a:pt x="19730" y="243110"/>
                  </a:lnTo>
                  <a:lnTo>
                    <a:pt x="22309" y="247754"/>
                  </a:lnTo>
                  <a:lnTo>
                    <a:pt x="25033" y="252314"/>
                  </a:lnTo>
                  <a:lnTo>
                    <a:pt x="27902" y="256785"/>
                  </a:lnTo>
                  <a:lnTo>
                    <a:pt x="30911" y="261162"/>
                  </a:lnTo>
                  <a:lnTo>
                    <a:pt x="34057" y="265442"/>
                  </a:lnTo>
                  <a:lnTo>
                    <a:pt x="37338" y="269619"/>
                  </a:lnTo>
                  <a:lnTo>
                    <a:pt x="40750" y="273691"/>
                  </a:lnTo>
                  <a:lnTo>
                    <a:pt x="44290" y="277651"/>
                  </a:lnTo>
                  <a:lnTo>
                    <a:pt x="47953" y="281497"/>
                  </a:lnTo>
                  <a:lnTo>
                    <a:pt x="51737" y="285225"/>
                  </a:lnTo>
                  <a:lnTo>
                    <a:pt x="55638" y="288831"/>
                  </a:lnTo>
                  <a:lnTo>
                    <a:pt x="59651" y="292311"/>
                  </a:lnTo>
                  <a:lnTo>
                    <a:pt x="63773" y="295662"/>
                  </a:lnTo>
                  <a:lnTo>
                    <a:pt x="67999" y="298880"/>
                  </a:lnTo>
                  <a:lnTo>
                    <a:pt x="72325" y="301962"/>
                  </a:lnTo>
                  <a:lnTo>
                    <a:pt x="76747" y="304906"/>
                  </a:lnTo>
                  <a:lnTo>
                    <a:pt x="81260" y="307707"/>
                  </a:lnTo>
                  <a:lnTo>
                    <a:pt x="85860" y="310363"/>
                  </a:lnTo>
                  <a:lnTo>
                    <a:pt x="90542" y="312872"/>
                  </a:lnTo>
                  <a:lnTo>
                    <a:pt x="95301" y="315231"/>
                  </a:lnTo>
                  <a:lnTo>
                    <a:pt x="100133" y="317438"/>
                  </a:lnTo>
                  <a:lnTo>
                    <a:pt x="105032" y="319490"/>
                  </a:lnTo>
                  <a:lnTo>
                    <a:pt x="109995" y="321385"/>
                  </a:lnTo>
                  <a:lnTo>
                    <a:pt x="115015" y="323121"/>
                  </a:lnTo>
                  <a:lnTo>
                    <a:pt x="120087" y="324698"/>
                  </a:lnTo>
                  <a:lnTo>
                    <a:pt x="125207" y="326112"/>
                  </a:lnTo>
                  <a:lnTo>
                    <a:pt x="130370" y="327363"/>
                  </a:lnTo>
                  <a:lnTo>
                    <a:pt x="135569" y="328449"/>
                  </a:lnTo>
                  <a:lnTo>
                    <a:pt x="140801" y="329370"/>
                  </a:lnTo>
                  <a:lnTo>
                    <a:pt x="146059" y="330123"/>
                  </a:lnTo>
                  <a:lnTo>
                    <a:pt x="151338" y="330710"/>
                  </a:lnTo>
                  <a:lnTo>
                    <a:pt x="156634" y="331128"/>
                  </a:lnTo>
                  <a:lnTo>
                    <a:pt x="161939" y="331378"/>
                  </a:lnTo>
                  <a:lnTo>
                    <a:pt x="167251" y="331459"/>
                  </a:lnTo>
                  <a:lnTo>
                    <a:pt x="172562" y="331372"/>
                  </a:lnTo>
                  <a:lnTo>
                    <a:pt x="177867" y="331115"/>
                  </a:lnTo>
                  <a:lnTo>
                    <a:pt x="183162" y="330691"/>
                  </a:lnTo>
                  <a:lnTo>
                    <a:pt x="188441" y="330098"/>
                  </a:lnTo>
                  <a:lnTo>
                    <a:pt x="193698" y="329338"/>
                  </a:lnTo>
                  <a:lnTo>
                    <a:pt x="198929" y="328411"/>
                  </a:lnTo>
                  <a:lnTo>
                    <a:pt x="204127" y="327318"/>
                  </a:lnTo>
                  <a:lnTo>
                    <a:pt x="209288" y="326061"/>
                  </a:lnTo>
                  <a:lnTo>
                    <a:pt x="214406" y="324641"/>
                  </a:lnTo>
                  <a:lnTo>
                    <a:pt x="219477" y="323058"/>
                  </a:lnTo>
                  <a:lnTo>
                    <a:pt x="224495" y="321316"/>
                  </a:lnTo>
                  <a:lnTo>
                    <a:pt x="229455" y="319414"/>
                  </a:lnTo>
                  <a:lnTo>
                    <a:pt x="234352" y="317357"/>
                  </a:lnTo>
                  <a:lnTo>
                    <a:pt x="239181" y="315144"/>
                  </a:lnTo>
                  <a:lnTo>
                    <a:pt x="243937" y="312780"/>
                  </a:lnTo>
                  <a:lnTo>
                    <a:pt x="248616" y="310265"/>
                  </a:lnTo>
                  <a:lnTo>
                    <a:pt x="253213" y="307603"/>
                  </a:lnTo>
                  <a:lnTo>
                    <a:pt x="257723" y="304796"/>
                  </a:lnTo>
                  <a:lnTo>
                    <a:pt x="262141" y="301848"/>
                  </a:lnTo>
                  <a:lnTo>
                    <a:pt x="266463" y="298760"/>
                  </a:lnTo>
                  <a:lnTo>
                    <a:pt x="270686" y="295537"/>
                  </a:lnTo>
                  <a:lnTo>
                    <a:pt x="274803" y="292181"/>
                  </a:lnTo>
                  <a:lnTo>
                    <a:pt x="278812" y="288696"/>
                  </a:lnTo>
                  <a:lnTo>
                    <a:pt x="282708" y="285086"/>
                  </a:lnTo>
                  <a:lnTo>
                    <a:pt x="286488" y="281353"/>
                  </a:lnTo>
                  <a:lnTo>
                    <a:pt x="290147" y="277503"/>
                  </a:lnTo>
                  <a:lnTo>
                    <a:pt x="293681" y="273538"/>
                  </a:lnTo>
                  <a:lnTo>
                    <a:pt x="297088" y="269463"/>
                  </a:lnTo>
                  <a:lnTo>
                    <a:pt x="300364" y="265281"/>
                  </a:lnTo>
                  <a:lnTo>
                    <a:pt x="303506" y="260998"/>
                  </a:lnTo>
                  <a:lnTo>
                    <a:pt x="306509" y="256617"/>
                  </a:lnTo>
                  <a:lnTo>
                    <a:pt x="309372" y="252142"/>
                  </a:lnTo>
                  <a:lnTo>
                    <a:pt x="312092" y="247579"/>
                  </a:lnTo>
                  <a:lnTo>
                    <a:pt x="314665" y="242932"/>
                  </a:lnTo>
                  <a:lnTo>
                    <a:pt x="317089" y="238206"/>
                  </a:lnTo>
                  <a:lnTo>
                    <a:pt x="319361" y="233405"/>
                  </a:lnTo>
                  <a:lnTo>
                    <a:pt x="321480" y="228534"/>
                  </a:lnTo>
                  <a:lnTo>
                    <a:pt x="323443" y="223598"/>
                  </a:lnTo>
                  <a:lnTo>
                    <a:pt x="325249" y="218602"/>
                  </a:lnTo>
                  <a:lnTo>
                    <a:pt x="326895" y="213552"/>
                  </a:lnTo>
                  <a:lnTo>
                    <a:pt x="328379" y="208452"/>
                  </a:lnTo>
                  <a:lnTo>
                    <a:pt x="329701" y="203307"/>
                  </a:lnTo>
                  <a:lnTo>
                    <a:pt x="330858" y="198123"/>
                  </a:lnTo>
                  <a:lnTo>
                    <a:pt x="331850" y="192904"/>
                  </a:lnTo>
                  <a:lnTo>
                    <a:pt x="332676" y="187657"/>
                  </a:lnTo>
                  <a:lnTo>
                    <a:pt x="333335" y="182386"/>
                  </a:lnTo>
                  <a:lnTo>
                    <a:pt x="333826" y="177097"/>
                  </a:lnTo>
                  <a:lnTo>
                    <a:pt x="334149" y="171795"/>
                  </a:lnTo>
                  <a:lnTo>
                    <a:pt x="334303" y="166486"/>
                  </a:lnTo>
                  <a:lnTo>
                    <a:pt x="334288" y="161174"/>
                  </a:lnTo>
                  <a:lnTo>
                    <a:pt x="334105" y="155865"/>
                  </a:lnTo>
                  <a:lnTo>
                    <a:pt x="333753" y="150565"/>
                  </a:lnTo>
                  <a:lnTo>
                    <a:pt x="333232" y="145279"/>
                  </a:lnTo>
                  <a:lnTo>
                    <a:pt x="332545" y="140012"/>
                  </a:lnTo>
                  <a:lnTo>
                    <a:pt x="331690" y="134769"/>
                  </a:lnTo>
                  <a:lnTo>
                    <a:pt x="330669" y="129556"/>
                  </a:lnTo>
                  <a:lnTo>
                    <a:pt x="329482" y="124378"/>
                  </a:lnTo>
                  <a:lnTo>
                    <a:pt x="328132" y="119241"/>
                  </a:lnTo>
                  <a:lnTo>
                    <a:pt x="326620" y="114149"/>
                  </a:lnTo>
                  <a:lnTo>
                    <a:pt x="324946" y="109108"/>
                  </a:lnTo>
                  <a:lnTo>
                    <a:pt x="323113" y="104122"/>
                  </a:lnTo>
                  <a:lnTo>
                    <a:pt x="321123" y="99197"/>
                  </a:lnTo>
                  <a:lnTo>
                    <a:pt x="318977" y="94338"/>
                  </a:lnTo>
                  <a:lnTo>
                    <a:pt x="316678" y="89550"/>
                  </a:lnTo>
                  <a:lnTo>
                    <a:pt x="314228" y="84837"/>
                  </a:lnTo>
                  <a:lnTo>
                    <a:pt x="311629" y="80204"/>
                  </a:lnTo>
                  <a:lnTo>
                    <a:pt x="308884" y="75656"/>
                  </a:lnTo>
                  <a:lnTo>
                    <a:pt x="305997" y="71198"/>
                  </a:lnTo>
                  <a:lnTo>
                    <a:pt x="302969" y="66833"/>
                  </a:lnTo>
                  <a:lnTo>
                    <a:pt x="299804" y="62567"/>
                  </a:lnTo>
                  <a:lnTo>
                    <a:pt x="296505" y="58404"/>
                  </a:lnTo>
                  <a:lnTo>
                    <a:pt x="293075" y="54348"/>
                  </a:lnTo>
                  <a:lnTo>
                    <a:pt x="289519" y="50402"/>
                  </a:lnTo>
                  <a:lnTo>
                    <a:pt x="285839" y="46572"/>
                  </a:lnTo>
                  <a:lnTo>
                    <a:pt x="282039" y="42861"/>
                  </a:lnTo>
                  <a:lnTo>
                    <a:pt x="278122" y="39272"/>
                  </a:lnTo>
                  <a:lnTo>
                    <a:pt x="274094" y="35809"/>
                  </a:lnTo>
                  <a:lnTo>
                    <a:pt x="269958" y="32476"/>
                  </a:lnTo>
                  <a:lnTo>
                    <a:pt x="265718" y="29276"/>
                  </a:lnTo>
                  <a:lnTo>
                    <a:pt x="261379" y="26213"/>
                  </a:lnTo>
                  <a:lnTo>
                    <a:pt x="256944" y="23289"/>
                  </a:lnTo>
                  <a:lnTo>
                    <a:pt x="252419" y="20507"/>
                  </a:lnTo>
                  <a:lnTo>
                    <a:pt x="247808" y="17870"/>
                  </a:lnTo>
                  <a:lnTo>
                    <a:pt x="243115" y="15382"/>
                  </a:lnTo>
                  <a:lnTo>
                    <a:pt x="238346" y="13043"/>
                  </a:lnTo>
                  <a:lnTo>
                    <a:pt x="233504" y="10858"/>
                  </a:lnTo>
                  <a:lnTo>
                    <a:pt x="228596" y="8827"/>
                  </a:lnTo>
                  <a:lnTo>
                    <a:pt x="223626" y="6953"/>
                  </a:lnTo>
                  <a:lnTo>
                    <a:pt x="218598" y="5238"/>
                  </a:lnTo>
                  <a:lnTo>
                    <a:pt x="213519" y="3684"/>
                  </a:lnTo>
                  <a:lnTo>
                    <a:pt x="208393" y="2292"/>
                  </a:lnTo>
                  <a:lnTo>
                    <a:pt x="203225" y="1063"/>
                  </a:lnTo>
                  <a:lnTo>
                    <a:pt x="198021" y="0"/>
                  </a:lnTo>
                  <a:lnTo>
                    <a:pt x="167150" y="1642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781287" y="2126963"/>
              <a:ext cx="30870" cy="167167"/>
            </a:xfrm>
            <a:custGeom>
              <a:avLst/>
              <a:pathLst>
                <a:path w="30870" h="167167">
                  <a:moveTo>
                    <a:pt x="30870" y="2875"/>
                  </a:moveTo>
                  <a:lnTo>
                    <a:pt x="23211" y="1619"/>
                  </a:lnTo>
                  <a:lnTo>
                    <a:pt x="15502" y="720"/>
                  </a:lnTo>
                  <a:lnTo>
                    <a:pt x="7759" y="1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423597" y="2633064"/>
              <a:ext cx="334310" cy="334333"/>
            </a:xfrm>
            <a:custGeom>
              <a:avLst/>
              <a:pathLst>
                <a:path w="334310" h="334333">
                  <a:moveTo>
                    <a:pt x="167151" y="0"/>
                  </a:moveTo>
                  <a:lnTo>
                    <a:pt x="161840" y="84"/>
                  </a:lnTo>
                  <a:lnTo>
                    <a:pt x="156535" y="337"/>
                  </a:lnTo>
                  <a:lnTo>
                    <a:pt x="151241" y="758"/>
                  </a:lnTo>
                  <a:lnTo>
                    <a:pt x="145962" y="1348"/>
                  </a:lnTo>
                  <a:lnTo>
                    <a:pt x="140705" y="2105"/>
                  </a:lnTo>
                  <a:lnTo>
                    <a:pt x="135475" y="3028"/>
                  </a:lnTo>
                  <a:lnTo>
                    <a:pt x="130276" y="4117"/>
                  </a:lnTo>
                  <a:lnTo>
                    <a:pt x="125115" y="5371"/>
                  </a:lnTo>
                  <a:lnTo>
                    <a:pt x="119996" y="6788"/>
                  </a:lnTo>
                  <a:lnTo>
                    <a:pt x="114925" y="8367"/>
                  </a:lnTo>
                  <a:lnTo>
                    <a:pt x="109907" y="10106"/>
                  </a:lnTo>
                  <a:lnTo>
                    <a:pt x="104946" y="12004"/>
                  </a:lnTo>
                  <a:lnTo>
                    <a:pt x="100049" y="14058"/>
                  </a:lnTo>
                  <a:lnTo>
                    <a:pt x="95218" y="16267"/>
                  </a:lnTo>
                  <a:lnTo>
                    <a:pt x="90461" y="18629"/>
                  </a:lnTo>
                  <a:lnTo>
                    <a:pt x="85781" y="21140"/>
                  </a:lnTo>
                  <a:lnTo>
                    <a:pt x="81183" y="23799"/>
                  </a:lnTo>
                  <a:lnTo>
                    <a:pt x="76672" y="26602"/>
                  </a:lnTo>
                  <a:lnTo>
                    <a:pt x="72252" y="29547"/>
                  </a:lnTo>
                  <a:lnTo>
                    <a:pt x="67928" y="32631"/>
                  </a:lnTo>
                  <a:lnTo>
                    <a:pt x="63704" y="35851"/>
                  </a:lnTo>
                  <a:lnTo>
                    <a:pt x="59585" y="39204"/>
                  </a:lnTo>
                  <a:lnTo>
                    <a:pt x="55574" y="42686"/>
                  </a:lnTo>
                  <a:lnTo>
                    <a:pt x="51676" y="46293"/>
                  </a:lnTo>
                  <a:lnTo>
                    <a:pt x="47894" y="50022"/>
                  </a:lnTo>
                  <a:lnTo>
                    <a:pt x="44233" y="53870"/>
                  </a:lnTo>
                  <a:lnTo>
                    <a:pt x="40696" y="57832"/>
                  </a:lnTo>
                  <a:lnTo>
                    <a:pt x="37286" y="61905"/>
                  </a:lnTo>
                  <a:lnTo>
                    <a:pt x="34008" y="66083"/>
                  </a:lnTo>
                  <a:lnTo>
                    <a:pt x="30864" y="70364"/>
                  </a:lnTo>
                  <a:lnTo>
                    <a:pt x="27857" y="74742"/>
                  </a:lnTo>
                  <a:lnTo>
                    <a:pt x="24992" y="79214"/>
                  </a:lnTo>
                  <a:lnTo>
                    <a:pt x="22269" y="83775"/>
                  </a:lnTo>
                  <a:lnTo>
                    <a:pt x="19693" y="88419"/>
                  </a:lnTo>
                  <a:lnTo>
                    <a:pt x="17266" y="93143"/>
                  </a:lnTo>
                  <a:lnTo>
                    <a:pt x="14990" y="97942"/>
                  </a:lnTo>
                  <a:lnTo>
                    <a:pt x="12868" y="102811"/>
                  </a:lnTo>
                  <a:lnTo>
                    <a:pt x="10901" y="107745"/>
                  </a:lnTo>
                  <a:lnTo>
                    <a:pt x="9092" y="112739"/>
                  </a:lnTo>
                  <a:lnTo>
                    <a:pt x="7443" y="117787"/>
                  </a:lnTo>
                  <a:lnTo>
                    <a:pt x="5955" y="122886"/>
                  </a:lnTo>
                  <a:lnTo>
                    <a:pt x="4629" y="128029"/>
                  </a:lnTo>
                  <a:lnTo>
                    <a:pt x="3468" y="133212"/>
                  </a:lnTo>
                  <a:lnTo>
                    <a:pt x="2472" y="138429"/>
                  </a:lnTo>
                  <a:lnTo>
                    <a:pt x="1642" y="143675"/>
                  </a:lnTo>
                  <a:lnTo>
                    <a:pt x="980" y="148944"/>
                  </a:lnTo>
                  <a:lnTo>
                    <a:pt x="484" y="154232"/>
                  </a:lnTo>
                  <a:lnTo>
                    <a:pt x="158" y="159534"/>
                  </a:lnTo>
                  <a:lnTo>
                    <a:pt x="0" y="164843"/>
                  </a:lnTo>
                  <a:lnTo>
                    <a:pt x="10" y="170154"/>
                  </a:lnTo>
                  <a:lnTo>
                    <a:pt x="189" y="175462"/>
                  </a:lnTo>
                  <a:lnTo>
                    <a:pt x="537" y="180762"/>
                  </a:lnTo>
                  <a:lnTo>
                    <a:pt x="1053" y="186048"/>
                  </a:lnTo>
                  <a:lnTo>
                    <a:pt x="1737" y="191315"/>
                  </a:lnTo>
                  <a:lnTo>
                    <a:pt x="2587" y="196558"/>
                  </a:lnTo>
                  <a:lnTo>
                    <a:pt x="3604" y="201771"/>
                  </a:lnTo>
                  <a:lnTo>
                    <a:pt x="4786" y="206949"/>
                  </a:lnTo>
                  <a:lnTo>
                    <a:pt x="6132" y="212087"/>
                  </a:lnTo>
                  <a:lnTo>
                    <a:pt x="7640" y="217179"/>
                  </a:lnTo>
                  <a:lnTo>
                    <a:pt x="9309" y="222221"/>
                  </a:lnTo>
                  <a:lnTo>
                    <a:pt x="11138" y="227208"/>
                  </a:lnTo>
                  <a:lnTo>
                    <a:pt x="13124" y="232134"/>
                  </a:lnTo>
                  <a:lnTo>
                    <a:pt x="15266" y="236994"/>
                  </a:lnTo>
                  <a:lnTo>
                    <a:pt x="17560" y="241784"/>
                  </a:lnTo>
                  <a:lnTo>
                    <a:pt x="20006" y="246498"/>
                  </a:lnTo>
                  <a:lnTo>
                    <a:pt x="22601" y="251133"/>
                  </a:lnTo>
                  <a:lnTo>
                    <a:pt x="25341" y="255683"/>
                  </a:lnTo>
                  <a:lnTo>
                    <a:pt x="28225" y="260143"/>
                  </a:lnTo>
                  <a:lnTo>
                    <a:pt x="31249" y="264509"/>
                  </a:lnTo>
                  <a:lnTo>
                    <a:pt x="34410" y="268778"/>
                  </a:lnTo>
                  <a:lnTo>
                    <a:pt x="37704" y="272943"/>
                  </a:lnTo>
                  <a:lnTo>
                    <a:pt x="41130" y="277002"/>
                  </a:lnTo>
                  <a:lnTo>
                    <a:pt x="44683" y="280950"/>
                  </a:lnTo>
                  <a:lnTo>
                    <a:pt x="48359" y="284783"/>
                  </a:lnTo>
                  <a:lnTo>
                    <a:pt x="52156" y="288498"/>
                  </a:lnTo>
                  <a:lnTo>
                    <a:pt x="56068" y="292089"/>
                  </a:lnTo>
                  <a:lnTo>
                    <a:pt x="60093" y="295555"/>
                  </a:lnTo>
                  <a:lnTo>
                    <a:pt x="64226" y="298891"/>
                  </a:lnTo>
                  <a:lnTo>
                    <a:pt x="68462" y="302095"/>
                  </a:lnTo>
                  <a:lnTo>
                    <a:pt x="72798" y="305162"/>
                  </a:lnTo>
                  <a:lnTo>
                    <a:pt x="77230" y="308089"/>
                  </a:lnTo>
                  <a:lnTo>
                    <a:pt x="81752" y="310875"/>
                  </a:lnTo>
                  <a:lnTo>
                    <a:pt x="86360" y="313515"/>
                  </a:lnTo>
                  <a:lnTo>
                    <a:pt x="91050" y="316008"/>
                  </a:lnTo>
                  <a:lnTo>
                    <a:pt x="95817" y="318350"/>
                  </a:lnTo>
                  <a:lnTo>
                    <a:pt x="100656" y="320540"/>
                  </a:lnTo>
                  <a:lnTo>
                    <a:pt x="105562" y="322575"/>
                  </a:lnTo>
                  <a:lnTo>
                    <a:pt x="110530" y="324453"/>
                  </a:lnTo>
                  <a:lnTo>
                    <a:pt x="115555" y="326173"/>
                  </a:lnTo>
                  <a:lnTo>
                    <a:pt x="120632" y="327732"/>
                  </a:lnTo>
                  <a:lnTo>
                    <a:pt x="125757" y="329128"/>
                  </a:lnTo>
                  <a:lnTo>
                    <a:pt x="130923" y="330362"/>
                  </a:lnTo>
                  <a:lnTo>
                    <a:pt x="136125" y="331430"/>
                  </a:lnTo>
                  <a:lnTo>
                    <a:pt x="141359" y="332333"/>
                  </a:lnTo>
                  <a:lnTo>
                    <a:pt x="146619" y="333069"/>
                  </a:lnTo>
                  <a:lnTo>
                    <a:pt x="151900" y="333637"/>
                  </a:lnTo>
                  <a:lnTo>
                    <a:pt x="157196" y="334038"/>
                  </a:lnTo>
                  <a:lnTo>
                    <a:pt x="162502" y="334270"/>
                  </a:lnTo>
                  <a:lnTo>
                    <a:pt x="167813" y="334333"/>
                  </a:lnTo>
                  <a:lnTo>
                    <a:pt x="173123" y="334228"/>
                  </a:lnTo>
                  <a:lnTo>
                    <a:pt x="178428" y="333954"/>
                  </a:lnTo>
                  <a:lnTo>
                    <a:pt x="183720" y="333511"/>
                  </a:lnTo>
                  <a:lnTo>
                    <a:pt x="188996" y="332901"/>
                  </a:lnTo>
                  <a:lnTo>
                    <a:pt x="194250" y="332123"/>
                  </a:lnTo>
                  <a:lnTo>
                    <a:pt x="199477" y="331179"/>
                  </a:lnTo>
                  <a:lnTo>
                    <a:pt x="204671" y="330069"/>
                  </a:lnTo>
                  <a:lnTo>
                    <a:pt x="209827" y="328795"/>
                  </a:lnTo>
                  <a:lnTo>
                    <a:pt x="214940" y="327358"/>
                  </a:lnTo>
                  <a:lnTo>
                    <a:pt x="220005" y="325759"/>
                  </a:lnTo>
                  <a:lnTo>
                    <a:pt x="225017" y="324000"/>
                  </a:lnTo>
                  <a:lnTo>
                    <a:pt x="229970" y="322082"/>
                  </a:lnTo>
                  <a:lnTo>
                    <a:pt x="234859" y="320008"/>
                  </a:lnTo>
                  <a:lnTo>
                    <a:pt x="239681" y="317780"/>
                  </a:lnTo>
                  <a:lnTo>
                    <a:pt x="244429" y="315400"/>
                  </a:lnTo>
                  <a:lnTo>
                    <a:pt x="249099" y="312870"/>
                  </a:lnTo>
                  <a:lnTo>
                    <a:pt x="253686" y="310194"/>
                  </a:lnTo>
                  <a:lnTo>
                    <a:pt x="258186" y="307372"/>
                  </a:lnTo>
                  <a:lnTo>
                    <a:pt x="262594" y="304410"/>
                  </a:lnTo>
                  <a:lnTo>
                    <a:pt x="266906" y="301308"/>
                  </a:lnTo>
                  <a:lnTo>
                    <a:pt x="271117" y="298071"/>
                  </a:lnTo>
                  <a:lnTo>
                    <a:pt x="275223" y="294703"/>
                  </a:lnTo>
                  <a:lnTo>
                    <a:pt x="279220" y="291205"/>
                  </a:lnTo>
                  <a:lnTo>
                    <a:pt x="283104" y="287582"/>
                  </a:lnTo>
                  <a:lnTo>
                    <a:pt x="286871" y="283838"/>
                  </a:lnTo>
                  <a:lnTo>
                    <a:pt x="290517" y="279976"/>
                  </a:lnTo>
                  <a:lnTo>
                    <a:pt x="294038" y="276000"/>
                  </a:lnTo>
                  <a:lnTo>
                    <a:pt x="297431" y="271914"/>
                  </a:lnTo>
                  <a:lnTo>
                    <a:pt x="300693" y="267722"/>
                  </a:lnTo>
                  <a:lnTo>
                    <a:pt x="303820" y="263429"/>
                  </a:lnTo>
                  <a:lnTo>
                    <a:pt x="306809" y="259039"/>
                  </a:lnTo>
                  <a:lnTo>
                    <a:pt x="309657" y="254556"/>
                  </a:lnTo>
                  <a:lnTo>
                    <a:pt x="312362" y="249984"/>
                  </a:lnTo>
                  <a:lnTo>
                    <a:pt x="314919" y="245330"/>
                  </a:lnTo>
                  <a:lnTo>
                    <a:pt x="317328" y="240596"/>
                  </a:lnTo>
                  <a:lnTo>
                    <a:pt x="319585" y="235788"/>
                  </a:lnTo>
                  <a:lnTo>
                    <a:pt x="321688" y="230911"/>
                  </a:lnTo>
                  <a:lnTo>
                    <a:pt x="323635" y="225969"/>
                  </a:lnTo>
                  <a:lnTo>
                    <a:pt x="325424" y="220968"/>
                  </a:lnTo>
                  <a:lnTo>
                    <a:pt x="327053" y="215913"/>
                  </a:lnTo>
                  <a:lnTo>
                    <a:pt x="328521" y="210809"/>
                  </a:lnTo>
                  <a:lnTo>
                    <a:pt x="329826" y="205661"/>
                  </a:lnTo>
                  <a:lnTo>
                    <a:pt x="330967" y="200473"/>
                  </a:lnTo>
                  <a:lnTo>
                    <a:pt x="331942" y="195252"/>
                  </a:lnTo>
                  <a:lnTo>
                    <a:pt x="332751" y="190003"/>
                  </a:lnTo>
                  <a:lnTo>
                    <a:pt x="333393" y="184731"/>
                  </a:lnTo>
                  <a:lnTo>
                    <a:pt x="333867" y="179441"/>
                  </a:lnTo>
                  <a:lnTo>
                    <a:pt x="334173" y="174138"/>
                  </a:lnTo>
                  <a:lnTo>
                    <a:pt x="334310" y="168829"/>
                  </a:lnTo>
                  <a:lnTo>
                    <a:pt x="334278" y="163518"/>
                  </a:lnTo>
                  <a:lnTo>
                    <a:pt x="334078" y="158210"/>
                  </a:lnTo>
                  <a:lnTo>
                    <a:pt x="333709" y="152912"/>
                  </a:lnTo>
                  <a:lnTo>
                    <a:pt x="333172" y="147628"/>
                  </a:lnTo>
                  <a:lnTo>
                    <a:pt x="332468" y="142364"/>
                  </a:lnTo>
                  <a:lnTo>
                    <a:pt x="331596" y="137124"/>
                  </a:lnTo>
                  <a:lnTo>
                    <a:pt x="330559" y="131915"/>
                  </a:lnTo>
                  <a:lnTo>
                    <a:pt x="329357" y="126742"/>
                  </a:lnTo>
                  <a:lnTo>
                    <a:pt x="327991" y="121609"/>
                  </a:lnTo>
                  <a:lnTo>
                    <a:pt x="326462" y="116523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49587"/>
              <a:ext cx="159311" cy="50644"/>
            </a:xfrm>
            <a:custGeom>
              <a:avLst/>
              <a:pathLst>
                <a:path w="159311" h="50644">
                  <a:moveTo>
                    <a:pt x="159311" y="0"/>
                  </a:moveTo>
                  <a:lnTo>
                    <a:pt x="0" y="50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49587"/>
              <a:ext cx="159311" cy="50644"/>
            </a:xfrm>
            <a:custGeom>
              <a:avLst/>
              <a:pathLst>
                <a:path w="159311" h="50644">
                  <a:moveTo>
                    <a:pt x="159311" y="0"/>
                  </a:moveTo>
                  <a:lnTo>
                    <a:pt x="0" y="50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49587"/>
              <a:ext cx="159311" cy="50644"/>
            </a:xfrm>
            <a:custGeom>
              <a:avLst/>
              <a:pathLst>
                <a:path w="159311" h="50644">
                  <a:moveTo>
                    <a:pt x="159311" y="0"/>
                  </a:moveTo>
                  <a:lnTo>
                    <a:pt x="0" y="50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49587"/>
              <a:ext cx="159311" cy="50644"/>
            </a:xfrm>
            <a:custGeom>
              <a:avLst/>
              <a:pathLst>
                <a:path w="159311" h="50644">
                  <a:moveTo>
                    <a:pt x="159311" y="0"/>
                  </a:moveTo>
                  <a:lnTo>
                    <a:pt x="0" y="506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49587"/>
              <a:ext cx="159311" cy="50644"/>
            </a:xfrm>
            <a:custGeom>
              <a:avLst/>
              <a:pathLst>
                <a:path w="159311" h="50644">
                  <a:moveTo>
                    <a:pt x="159311" y="0"/>
                  </a:moveTo>
                  <a:lnTo>
                    <a:pt x="0" y="506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49587"/>
              <a:ext cx="159311" cy="50644"/>
            </a:xfrm>
            <a:custGeom>
              <a:avLst/>
              <a:pathLst>
                <a:path w="159311" h="50644">
                  <a:moveTo>
                    <a:pt x="159311" y="0"/>
                  </a:moveTo>
                  <a:lnTo>
                    <a:pt x="0" y="506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49587"/>
              <a:ext cx="159311" cy="50644"/>
            </a:xfrm>
            <a:custGeom>
              <a:avLst/>
              <a:pathLst>
                <a:path w="159311" h="50644">
                  <a:moveTo>
                    <a:pt x="159311" y="0"/>
                  </a:moveTo>
                  <a:lnTo>
                    <a:pt x="0" y="506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49587"/>
              <a:ext cx="159311" cy="50644"/>
            </a:xfrm>
            <a:custGeom>
              <a:avLst/>
              <a:pathLst>
                <a:path w="159311" h="50644">
                  <a:moveTo>
                    <a:pt x="159311" y="0"/>
                  </a:moveTo>
                  <a:lnTo>
                    <a:pt x="0" y="50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49587"/>
              <a:ext cx="159311" cy="50644"/>
            </a:xfrm>
            <a:custGeom>
              <a:avLst/>
              <a:pathLst>
                <a:path w="159311" h="50644">
                  <a:moveTo>
                    <a:pt x="159311" y="0"/>
                  </a:moveTo>
                  <a:lnTo>
                    <a:pt x="0" y="50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49587"/>
              <a:ext cx="159311" cy="50644"/>
            </a:xfrm>
            <a:custGeom>
              <a:avLst/>
              <a:pathLst>
                <a:path w="159311" h="50644">
                  <a:moveTo>
                    <a:pt x="159311" y="0"/>
                  </a:moveTo>
                  <a:lnTo>
                    <a:pt x="0" y="50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49587"/>
              <a:ext cx="159311" cy="50644"/>
            </a:xfrm>
            <a:custGeom>
              <a:avLst/>
              <a:pathLst>
                <a:path w="159311" h="50644">
                  <a:moveTo>
                    <a:pt x="159311" y="0"/>
                  </a:moveTo>
                  <a:lnTo>
                    <a:pt x="0" y="50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49587"/>
              <a:ext cx="159311" cy="50644"/>
            </a:xfrm>
            <a:custGeom>
              <a:avLst/>
              <a:pathLst>
                <a:path w="159311" h="50644">
                  <a:moveTo>
                    <a:pt x="159311" y="0"/>
                  </a:moveTo>
                  <a:lnTo>
                    <a:pt x="0" y="506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749587"/>
              <a:ext cx="159311" cy="50644"/>
            </a:xfrm>
            <a:custGeom>
              <a:avLst/>
              <a:pathLst>
                <a:path w="159311" h="50644">
                  <a:moveTo>
                    <a:pt x="159311" y="0"/>
                  </a:moveTo>
                  <a:lnTo>
                    <a:pt x="0" y="506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647181"/>
              <a:ext cx="159311" cy="153049"/>
            </a:xfrm>
            <a:custGeom>
              <a:avLst/>
              <a:pathLst>
                <a:path w="159311" h="153049">
                  <a:moveTo>
                    <a:pt x="159311" y="102405"/>
                  </a:moveTo>
                  <a:lnTo>
                    <a:pt x="157572" y="97231"/>
                  </a:lnTo>
                  <a:lnTo>
                    <a:pt x="155666" y="92115"/>
                  </a:lnTo>
                  <a:lnTo>
                    <a:pt x="153593" y="87065"/>
                  </a:lnTo>
                  <a:lnTo>
                    <a:pt x="151357" y="82085"/>
                  </a:lnTo>
                  <a:lnTo>
                    <a:pt x="148959" y="77181"/>
                  </a:lnTo>
                  <a:lnTo>
                    <a:pt x="146403" y="72358"/>
                  </a:lnTo>
                  <a:lnTo>
                    <a:pt x="143690" y="67621"/>
                  </a:lnTo>
                  <a:lnTo>
                    <a:pt x="140824" y="62975"/>
                  </a:lnTo>
                  <a:lnTo>
                    <a:pt x="137808" y="58425"/>
                  </a:lnTo>
                  <a:lnTo>
                    <a:pt x="134645" y="53976"/>
                  </a:lnTo>
                  <a:lnTo>
                    <a:pt x="131338" y="49632"/>
                  </a:lnTo>
                  <a:lnTo>
                    <a:pt x="127891" y="45399"/>
                  </a:lnTo>
                  <a:lnTo>
                    <a:pt x="124308" y="41281"/>
                  </a:lnTo>
                  <a:lnTo>
                    <a:pt x="120593" y="37281"/>
                  </a:lnTo>
                  <a:lnTo>
                    <a:pt x="116748" y="33406"/>
                  </a:lnTo>
                  <a:lnTo>
                    <a:pt x="112780" y="29657"/>
                  </a:lnTo>
                  <a:lnTo>
                    <a:pt x="108691" y="26041"/>
                  </a:lnTo>
                  <a:lnTo>
                    <a:pt x="104486" y="22560"/>
                  </a:lnTo>
                  <a:lnTo>
                    <a:pt x="100169" y="19218"/>
                  </a:lnTo>
                  <a:lnTo>
                    <a:pt x="95746" y="16018"/>
                  </a:lnTo>
                  <a:lnTo>
                    <a:pt x="91221" y="12965"/>
                  </a:lnTo>
                  <a:lnTo>
                    <a:pt x="86598" y="10061"/>
                  </a:lnTo>
                  <a:lnTo>
                    <a:pt x="81883" y="7310"/>
                  </a:lnTo>
                  <a:lnTo>
                    <a:pt x="77081" y="4714"/>
                  </a:lnTo>
                  <a:lnTo>
                    <a:pt x="72197" y="2276"/>
                  </a:lnTo>
                  <a:lnTo>
                    <a:pt x="67235" y="0"/>
                  </a:lnTo>
                  <a:lnTo>
                    <a:pt x="0" y="153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2633064"/>
              <a:ext cx="67235" cy="167167"/>
            </a:xfrm>
            <a:custGeom>
              <a:avLst/>
              <a:pathLst>
                <a:path w="67235" h="167167">
                  <a:moveTo>
                    <a:pt x="67235" y="14117"/>
                  </a:moveTo>
                  <a:lnTo>
                    <a:pt x="61917" y="11889"/>
                  </a:lnTo>
                  <a:lnTo>
                    <a:pt x="56525" y="9846"/>
                  </a:lnTo>
                  <a:lnTo>
                    <a:pt x="51066" y="7990"/>
                  </a:lnTo>
                  <a:lnTo>
                    <a:pt x="45546" y="6324"/>
                  </a:lnTo>
                  <a:lnTo>
                    <a:pt x="39972" y="4849"/>
                  </a:lnTo>
                  <a:lnTo>
                    <a:pt x="34351" y="3567"/>
                  </a:lnTo>
                  <a:lnTo>
                    <a:pt x="28688" y="2480"/>
                  </a:lnTo>
                  <a:lnTo>
                    <a:pt x="22991" y="1588"/>
                  </a:lnTo>
                  <a:lnTo>
                    <a:pt x="17267" y="894"/>
                  </a:lnTo>
                  <a:lnTo>
                    <a:pt x="11523" y="397"/>
                  </a:lnTo>
                  <a:lnTo>
                    <a:pt x="5765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358825" y="3170392"/>
              <a:ext cx="334320" cy="334330"/>
            </a:xfrm>
            <a:custGeom>
              <a:avLst/>
              <a:pathLst>
                <a:path w="334320" h="334330">
                  <a:moveTo>
                    <a:pt x="167154" y="0"/>
                  </a:moveTo>
                  <a:lnTo>
                    <a:pt x="161863" y="83"/>
                  </a:lnTo>
                  <a:lnTo>
                    <a:pt x="156576" y="335"/>
                  </a:lnTo>
                  <a:lnTo>
                    <a:pt x="151300" y="753"/>
                  </a:lnTo>
                  <a:lnTo>
                    <a:pt x="146041" y="1338"/>
                  </a:lnTo>
                  <a:lnTo>
                    <a:pt x="140802" y="2090"/>
                  </a:lnTo>
                  <a:lnTo>
                    <a:pt x="135589" y="3007"/>
                  </a:lnTo>
                  <a:lnTo>
                    <a:pt x="130409" y="4088"/>
                  </a:lnTo>
                  <a:lnTo>
                    <a:pt x="125265" y="5333"/>
                  </a:lnTo>
                  <a:lnTo>
                    <a:pt x="120163" y="6740"/>
                  </a:lnTo>
                  <a:lnTo>
                    <a:pt x="115108" y="8308"/>
                  </a:lnTo>
                  <a:lnTo>
                    <a:pt x="110105" y="10035"/>
                  </a:lnTo>
                  <a:lnTo>
                    <a:pt x="105160" y="11920"/>
                  </a:lnTo>
                  <a:lnTo>
                    <a:pt x="100277" y="13960"/>
                  </a:lnTo>
                  <a:lnTo>
                    <a:pt x="95460" y="16154"/>
                  </a:lnTo>
                  <a:lnTo>
                    <a:pt x="90716" y="18499"/>
                  </a:lnTo>
                  <a:lnTo>
                    <a:pt x="86048" y="20993"/>
                  </a:lnTo>
                  <a:lnTo>
                    <a:pt x="81462" y="23634"/>
                  </a:lnTo>
                  <a:lnTo>
                    <a:pt x="76961" y="26419"/>
                  </a:lnTo>
                  <a:lnTo>
                    <a:pt x="72551" y="29344"/>
                  </a:lnTo>
                  <a:lnTo>
                    <a:pt x="68235" y="32408"/>
                  </a:lnTo>
                  <a:lnTo>
                    <a:pt x="64019" y="35607"/>
                  </a:lnTo>
                  <a:lnTo>
                    <a:pt x="59906" y="38938"/>
                  </a:lnTo>
                  <a:lnTo>
                    <a:pt x="55901" y="42397"/>
                  </a:lnTo>
                  <a:lnTo>
                    <a:pt x="52007" y="45981"/>
                  </a:lnTo>
                  <a:lnTo>
                    <a:pt x="48228" y="49687"/>
                  </a:lnTo>
                  <a:lnTo>
                    <a:pt x="44569" y="53510"/>
                  </a:lnTo>
                  <a:lnTo>
                    <a:pt x="41033" y="57448"/>
                  </a:lnTo>
                  <a:lnTo>
                    <a:pt x="37623" y="61495"/>
                  </a:lnTo>
                  <a:lnTo>
                    <a:pt x="34343" y="65649"/>
                  </a:lnTo>
                  <a:lnTo>
                    <a:pt x="31196" y="69904"/>
                  </a:lnTo>
                  <a:lnTo>
                    <a:pt x="28185" y="74256"/>
                  </a:lnTo>
                  <a:lnTo>
                    <a:pt x="25313" y="78702"/>
                  </a:lnTo>
                  <a:lnTo>
                    <a:pt x="22584" y="83236"/>
                  </a:lnTo>
                  <a:lnTo>
                    <a:pt x="20000" y="87855"/>
                  </a:lnTo>
                  <a:lnTo>
                    <a:pt x="17563" y="92553"/>
                  </a:lnTo>
                  <a:lnTo>
                    <a:pt x="15276" y="97325"/>
                  </a:lnTo>
                  <a:lnTo>
                    <a:pt x="13141" y="102168"/>
                  </a:lnTo>
                  <a:lnTo>
                    <a:pt x="11161" y="107076"/>
                  </a:lnTo>
                  <a:lnTo>
                    <a:pt x="9337" y="112044"/>
                  </a:lnTo>
                  <a:lnTo>
                    <a:pt x="7671" y="117068"/>
                  </a:lnTo>
                  <a:lnTo>
                    <a:pt x="6165" y="122141"/>
                  </a:lnTo>
                  <a:lnTo>
                    <a:pt x="4820" y="127260"/>
                  </a:lnTo>
                  <a:lnTo>
                    <a:pt x="3638" y="132419"/>
                  </a:lnTo>
                  <a:lnTo>
                    <a:pt x="2620" y="137612"/>
                  </a:lnTo>
                  <a:lnTo>
                    <a:pt x="1767" y="142835"/>
                  </a:lnTo>
                  <a:lnTo>
                    <a:pt x="1080" y="148083"/>
                  </a:lnTo>
                  <a:lnTo>
                    <a:pt x="559" y="153350"/>
                  </a:lnTo>
                  <a:lnTo>
                    <a:pt x="205" y="158630"/>
                  </a:lnTo>
                  <a:lnTo>
                    <a:pt x="19" y="163919"/>
                  </a:lnTo>
                  <a:lnTo>
                    <a:pt x="0" y="169212"/>
                  </a:lnTo>
                  <a:lnTo>
                    <a:pt x="148" y="174502"/>
                  </a:lnTo>
                  <a:lnTo>
                    <a:pt x="464" y="179785"/>
                  </a:lnTo>
                  <a:lnTo>
                    <a:pt x="947" y="185055"/>
                  </a:lnTo>
                  <a:lnTo>
                    <a:pt x="1596" y="190308"/>
                  </a:lnTo>
                  <a:lnTo>
                    <a:pt x="2412" y="195537"/>
                  </a:lnTo>
                  <a:lnTo>
                    <a:pt x="3393" y="200738"/>
                  </a:lnTo>
                  <a:lnTo>
                    <a:pt x="4537" y="205905"/>
                  </a:lnTo>
                  <a:lnTo>
                    <a:pt x="5845" y="211033"/>
                  </a:lnTo>
                  <a:lnTo>
                    <a:pt x="7314" y="216117"/>
                  </a:lnTo>
                  <a:lnTo>
                    <a:pt x="8944" y="221153"/>
                  </a:lnTo>
                  <a:lnTo>
                    <a:pt x="10732" y="226134"/>
                  </a:lnTo>
                  <a:lnTo>
                    <a:pt x="12677" y="231056"/>
                  </a:lnTo>
                  <a:lnTo>
                    <a:pt x="14777" y="235914"/>
                  </a:lnTo>
                  <a:lnTo>
                    <a:pt x="17030" y="240703"/>
                  </a:lnTo>
                  <a:lnTo>
                    <a:pt x="19433" y="245418"/>
                  </a:lnTo>
                  <a:lnTo>
                    <a:pt x="21984" y="250055"/>
                  </a:lnTo>
                  <a:lnTo>
                    <a:pt x="24681" y="254609"/>
                  </a:lnTo>
                  <a:lnTo>
                    <a:pt x="27520" y="259075"/>
                  </a:lnTo>
                  <a:lnTo>
                    <a:pt x="30499" y="263449"/>
                  </a:lnTo>
                  <a:lnTo>
                    <a:pt x="33616" y="267727"/>
                  </a:lnTo>
                  <a:lnTo>
                    <a:pt x="36866" y="271904"/>
                  </a:lnTo>
                  <a:lnTo>
                    <a:pt x="40247" y="275976"/>
                  </a:lnTo>
                  <a:lnTo>
                    <a:pt x="43755" y="279938"/>
                  </a:lnTo>
                  <a:lnTo>
                    <a:pt x="47386" y="283788"/>
                  </a:lnTo>
                  <a:lnTo>
                    <a:pt x="51138" y="287521"/>
                  </a:lnTo>
                  <a:lnTo>
                    <a:pt x="55006" y="291133"/>
                  </a:lnTo>
                  <a:lnTo>
                    <a:pt x="58986" y="294621"/>
                  </a:lnTo>
                  <a:lnTo>
                    <a:pt x="63075" y="297981"/>
                  </a:lnTo>
                  <a:lnTo>
                    <a:pt x="67268" y="301211"/>
                  </a:lnTo>
                  <a:lnTo>
                    <a:pt x="71561" y="304305"/>
                  </a:lnTo>
                  <a:lnTo>
                    <a:pt x="75951" y="307263"/>
                  </a:lnTo>
                  <a:lnTo>
                    <a:pt x="80431" y="310080"/>
                  </a:lnTo>
                  <a:lnTo>
                    <a:pt x="84998" y="312753"/>
                  </a:lnTo>
                  <a:lnTo>
                    <a:pt x="89648" y="315281"/>
                  </a:lnTo>
                  <a:lnTo>
                    <a:pt x="94376" y="317660"/>
                  </a:lnTo>
                  <a:lnTo>
                    <a:pt x="99176" y="319889"/>
                  </a:lnTo>
                  <a:lnTo>
                    <a:pt x="104044" y="321964"/>
                  </a:lnTo>
                  <a:lnTo>
                    <a:pt x="108976" y="323884"/>
                  </a:lnTo>
                  <a:lnTo>
                    <a:pt x="113966" y="325647"/>
                  </a:lnTo>
                  <a:lnTo>
                    <a:pt x="119010" y="327251"/>
                  </a:lnTo>
                  <a:lnTo>
                    <a:pt x="124101" y="328695"/>
                  </a:lnTo>
                  <a:lnTo>
                    <a:pt x="129236" y="329977"/>
                  </a:lnTo>
                  <a:lnTo>
                    <a:pt x="134409" y="331096"/>
                  </a:lnTo>
                  <a:lnTo>
                    <a:pt x="139615" y="332050"/>
                  </a:lnTo>
                  <a:lnTo>
                    <a:pt x="144848" y="332839"/>
                  </a:lnTo>
                  <a:lnTo>
                    <a:pt x="150103" y="333463"/>
                  </a:lnTo>
                  <a:lnTo>
                    <a:pt x="155376" y="333919"/>
                  </a:lnTo>
                  <a:lnTo>
                    <a:pt x="160661" y="334208"/>
                  </a:lnTo>
                  <a:lnTo>
                    <a:pt x="165952" y="334330"/>
                  </a:lnTo>
                  <a:lnTo>
                    <a:pt x="171244" y="334284"/>
                  </a:lnTo>
                  <a:lnTo>
                    <a:pt x="176532" y="334071"/>
                  </a:lnTo>
                  <a:lnTo>
                    <a:pt x="181811" y="333691"/>
                  </a:lnTo>
                  <a:lnTo>
                    <a:pt x="187075" y="333143"/>
                  </a:lnTo>
                  <a:lnTo>
                    <a:pt x="192319" y="332430"/>
                  </a:lnTo>
                  <a:lnTo>
                    <a:pt x="197537" y="331550"/>
                  </a:lnTo>
                  <a:lnTo>
                    <a:pt x="202726" y="330506"/>
                  </a:lnTo>
                  <a:lnTo>
                    <a:pt x="207879" y="329298"/>
                  </a:lnTo>
                  <a:lnTo>
                    <a:pt x="212990" y="327928"/>
                  </a:lnTo>
                  <a:lnTo>
                    <a:pt x="218056" y="326396"/>
                  </a:lnTo>
                  <a:lnTo>
                    <a:pt x="223071" y="324705"/>
                  </a:lnTo>
                  <a:lnTo>
                    <a:pt x="228030" y="322856"/>
                  </a:lnTo>
                  <a:lnTo>
                    <a:pt x="232928" y="320851"/>
                  </a:lnTo>
                  <a:lnTo>
                    <a:pt x="237760" y="318692"/>
                  </a:lnTo>
                  <a:lnTo>
                    <a:pt x="242521" y="316381"/>
                  </a:lnTo>
                  <a:lnTo>
                    <a:pt x="247207" y="313920"/>
                  </a:lnTo>
                  <a:lnTo>
                    <a:pt x="251812" y="311313"/>
                  </a:lnTo>
                  <a:lnTo>
                    <a:pt x="256333" y="308561"/>
                  </a:lnTo>
                  <a:lnTo>
                    <a:pt x="260764" y="305667"/>
                  </a:lnTo>
                  <a:lnTo>
                    <a:pt x="265101" y="302634"/>
                  </a:lnTo>
                  <a:lnTo>
                    <a:pt x="269340" y="299466"/>
                  </a:lnTo>
                  <a:lnTo>
                    <a:pt x="273477" y="296165"/>
                  </a:lnTo>
                  <a:lnTo>
                    <a:pt x="277507" y="292734"/>
                  </a:lnTo>
                  <a:lnTo>
                    <a:pt x="281427" y="289178"/>
                  </a:lnTo>
                  <a:lnTo>
                    <a:pt x="285232" y="285500"/>
                  </a:lnTo>
                  <a:lnTo>
                    <a:pt x="288919" y="281703"/>
                  </a:lnTo>
                  <a:lnTo>
                    <a:pt x="292483" y="277791"/>
                  </a:lnTo>
                  <a:lnTo>
                    <a:pt x="295922" y="273768"/>
                  </a:lnTo>
                  <a:lnTo>
                    <a:pt x="299232" y="269638"/>
                  </a:lnTo>
                  <a:lnTo>
                    <a:pt x="302410" y="265406"/>
                  </a:lnTo>
                  <a:lnTo>
                    <a:pt x="305452" y="261075"/>
                  </a:lnTo>
                  <a:lnTo>
                    <a:pt x="308355" y="256650"/>
                  </a:lnTo>
                  <a:lnTo>
                    <a:pt x="311117" y="252136"/>
                  </a:lnTo>
                  <a:lnTo>
                    <a:pt x="313735" y="247536"/>
                  </a:lnTo>
                  <a:lnTo>
                    <a:pt x="316205" y="242856"/>
                  </a:lnTo>
                  <a:lnTo>
                    <a:pt x="318527" y="238099"/>
                  </a:lnTo>
                  <a:lnTo>
                    <a:pt x="320696" y="233272"/>
                  </a:lnTo>
                  <a:lnTo>
                    <a:pt x="322712" y="228379"/>
                  </a:lnTo>
                  <a:lnTo>
                    <a:pt x="324571" y="223424"/>
                  </a:lnTo>
                  <a:lnTo>
                    <a:pt x="326273" y="218413"/>
                  </a:lnTo>
                  <a:lnTo>
                    <a:pt x="327816" y="213350"/>
                  </a:lnTo>
                  <a:lnTo>
                    <a:pt x="329197" y="208241"/>
                  </a:lnTo>
                  <a:lnTo>
                    <a:pt x="330416" y="203091"/>
                  </a:lnTo>
                  <a:lnTo>
                    <a:pt x="331472" y="197905"/>
                  </a:lnTo>
                  <a:lnTo>
                    <a:pt x="332362" y="192688"/>
                  </a:lnTo>
                  <a:lnTo>
                    <a:pt x="333087" y="187445"/>
                  </a:lnTo>
                  <a:lnTo>
                    <a:pt x="333646" y="182183"/>
                  </a:lnTo>
                  <a:lnTo>
                    <a:pt x="334038" y="176905"/>
                  </a:lnTo>
                  <a:lnTo>
                    <a:pt x="334263" y="171617"/>
                  </a:lnTo>
                  <a:lnTo>
                    <a:pt x="334320" y="166325"/>
                  </a:lnTo>
                  <a:lnTo>
                    <a:pt x="334209" y="161034"/>
                  </a:lnTo>
                  <a:lnTo>
                    <a:pt x="333931" y="155749"/>
                  </a:lnTo>
                  <a:lnTo>
                    <a:pt x="333486" y="150475"/>
                  </a:lnTo>
                  <a:lnTo>
                    <a:pt x="332875" y="145218"/>
                  </a:lnTo>
                  <a:lnTo>
                    <a:pt x="332097" y="139983"/>
                  </a:lnTo>
                  <a:lnTo>
                    <a:pt x="331154" y="134775"/>
                  </a:lnTo>
                  <a:lnTo>
                    <a:pt x="330046" y="129600"/>
                  </a:lnTo>
                  <a:lnTo>
                    <a:pt x="328775" y="124463"/>
                  </a:lnTo>
                  <a:lnTo>
                    <a:pt x="327342" y="119368"/>
                  </a:lnTo>
                  <a:lnTo>
                    <a:pt x="325749" y="114321"/>
                  </a:lnTo>
                  <a:lnTo>
                    <a:pt x="323997" y="109327"/>
                  </a:lnTo>
                  <a:lnTo>
                    <a:pt x="322087" y="104391"/>
                  </a:lnTo>
                  <a:lnTo>
                    <a:pt x="320022" y="99518"/>
                  </a:lnTo>
                  <a:lnTo>
                    <a:pt x="317804" y="94713"/>
                  </a:lnTo>
                  <a:lnTo>
                    <a:pt x="315435" y="89981"/>
                  </a:lnTo>
                  <a:lnTo>
                    <a:pt x="312918" y="85325"/>
                  </a:lnTo>
                  <a:lnTo>
                    <a:pt x="310254" y="80752"/>
                  </a:lnTo>
                  <a:lnTo>
                    <a:pt x="307447" y="76266"/>
                  </a:lnTo>
                  <a:lnTo>
                    <a:pt x="304499" y="71870"/>
                  </a:lnTo>
                  <a:lnTo>
                    <a:pt x="301413" y="67570"/>
                  </a:lnTo>
                  <a:lnTo>
                    <a:pt x="298193" y="63370"/>
                  </a:lnTo>
                  <a:lnTo>
                    <a:pt x="294842" y="59274"/>
                  </a:lnTo>
                  <a:lnTo>
                    <a:pt x="291363" y="55286"/>
                  </a:lnTo>
                  <a:lnTo>
                    <a:pt x="287759" y="51410"/>
                  </a:lnTo>
                  <a:lnTo>
                    <a:pt x="284034" y="47651"/>
                  </a:lnTo>
                  <a:lnTo>
                    <a:pt x="280192" y="44011"/>
                  </a:lnTo>
                  <a:lnTo>
                    <a:pt x="276237" y="40494"/>
                  </a:lnTo>
                  <a:lnTo>
                    <a:pt x="272172" y="37105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201592"/>
              <a:ext cx="105017" cy="135967"/>
            </a:xfrm>
            <a:custGeom>
              <a:avLst/>
              <a:pathLst>
                <a:path w="105017" h="135967">
                  <a:moveTo>
                    <a:pt x="105017" y="5905"/>
                  </a:moveTo>
                  <a:lnTo>
                    <a:pt x="97251" y="0"/>
                  </a:lnTo>
                  <a:lnTo>
                    <a:pt x="0" y="1359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25980" y="3170392"/>
              <a:ext cx="97251" cy="167167"/>
            </a:xfrm>
            <a:custGeom>
              <a:avLst/>
              <a:pathLst>
                <a:path w="97251" h="167167">
                  <a:moveTo>
                    <a:pt x="97251" y="31199"/>
                  </a:moveTo>
                  <a:lnTo>
                    <a:pt x="92504" y="27926"/>
                  </a:lnTo>
                  <a:lnTo>
                    <a:pt x="87647" y="24819"/>
                  </a:lnTo>
                  <a:lnTo>
                    <a:pt x="82685" y="21881"/>
                  </a:lnTo>
                  <a:lnTo>
                    <a:pt x="77626" y="19116"/>
                  </a:lnTo>
                  <a:lnTo>
                    <a:pt x="72474" y="16527"/>
                  </a:lnTo>
                  <a:lnTo>
                    <a:pt x="67235" y="14117"/>
                  </a:lnTo>
                  <a:lnTo>
                    <a:pt x="61917" y="11889"/>
                  </a:lnTo>
                  <a:lnTo>
                    <a:pt x="56525" y="9846"/>
                  </a:lnTo>
                  <a:lnTo>
                    <a:pt x="51066" y="7990"/>
                  </a:lnTo>
                  <a:lnTo>
                    <a:pt x="45546" y="6324"/>
                  </a:lnTo>
                  <a:lnTo>
                    <a:pt x="39972" y="4849"/>
                  </a:lnTo>
                  <a:lnTo>
                    <a:pt x="34351" y="3567"/>
                  </a:lnTo>
                  <a:lnTo>
                    <a:pt x="28688" y="2480"/>
                  </a:lnTo>
                  <a:lnTo>
                    <a:pt x="22991" y="1588"/>
                  </a:lnTo>
                  <a:lnTo>
                    <a:pt x="17267" y="894"/>
                  </a:lnTo>
                  <a:lnTo>
                    <a:pt x="11523" y="397"/>
                  </a:lnTo>
                  <a:lnTo>
                    <a:pt x="5765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423601" y="3707720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5" y="336"/>
                  </a:lnTo>
                  <a:lnTo>
                    <a:pt x="151258" y="756"/>
                  </a:lnTo>
                  <a:lnTo>
                    <a:pt x="145987" y="1344"/>
                  </a:lnTo>
                  <a:lnTo>
                    <a:pt x="140737" y="2099"/>
                  </a:lnTo>
                  <a:lnTo>
                    <a:pt x="135514" y="3020"/>
                  </a:lnTo>
                  <a:lnTo>
                    <a:pt x="130322" y="4106"/>
                  </a:lnTo>
                  <a:lnTo>
                    <a:pt x="125168" y="5356"/>
                  </a:lnTo>
                  <a:lnTo>
                    <a:pt x="120056" y="6769"/>
                  </a:lnTo>
                  <a:lnTo>
                    <a:pt x="114991" y="8344"/>
                  </a:lnTo>
                  <a:lnTo>
                    <a:pt x="109979" y="10078"/>
                  </a:lnTo>
                  <a:lnTo>
                    <a:pt x="105024" y="11971"/>
                  </a:lnTo>
                  <a:lnTo>
                    <a:pt x="100132" y="14020"/>
                  </a:lnTo>
                  <a:lnTo>
                    <a:pt x="95307" y="16223"/>
                  </a:lnTo>
                  <a:lnTo>
                    <a:pt x="90555" y="18578"/>
                  </a:lnTo>
                  <a:lnTo>
                    <a:pt x="85879" y="21083"/>
                  </a:lnTo>
                  <a:lnTo>
                    <a:pt x="81286" y="23734"/>
                  </a:lnTo>
                  <a:lnTo>
                    <a:pt x="76779" y="26530"/>
                  </a:lnTo>
                  <a:lnTo>
                    <a:pt x="72363" y="29468"/>
                  </a:lnTo>
                  <a:lnTo>
                    <a:pt x="68042" y="32544"/>
                  </a:lnTo>
                  <a:lnTo>
                    <a:pt x="63821" y="35756"/>
                  </a:lnTo>
                  <a:lnTo>
                    <a:pt x="59704" y="39100"/>
                  </a:lnTo>
                  <a:lnTo>
                    <a:pt x="55696" y="42573"/>
                  </a:lnTo>
                  <a:lnTo>
                    <a:pt x="51799" y="46171"/>
                  </a:lnTo>
                  <a:lnTo>
                    <a:pt x="48019" y="49891"/>
                  </a:lnTo>
                  <a:lnTo>
                    <a:pt x="44358" y="53730"/>
                  </a:lnTo>
                  <a:lnTo>
                    <a:pt x="40821" y="57682"/>
                  </a:lnTo>
                  <a:lnTo>
                    <a:pt x="37412" y="61745"/>
                  </a:lnTo>
                  <a:lnTo>
                    <a:pt x="34132" y="65914"/>
                  </a:lnTo>
                  <a:lnTo>
                    <a:pt x="30987" y="70184"/>
                  </a:lnTo>
                  <a:lnTo>
                    <a:pt x="27979" y="74553"/>
                  </a:lnTo>
                  <a:lnTo>
                    <a:pt x="25111" y="79014"/>
                  </a:lnTo>
                  <a:lnTo>
                    <a:pt x="22386" y="83564"/>
                  </a:lnTo>
                  <a:lnTo>
                    <a:pt x="19807" y="88199"/>
                  </a:lnTo>
                  <a:lnTo>
                    <a:pt x="17376" y="92913"/>
                  </a:lnTo>
                  <a:lnTo>
                    <a:pt x="15095" y="97702"/>
                  </a:lnTo>
                  <a:lnTo>
                    <a:pt x="12968" y="102560"/>
                  </a:lnTo>
                  <a:lnTo>
                    <a:pt x="10996" y="107484"/>
                  </a:lnTo>
                  <a:lnTo>
                    <a:pt x="9181" y="112468"/>
                  </a:lnTo>
                  <a:lnTo>
                    <a:pt x="7526" y="117506"/>
                  </a:lnTo>
                  <a:lnTo>
                    <a:pt x="6031" y="122595"/>
                  </a:lnTo>
                  <a:lnTo>
                    <a:pt x="4698" y="127729"/>
                  </a:lnTo>
                  <a:lnTo>
                    <a:pt x="3528" y="132902"/>
                  </a:lnTo>
                  <a:lnTo>
                    <a:pt x="2524" y="138110"/>
                  </a:lnTo>
                  <a:lnTo>
                    <a:pt x="1685" y="143347"/>
                  </a:lnTo>
                  <a:lnTo>
                    <a:pt x="1012" y="148608"/>
                  </a:lnTo>
                  <a:lnTo>
                    <a:pt x="507" y="153888"/>
                  </a:lnTo>
                  <a:lnTo>
                    <a:pt x="170" y="159181"/>
                  </a:lnTo>
                  <a:lnTo>
                    <a:pt x="1" y="164482"/>
                  </a:lnTo>
                  <a:lnTo>
                    <a:pt x="0" y="169786"/>
                  </a:lnTo>
                  <a:lnTo>
                    <a:pt x="167" y="175088"/>
                  </a:lnTo>
                  <a:lnTo>
                    <a:pt x="502" y="180381"/>
                  </a:lnTo>
                  <a:lnTo>
                    <a:pt x="1005" y="185661"/>
                  </a:lnTo>
                  <a:lnTo>
                    <a:pt x="1675" y="190922"/>
                  </a:lnTo>
                  <a:lnTo>
                    <a:pt x="2512" y="196160"/>
                  </a:lnTo>
                  <a:lnTo>
                    <a:pt x="3515" y="201368"/>
                  </a:lnTo>
                  <a:lnTo>
                    <a:pt x="4682" y="206542"/>
                  </a:lnTo>
                  <a:lnTo>
                    <a:pt x="6013" y="211676"/>
                  </a:lnTo>
                  <a:lnTo>
                    <a:pt x="7506" y="216765"/>
                  </a:lnTo>
                  <a:lnTo>
                    <a:pt x="9160" y="221805"/>
                  </a:lnTo>
                  <a:lnTo>
                    <a:pt x="10973" y="226789"/>
                  </a:lnTo>
                  <a:lnTo>
                    <a:pt x="12943" y="231714"/>
                  </a:lnTo>
                  <a:lnTo>
                    <a:pt x="15068" y="236573"/>
                  </a:lnTo>
                  <a:lnTo>
                    <a:pt x="17347" y="241363"/>
                  </a:lnTo>
                  <a:lnTo>
                    <a:pt x="19776" y="246078"/>
                  </a:lnTo>
                  <a:lnTo>
                    <a:pt x="22353" y="250713"/>
                  </a:lnTo>
                  <a:lnTo>
                    <a:pt x="25077" y="255264"/>
                  </a:lnTo>
                  <a:lnTo>
                    <a:pt x="27943" y="259727"/>
                  </a:lnTo>
                  <a:lnTo>
                    <a:pt x="30950" y="264097"/>
                  </a:lnTo>
                  <a:lnTo>
                    <a:pt x="34093" y="268369"/>
                  </a:lnTo>
                  <a:lnTo>
                    <a:pt x="37371" y="272539"/>
                  </a:lnTo>
                  <a:lnTo>
                    <a:pt x="40779" y="276603"/>
                  </a:lnTo>
                  <a:lnTo>
                    <a:pt x="44314" y="280556"/>
                  </a:lnTo>
                  <a:lnTo>
                    <a:pt x="47973" y="284396"/>
                  </a:lnTo>
                  <a:lnTo>
                    <a:pt x="51752" y="288118"/>
                  </a:lnTo>
                  <a:lnTo>
                    <a:pt x="55647" y="291718"/>
                  </a:lnTo>
                  <a:lnTo>
                    <a:pt x="59655" y="295192"/>
                  </a:lnTo>
                  <a:lnTo>
                    <a:pt x="63770" y="298538"/>
                  </a:lnTo>
                  <a:lnTo>
                    <a:pt x="67990" y="301751"/>
                  </a:lnTo>
                  <a:lnTo>
                    <a:pt x="72309" y="304829"/>
                  </a:lnTo>
                  <a:lnTo>
                    <a:pt x="76724" y="307768"/>
                  </a:lnTo>
                  <a:lnTo>
                    <a:pt x="81230" y="310566"/>
                  </a:lnTo>
                  <a:lnTo>
                    <a:pt x="85823" y="313220"/>
                  </a:lnTo>
                  <a:lnTo>
                    <a:pt x="90497" y="315726"/>
                  </a:lnTo>
                  <a:lnTo>
                    <a:pt x="95248" y="318083"/>
                  </a:lnTo>
                  <a:lnTo>
                    <a:pt x="100072" y="320288"/>
                  </a:lnTo>
                  <a:lnTo>
                    <a:pt x="104964" y="322339"/>
                  </a:lnTo>
                  <a:lnTo>
                    <a:pt x="109917" y="324233"/>
                  </a:lnTo>
                  <a:lnTo>
                    <a:pt x="114929" y="325970"/>
                  </a:lnTo>
                  <a:lnTo>
                    <a:pt x="119993" y="327546"/>
                  </a:lnTo>
                  <a:lnTo>
                    <a:pt x="125105" y="328961"/>
                  </a:lnTo>
                  <a:lnTo>
                    <a:pt x="130259" y="330214"/>
                  </a:lnTo>
                  <a:lnTo>
                    <a:pt x="135450" y="331302"/>
                  </a:lnTo>
                  <a:lnTo>
                    <a:pt x="140673" y="332225"/>
                  </a:lnTo>
                  <a:lnTo>
                    <a:pt x="145922" y="332982"/>
                  </a:lnTo>
                  <a:lnTo>
                    <a:pt x="151193" y="333571"/>
                  </a:lnTo>
                  <a:lnTo>
                    <a:pt x="156480" y="333994"/>
                  </a:lnTo>
                  <a:lnTo>
                    <a:pt x="161778" y="334248"/>
                  </a:lnTo>
                  <a:lnTo>
                    <a:pt x="167081" y="334334"/>
                  </a:lnTo>
                  <a:lnTo>
                    <a:pt x="172385" y="334252"/>
                  </a:lnTo>
                  <a:lnTo>
                    <a:pt x="177683" y="334002"/>
                  </a:lnTo>
                  <a:lnTo>
                    <a:pt x="182970" y="333584"/>
                  </a:lnTo>
                  <a:lnTo>
                    <a:pt x="188241" y="332998"/>
                  </a:lnTo>
                  <a:lnTo>
                    <a:pt x="193492" y="332245"/>
                  </a:lnTo>
                  <a:lnTo>
                    <a:pt x="198715" y="331326"/>
                  </a:lnTo>
                  <a:lnTo>
                    <a:pt x="203907" y="330242"/>
                  </a:lnTo>
                  <a:lnTo>
                    <a:pt x="209062" y="328994"/>
                  </a:lnTo>
                  <a:lnTo>
                    <a:pt x="214175" y="327583"/>
                  </a:lnTo>
                  <a:lnTo>
                    <a:pt x="219240" y="326010"/>
                  </a:lnTo>
                  <a:lnTo>
                    <a:pt x="224253" y="324278"/>
                  </a:lnTo>
                  <a:lnTo>
                    <a:pt x="229209" y="322387"/>
                  </a:lnTo>
                  <a:lnTo>
                    <a:pt x="234102" y="320340"/>
                  </a:lnTo>
                  <a:lnTo>
                    <a:pt x="238927" y="318139"/>
                  </a:lnTo>
                  <a:lnTo>
                    <a:pt x="243680" y="315786"/>
                  </a:lnTo>
                  <a:lnTo>
                    <a:pt x="248357" y="313283"/>
                  </a:lnTo>
                  <a:lnTo>
                    <a:pt x="252951" y="310633"/>
                  </a:lnTo>
                  <a:lnTo>
                    <a:pt x="257459" y="307839"/>
                  </a:lnTo>
                  <a:lnTo>
                    <a:pt x="261877" y="304903"/>
                  </a:lnTo>
                  <a:lnTo>
                    <a:pt x="266198" y="301828"/>
                  </a:lnTo>
                  <a:lnTo>
                    <a:pt x="270421" y="298618"/>
                  </a:lnTo>
                  <a:lnTo>
                    <a:pt x="274539" y="295276"/>
                  </a:lnTo>
                  <a:lnTo>
                    <a:pt x="278549" y="291804"/>
                  </a:lnTo>
                  <a:lnTo>
                    <a:pt x="282447" y="288207"/>
                  </a:lnTo>
                  <a:lnTo>
                    <a:pt x="286229" y="284489"/>
                  </a:lnTo>
                  <a:lnTo>
                    <a:pt x="289891" y="280652"/>
                  </a:lnTo>
                  <a:lnTo>
                    <a:pt x="293429" y="276701"/>
                  </a:lnTo>
                  <a:lnTo>
                    <a:pt x="296840" y="272640"/>
                  </a:lnTo>
                  <a:lnTo>
                    <a:pt x="300121" y="268472"/>
                  </a:lnTo>
                  <a:lnTo>
                    <a:pt x="303268" y="264203"/>
                  </a:lnTo>
                  <a:lnTo>
                    <a:pt x="306278" y="259835"/>
                  </a:lnTo>
                  <a:lnTo>
                    <a:pt x="309147" y="255375"/>
                  </a:lnTo>
                  <a:lnTo>
                    <a:pt x="311874" y="250826"/>
                  </a:lnTo>
                  <a:lnTo>
                    <a:pt x="314455" y="246192"/>
                  </a:lnTo>
                  <a:lnTo>
                    <a:pt x="316888" y="241479"/>
                  </a:lnTo>
                  <a:lnTo>
                    <a:pt x="319170" y="236691"/>
                  </a:lnTo>
                  <a:lnTo>
                    <a:pt x="321299" y="231834"/>
                  </a:lnTo>
                  <a:lnTo>
                    <a:pt x="323273" y="226911"/>
                  </a:lnTo>
                  <a:lnTo>
                    <a:pt x="325090" y="221928"/>
                  </a:lnTo>
                  <a:lnTo>
                    <a:pt x="326748" y="216890"/>
                  </a:lnTo>
                  <a:lnTo>
                    <a:pt x="328245" y="211801"/>
                  </a:lnTo>
                  <a:lnTo>
                    <a:pt x="329580" y="206668"/>
                  </a:lnTo>
                  <a:lnTo>
                    <a:pt x="330751" y="201495"/>
                  </a:lnTo>
                  <a:lnTo>
                    <a:pt x="331758" y="196288"/>
                  </a:lnTo>
                  <a:lnTo>
                    <a:pt x="332599" y="191051"/>
                  </a:lnTo>
                  <a:lnTo>
                    <a:pt x="333273" y="185790"/>
                  </a:lnTo>
                  <a:lnTo>
                    <a:pt x="333780" y="180511"/>
                  </a:lnTo>
                  <a:lnTo>
                    <a:pt x="334120" y="175218"/>
                  </a:lnTo>
                  <a:lnTo>
                    <a:pt x="334291" y="169916"/>
                  </a:lnTo>
                  <a:lnTo>
                    <a:pt x="334294" y="164613"/>
                  </a:lnTo>
                  <a:lnTo>
                    <a:pt x="334129" y="159311"/>
                  </a:lnTo>
                  <a:lnTo>
                    <a:pt x="333796" y="154018"/>
                  </a:lnTo>
                  <a:lnTo>
                    <a:pt x="333295" y="148738"/>
                  </a:lnTo>
                  <a:lnTo>
                    <a:pt x="332627" y="143476"/>
                  </a:lnTo>
                  <a:lnTo>
                    <a:pt x="331792" y="138238"/>
                  </a:lnTo>
                  <a:lnTo>
                    <a:pt x="330791" y="133030"/>
                  </a:lnTo>
                  <a:lnTo>
                    <a:pt x="329626" y="127855"/>
                  </a:lnTo>
                  <a:lnTo>
                    <a:pt x="328297" y="122721"/>
                  </a:lnTo>
                  <a:lnTo>
                    <a:pt x="326806" y="117631"/>
                  </a:lnTo>
                  <a:lnTo>
                    <a:pt x="325154" y="112591"/>
                  </a:lnTo>
                  <a:lnTo>
                    <a:pt x="323343" y="107605"/>
                  </a:lnTo>
                  <a:lnTo>
                    <a:pt x="321375" y="102680"/>
                  </a:lnTo>
                  <a:lnTo>
                    <a:pt x="319251" y="97820"/>
                  </a:lnTo>
                  <a:lnTo>
                    <a:pt x="316975" y="93029"/>
                  </a:lnTo>
                  <a:lnTo>
                    <a:pt x="314548" y="88314"/>
                  </a:lnTo>
                  <a:lnTo>
                    <a:pt x="311972" y="83677"/>
                  </a:lnTo>
                  <a:lnTo>
                    <a:pt x="309250" y="79125"/>
                  </a:lnTo>
                  <a:lnTo>
                    <a:pt x="306386" y="74661"/>
                  </a:lnTo>
                  <a:lnTo>
                    <a:pt x="303381" y="70290"/>
                  </a:lnTo>
                  <a:lnTo>
                    <a:pt x="300239" y="66017"/>
                  </a:lnTo>
                  <a:lnTo>
                    <a:pt x="296963" y="61846"/>
                  </a:lnTo>
                  <a:lnTo>
                    <a:pt x="293557" y="57780"/>
                  </a:lnTo>
                  <a:lnTo>
                    <a:pt x="290023" y="53825"/>
                  </a:lnTo>
                  <a:lnTo>
                    <a:pt x="286365" y="49984"/>
                  </a:lnTo>
                  <a:lnTo>
                    <a:pt x="282588" y="46261"/>
                  </a:lnTo>
                  <a:lnTo>
                    <a:pt x="278694" y="42660"/>
                  </a:lnTo>
                  <a:lnTo>
                    <a:pt x="274688" y="39184"/>
                  </a:lnTo>
                  <a:lnTo>
                    <a:pt x="270574" y="35836"/>
                  </a:lnTo>
                  <a:lnTo>
                    <a:pt x="266355" y="32621"/>
                  </a:lnTo>
                  <a:lnTo>
                    <a:pt x="262037" y="29542"/>
                  </a:lnTo>
                  <a:lnTo>
                    <a:pt x="257623" y="26601"/>
                  </a:lnTo>
                  <a:lnTo>
                    <a:pt x="253119" y="23801"/>
                  </a:lnTo>
                  <a:lnTo>
                    <a:pt x="248527" y="21146"/>
                  </a:lnTo>
                  <a:lnTo>
                    <a:pt x="243854" y="18638"/>
                  </a:lnTo>
                  <a:lnTo>
                    <a:pt x="239103" y="16279"/>
                  </a:lnTo>
                  <a:lnTo>
                    <a:pt x="234280" y="14072"/>
                  </a:lnTo>
                  <a:lnTo>
                    <a:pt x="229390" y="12019"/>
                  </a:lnTo>
                  <a:lnTo>
                    <a:pt x="224436" y="10123"/>
                  </a:lnTo>
                  <a:lnTo>
                    <a:pt x="219426" y="8385"/>
                  </a:lnTo>
                  <a:lnTo>
                    <a:pt x="214362" y="6806"/>
                  </a:lnTo>
                  <a:lnTo>
                    <a:pt x="209251" y="5389"/>
                  </a:lnTo>
                  <a:lnTo>
                    <a:pt x="204098" y="4135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1855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1855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1855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1855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1855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1855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1855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1855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1855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1855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11855"/>
              <a:ext cx="36951" cy="163032"/>
            </a:xfrm>
            <a:custGeom>
              <a:avLst/>
              <a:pathLst>
                <a:path w="36951" h="163032">
                  <a:moveTo>
                    <a:pt x="36951" y="0"/>
                  </a:moveTo>
                  <a:lnTo>
                    <a:pt x="0" y="163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11288"/>
              <a:ext cx="36951" cy="163600"/>
            </a:xfrm>
            <a:custGeom>
              <a:avLst/>
              <a:pathLst>
                <a:path w="36951" h="163600">
                  <a:moveTo>
                    <a:pt x="36951" y="567"/>
                  </a:moveTo>
                  <a:lnTo>
                    <a:pt x="34351" y="0"/>
                  </a:lnTo>
                  <a:lnTo>
                    <a:pt x="0" y="1636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3707720"/>
              <a:ext cx="34351" cy="167167"/>
            </a:xfrm>
            <a:custGeom>
              <a:avLst/>
              <a:pathLst>
                <a:path w="34351" h="167167">
                  <a:moveTo>
                    <a:pt x="34351" y="3567"/>
                  </a:moveTo>
                  <a:lnTo>
                    <a:pt x="27551" y="2286"/>
                  </a:lnTo>
                  <a:lnTo>
                    <a:pt x="20705" y="1287"/>
                  </a:lnTo>
                  <a:lnTo>
                    <a:pt x="13823" y="572"/>
                  </a:lnTo>
                  <a:lnTo>
                    <a:pt x="6917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14126" y="4213821"/>
              <a:ext cx="334326" cy="334318"/>
            </a:xfrm>
            <a:custGeom>
              <a:avLst/>
              <a:pathLst>
                <a:path w="334326" h="334318">
                  <a:moveTo>
                    <a:pt x="167160" y="0"/>
                  </a:moveTo>
                  <a:lnTo>
                    <a:pt x="161880" y="83"/>
                  </a:lnTo>
                  <a:lnTo>
                    <a:pt x="156605" y="333"/>
                  </a:lnTo>
                  <a:lnTo>
                    <a:pt x="151341" y="750"/>
                  </a:lnTo>
                  <a:lnTo>
                    <a:pt x="146092" y="1332"/>
                  </a:lnTo>
                  <a:lnTo>
                    <a:pt x="140865" y="2081"/>
                  </a:lnTo>
                  <a:lnTo>
                    <a:pt x="135663" y="2994"/>
                  </a:lnTo>
                  <a:lnTo>
                    <a:pt x="130493" y="4070"/>
                  </a:lnTo>
                  <a:lnTo>
                    <a:pt x="125360" y="5310"/>
                  </a:lnTo>
                  <a:lnTo>
                    <a:pt x="120268" y="6711"/>
                  </a:lnTo>
                  <a:lnTo>
                    <a:pt x="115224" y="8272"/>
                  </a:lnTo>
                  <a:lnTo>
                    <a:pt x="110231" y="9992"/>
                  </a:lnTo>
                  <a:lnTo>
                    <a:pt x="105294" y="11869"/>
                  </a:lnTo>
                  <a:lnTo>
                    <a:pt x="100420" y="13900"/>
                  </a:lnTo>
                  <a:lnTo>
                    <a:pt x="95612" y="16085"/>
                  </a:lnTo>
                  <a:lnTo>
                    <a:pt x="90876" y="18420"/>
                  </a:lnTo>
                  <a:lnTo>
                    <a:pt x="86215" y="20904"/>
                  </a:lnTo>
                  <a:lnTo>
                    <a:pt x="81636" y="23534"/>
                  </a:lnTo>
                  <a:lnTo>
                    <a:pt x="77142" y="26307"/>
                  </a:lnTo>
                  <a:lnTo>
                    <a:pt x="72737" y="29221"/>
                  </a:lnTo>
                  <a:lnTo>
                    <a:pt x="68427" y="32272"/>
                  </a:lnTo>
                  <a:lnTo>
                    <a:pt x="64215" y="35458"/>
                  </a:lnTo>
                  <a:lnTo>
                    <a:pt x="60107" y="38775"/>
                  </a:lnTo>
                  <a:lnTo>
                    <a:pt x="56105" y="42221"/>
                  </a:lnTo>
                  <a:lnTo>
                    <a:pt x="52213" y="45791"/>
                  </a:lnTo>
                  <a:lnTo>
                    <a:pt x="48437" y="49482"/>
                  </a:lnTo>
                  <a:lnTo>
                    <a:pt x="44779" y="53291"/>
                  </a:lnTo>
                  <a:lnTo>
                    <a:pt x="41243" y="57214"/>
                  </a:lnTo>
                  <a:lnTo>
                    <a:pt x="37833" y="61246"/>
                  </a:lnTo>
                  <a:lnTo>
                    <a:pt x="34552" y="65384"/>
                  </a:lnTo>
                  <a:lnTo>
                    <a:pt x="31403" y="69623"/>
                  </a:lnTo>
                  <a:lnTo>
                    <a:pt x="28390" y="73960"/>
                  </a:lnTo>
                  <a:lnTo>
                    <a:pt x="25515" y="78390"/>
                  </a:lnTo>
                  <a:lnTo>
                    <a:pt x="22781" y="82908"/>
                  </a:lnTo>
                  <a:lnTo>
                    <a:pt x="20192" y="87510"/>
                  </a:lnTo>
                  <a:lnTo>
                    <a:pt x="17749" y="92192"/>
                  </a:lnTo>
                  <a:lnTo>
                    <a:pt x="15455" y="96949"/>
                  </a:lnTo>
                  <a:lnTo>
                    <a:pt x="13313" y="101776"/>
                  </a:lnTo>
                  <a:lnTo>
                    <a:pt x="11325" y="106668"/>
                  </a:lnTo>
                  <a:lnTo>
                    <a:pt x="9491" y="111621"/>
                  </a:lnTo>
                  <a:lnTo>
                    <a:pt x="7816" y="116629"/>
                  </a:lnTo>
                  <a:lnTo>
                    <a:pt x="6299" y="121687"/>
                  </a:lnTo>
                  <a:lnTo>
                    <a:pt x="4942" y="126791"/>
                  </a:lnTo>
                  <a:lnTo>
                    <a:pt x="3748" y="131935"/>
                  </a:lnTo>
                  <a:lnTo>
                    <a:pt x="2717" y="137114"/>
                  </a:lnTo>
                  <a:lnTo>
                    <a:pt x="1849" y="142323"/>
                  </a:lnTo>
                  <a:lnTo>
                    <a:pt x="1147" y="147557"/>
                  </a:lnTo>
                  <a:lnTo>
                    <a:pt x="611" y="152811"/>
                  </a:lnTo>
                  <a:lnTo>
                    <a:pt x="240" y="158078"/>
                  </a:lnTo>
                  <a:lnTo>
                    <a:pt x="37" y="163355"/>
                  </a:lnTo>
                  <a:lnTo>
                    <a:pt x="0" y="168636"/>
                  </a:lnTo>
                  <a:lnTo>
                    <a:pt x="129" y="173915"/>
                  </a:lnTo>
                  <a:lnTo>
                    <a:pt x="426" y="179188"/>
                  </a:lnTo>
                  <a:lnTo>
                    <a:pt x="889" y="184449"/>
                  </a:lnTo>
                  <a:lnTo>
                    <a:pt x="1518" y="189692"/>
                  </a:lnTo>
                  <a:lnTo>
                    <a:pt x="2312" y="194913"/>
                  </a:lnTo>
                  <a:lnTo>
                    <a:pt x="3270" y="200106"/>
                  </a:lnTo>
                  <a:lnTo>
                    <a:pt x="4393" y="205266"/>
                  </a:lnTo>
                  <a:lnTo>
                    <a:pt x="5677" y="210388"/>
                  </a:lnTo>
                  <a:lnTo>
                    <a:pt x="7123" y="215468"/>
                  </a:lnTo>
                  <a:lnTo>
                    <a:pt x="8728" y="220498"/>
                  </a:lnTo>
                  <a:lnTo>
                    <a:pt x="10492" y="225476"/>
                  </a:lnTo>
                  <a:lnTo>
                    <a:pt x="12412" y="230396"/>
                  </a:lnTo>
                  <a:lnTo>
                    <a:pt x="14486" y="235252"/>
                  </a:lnTo>
                  <a:lnTo>
                    <a:pt x="16713" y="240041"/>
                  </a:lnTo>
                  <a:lnTo>
                    <a:pt x="19090" y="244756"/>
                  </a:lnTo>
                  <a:lnTo>
                    <a:pt x="21615" y="249395"/>
                  </a:lnTo>
                  <a:lnTo>
                    <a:pt x="24285" y="253951"/>
                  </a:lnTo>
                  <a:lnTo>
                    <a:pt x="27097" y="258420"/>
                  </a:lnTo>
                  <a:lnTo>
                    <a:pt x="30049" y="262799"/>
                  </a:lnTo>
                  <a:lnTo>
                    <a:pt x="33138" y="267082"/>
                  </a:lnTo>
                  <a:lnTo>
                    <a:pt x="36361" y="271266"/>
                  </a:lnTo>
                  <a:lnTo>
                    <a:pt x="39715" y="275345"/>
                  </a:lnTo>
                  <a:lnTo>
                    <a:pt x="43195" y="279317"/>
                  </a:lnTo>
                  <a:lnTo>
                    <a:pt x="46800" y="283176"/>
                  </a:lnTo>
                  <a:lnTo>
                    <a:pt x="50524" y="286920"/>
                  </a:lnTo>
                  <a:lnTo>
                    <a:pt x="54365" y="290545"/>
                  </a:lnTo>
                  <a:lnTo>
                    <a:pt x="58318" y="294046"/>
                  </a:lnTo>
                  <a:lnTo>
                    <a:pt x="62380" y="297421"/>
                  </a:lnTo>
                  <a:lnTo>
                    <a:pt x="66547" y="300665"/>
                  </a:lnTo>
                  <a:lnTo>
                    <a:pt x="70813" y="303777"/>
                  </a:lnTo>
                  <a:lnTo>
                    <a:pt x="75177" y="306752"/>
                  </a:lnTo>
                  <a:lnTo>
                    <a:pt x="79631" y="309588"/>
                  </a:lnTo>
                  <a:lnTo>
                    <a:pt x="84174" y="312281"/>
                  </a:lnTo>
                  <a:lnTo>
                    <a:pt x="88799" y="314830"/>
                  </a:lnTo>
                  <a:lnTo>
                    <a:pt x="93502" y="317232"/>
                  </a:lnTo>
                  <a:lnTo>
                    <a:pt x="98279" y="319483"/>
                  </a:lnTo>
                  <a:lnTo>
                    <a:pt x="103124" y="321583"/>
                  </a:lnTo>
                  <a:lnTo>
                    <a:pt x="108034" y="323529"/>
                  </a:lnTo>
                  <a:lnTo>
                    <a:pt x="113002" y="325318"/>
                  </a:lnTo>
                  <a:lnTo>
                    <a:pt x="118025" y="326950"/>
                  </a:lnTo>
                  <a:lnTo>
                    <a:pt x="123096" y="328422"/>
                  </a:lnTo>
                  <a:lnTo>
                    <a:pt x="128212" y="329734"/>
                  </a:lnTo>
                  <a:lnTo>
                    <a:pt x="133366" y="330883"/>
                  </a:lnTo>
                  <a:lnTo>
                    <a:pt x="138554" y="331869"/>
                  </a:lnTo>
                  <a:lnTo>
                    <a:pt x="143771" y="332690"/>
                  </a:lnTo>
                  <a:lnTo>
                    <a:pt x="149010" y="333346"/>
                  </a:lnTo>
                  <a:lnTo>
                    <a:pt x="154269" y="333837"/>
                  </a:lnTo>
                  <a:lnTo>
                    <a:pt x="159539" y="334161"/>
                  </a:lnTo>
                  <a:lnTo>
                    <a:pt x="164818" y="334318"/>
                  </a:lnTo>
                  <a:lnTo>
                    <a:pt x="170099" y="334309"/>
                  </a:lnTo>
                  <a:lnTo>
                    <a:pt x="175377" y="334132"/>
                  </a:lnTo>
                  <a:lnTo>
                    <a:pt x="180647" y="333790"/>
                  </a:lnTo>
                  <a:lnTo>
                    <a:pt x="185903" y="333280"/>
                  </a:lnTo>
                  <a:lnTo>
                    <a:pt x="191140" y="332605"/>
                  </a:lnTo>
                  <a:lnTo>
                    <a:pt x="196354" y="331766"/>
                  </a:lnTo>
                  <a:lnTo>
                    <a:pt x="201539" y="330761"/>
                  </a:lnTo>
                  <a:lnTo>
                    <a:pt x="206689" y="329594"/>
                  </a:lnTo>
                  <a:lnTo>
                    <a:pt x="211800" y="328264"/>
                  </a:lnTo>
                  <a:lnTo>
                    <a:pt x="216866" y="326774"/>
                  </a:lnTo>
                  <a:lnTo>
                    <a:pt x="221882" y="325124"/>
                  </a:lnTo>
                  <a:lnTo>
                    <a:pt x="226844" y="323317"/>
                  </a:lnTo>
                  <a:lnTo>
                    <a:pt x="231747" y="321354"/>
                  </a:lnTo>
                  <a:lnTo>
                    <a:pt x="236585" y="319237"/>
                  </a:lnTo>
                  <a:lnTo>
                    <a:pt x="241354" y="316968"/>
                  </a:lnTo>
                  <a:lnTo>
                    <a:pt x="246048" y="314550"/>
                  </a:lnTo>
                  <a:lnTo>
                    <a:pt x="250664" y="311984"/>
                  </a:lnTo>
                  <a:lnTo>
                    <a:pt x="255197" y="309275"/>
                  </a:lnTo>
                  <a:lnTo>
                    <a:pt x="259642" y="306423"/>
                  </a:lnTo>
                  <a:lnTo>
                    <a:pt x="263994" y="303432"/>
                  </a:lnTo>
                  <a:lnTo>
                    <a:pt x="268250" y="300306"/>
                  </a:lnTo>
                  <a:lnTo>
                    <a:pt x="272405" y="297046"/>
                  </a:lnTo>
                  <a:lnTo>
                    <a:pt x="276455" y="293657"/>
                  </a:lnTo>
                  <a:lnTo>
                    <a:pt x="280395" y="290142"/>
                  </a:lnTo>
                  <a:lnTo>
                    <a:pt x="284223" y="286504"/>
                  </a:lnTo>
                  <a:lnTo>
                    <a:pt x="287934" y="282746"/>
                  </a:lnTo>
                  <a:lnTo>
                    <a:pt x="291525" y="278874"/>
                  </a:lnTo>
                  <a:lnTo>
                    <a:pt x="294991" y="274890"/>
                  </a:lnTo>
                  <a:lnTo>
                    <a:pt x="298330" y="270799"/>
                  </a:lnTo>
                  <a:lnTo>
                    <a:pt x="301538" y="266604"/>
                  </a:lnTo>
                  <a:lnTo>
                    <a:pt x="304612" y="262310"/>
                  </a:lnTo>
                  <a:lnTo>
                    <a:pt x="307548" y="257920"/>
                  </a:lnTo>
                  <a:lnTo>
                    <a:pt x="310345" y="253441"/>
                  </a:lnTo>
                  <a:lnTo>
                    <a:pt x="312999" y="248875"/>
                  </a:lnTo>
                  <a:lnTo>
                    <a:pt x="315507" y="244228"/>
                  </a:lnTo>
                  <a:lnTo>
                    <a:pt x="317867" y="239504"/>
                  </a:lnTo>
                  <a:lnTo>
                    <a:pt x="320076" y="234707"/>
                  </a:lnTo>
                  <a:lnTo>
                    <a:pt x="322133" y="229844"/>
                  </a:lnTo>
                  <a:lnTo>
                    <a:pt x="324036" y="224917"/>
                  </a:lnTo>
                  <a:lnTo>
                    <a:pt x="325782" y="219933"/>
                  </a:lnTo>
                  <a:lnTo>
                    <a:pt x="327369" y="214897"/>
                  </a:lnTo>
                  <a:lnTo>
                    <a:pt x="328797" y="209812"/>
                  </a:lnTo>
                  <a:lnTo>
                    <a:pt x="330063" y="204686"/>
                  </a:lnTo>
                  <a:lnTo>
                    <a:pt x="331167" y="199521"/>
                  </a:lnTo>
                  <a:lnTo>
                    <a:pt x="332107" y="194325"/>
                  </a:lnTo>
                  <a:lnTo>
                    <a:pt x="332883" y="189101"/>
                  </a:lnTo>
                  <a:lnTo>
                    <a:pt x="333493" y="183856"/>
                  </a:lnTo>
                  <a:lnTo>
                    <a:pt x="333937" y="178593"/>
                  </a:lnTo>
                  <a:lnTo>
                    <a:pt x="334215" y="173320"/>
                  </a:lnTo>
                  <a:lnTo>
                    <a:pt x="334326" y="168040"/>
                  </a:lnTo>
                  <a:lnTo>
                    <a:pt x="334270" y="162760"/>
                  </a:lnTo>
                  <a:lnTo>
                    <a:pt x="334047" y="157483"/>
                  </a:lnTo>
                  <a:lnTo>
                    <a:pt x="333658" y="152217"/>
                  </a:lnTo>
                  <a:lnTo>
                    <a:pt x="333103" y="146965"/>
                  </a:lnTo>
                  <a:lnTo>
                    <a:pt x="332382" y="141734"/>
                  </a:lnTo>
                  <a:lnTo>
                    <a:pt x="331496" y="136528"/>
                  </a:lnTo>
                  <a:lnTo>
                    <a:pt x="330446" y="131352"/>
                  </a:lnTo>
                  <a:lnTo>
                    <a:pt x="329234" y="126213"/>
                  </a:lnTo>
                  <a:lnTo>
                    <a:pt x="327859" y="121114"/>
                  </a:lnTo>
                  <a:lnTo>
                    <a:pt x="326324" y="116061"/>
                  </a:lnTo>
                  <a:lnTo>
                    <a:pt x="324631" y="111059"/>
                  </a:lnTo>
                  <a:lnTo>
                    <a:pt x="322780" y="106113"/>
                  </a:lnTo>
                  <a:lnTo>
                    <a:pt x="320774" y="101228"/>
                  </a:lnTo>
                  <a:lnTo>
                    <a:pt x="318614" y="96409"/>
                  </a:lnTo>
                  <a:lnTo>
                    <a:pt x="316304" y="91660"/>
                  </a:lnTo>
                  <a:lnTo>
                    <a:pt x="313844" y="86987"/>
                  </a:lnTo>
                  <a:lnTo>
                    <a:pt x="311238" y="82394"/>
                  </a:lnTo>
                  <a:lnTo>
                    <a:pt x="308489" y="77885"/>
                  </a:lnTo>
                  <a:lnTo>
                    <a:pt x="305598" y="73466"/>
                  </a:lnTo>
                  <a:lnTo>
                    <a:pt x="302569" y="69140"/>
                  </a:lnTo>
                  <a:lnTo>
                    <a:pt x="299406" y="64911"/>
                  </a:lnTo>
                  <a:lnTo>
                    <a:pt x="296110" y="60785"/>
                  </a:lnTo>
                  <a:lnTo>
                    <a:pt x="292685" y="56765"/>
                  </a:lnTo>
                  <a:lnTo>
                    <a:pt x="289135" y="52855"/>
                  </a:lnTo>
                  <a:lnTo>
                    <a:pt x="285464" y="49060"/>
                  </a:lnTo>
                  <a:lnTo>
                    <a:pt x="281674" y="45382"/>
                  </a:lnTo>
                  <a:lnTo>
                    <a:pt x="277770" y="41826"/>
                  </a:lnTo>
                  <a:lnTo>
                    <a:pt x="273756" y="38394"/>
                  </a:lnTo>
                  <a:lnTo>
                    <a:pt x="269635" y="35092"/>
                  </a:lnTo>
                  <a:lnTo>
                    <a:pt x="265412" y="31921"/>
                  </a:lnTo>
                  <a:lnTo>
                    <a:pt x="261091" y="28885"/>
                  </a:lnTo>
                  <a:lnTo>
                    <a:pt x="256677" y="25987"/>
                  </a:lnTo>
                  <a:lnTo>
                    <a:pt x="252173" y="23230"/>
                  </a:lnTo>
                  <a:lnTo>
                    <a:pt x="247584" y="20616"/>
                  </a:lnTo>
                  <a:lnTo>
                    <a:pt x="242915" y="18149"/>
                  </a:lnTo>
                  <a:lnTo>
                    <a:pt x="238170" y="15831"/>
                  </a:lnTo>
                  <a:lnTo>
                    <a:pt x="233354" y="13663"/>
                  </a:lnTo>
                  <a:lnTo>
                    <a:pt x="228473" y="11649"/>
                  </a:lnTo>
                  <a:lnTo>
                    <a:pt x="223530" y="9790"/>
                  </a:lnTo>
                  <a:lnTo>
                    <a:pt x="218531" y="8088"/>
                  </a:lnTo>
                  <a:lnTo>
                    <a:pt x="213480" y="6545"/>
                  </a:lnTo>
                  <a:lnTo>
                    <a:pt x="208384" y="5162"/>
                  </a:lnTo>
                  <a:lnTo>
                    <a:pt x="203246" y="3941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7208"/>
              <a:ext cx="36085" cy="163779"/>
            </a:xfrm>
            <a:custGeom>
              <a:avLst/>
              <a:pathLst>
                <a:path w="36085" h="163779">
                  <a:moveTo>
                    <a:pt x="36085" y="553"/>
                  </a:moveTo>
                  <a:lnTo>
                    <a:pt x="33482" y="0"/>
                  </a:lnTo>
                  <a:lnTo>
                    <a:pt x="0" y="1637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781287" y="4213821"/>
              <a:ext cx="33482" cy="167167"/>
            </a:xfrm>
            <a:custGeom>
              <a:avLst/>
              <a:pathLst>
                <a:path w="33482" h="167167">
                  <a:moveTo>
                    <a:pt x="33482" y="3387"/>
                  </a:moveTo>
                  <a:lnTo>
                    <a:pt x="26851" y="2170"/>
                  </a:lnTo>
                  <a:lnTo>
                    <a:pt x="20176" y="1222"/>
                  </a:lnTo>
                  <a:lnTo>
                    <a:pt x="13469" y="543"/>
                  </a:lnTo>
                  <a:lnTo>
                    <a:pt x="6740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19361" y="4659281"/>
              <a:ext cx="167163" cy="221181"/>
            </a:xfrm>
            <a:custGeom>
              <a:avLst/>
              <a:pathLst>
                <a:path w="167163" h="221181">
                  <a:moveTo>
                    <a:pt x="167163" y="0"/>
                  </a:moveTo>
                  <a:lnTo>
                    <a:pt x="161781" y="86"/>
                  </a:lnTo>
                  <a:lnTo>
                    <a:pt x="156405" y="346"/>
                  </a:lnTo>
                  <a:lnTo>
                    <a:pt x="151039" y="779"/>
                  </a:lnTo>
                  <a:lnTo>
                    <a:pt x="145691" y="1384"/>
                  </a:lnTo>
                  <a:lnTo>
                    <a:pt x="140365" y="2161"/>
                  </a:lnTo>
                  <a:lnTo>
                    <a:pt x="135066" y="3110"/>
                  </a:lnTo>
                  <a:lnTo>
                    <a:pt x="129801" y="4228"/>
                  </a:lnTo>
                  <a:lnTo>
                    <a:pt x="124575" y="5515"/>
                  </a:lnTo>
                  <a:lnTo>
                    <a:pt x="119393" y="6970"/>
                  </a:lnTo>
                  <a:lnTo>
                    <a:pt x="114260" y="8591"/>
                  </a:lnTo>
                  <a:lnTo>
                    <a:pt x="109182" y="10377"/>
                  </a:lnTo>
                  <a:lnTo>
                    <a:pt x="104164" y="12325"/>
                  </a:lnTo>
                  <a:lnTo>
                    <a:pt x="99212" y="14433"/>
                  </a:lnTo>
                  <a:lnTo>
                    <a:pt x="94330" y="16700"/>
                  </a:lnTo>
                  <a:lnTo>
                    <a:pt x="89523" y="19123"/>
                  </a:lnTo>
                  <a:lnTo>
                    <a:pt x="84797" y="21699"/>
                  </a:lnTo>
                  <a:lnTo>
                    <a:pt x="80157" y="24426"/>
                  </a:lnTo>
                  <a:lnTo>
                    <a:pt x="75606" y="27301"/>
                  </a:lnTo>
                  <a:lnTo>
                    <a:pt x="71151" y="30322"/>
                  </a:lnTo>
                  <a:lnTo>
                    <a:pt x="66795" y="33484"/>
                  </a:lnTo>
                  <a:lnTo>
                    <a:pt x="62543" y="36784"/>
                  </a:lnTo>
                  <a:lnTo>
                    <a:pt x="58400" y="40220"/>
                  </a:lnTo>
                  <a:lnTo>
                    <a:pt x="54369" y="43787"/>
                  </a:lnTo>
                  <a:lnTo>
                    <a:pt x="50455" y="47483"/>
                  </a:lnTo>
                  <a:lnTo>
                    <a:pt x="46663" y="51302"/>
                  </a:lnTo>
                  <a:lnTo>
                    <a:pt x="42995" y="55242"/>
                  </a:lnTo>
                  <a:lnTo>
                    <a:pt x="39456" y="59297"/>
                  </a:lnTo>
                  <a:lnTo>
                    <a:pt x="36049" y="63465"/>
                  </a:lnTo>
                  <a:lnTo>
                    <a:pt x="32779" y="67739"/>
                  </a:lnTo>
                  <a:lnTo>
                    <a:pt x="29647" y="72117"/>
                  </a:lnTo>
                  <a:lnTo>
                    <a:pt x="26658" y="76594"/>
                  </a:lnTo>
                  <a:lnTo>
                    <a:pt x="23815" y="81164"/>
                  </a:lnTo>
                  <a:lnTo>
                    <a:pt x="21121" y="85824"/>
                  </a:lnTo>
                  <a:lnTo>
                    <a:pt x="18578" y="90568"/>
                  </a:lnTo>
                  <a:lnTo>
                    <a:pt x="16189" y="95391"/>
                  </a:lnTo>
                  <a:lnTo>
                    <a:pt x="13956" y="100289"/>
                  </a:lnTo>
                  <a:lnTo>
                    <a:pt x="11882" y="105256"/>
                  </a:lnTo>
                  <a:lnTo>
                    <a:pt x="9970" y="110288"/>
                  </a:lnTo>
                  <a:lnTo>
                    <a:pt x="8220" y="115378"/>
                  </a:lnTo>
                  <a:lnTo>
                    <a:pt x="6635" y="120522"/>
                  </a:lnTo>
                  <a:lnTo>
                    <a:pt x="5216" y="125714"/>
                  </a:lnTo>
                  <a:lnTo>
                    <a:pt x="3966" y="130949"/>
                  </a:lnTo>
                  <a:lnTo>
                    <a:pt x="2884" y="136222"/>
                  </a:lnTo>
                  <a:lnTo>
                    <a:pt x="1973" y="141527"/>
                  </a:lnTo>
                  <a:lnTo>
                    <a:pt x="1234" y="146859"/>
                  </a:lnTo>
                  <a:lnTo>
                    <a:pt x="666" y="152211"/>
                  </a:lnTo>
                  <a:lnTo>
                    <a:pt x="271" y="157579"/>
                  </a:lnTo>
                  <a:lnTo>
                    <a:pt x="48" y="162957"/>
                  </a:lnTo>
                  <a:lnTo>
                    <a:pt x="0" y="168340"/>
                  </a:lnTo>
                  <a:lnTo>
                    <a:pt x="124" y="173721"/>
                  </a:lnTo>
                  <a:lnTo>
                    <a:pt x="422" y="179095"/>
                  </a:lnTo>
                  <a:lnTo>
                    <a:pt x="892" y="184457"/>
                  </a:lnTo>
                  <a:lnTo>
                    <a:pt x="1535" y="189801"/>
                  </a:lnTo>
                  <a:lnTo>
                    <a:pt x="2349" y="195122"/>
                  </a:lnTo>
                  <a:lnTo>
                    <a:pt x="3335" y="200414"/>
                  </a:lnTo>
                  <a:lnTo>
                    <a:pt x="4490" y="205671"/>
                  </a:lnTo>
                  <a:lnTo>
                    <a:pt x="5814" y="210888"/>
                  </a:lnTo>
                  <a:lnTo>
                    <a:pt x="7305" y="216060"/>
                  </a:lnTo>
                  <a:lnTo>
                    <a:pt x="8962" y="221181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8324" y="4826449"/>
              <a:ext cx="158200" cy="54014"/>
            </a:xfrm>
            <a:custGeom>
              <a:avLst/>
              <a:pathLst>
                <a:path w="158200" h="54014">
                  <a:moveTo>
                    <a:pt x="0" y="54014"/>
                  </a:moveTo>
                  <a:lnTo>
                    <a:pt x="15820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8324" y="4826449"/>
              <a:ext cx="158200" cy="54014"/>
            </a:xfrm>
            <a:custGeom>
              <a:avLst/>
              <a:pathLst>
                <a:path w="158200" h="54014">
                  <a:moveTo>
                    <a:pt x="0" y="54014"/>
                  </a:moveTo>
                  <a:lnTo>
                    <a:pt x="15820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8324" y="4826449"/>
              <a:ext cx="158200" cy="54014"/>
            </a:xfrm>
            <a:custGeom>
              <a:avLst/>
              <a:pathLst>
                <a:path w="158200" h="54014">
                  <a:moveTo>
                    <a:pt x="0" y="54014"/>
                  </a:moveTo>
                  <a:lnTo>
                    <a:pt x="15820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8324" y="4826449"/>
              <a:ext cx="158200" cy="54014"/>
            </a:xfrm>
            <a:custGeom>
              <a:avLst/>
              <a:pathLst>
                <a:path w="158200" h="54014">
                  <a:moveTo>
                    <a:pt x="0" y="54014"/>
                  </a:moveTo>
                  <a:lnTo>
                    <a:pt x="1582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8324" y="4826449"/>
              <a:ext cx="158200" cy="54014"/>
            </a:xfrm>
            <a:custGeom>
              <a:avLst/>
              <a:pathLst>
                <a:path w="158200" h="54014">
                  <a:moveTo>
                    <a:pt x="0" y="54014"/>
                  </a:moveTo>
                  <a:lnTo>
                    <a:pt x="1582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28324" y="4826449"/>
              <a:ext cx="158200" cy="54014"/>
            </a:xfrm>
            <a:custGeom>
              <a:avLst/>
              <a:pathLst>
                <a:path w="158200" h="54014">
                  <a:moveTo>
                    <a:pt x="0" y="54014"/>
                  </a:moveTo>
                  <a:lnTo>
                    <a:pt x="1582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28324" y="4826449"/>
              <a:ext cx="158200" cy="54014"/>
            </a:xfrm>
            <a:custGeom>
              <a:avLst/>
              <a:pathLst>
                <a:path w="158200" h="54014">
                  <a:moveTo>
                    <a:pt x="0" y="54014"/>
                  </a:moveTo>
                  <a:lnTo>
                    <a:pt x="1582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28324" y="4826449"/>
              <a:ext cx="158200" cy="54014"/>
            </a:xfrm>
            <a:custGeom>
              <a:avLst/>
              <a:pathLst>
                <a:path w="158200" h="54014">
                  <a:moveTo>
                    <a:pt x="0" y="54014"/>
                  </a:moveTo>
                  <a:lnTo>
                    <a:pt x="15820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28324" y="4826449"/>
              <a:ext cx="158200" cy="54014"/>
            </a:xfrm>
            <a:custGeom>
              <a:avLst/>
              <a:pathLst>
                <a:path w="158200" h="54014">
                  <a:moveTo>
                    <a:pt x="0" y="54014"/>
                  </a:moveTo>
                  <a:lnTo>
                    <a:pt x="15820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28324" y="4826449"/>
              <a:ext cx="158200" cy="83071"/>
            </a:xfrm>
            <a:custGeom>
              <a:avLst/>
              <a:pathLst>
                <a:path w="158200" h="83071">
                  <a:moveTo>
                    <a:pt x="0" y="54014"/>
                  </a:moveTo>
                  <a:lnTo>
                    <a:pt x="2178" y="60017"/>
                  </a:lnTo>
                  <a:lnTo>
                    <a:pt x="4585" y="65933"/>
                  </a:lnTo>
                  <a:lnTo>
                    <a:pt x="7216" y="71753"/>
                  </a:lnTo>
                  <a:lnTo>
                    <a:pt x="10067" y="77468"/>
                  </a:lnTo>
                  <a:lnTo>
                    <a:pt x="13134" y="83071"/>
                  </a:lnTo>
                  <a:lnTo>
                    <a:pt x="15820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941458" y="4659281"/>
              <a:ext cx="312215" cy="334334"/>
            </a:xfrm>
            <a:custGeom>
              <a:avLst/>
              <a:pathLst>
                <a:path w="312215" h="334334">
                  <a:moveTo>
                    <a:pt x="0" y="250238"/>
                  </a:moveTo>
                  <a:lnTo>
                    <a:pt x="2711" y="254803"/>
                  </a:lnTo>
                  <a:lnTo>
                    <a:pt x="5565" y="259279"/>
                  </a:lnTo>
                  <a:lnTo>
                    <a:pt x="8561" y="263662"/>
                  </a:lnTo>
                  <a:lnTo>
                    <a:pt x="11694" y="267948"/>
                  </a:lnTo>
                  <a:lnTo>
                    <a:pt x="14961" y="272133"/>
                  </a:lnTo>
                  <a:lnTo>
                    <a:pt x="18360" y="276211"/>
                  </a:lnTo>
                  <a:lnTo>
                    <a:pt x="21886" y="280180"/>
                  </a:lnTo>
                  <a:lnTo>
                    <a:pt x="25537" y="284034"/>
                  </a:lnTo>
                  <a:lnTo>
                    <a:pt x="29309" y="287771"/>
                  </a:lnTo>
                  <a:lnTo>
                    <a:pt x="33197" y="291386"/>
                  </a:lnTo>
                  <a:lnTo>
                    <a:pt x="37198" y="294875"/>
                  </a:lnTo>
                  <a:lnTo>
                    <a:pt x="41307" y="298236"/>
                  </a:lnTo>
                  <a:lnTo>
                    <a:pt x="45522" y="301465"/>
                  </a:lnTo>
                  <a:lnTo>
                    <a:pt x="49837" y="304558"/>
                  </a:lnTo>
                  <a:lnTo>
                    <a:pt x="54247" y="307513"/>
                  </a:lnTo>
                  <a:lnTo>
                    <a:pt x="58750" y="310326"/>
                  </a:lnTo>
                  <a:lnTo>
                    <a:pt x="63339" y="312995"/>
                  </a:lnTo>
                  <a:lnTo>
                    <a:pt x="68011" y="315517"/>
                  </a:lnTo>
                  <a:lnTo>
                    <a:pt x="72761" y="317889"/>
                  </a:lnTo>
                  <a:lnTo>
                    <a:pt x="77584" y="320109"/>
                  </a:lnTo>
                  <a:lnTo>
                    <a:pt x="82474" y="322174"/>
                  </a:lnTo>
                  <a:lnTo>
                    <a:pt x="87428" y="324084"/>
                  </a:lnTo>
                  <a:lnTo>
                    <a:pt x="92440" y="325835"/>
                  </a:lnTo>
                  <a:lnTo>
                    <a:pt x="97505" y="327426"/>
                  </a:lnTo>
                  <a:lnTo>
                    <a:pt x="102618" y="328855"/>
                  </a:lnTo>
                  <a:lnTo>
                    <a:pt x="107774" y="330122"/>
                  </a:lnTo>
                  <a:lnTo>
                    <a:pt x="112967" y="331224"/>
                  </a:lnTo>
                  <a:lnTo>
                    <a:pt x="118193" y="332160"/>
                  </a:lnTo>
                  <a:lnTo>
                    <a:pt x="123446" y="332930"/>
                  </a:lnTo>
                  <a:lnTo>
                    <a:pt x="128720" y="333533"/>
                  </a:lnTo>
                  <a:lnTo>
                    <a:pt x="134012" y="333969"/>
                  </a:lnTo>
                  <a:lnTo>
                    <a:pt x="139314" y="334235"/>
                  </a:lnTo>
                  <a:lnTo>
                    <a:pt x="144622" y="334334"/>
                  </a:lnTo>
                  <a:lnTo>
                    <a:pt x="149931" y="334264"/>
                  </a:lnTo>
                  <a:lnTo>
                    <a:pt x="155234" y="334025"/>
                  </a:lnTo>
                  <a:lnTo>
                    <a:pt x="160528" y="333618"/>
                  </a:lnTo>
                  <a:lnTo>
                    <a:pt x="165805" y="333043"/>
                  </a:lnTo>
                  <a:lnTo>
                    <a:pt x="171062" y="332301"/>
                  </a:lnTo>
                  <a:lnTo>
                    <a:pt x="176293" y="331392"/>
                  </a:lnTo>
                  <a:lnTo>
                    <a:pt x="181492" y="330317"/>
                  </a:lnTo>
                  <a:lnTo>
                    <a:pt x="186655" y="329078"/>
                  </a:lnTo>
                  <a:lnTo>
                    <a:pt x="191775" y="327676"/>
                  </a:lnTo>
                  <a:lnTo>
                    <a:pt x="196848" y="326112"/>
                  </a:lnTo>
                  <a:lnTo>
                    <a:pt x="201870" y="324387"/>
                  </a:lnTo>
                  <a:lnTo>
                    <a:pt x="206833" y="322504"/>
                  </a:lnTo>
                  <a:lnTo>
                    <a:pt x="211735" y="320465"/>
                  </a:lnTo>
                  <a:lnTo>
                    <a:pt x="216569" y="318270"/>
                  </a:lnTo>
                  <a:lnTo>
                    <a:pt x="221331" y="315923"/>
                  </a:lnTo>
                  <a:lnTo>
                    <a:pt x="226017" y="313427"/>
                  </a:lnTo>
                  <a:lnTo>
                    <a:pt x="230620" y="310782"/>
                  </a:lnTo>
                  <a:lnTo>
                    <a:pt x="235138" y="307993"/>
                  </a:lnTo>
                  <a:lnTo>
                    <a:pt x="239564" y="305062"/>
                  </a:lnTo>
                  <a:lnTo>
                    <a:pt x="243895" y="301991"/>
                  </a:lnTo>
                  <a:lnTo>
                    <a:pt x="248127" y="298785"/>
                  </a:lnTo>
                  <a:lnTo>
                    <a:pt x="252254" y="295446"/>
                  </a:lnTo>
                  <a:lnTo>
                    <a:pt x="256274" y="291978"/>
                  </a:lnTo>
                  <a:lnTo>
                    <a:pt x="260181" y="288383"/>
                  </a:lnTo>
                  <a:lnTo>
                    <a:pt x="263972" y="284667"/>
                  </a:lnTo>
                  <a:lnTo>
                    <a:pt x="267643" y="280832"/>
                  </a:lnTo>
                  <a:lnTo>
                    <a:pt x="271191" y="276882"/>
                  </a:lnTo>
                  <a:lnTo>
                    <a:pt x="274611" y="272822"/>
                  </a:lnTo>
                  <a:lnTo>
                    <a:pt x="277901" y="268655"/>
                  </a:lnTo>
                  <a:lnTo>
                    <a:pt x="281057" y="264385"/>
                  </a:lnTo>
                  <a:lnTo>
                    <a:pt x="284075" y="260018"/>
                  </a:lnTo>
                  <a:lnTo>
                    <a:pt x="286953" y="255557"/>
                  </a:lnTo>
                  <a:lnTo>
                    <a:pt x="289689" y="251007"/>
                  </a:lnTo>
                  <a:lnTo>
                    <a:pt x="292278" y="246372"/>
                  </a:lnTo>
                  <a:lnTo>
                    <a:pt x="294719" y="241657"/>
                  </a:lnTo>
                  <a:lnTo>
                    <a:pt x="297009" y="236867"/>
                  </a:lnTo>
                  <a:lnTo>
                    <a:pt x="299146" y="232007"/>
                  </a:lnTo>
                  <a:lnTo>
                    <a:pt x="301127" y="227082"/>
                  </a:lnTo>
                  <a:lnTo>
                    <a:pt x="302951" y="222096"/>
                  </a:lnTo>
                  <a:lnTo>
                    <a:pt x="304615" y="217055"/>
                  </a:lnTo>
                  <a:lnTo>
                    <a:pt x="306119" y="211963"/>
                  </a:lnTo>
                  <a:lnTo>
                    <a:pt x="307460" y="206826"/>
                  </a:lnTo>
                  <a:lnTo>
                    <a:pt x="308638" y="201649"/>
                  </a:lnTo>
                  <a:lnTo>
                    <a:pt x="309650" y="196438"/>
                  </a:lnTo>
                  <a:lnTo>
                    <a:pt x="310497" y="191197"/>
                  </a:lnTo>
                  <a:lnTo>
                    <a:pt x="311176" y="185931"/>
                  </a:lnTo>
                  <a:lnTo>
                    <a:pt x="311689" y="180647"/>
                  </a:lnTo>
                  <a:lnTo>
                    <a:pt x="312033" y="175349"/>
                  </a:lnTo>
                  <a:lnTo>
                    <a:pt x="312208" y="170043"/>
                  </a:lnTo>
                  <a:lnTo>
                    <a:pt x="312215" y="164734"/>
                  </a:lnTo>
                  <a:lnTo>
                    <a:pt x="312054" y="159428"/>
                  </a:lnTo>
                  <a:lnTo>
                    <a:pt x="311724" y="154129"/>
                  </a:lnTo>
                  <a:lnTo>
                    <a:pt x="311226" y="148843"/>
                  </a:lnTo>
                  <a:lnTo>
                    <a:pt x="310560" y="143576"/>
                  </a:lnTo>
                  <a:lnTo>
                    <a:pt x="309727" y="138333"/>
                  </a:lnTo>
                  <a:lnTo>
                    <a:pt x="308729" y="133119"/>
                  </a:lnTo>
                  <a:lnTo>
                    <a:pt x="307565" y="127939"/>
                  </a:lnTo>
                  <a:lnTo>
                    <a:pt x="306237" y="122798"/>
                  </a:lnTo>
                  <a:lnTo>
                    <a:pt x="304747" y="117703"/>
                  </a:lnTo>
                  <a:lnTo>
                    <a:pt x="303096" y="112657"/>
                  </a:lnTo>
                  <a:lnTo>
                    <a:pt x="301285" y="107666"/>
                  </a:lnTo>
                  <a:lnTo>
                    <a:pt x="299317" y="102736"/>
                  </a:lnTo>
                  <a:lnTo>
                    <a:pt x="297193" y="97870"/>
                  </a:lnTo>
                  <a:lnTo>
                    <a:pt x="294916" y="93074"/>
                  </a:lnTo>
                  <a:lnTo>
                    <a:pt x="292488" y="88353"/>
                  </a:lnTo>
                  <a:lnTo>
                    <a:pt x="289911" y="83711"/>
                  </a:lnTo>
                  <a:lnTo>
                    <a:pt x="287188" y="79154"/>
                  </a:lnTo>
                  <a:lnTo>
                    <a:pt x="284321" y="74685"/>
                  </a:lnTo>
                  <a:lnTo>
                    <a:pt x="281314" y="70310"/>
                  </a:lnTo>
                  <a:lnTo>
                    <a:pt x="278170" y="66032"/>
                  </a:lnTo>
                  <a:lnTo>
                    <a:pt x="274891" y="61856"/>
                  </a:lnTo>
                  <a:lnTo>
                    <a:pt x="271481" y="57787"/>
                  </a:lnTo>
                  <a:lnTo>
                    <a:pt x="267944" y="53828"/>
                  </a:lnTo>
                  <a:lnTo>
                    <a:pt x="264283" y="49983"/>
                  </a:lnTo>
                  <a:lnTo>
                    <a:pt x="260502" y="46256"/>
                  </a:lnTo>
                  <a:lnTo>
                    <a:pt x="256604" y="42652"/>
                  </a:lnTo>
                  <a:lnTo>
                    <a:pt x="252594" y="39173"/>
                  </a:lnTo>
                  <a:lnTo>
                    <a:pt x="248476" y="35823"/>
                  </a:lnTo>
                  <a:lnTo>
                    <a:pt x="244253" y="32605"/>
                  </a:lnTo>
                  <a:lnTo>
                    <a:pt x="239930" y="29523"/>
                  </a:lnTo>
                  <a:lnTo>
                    <a:pt x="235511" y="26580"/>
                  </a:lnTo>
                  <a:lnTo>
                    <a:pt x="231001" y="23779"/>
                  </a:lnTo>
                  <a:lnTo>
                    <a:pt x="226404" y="21123"/>
                  </a:lnTo>
                  <a:lnTo>
                    <a:pt x="221726" y="18613"/>
                  </a:lnTo>
                  <a:lnTo>
                    <a:pt x="216970" y="16254"/>
                  </a:lnTo>
                  <a:lnTo>
                    <a:pt x="212141" y="14047"/>
                  </a:lnTo>
                  <a:lnTo>
                    <a:pt x="207245" y="11994"/>
                  </a:lnTo>
                  <a:lnTo>
                    <a:pt x="202286" y="10098"/>
                  </a:lnTo>
                  <a:lnTo>
                    <a:pt x="197270" y="8360"/>
                  </a:lnTo>
                  <a:lnTo>
                    <a:pt x="192201" y="6782"/>
                  </a:lnTo>
                  <a:lnTo>
                    <a:pt x="187084" y="5366"/>
                  </a:lnTo>
                  <a:lnTo>
                    <a:pt x="181925" y="4114"/>
                  </a:lnTo>
                  <a:lnTo>
                    <a:pt x="176729" y="3026"/>
                  </a:lnTo>
                  <a:lnTo>
                    <a:pt x="171500" y="2103"/>
                  </a:lnTo>
                  <a:lnTo>
                    <a:pt x="166245" y="1347"/>
                  </a:lnTo>
                  <a:lnTo>
                    <a:pt x="160969" y="758"/>
                  </a:lnTo>
                  <a:lnTo>
                    <a:pt x="155677" y="337"/>
                  </a:lnTo>
                  <a:lnTo>
                    <a:pt x="150374" y="84"/>
                  </a:lnTo>
                  <a:lnTo>
                    <a:pt x="145066" y="0"/>
                  </a:lnTo>
                  <a:lnTo>
                    <a:pt x="1450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6946" y="5018213"/>
              <a:ext cx="1774" cy="167167"/>
            </a:xfrm>
            <a:custGeom>
              <a:avLst/>
              <a:pathLst>
                <a:path w="1774" h="167167">
                  <a:moveTo>
                    <a:pt x="1774" y="0"/>
                  </a:moveTo>
                  <a:lnTo>
                    <a:pt x="0" y="9"/>
                  </a:lnTo>
                  <a:lnTo>
                    <a:pt x="177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6946" y="5018222"/>
              <a:ext cx="1774" cy="167158"/>
            </a:xfrm>
            <a:custGeom>
              <a:avLst/>
              <a:pathLst>
                <a:path w="1774" h="167158">
                  <a:moveTo>
                    <a:pt x="0" y="0"/>
                  </a:moveTo>
                  <a:lnTo>
                    <a:pt x="1774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6946" y="5018222"/>
              <a:ext cx="1774" cy="167158"/>
            </a:xfrm>
            <a:custGeom>
              <a:avLst/>
              <a:pathLst>
                <a:path w="1774" h="167158">
                  <a:moveTo>
                    <a:pt x="0" y="0"/>
                  </a:moveTo>
                  <a:lnTo>
                    <a:pt x="1774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6946" y="5018222"/>
              <a:ext cx="1774" cy="167158"/>
            </a:xfrm>
            <a:custGeom>
              <a:avLst/>
              <a:pathLst>
                <a:path w="1774" h="167158">
                  <a:moveTo>
                    <a:pt x="0" y="0"/>
                  </a:moveTo>
                  <a:lnTo>
                    <a:pt x="1774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6946" y="5018222"/>
              <a:ext cx="1774" cy="167158"/>
            </a:xfrm>
            <a:custGeom>
              <a:avLst/>
              <a:pathLst>
                <a:path w="1774" h="167158">
                  <a:moveTo>
                    <a:pt x="0" y="0"/>
                  </a:moveTo>
                  <a:lnTo>
                    <a:pt x="1774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6946" y="5018222"/>
              <a:ext cx="1774" cy="167158"/>
            </a:xfrm>
            <a:custGeom>
              <a:avLst/>
              <a:pathLst>
                <a:path w="1774" h="167158">
                  <a:moveTo>
                    <a:pt x="0" y="0"/>
                  </a:moveTo>
                  <a:lnTo>
                    <a:pt x="1774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6946" y="5018222"/>
              <a:ext cx="1774" cy="167158"/>
            </a:xfrm>
            <a:custGeom>
              <a:avLst/>
              <a:pathLst>
                <a:path w="1774" h="167158">
                  <a:moveTo>
                    <a:pt x="0" y="0"/>
                  </a:moveTo>
                  <a:lnTo>
                    <a:pt x="1774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6946" y="5018222"/>
              <a:ext cx="1774" cy="167158"/>
            </a:xfrm>
            <a:custGeom>
              <a:avLst/>
              <a:pathLst>
                <a:path w="1774" h="167158">
                  <a:moveTo>
                    <a:pt x="0" y="0"/>
                  </a:moveTo>
                  <a:lnTo>
                    <a:pt x="1774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6946" y="5018222"/>
              <a:ext cx="1774" cy="167158"/>
            </a:xfrm>
            <a:custGeom>
              <a:avLst/>
              <a:pathLst>
                <a:path w="1774" h="167158">
                  <a:moveTo>
                    <a:pt x="0" y="0"/>
                  </a:moveTo>
                  <a:lnTo>
                    <a:pt x="1774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321559" y="5018222"/>
              <a:ext cx="334311" cy="334323"/>
            </a:xfrm>
            <a:custGeom>
              <a:avLst/>
              <a:pathLst>
                <a:path w="334311" h="334323">
                  <a:moveTo>
                    <a:pt x="165387" y="0"/>
                  </a:moveTo>
                  <a:lnTo>
                    <a:pt x="160095" y="140"/>
                  </a:lnTo>
                  <a:lnTo>
                    <a:pt x="154809" y="447"/>
                  </a:lnTo>
                  <a:lnTo>
                    <a:pt x="149537" y="922"/>
                  </a:lnTo>
                  <a:lnTo>
                    <a:pt x="144281" y="1563"/>
                  </a:lnTo>
                  <a:lnTo>
                    <a:pt x="139049" y="2371"/>
                  </a:lnTo>
                  <a:lnTo>
                    <a:pt x="133845" y="3344"/>
                  </a:lnTo>
                  <a:lnTo>
                    <a:pt x="128675" y="4481"/>
                  </a:lnTo>
                  <a:lnTo>
                    <a:pt x="123543" y="5781"/>
                  </a:lnTo>
                  <a:lnTo>
                    <a:pt x="118454" y="7243"/>
                  </a:lnTo>
                  <a:lnTo>
                    <a:pt x="113415" y="8866"/>
                  </a:lnTo>
                  <a:lnTo>
                    <a:pt x="108430" y="10647"/>
                  </a:lnTo>
                  <a:lnTo>
                    <a:pt x="103503" y="12585"/>
                  </a:lnTo>
                  <a:lnTo>
                    <a:pt x="98640" y="14679"/>
                  </a:lnTo>
                  <a:lnTo>
                    <a:pt x="93846" y="16925"/>
                  </a:lnTo>
                  <a:lnTo>
                    <a:pt x="89126" y="19322"/>
                  </a:lnTo>
                  <a:lnTo>
                    <a:pt x="84484" y="21867"/>
                  </a:lnTo>
                  <a:lnTo>
                    <a:pt x="79924" y="24558"/>
                  </a:lnTo>
                  <a:lnTo>
                    <a:pt x="75453" y="27392"/>
                  </a:lnTo>
                  <a:lnTo>
                    <a:pt x="71073" y="30366"/>
                  </a:lnTo>
                  <a:lnTo>
                    <a:pt x="66789" y="33477"/>
                  </a:lnTo>
                  <a:lnTo>
                    <a:pt x="62607" y="36723"/>
                  </a:lnTo>
                  <a:lnTo>
                    <a:pt x="58529" y="40099"/>
                  </a:lnTo>
                  <a:lnTo>
                    <a:pt x="54560" y="43602"/>
                  </a:lnTo>
                  <a:lnTo>
                    <a:pt x="50704" y="47230"/>
                  </a:lnTo>
                  <a:lnTo>
                    <a:pt x="46964" y="50978"/>
                  </a:lnTo>
                  <a:lnTo>
                    <a:pt x="43346" y="54842"/>
                  </a:lnTo>
                  <a:lnTo>
                    <a:pt x="39851" y="58819"/>
                  </a:lnTo>
                  <a:lnTo>
                    <a:pt x="36485" y="62905"/>
                  </a:lnTo>
                  <a:lnTo>
                    <a:pt x="33249" y="67095"/>
                  </a:lnTo>
                  <a:lnTo>
                    <a:pt x="30147" y="71386"/>
                  </a:lnTo>
                  <a:lnTo>
                    <a:pt x="27184" y="75773"/>
                  </a:lnTo>
                  <a:lnTo>
                    <a:pt x="24360" y="80251"/>
                  </a:lnTo>
                  <a:lnTo>
                    <a:pt x="21680" y="84816"/>
                  </a:lnTo>
                  <a:lnTo>
                    <a:pt x="19145" y="89465"/>
                  </a:lnTo>
                  <a:lnTo>
                    <a:pt x="16759" y="94191"/>
                  </a:lnTo>
                  <a:lnTo>
                    <a:pt x="14524" y="98990"/>
                  </a:lnTo>
                  <a:lnTo>
                    <a:pt x="12442" y="103857"/>
                  </a:lnTo>
                  <a:lnTo>
                    <a:pt x="10515" y="108788"/>
                  </a:lnTo>
                  <a:lnTo>
                    <a:pt x="8745" y="113778"/>
                  </a:lnTo>
                  <a:lnTo>
                    <a:pt x="7134" y="118821"/>
                  </a:lnTo>
                  <a:lnTo>
                    <a:pt x="5684" y="123913"/>
                  </a:lnTo>
                  <a:lnTo>
                    <a:pt x="4396" y="129048"/>
                  </a:lnTo>
                  <a:lnTo>
                    <a:pt x="3271" y="134221"/>
                  </a:lnTo>
                  <a:lnTo>
                    <a:pt x="2310" y="139427"/>
                  </a:lnTo>
                  <a:lnTo>
                    <a:pt x="1514" y="144661"/>
                  </a:lnTo>
                  <a:lnTo>
                    <a:pt x="885" y="149918"/>
                  </a:lnTo>
                  <a:lnTo>
                    <a:pt x="423" y="155192"/>
                  </a:lnTo>
                  <a:lnTo>
                    <a:pt x="127" y="160478"/>
                  </a:lnTo>
                  <a:lnTo>
                    <a:pt x="0" y="165770"/>
                  </a:lnTo>
                  <a:lnTo>
                    <a:pt x="39" y="171064"/>
                  </a:lnTo>
                  <a:lnTo>
                    <a:pt x="247" y="176354"/>
                  </a:lnTo>
                  <a:lnTo>
                    <a:pt x="622" y="181635"/>
                  </a:lnTo>
                  <a:lnTo>
                    <a:pt x="1164" y="186902"/>
                  </a:lnTo>
                  <a:lnTo>
                    <a:pt x="1872" y="192148"/>
                  </a:lnTo>
                  <a:lnTo>
                    <a:pt x="2747" y="197370"/>
                  </a:lnTo>
                  <a:lnTo>
                    <a:pt x="3786" y="202561"/>
                  </a:lnTo>
                  <a:lnTo>
                    <a:pt x="4989" y="207716"/>
                  </a:lnTo>
                  <a:lnTo>
                    <a:pt x="6354" y="212831"/>
                  </a:lnTo>
                  <a:lnTo>
                    <a:pt x="7881" y="217901"/>
                  </a:lnTo>
                  <a:lnTo>
                    <a:pt x="9568" y="222919"/>
                  </a:lnTo>
                  <a:lnTo>
                    <a:pt x="11413" y="227881"/>
                  </a:lnTo>
                  <a:lnTo>
                    <a:pt x="13414" y="232783"/>
                  </a:lnTo>
                  <a:lnTo>
                    <a:pt x="15569" y="237618"/>
                  </a:lnTo>
                  <a:lnTo>
                    <a:pt x="17876" y="242383"/>
                  </a:lnTo>
                  <a:lnTo>
                    <a:pt x="20333" y="247073"/>
                  </a:lnTo>
                  <a:lnTo>
                    <a:pt x="22937" y="251682"/>
                  </a:lnTo>
                  <a:lnTo>
                    <a:pt x="25686" y="256207"/>
                  </a:lnTo>
                  <a:lnTo>
                    <a:pt x="28577" y="260642"/>
                  </a:lnTo>
                  <a:lnTo>
                    <a:pt x="31607" y="264983"/>
                  </a:lnTo>
                  <a:lnTo>
                    <a:pt x="34772" y="269227"/>
                  </a:lnTo>
                  <a:lnTo>
                    <a:pt x="38071" y="273368"/>
                  </a:lnTo>
                  <a:lnTo>
                    <a:pt x="41499" y="277402"/>
                  </a:lnTo>
                  <a:lnTo>
                    <a:pt x="45053" y="281326"/>
                  </a:lnTo>
                  <a:lnTo>
                    <a:pt x="48729" y="285136"/>
                  </a:lnTo>
                  <a:lnTo>
                    <a:pt x="52525" y="288827"/>
                  </a:lnTo>
                  <a:lnTo>
                    <a:pt x="56435" y="292396"/>
                  </a:lnTo>
                  <a:lnTo>
                    <a:pt x="60456" y="295839"/>
                  </a:lnTo>
                  <a:lnTo>
                    <a:pt x="64584" y="299154"/>
                  </a:lnTo>
                  <a:lnTo>
                    <a:pt x="68816" y="302336"/>
                  </a:lnTo>
                  <a:lnTo>
                    <a:pt x="73145" y="305382"/>
                  </a:lnTo>
                  <a:lnTo>
                    <a:pt x="77570" y="308290"/>
                  </a:lnTo>
                  <a:lnTo>
                    <a:pt x="82084" y="311056"/>
                  </a:lnTo>
                  <a:lnTo>
                    <a:pt x="86683" y="313678"/>
                  </a:lnTo>
                  <a:lnTo>
                    <a:pt x="91363" y="316153"/>
                  </a:lnTo>
                  <a:lnTo>
                    <a:pt x="96119" y="318478"/>
                  </a:lnTo>
                  <a:lnTo>
                    <a:pt x="100946" y="320652"/>
                  </a:lnTo>
                  <a:lnTo>
                    <a:pt x="105840" y="322672"/>
                  </a:lnTo>
                  <a:lnTo>
                    <a:pt x="110795" y="324536"/>
                  </a:lnTo>
                  <a:lnTo>
                    <a:pt x="115807" y="326241"/>
                  </a:lnTo>
                  <a:lnTo>
                    <a:pt x="120870" y="327788"/>
                  </a:lnTo>
                  <a:lnTo>
                    <a:pt x="125980" y="329173"/>
                  </a:lnTo>
                  <a:lnTo>
                    <a:pt x="131131" y="330396"/>
                  </a:lnTo>
                  <a:lnTo>
                    <a:pt x="136318" y="331455"/>
                  </a:lnTo>
                  <a:lnTo>
                    <a:pt x="141536" y="332349"/>
                  </a:lnTo>
                  <a:lnTo>
                    <a:pt x="146780" y="333078"/>
                  </a:lnTo>
                  <a:lnTo>
                    <a:pt x="152044" y="333640"/>
                  </a:lnTo>
                  <a:lnTo>
                    <a:pt x="157324" y="334035"/>
                  </a:lnTo>
                  <a:lnTo>
                    <a:pt x="162613" y="334263"/>
                  </a:lnTo>
                  <a:lnTo>
                    <a:pt x="167907" y="334323"/>
                  </a:lnTo>
                  <a:lnTo>
                    <a:pt x="173200" y="334216"/>
                  </a:lnTo>
                  <a:lnTo>
                    <a:pt x="178487" y="333941"/>
                  </a:lnTo>
                  <a:lnTo>
                    <a:pt x="183762" y="333499"/>
                  </a:lnTo>
                  <a:lnTo>
                    <a:pt x="189021" y="332889"/>
                  </a:lnTo>
                  <a:lnTo>
                    <a:pt x="194259" y="332114"/>
                  </a:lnTo>
                  <a:lnTo>
                    <a:pt x="199468" y="331173"/>
                  </a:lnTo>
                  <a:lnTo>
                    <a:pt x="204646" y="330068"/>
                  </a:lnTo>
                  <a:lnTo>
                    <a:pt x="209786" y="328799"/>
                  </a:lnTo>
                  <a:lnTo>
                    <a:pt x="214883" y="327369"/>
                  </a:lnTo>
                  <a:lnTo>
                    <a:pt x="219932" y="325777"/>
                  </a:lnTo>
                  <a:lnTo>
                    <a:pt x="224929" y="324027"/>
                  </a:lnTo>
                  <a:lnTo>
                    <a:pt x="229867" y="322119"/>
                  </a:lnTo>
                  <a:lnTo>
                    <a:pt x="234743" y="320055"/>
                  </a:lnTo>
                  <a:lnTo>
                    <a:pt x="239550" y="317839"/>
                  </a:lnTo>
                  <a:lnTo>
                    <a:pt x="244285" y="315471"/>
                  </a:lnTo>
                  <a:lnTo>
                    <a:pt x="248943" y="312954"/>
                  </a:lnTo>
                  <a:lnTo>
                    <a:pt x="253519" y="310291"/>
                  </a:lnTo>
                  <a:lnTo>
                    <a:pt x="258008" y="307485"/>
                  </a:lnTo>
                  <a:lnTo>
                    <a:pt x="262406" y="304538"/>
                  </a:lnTo>
                  <a:lnTo>
                    <a:pt x="266709" y="301453"/>
                  </a:lnTo>
                  <a:lnTo>
                    <a:pt x="270911" y="298233"/>
                  </a:lnTo>
                  <a:lnTo>
                    <a:pt x="275010" y="294882"/>
                  </a:lnTo>
                  <a:lnTo>
                    <a:pt x="279000" y="291403"/>
                  </a:lnTo>
                  <a:lnTo>
                    <a:pt x="282879" y="287799"/>
                  </a:lnTo>
                  <a:lnTo>
                    <a:pt x="286641" y="284075"/>
                  </a:lnTo>
                  <a:lnTo>
                    <a:pt x="290283" y="280233"/>
                  </a:lnTo>
                  <a:lnTo>
                    <a:pt x="293802" y="276277"/>
                  </a:lnTo>
                  <a:lnTo>
                    <a:pt x="297194" y="272212"/>
                  </a:lnTo>
                  <a:lnTo>
                    <a:pt x="300455" y="268042"/>
                  </a:lnTo>
                  <a:lnTo>
                    <a:pt x="303583" y="263770"/>
                  </a:lnTo>
                  <a:lnTo>
                    <a:pt x="306574" y="259402"/>
                  </a:lnTo>
                  <a:lnTo>
                    <a:pt x="309425" y="254941"/>
                  </a:lnTo>
                  <a:lnTo>
                    <a:pt x="312133" y="250392"/>
                  </a:lnTo>
                  <a:lnTo>
                    <a:pt x="314696" y="245760"/>
                  </a:lnTo>
                  <a:lnTo>
                    <a:pt x="317111" y="241049"/>
                  </a:lnTo>
                  <a:lnTo>
                    <a:pt x="319376" y="236263"/>
                  </a:lnTo>
                  <a:lnTo>
                    <a:pt x="321488" y="231409"/>
                  </a:lnTo>
                  <a:lnTo>
                    <a:pt x="323445" y="226490"/>
                  </a:lnTo>
                  <a:lnTo>
                    <a:pt x="325246" y="221511"/>
                  </a:lnTo>
                  <a:lnTo>
                    <a:pt x="326887" y="216478"/>
                  </a:lnTo>
                  <a:lnTo>
                    <a:pt x="328369" y="211395"/>
                  </a:lnTo>
                  <a:lnTo>
                    <a:pt x="329689" y="206268"/>
                  </a:lnTo>
                  <a:lnTo>
                    <a:pt x="330846" y="201102"/>
                  </a:lnTo>
                  <a:lnTo>
                    <a:pt x="331839" y="195902"/>
                  </a:lnTo>
                  <a:lnTo>
                    <a:pt x="332666" y="190673"/>
                  </a:lnTo>
                  <a:lnTo>
                    <a:pt x="333328" y="185420"/>
                  </a:lnTo>
                  <a:lnTo>
                    <a:pt x="333823" y="180149"/>
                  </a:lnTo>
                  <a:lnTo>
                    <a:pt x="334151" y="174865"/>
                  </a:lnTo>
                  <a:lnTo>
                    <a:pt x="334311" y="169573"/>
                  </a:lnTo>
                  <a:lnTo>
                    <a:pt x="334304" y="164279"/>
                  </a:lnTo>
                  <a:lnTo>
                    <a:pt x="334129" y="158988"/>
                  </a:lnTo>
                  <a:lnTo>
                    <a:pt x="333786" y="153705"/>
                  </a:lnTo>
                  <a:lnTo>
                    <a:pt x="333277" y="148435"/>
                  </a:lnTo>
                  <a:lnTo>
                    <a:pt x="332601" y="143185"/>
                  </a:lnTo>
                  <a:lnTo>
                    <a:pt x="331759" y="137958"/>
                  </a:lnTo>
                  <a:lnTo>
                    <a:pt x="330751" y="132760"/>
                  </a:lnTo>
                  <a:lnTo>
                    <a:pt x="329580" y="127597"/>
                  </a:lnTo>
                  <a:lnTo>
                    <a:pt x="328246" y="122474"/>
                  </a:lnTo>
                  <a:lnTo>
                    <a:pt x="326750" y="117396"/>
                  </a:lnTo>
                  <a:lnTo>
                    <a:pt x="325095" y="112367"/>
                  </a:lnTo>
                  <a:lnTo>
                    <a:pt x="323280" y="107393"/>
                  </a:lnTo>
                  <a:lnTo>
                    <a:pt x="321310" y="102480"/>
                  </a:lnTo>
                  <a:lnTo>
                    <a:pt x="319184" y="97631"/>
                  </a:lnTo>
                  <a:lnTo>
                    <a:pt x="316906" y="92852"/>
                  </a:lnTo>
                  <a:lnTo>
                    <a:pt x="314478" y="88147"/>
                  </a:lnTo>
                  <a:lnTo>
                    <a:pt x="311903" y="83522"/>
                  </a:lnTo>
                  <a:lnTo>
                    <a:pt x="309182" y="78981"/>
                  </a:lnTo>
                  <a:lnTo>
                    <a:pt x="306318" y="74528"/>
                  </a:lnTo>
                  <a:lnTo>
                    <a:pt x="303315" y="70168"/>
                  </a:lnTo>
                  <a:lnTo>
                    <a:pt x="300176" y="65905"/>
                  </a:lnTo>
                  <a:lnTo>
                    <a:pt x="296903" y="61744"/>
                  </a:lnTo>
                  <a:lnTo>
                    <a:pt x="293500" y="57688"/>
                  </a:lnTo>
                  <a:lnTo>
                    <a:pt x="289970" y="53742"/>
                  </a:lnTo>
                  <a:lnTo>
                    <a:pt x="286317" y="49910"/>
                  </a:lnTo>
                  <a:lnTo>
                    <a:pt x="282544" y="46196"/>
                  </a:lnTo>
                  <a:lnTo>
                    <a:pt x="278656" y="42603"/>
                  </a:lnTo>
                  <a:lnTo>
                    <a:pt x="274656" y="39135"/>
                  </a:lnTo>
                  <a:lnTo>
                    <a:pt x="270548" y="35795"/>
                  </a:lnTo>
                  <a:lnTo>
                    <a:pt x="266337" y="32587"/>
                  </a:lnTo>
                  <a:lnTo>
                    <a:pt x="262026" y="29514"/>
                  </a:lnTo>
                  <a:lnTo>
                    <a:pt x="257620" y="26579"/>
                  </a:lnTo>
                  <a:lnTo>
                    <a:pt x="253123" y="23785"/>
                  </a:lnTo>
                  <a:lnTo>
                    <a:pt x="248540" y="21135"/>
                  </a:lnTo>
                  <a:lnTo>
                    <a:pt x="243875" y="18632"/>
                  </a:lnTo>
                  <a:lnTo>
                    <a:pt x="239133" y="16277"/>
                  </a:lnTo>
                  <a:lnTo>
                    <a:pt x="234319" y="14073"/>
                  </a:lnTo>
                  <a:lnTo>
                    <a:pt x="229438" y="12024"/>
                  </a:lnTo>
                  <a:lnTo>
                    <a:pt x="224494" y="10129"/>
                  </a:lnTo>
                  <a:lnTo>
                    <a:pt x="219493" y="8393"/>
                  </a:lnTo>
                  <a:lnTo>
                    <a:pt x="167161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488720" y="5018213"/>
              <a:ext cx="52332" cy="167167"/>
            </a:xfrm>
            <a:custGeom>
              <a:avLst/>
              <a:pathLst>
                <a:path w="52332" h="167167">
                  <a:moveTo>
                    <a:pt x="52332" y="8402"/>
                  </a:moveTo>
                  <a:lnTo>
                    <a:pt x="46683" y="6650"/>
                  </a:lnTo>
                  <a:lnTo>
                    <a:pt x="40976" y="5100"/>
                  </a:lnTo>
                  <a:lnTo>
                    <a:pt x="35218" y="3752"/>
                  </a:lnTo>
                  <a:lnTo>
                    <a:pt x="29416" y="2608"/>
                  </a:lnTo>
                  <a:lnTo>
                    <a:pt x="23577" y="1671"/>
                  </a:lnTo>
                  <a:lnTo>
                    <a:pt x="17709" y="940"/>
                  </a:lnTo>
                  <a:lnTo>
                    <a:pt x="11818" y="418"/>
                  </a:lnTo>
                  <a:lnTo>
                    <a:pt x="591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797336" y="5269756"/>
              <a:ext cx="167164" cy="245578"/>
            </a:xfrm>
            <a:custGeom>
              <a:avLst/>
              <a:pathLst>
                <a:path w="167164" h="245578">
                  <a:moveTo>
                    <a:pt x="167164" y="0"/>
                  </a:moveTo>
                  <a:lnTo>
                    <a:pt x="161787" y="86"/>
                  </a:lnTo>
                  <a:lnTo>
                    <a:pt x="156415" y="345"/>
                  </a:lnTo>
                  <a:lnTo>
                    <a:pt x="151055" y="778"/>
                  </a:lnTo>
                  <a:lnTo>
                    <a:pt x="145711" y="1382"/>
                  </a:lnTo>
                  <a:lnTo>
                    <a:pt x="140389" y="2158"/>
                  </a:lnTo>
                  <a:lnTo>
                    <a:pt x="135096" y="3104"/>
                  </a:lnTo>
                  <a:lnTo>
                    <a:pt x="129835" y="4221"/>
                  </a:lnTo>
                  <a:lnTo>
                    <a:pt x="124613" y="5506"/>
                  </a:lnTo>
                  <a:lnTo>
                    <a:pt x="119435" y="6958"/>
                  </a:lnTo>
                  <a:lnTo>
                    <a:pt x="114306" y="8576"/>
                  </a:lnTo>
                  <a:lnTo>
                    <a:pt x="109232" y="10359"/>
                  </a:lnTo>
                  <a:lnTo>
                    <a:pt x="104218" y="12303"/>
                  </a:lnTo>
                  <a:lnTo>
                    <a:pt x="99269" y="14408"/>
                  </a:lnTo>
                  <a:lnTo>
                    <a:pt x="94391" y="16671"/>
                  </a:lnTo>
                  <a:lnTo>
                    <a:pt x="89587" y="19090"/>
                  </a:lnTo>
                  <a:lnTo>
                    <a:pt x="84864" y="21662"/>
                  </a:lnTo>
                  <a:lnTo>
                    <a:pt x="80226" y="24385"/>
                  </a:lnTo>
                  <a:lnTo>
                    <a:pt x="75679" y="27255"/>
                  </a:lnTo>
                  <a:lnTo>
                    <a:pt x="71225" y="30270"/>
                  </a:lnTo>
                  <a:lnTo>
                    <a:pt x="66872" y="33427"/>
                  </a:lnTo>
                  <a:lnTo>
                    <a:pt x="62622" y="36722"/>
                  </a:lnTo>
                  <a:lnTo>
                    <a:pt x="58480" y="40153"/>
                  </a:lnTo>
                  <a:lnTo>
                    <a:pt x="54450" y="43714"/>
                  </a:lnTo>
                  <a:lnTo>
                    <a:pt x="50538" y="47404"/>
                  </a:lnTo>
                  <a:lnTo>
                    <a:pt x="46746" y="51217"/>
                  </a:lnTo>
                  <a:lnTo>
                    <a:pt x="43078" y="55151"/>
                  </a:lnTo>
                  <a:lnTo>
                    <a:pt x="39539" y="59200"/>
                  </a:lnTo>
                  <a:lnTo>
                    <a:pt x="36132" y="63361"/>
                  </a:lnTo>
                  <a:lnTo>
                    <a:pt x="32861" y="67630"/>
                  </a:lnTo>
                  <a:lnTo>
                    <a:pt x="29729" y="72002"/>
                  </a:lnTo>
                  <a:lnTo>
                    <a:pt x="26739" y="76472"/>
                  </a:lnTo>
                  <a:lnTo>
                    <a:pt x="23894" y="81036"/>
                  </a:lnTo>
                  <a:lnTo>
                    <a:pt x="21198" y="85689"/>
                  </a:lnTo>
                  <a:lnTo>
                    <a:pt x="18652" y="90426"/>
                  </a:lnTo>
                  <a:lnTo>
                    <a:pt x="16261" y="95243"/>
                  </a:lnTo>
                  <a:lnTo>
                    <a:pt x="14025" y="100134"/>
                  </a:lnTo>
                  <a:lnTo>
                    <a:pt x="11948" y="105095"/>
                  </a:lnTo>
                  <a:lnTo>
                    <a:pt x="10032" y="110120"/>
                  </a:lnTo>
                  <a:lnTo>
                    <a:pt x="8278" y="115204"/>
                  </a:lnTo>
                  <a:lnTo>
                    <a:pt x="6689" y="120341"/>
                  </a:lnTo>
                  <a:lnTo>
                    <a:pt x="5266" y="125528"/>
                  </a:lnTo>
                  <a:lnTo>
                    <a:pt x="4010" y="130757"/>
                  </a:lnTo>
                  <a:lnTo>
                    <a:pt x="2923" y="136024"/>
                  </a:lnTo>
                  <a:lnTo>
                    <a:pt x="2007" y="141323"/>
                  </a:lnTo>
                  <a:lnTo>
                    <a:pt x="1261" y="146649"/>
                  </a:lnTo>
                  <a:lnTo>
                    <a:pt x="687" y="151996"/>
                  </a:lnTo>
                  <a:lnTo>
                    <a:pt x="285" y="157359"/>
                  </a:lnTo>
                  <a:lnTo>
                    <a:pt x="56" y="162732"/>
                  </a:lnTo>
                  <a:lnTo>
                    <a:pt x="0" y="168109"/>
                  </a:lnTo>
                  <a:lnTo>
                    <a:pt x="116" y="173486"/>
                  </a:lnTo>
                  <a:lnTo>
                    <a:pt x="406" y="178856"/>
                  </a:lnTo>
                  <a:lnTo>
                    <a:pt x="868" y="184214"/>
                  </a:lnTo>
                  <a:lnTo>
                    <a:pt x="1503" y="189555"/>
                  </a:lnTo>
                  <a:lnTo>
                    <a:pt x="2309" y="194872"/>
                  </a:lnTo>
                  <a:lnTo>
                    <a:pt x="3285" y="200160"/>
                  </a:lnTo>
                  <a:lnTo>
                    <a:pt x="4431" y="205415"/>
                  </a:lnTo>
                  <a:lnTo>
                    <a:pt x="5746" y="210629"/>
                  </a:lnTo>
                  <a:lnTo>
                    <a:pt x="7227" y="215799"/>
                  </a:lnTo>
                  <a:lnTo>
                    <a:pt x="8874" y="220919"/>
                  </a:lnTo>
                  <a:lnTo>
                    <a:pt x="10685" y="225982"/>
                  </a:lnTo>
                  <a:lnTo>
                    <a:pt x="12658" y="230985"/>
                  </a:lnTo>
                  <a:lnTo>
                    <a:pt x="14791" y="235922"/>
                  </a:lnTo>
                  <a:lnTo>
                    <a:pt x="17081" y="240788"/>
                  </a:lnTo>
                  <a:lnTo>
                    <a:pt x="19527" y="245578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816864" y="5269756"/>
              <a:ext cx="314786" cy="334334"/>
            </a:xfrm>
            <a:custGeom>
              <a:avLst/>
              <a:pathLst>
                <a:path w="314786" h="334334">
                  <a:moveTo>
                    <a:pt x="0" y="245578"/>
                  </a:moveTo>
                  <a:lnTo>
                    <a:pt x="2564" y="250226"/>
                  </a:lnTo>
                  <a:lnTo>
                    <a:pt x="5275" y="254791"/>
                  </a:lnTo>
                  <a:lnTo>
                    <a:pt x="8129" y="259268"/>
                  </a:lnTo>
                  <a:lnTo>
                    <a:pt x="11124" y="263652"/>
                  </a:lnTo>
                  <a:lnTo>
                    <a:pt x="14257" y="267938"/>
                  </a:lnTo>
                  <a:lnTo>
                    <a:pt x="17524" y="272123"/>
                  </a:lnTo>
                  <a:lnTo>
                    <a:pt x="20923" y="276201"/>
                  </a:lnTo>
                  <a:lnTo>
                    <a:pt x="24449" y="280170"/>
                  </a:lnTo>
                  <a:lnTo>
                    <a:pt x="28100" y="284025"/>
                  </a:lnTo>
                  <a:lnTo>
                    <a:pt x="31871" y="287762"/>
                  </a:lnTo>
                  <a:lnTo>
                    <a:pt x="35759" y="291378"/>
                  </a:lnTo>
                  <a:lnTo>
                    <a:pt x="39759" y="294868"/>
                  </a:lnTo>
                  <a:lnTo>
                    <a:pt x="43869" y="298229"/>
                  </a:lnTo>
                  <a:lnTo>
                    <a:pt x="48083" y="301458"/>
                  </a:lnTo>
                  <a:lnTo>
                    <a:pt x="52398" y="304552"/>
                  </a:lnTo>
                  <a:lnTo>
                    <a:pt x="56809" y="307507"/>
                  </a:lnTo>
                  <a:lnTo>
                    <a:pt x="61311" y="310320"/>
                  </a:lnTo>
                  <a:lnTo>
                    <a:pt x="65900" y="312989"/>
                  </a:lnTo>
                  <a:lnTo>
                    <a:pt x="70572" y="315511"/>
                  </a:lnTo>
                  <a:lnTo>
                    <a:pt x="75322" y="317884"/>
                  </a:lnTo>
                  <a:lnTo>
                    <a:pt x="80144" y="320104"/>
                  </a:lnTo>
                  <a:lnTo>
                    <a:pt x="85035" y="322170"/>
                  </a:lnTo>
                  <a:lnTo>
                    <a:pt x="89989" y="324080"/>
                  </a:lnTo>
                  <a:lnTo>
                    <a:pt x="95001" y="325831"/>
                  </a:lnTo>
                  <a:lnTo>
                    <a:pt x="100066" y="327423"/>
                  </a:lnTo>
                  <a:lnTo>
                    <a:pt x="105179" y="328853"/>
                  </a:lnTo>
                  <a:lnTo>
                    <a:pt x="110334" y="330119"/>
                  </a:lnTo>
                  <a:lnTo>
                    <a:pt x="115528" y="331222"/>
                  </a:lnTo>
                  <a:lnTo>
                    <a:pt x="120754" y="332159"/>
                  </a:lnTo>
                  <a:lnTo>
                    <a:pt x="126006" y="332929"/>
                  </a:lnTo>
                  <a:lnTo>
                    <a:pt x="131281" y="333532"/>
                  </a:lnTo>
                  <a:lnTo>
                    <a:pt x="136572" y="333968"/>
                  </a:lnTo>
                  <a:lnTo>
                    <a:pt x="141875" y="334235"/>
                  </a:lnTo>
                  <a:lnTo>
                    <a:pt x="147183" y="334334"/>
                  </a:lnTo>
                  <a:lnTo>
                    <a:pt x="152492" y="334264"/>
                  </a:lnTo>
                  <a:lnTo>
                    <a:pt x="157795" y="334025"/>
                  </a:lnTo>
                  <a:lnTo>
                    <a:pt x="163089" y="333619"/>
                  </a:lnTo>
                  <a:lnTo>
                    <a:pt x="168367" y="333044"/>
                  </a:lnTo>
                  <a:lnTo>
                    <a:pt x="173624" y="332302"/>
                  </a:lnTo>
                  <a:lnTo>
                    <a:pt x="178855" y="331394"/>
                  </a:lnTo>
                  <a:lnTo>
                    <a:pt x="184054" y="330319"/>
                  </a:lnTo>
                  <a:lnTo>
                    <a:pt x="189217" y="329081"/>
                  </a:lnTo>
                  <a:lnTo>
                    <a:pt x="194337" y="327679"/>
                  </a:lnTo>
                  <a:lnTo>
                    <a:pt x="199411" y="326115"/>
                  </a:lnTo>
                  <a:lnTo>
                    <a:pt x="204432" y="324390"/>
                  </a:lnTo>
                  <a:lnTo>
                    <a:pt x="209396" y="322508"/>
                  </a:lnTo>
                  <a:lnTo>
                    <a:pt x="214298" y="320468"/>
                  </a:lnTo>
                  <a:lnTo>
                    <a:pt x="219132" y="318274"/>
                  </a:lnTo>
                  <a:lnTo>
                    <a:pt x="223895" y="315927"/>
                  </a:lnTo>
                  <a:lnTo>
                    <a:pt x="228580" y="313431"/>
                  </a:lnTo>
                  <a:lnTo>
                    <a:pt x="233184" y="310786"/>
                  </a:lnTo>
                  <a:lnTo>
                    <a:pt x="237702" y="307997"/>
                  </a:lnTo>
                  <a:lnTo>
                    <a:pt x="242128" y="305066"/>
                  </a:lnTo>
                  <a:lnTo>
                    <a:pt x="246460" y="301996"/>
                  </a:lnTo>
                  <a:lnTo>
                    <a:pt x="250692" y="298790"/>
                  </a:lnTo>
                  <a:lnTo>
                    <a:pt x="254819" y="295451"/>
                  </a:lnTo>
                  <a:lnTo>
                    <a:pt x="258839" y="291983"/>
                  </a:lnTo>
                  <a:lnTo>
                    <a:pt x="262746" y="288389"/>
                  </a:lnTo>
                  <a:lnTo>
                    <a:pt x="266538" y="284672"/>
                  </a:lnTo>
                  <a:lnTo>
                    <a:pt x="270209" y="280837"/>
                  </a:lnTo>
                  <a:lnTo>
                    <a:pt x="273757" y="276887"/>
                  </a:lnTo>
                  <a:lnTo>
                    <a:pt x="277178" y="272827"/>
                  </a:lnTo>
                  <a:lnTo>
                    <a:pt x="280468" y="268660"/>
                  </a:lnTo>
                  <a:lnTo>
                    <a:pt x="283624" y="264391"/>
                  </a:lnTo>
                  <a:lnTo>
                    <a:pt x="286642" y="260024"/>
                  </a:lnTo>
                  <a:lnTo>
                    <a:pt x="289521" y="255563"/>
                  </a:lnTo>
                  <a:lnTo>
                    <a:pt x="292256" y="251012"/>
                  </a:lnTo>
                  <a:lnTo>
                    <a:pt x="294846" y="246378"/>
                  </a:lnTo>
                  <a:lnTo>
                    <a:pt x="297287" y="241663"/>
                  </a:lnTo>
                  <a:lnTo>
                    <a:pt x="299577" y="236873"/>
                  </a:lnTo>
                  <a:lnTo>
                    <a:pt x="301714" y="232013"/>
                  </a:lnTo>
                  <a:lnTo>
                    <a:pt x="303696" y="227088"/>
                  </a:lnTo>
                  <a:lnTo>
                    <a:pt x="305520" y="222102"/>
                  </a:lnTo>
                  <a:lnTo>
                    <a:pt x="307185" y="217060"/>
                  </a:lnTo>
                  <a:lnTo>
                    <a:pt x="308689" y="211969"/>
                  </a:lnTo>
                  <a:lnTo>
                    <a:pt x="310030" y="206832"/>
                  </a:lnTo>
                  <a:lnTo>
                    <a:pt x="311208" y="201655"/>
                  </a:lnTo>
                  <a:lnTo>
                    <a:pt x="312220" y="196443"/>
                  </a:lnTo>
                  <a:lnTo>
                    <a:pt x="313067" y="191202"/>
                  </a:lnTo>
                  <a:lnTo>
                    <a:pt x="313747" y="185937"/>
                  </a:lnTo>
                  <a:lnTo>
                    <a:pt x="314259" y="180652"/>
                  </a:lnTo>
                  <a:lnTo>
                    <a:pt x="314603" y="175354"/>
                  </a:lnTo>
                  <a:lnTo>
                    <a:pt x="314779" y="170048"/>
                  </a:lnTo>
                  <a:lnTo>
                    <a:pt x="314786" y="164739"/>
                  </a:lnTo>
                  <a:lnTo>
                    <a:pt x="314625" y="159432"/>
                  </a:lnTo>
                  <a:lnTo>
                    <a:pt x="314295" y="154134"/>
                  </a:lnTo>
                  <a:lnTo>
                    <a:pt x="313797" y="148848"/>
                  </a:lnTo>
                  <a:lnTo>
                    <a:pt x="313132" y="143581"/>
                  </a:lnTo>
                  <a:lnTo>
                    <a:pt x="312299" y="138337"/>
                  </a:lnTo>
                  <a:lnTo>
                    <a:pt x="311301" y="133123"/>
                  </a:lnTo>
                  <a:lnTo>
                    <a:pt x="310137" y="127943"/>
                  </a:lnTo>
                  <a:lnTo>
                    <a:pt x="308810" y="122802"/>
                  </a:lnTo>
                  <a:lnTo>
                    <a:pt x="307319" y="117707"/>
                  </a:lnTo>
                  <a:lnTo>
                    <a:pt x="305668" y="112661"/>
                  </a:lnTo>
                  <a:lnTo>
                    <a:pt x="303858" y="107670"/>
                  </a:lnTo>
                  <a:lnTo>
                    <a:pt x="301890" y="102739"/>
                  </a:lnTo>
                  <a:lnTo>
                    <a:pt x="299766" y="97873"/>
                  </a:lnTo>
                  <a:lnTo>
                    <a:pt x="297489" y="93077"/>
                  </a:lnTo>
                  <a:lnTo>
                    <a:pt x="295060" y="88356"/>
                  </a:lnTo>
                  <a:lnTo>
                    <a:pt x="292483" y="83714"/>
                  </a:lnTo>
                  <a:lnTo>
                    <a:pt x="289760" y="79157"/>
                  </a:lnTo>
                  <a:lnTo>
                    <a:pt x="286894" y="74688"/>
                  </a:lnTo>
                  <a:lnTo>
                    <a:pt x="283887" y="70312"/>
                  </a:lnTo>
                  <a:lnTo>
                    <a:pt x="280742" y="66034"/>
                  </a:lnTo>
                  <a:lnTo>
                    <a:pt x="277464" y="61859"/>
                  </a:lnTo>
                  <a:lnTo>
                    <a:pt x="274054" y="57789"/>
                  </a:lnTo>
                  <a:lnTo>
                    <a:pt x="270517" y="53830"/>
                  </a:lnTo>
                  <a:lnTo>
                    <a:pt x="266856" y="49985"/>
                  </a:lnTo>
                  <a:lnTo>
                    <a:pt x="263075" y="46258"/>
                  </a:lnTo>
                  <a:lnTo>
                    <a:pt x="259177" y="42653"/>
                  </a:lnTo>
                  <a:lnTo>
                    <a:pt x="255167" y="39174"/>
                  </a:lnTo>
                  <a:lnTo>
                    <a:pt x="251048" y="35824"/>
                  </a:lnTo>
                  <a:lnTo>
                    <a:pt x="246825" y="32606"/>
                  </a:lnTo>
                  <a:lnTo>
                    <a:pt x="242502" y="29524"/>
                  </a:lnTo>
                  <a:lnTo>
                    <a:pt x="238084" y="26581"/>
                  </a:lnTo>
                  <a:lnTo>
                    <a:pt x="233574" y="23780"/>
                  </a:lnTo>
                  <a:lnTo>
                    <a:pt x="228977" y="21123"/>
                  </a:lnTo>
                  <a:lnTo>
                    <a:pt x="224298" y="18614"/>
                  </a:lnTo>
                  <a:lnTo>
                    <a:pt x="219542" y="16255"/>
                  </a:lnTo>
                  <a:lnTo>
                    <a:pt x="214714" y="14047"/>
                  </a:lnTo>
                  <a:lnTo>
                    <a:pt x="209817" y="11994"/>
                  </a:lnTo>
                  <a:lnTo>
                    <a:pt x="204859" y="10098"/>
                  </a:lnTo>
                  <a:lnTo>
                    <a:pt x="199842" y="8360"/>
                  </a:lnTo>
                  <a:lnTo>
                    <a:pt x="194773" y="6783"/>
                  </a:lnTo>
                  <a:lnTo>
                    <a:pt x="189656" y="5367"/>
                  </a:lnTo>
                  <a:lnTo>
                    <a:pt x="184497" y="4114"/>
                  </a:lnTo>
                  <a:lnTo>
                    <a:pt x="179300" y="3026"/>
                  </a:lnTo>
                  <a:lnTo>
                    <a:pt x="174072" y="2103"/>
                  </a:lnTo>
                  <a:lnTo>
                    <a:pt x="168817" y="1347"/>
                  </a:lnTo>
                  <a:lnTo>
                    <a:pt x="163541" y="758"/>
                  </a:lnTo>
                  <a:lnTo>
                    <a:pt x="158248" y="337"/>
                  </a:lnTo>
                  <a:lnTo>
                    <a:pt x="152945" y="84"/>
                  </a:lnTo>
                  <a:lnTo>
                    <a:pt x="147637" y="0"/>
                  </a:lnTo>
                  <a:lnTo>
                    <a:pt x="14763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43235" y="5399291"/>
              <a:ext cx="42980" cy="167167"/>
            </a:xfrm>
            <a:custGeom>
              <a:avLst/>
              <a:pathLst>
                <a:path w="42980" h="167167">
                  <a:moveTo>
                    <a:pt x="42980" y="0"/>
                  </a:moveTo>
                  <a:lnTo>
                    <a:pt x="36772" y="115"/>
                  </a:lnTo>
                  <a:lnTo>
                    <a:pt x="30572" y="461"/>
                  </a:lnTo>
                  <a:lnTo>
                    <a:pt x="24389" y="1036"/>
                  </a:lnTo>
                  <a:lnTo>
                    <a:pt x="18232" y="1842"/>
                  </a:lnTo>
                  <a:lnTo>
                    <a:pt x="12109" y="2875"/>
                  </a:lnTo>
                  <a:lnTo>
                    <a:pt x="6029" y="4135"/>
                  </a:lnTo>
                  <a:lnTo>
                    <a:pt x="0" y="5619"/>
                  </a:lnTo>
                  <a:lnTo>
                    <a:pt x="4298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319059" y="5404685"/>
              <a:ext cx="334305" cy="328940"/>
            </a:xfrm>
            <a:custGeom>
              <a:avLst/>
              <a:pathLst>
                <a:path w="334305" h="328940">
                  <a:moveTo>
                    <a:pt x="124176" y="225"/>
                  </a:moveTo>
                  <a:lnTo>
                    <a:pt x="119078" y="1668"/>
                  </a:lnTo>
                  <a:lnTo>
                    <a:pt x="114029" y="3272"/>
                  </a:lnTo>
                  <a:lnTo>
                    <a:pt x="109033" y="5036"/>
                  </a:lnTo>
                  <a:lnTo>
                    <a:pt x="104095" y="6956"/>
                  </a:lnTo>
                  <a:lnTo>
                    <a:pt x="99220" y="9032"/>
                  </a:lnTo>
                  <a:lnTo>
                    <a:pt x="94414" y="11262"/>
                  </a:lnTo>
                  <a:lnTo>
                    <a:pt x="89681" y="13643"/>
                  </a:lnTo>
                  <a:lnTo>
                    <a:pt x="85026" y="16172"/>
                  </a:lnTo>
                  <a:lnTo>
                    <a:pt x="80453" y="18848"/>
                  </a:lnTo>
                  <a:lnTo>
                    <a:pt x="75968" y="21667"/>
                  </a:lnTo>
                  <a:lnTo>
                    <a:pt x="71574" y="24627"/>
                  </a:lnTo>
                  <a:lnTo>
                    <a:pt x="67276" y="27725"/>
                  </a:lnTo>
                  <a:lnTo>
                    <a:pt x="63078" y="30958"/>
                  </a:lnTo>
                  <a:lnTo>
                    <a:pt x="58985" y="34322"/>
                  </a:lnTo>
                  <a:lnTo>
                    <a:pt x="55000" y="37814"/>
                  </a:lnTo>
                  <a:lnTo>
                    <a:pt x="51128" y="41430"/>
                  </a:lnTo>
                  <a:lnTo>
                    <a:pt x="47373" y="45167"/>
                  </a:lnTo>
                  <a:lnTo>
                    <a:pt x="43738" y="49022"/>
                  </a:lnTo>
                  <a:lnTo>
                    <a:pt x="40227" y="52989"/>
                  </a:lnTo>
                  <a:lnTo>
                    <a:pt x="36843" y="57066"/>
                  </a:lnTo>
                  <a:lnTo>
                    <a:pt x="33591" y="61248"/>
                  </a:lnTo>
                  <a:lnTo>
                    <a:pt x="30472" y="65532"/>
                  </a:lnTo>
                  <a:lnTo>
                    <a:pt x="27491" y="69911"/>
                  </a:lnTo>
                  <a:lnTo>
                    <a:pt x="24650" y="74383"/>
                  </a:lnTo>
                  <a:lnTo>
                    <a:pt x="21952" y="78943"/>
                  </a:lnTo>
                  <a:lnTo>
                    <a:pt x="19400" y="83586"/>
                  </a:lnTo>
                  <a:lnTo>
                    <a:pt x="16997" y="88308"/>
                  </a:lnTo>
                  <a:lnTo>
                    <a:pt x="14744" y="93103"/>
                  </a:lnTo>
                  <a:lnTo>
                    <a:pt x="12645" y="97967"/>
                  </a:lnTo>
                  <a:lnTo>
                    <a:pt x="10700" y="102896"/>
                  </a:lnTo>
                  <a:lnTo>
                    <a:pt x="8913" y="107883"/>
                  </a:lnTo>
                  <a:lnTo>
                    <a:pt x="7285" y="112925"/>
                  </a:lnTo>
                  <a:lnTo>
                    <a:pt x="5817" y="118016"/>
                  </a:lnTo>
                  <a:lnTo>
                    <a:pt x="4512" y="123151"/>
                  </a:lnTo>
                  <a:lnTo>
                    <a:pt x="3369" y="128324"/>
                  </a:lnTo>
                  <a:lnTo>
                    <a:pt x="2392" y="133531"/>
                  </a:lnTo>
                  <a:lnTo>
                    <a:pt x="1580" y="138767"/>
                  </a:lnTo>
                  <a:lnTo>
                    <a:pt x="934" y="144025"/>
                  </a:lnTo>
                  <a:lnTo>
                    <a:pt x="455" y="149302"/>
                  </a:lnTo>
                  <a:lnTo>
                    <a:pt x="143" y="154590"/>
                  </a:lnTo>
                  <a:lnTo>
                    <a:pt x="0" y="159887"/>
                  </a:lnTo>
                  <a:lnTo>
                    <a:pt x="24" y="165185"/>
                  </a:lnTo>
                  <a:lnTo>
                    <a:pt x="216" y="170479"/>
                  </a:lnTo>
                  <a:lnTo>
                    <a:pt x="575" y="175765"/>
                  </a:lnTo>
                  <a:lnTo>
                    <a:pt x="1103" y="181037"/>
                  </a:lnTo>
                  <a:lnTo>
                    <a:pt x="1796" y="186289"/>
                  </a:lnTo>
                  <a:lnTo>
                    <a:pt x="2656" y="191517"/>
                  </a:lnTo>
                  <a:lnTo>
                    <a:pt x="3682" y="196715"/>
                  </a:lnTo>
                  <a:lnTo>
                    <a:pt x="4871" y="201878"/>
                  </a:lnTo>
                  <a:lnTo>
                    <a:pt x="6223" y="207001"/>
                  </a:lnTo>
                  <a:lnTo>
                    <a:pt x="7737" y="212078"/>
                  </a:lnTo>
                  <a:lnTo>
                    <a:pt x="9412" y="217104"/>
                  </a:lnTo>
                  <a:lnTo>
                    <a:pt x="11244" y="222075"/>
                  </a:lnTo>
                  <a:lnTo>
                    <a:pt x="13234" y="226986"/>
                  </a:lnTo>
                  <a:lnTo>
                    <a:pt x="15377" y="231831"/>
                  </a:lnTo>
                  <a:lnTo>
                    <a:pt x="17674" y="236606"/>
                  </a:lnTo>
                  <a:lnTo>
                    <a:pt x="20120" y="241305"/>
                  </a:lnTo>
                  <a:lnTo>
                    <a:pt x="22714" y="245924"/>
                  </a:lnTo>
                  <a:lnTo>
                    <a:pt x="25454" y="250459"/>
                  </a:lnTo>
                  <a:lnTo>
                    <a:pt x="28335" y="254905"/>
                  </a:lnTo>
                  <a:lnTo>
                    <a:pt x="31356" y="259258"/>
                  </a:lnTo>
                  <a:lnTo>
                    <a:pt x="34514" y="263512"/>
                  </a:lnTo>
                  <a:lnTo>
                    <a:pt x="37804" y="267665"/>
                  </a:lnTo>
                  <a:lnTo>
                    <a:pt x="41225" y="271710"/>
                  </a:lnTo>
                  <a:lnTo>
                    <a:pt x="44772" y="275646"/>
                  </a:lnTo>
                  <a:lnTo>
                    <a:pt x="48442" y="279467"/>
                  </a:lnTo>
                  <a:lnTo>
                    <a:pt x="52231" y="283170"/>
                  </a:lnTo>
                  <a:lnTo>
                    <a:pt x="56136" y="286751"/>
                  </a:lnTo>
                  <a:lnTo>
                    <a:pt x="60152" y="290206"/>
                  </a:lnTo>
                  <a:lnTo>
                    <a:pt x="64276" y="293533"/>
                  </a:lnTo>
                  <a:lnTo>
                    <a:pt x="68503" y="296727"/>
                  </a:lnTo>
                  <a:lnTo>
                    <a:pt x="72829" y="299785"/>
                  </a:lnTo>
                  <a:lnTo>
                    <a:pt x="77250" y="302705"/>
                  </a:lnTo>
                  <a:lnTo>
                    <a:pt x="81761" y="305483"/>
                  </a:lnTo>
                  <a:lnTo>
                    <a:pt x="86358" y="308117"/>
                  </a:lnTo>
                  <a:lnTo>
                    <a:pt x="91036" y="310604"/>
                  </a:lnTo>
                  <a:lnTo>
                    <a:pt x="95791" y="312942"/>
                  </a:lnTo>
                  <a:lnTo>
                    <a:pt x="100617" y="315127"/>
                  </a:lnTo>
                  <a:lnTo>
                    <a:pt x="105510" y="317159"/>
                  </a:lnTo>
                  <a:lnTo>
                    <a:pt x="110465" y="319034"/>
                  </a:lnTo>
                  <a:lnTo>
                    <a:pt x="115477" y="320752"/>
                  </a:lnTo>
                  <a:lnTo>
                    <a:pt x="120541" y="322310"/>
                  </a:lnTo>
                  <a:lnTo>
                    <a:pt x="125652" y="323706"/>
                  </a:lnTo>
                  <a:lnTo>
                    <a:pt x="130804" y="324940"/>
                  </a:lnTo>
                  <a:lnTo>
                    <a:pt x="135993" y="326010"/>
                  </a:lnTo>
                  <a:lnTo>
                    <a:pt x="141214" y="326915"/>
                  </a:lnTo>
                  <a:lnTo>
                    <a:pt x="146460" y="327654"/>
                  </a:lnTo>
                  <a:lnTo>
                    <a:pt x="151727" y="328227"/>
                  </a:lnTo>
                  <a:lnTo>
                    <a:pt x="157009" y="328632"/>
                  </a:lnTo>
                  <a:lnTo>
                    <a:pt x="162302" y="328870"/>
                  </a:lnTo>
                  <a:lnTo>
                    <a:pt x="167600" y="328940"/>
                  </a:lnTo>
                  <a:lnTo>
                    <a:pt x="172897" y="328842"/>
                  </a:lnTo>
                  <a:lnTo>
                    <a:pt x="178188" y="328576"/>
                  </a:lnTo>
                  <a:lnTo>
                    <a:pt x="183469" y="328143"/>
                  </a:lnTo>
                  <a:lnTo>
                    <a:pt x="188733" y="327542"/>
                  </a:lnTo>
                  <a:lnTo>
                    <a:pt x="193975" y="326775"/>
                  </a:lnTo>
                  <a:lnTo>
                    <a:pt x="199190" y="325842"/>
                  </a:lnTo>
                  <a:lnTo>
                    <a:pt x="204374" y="324745"/>
                  </a:lnTo>
                  <a:lnTo>
                    <a:pt x="209519" y="323484"/>
                  </a:lnTo>
                  <a:lnTo>
                    <a:pt x="214623" y="322060"/>
                  </a:lnTo>
                  <a:lnTo>
                    <a:pt x="219678" y="320475"/>
                  </a:lnTo>
                  <a:lnTo>
                    <a:pt x="224681" y="318731"/>
                  </a:lnTo>
                  <a:lnTo>
                    <a:pt x="229626" y="316829"/>
                  </a:lnTo>
                  <a:lnTo>
                    <a:pt x="234508" y="314772"/>
                  </a:lnTo>
                  <a:lnTo>
                    <a:pt x="239323" y="312561"/>
                  </a:lnTo>
                  <a:lnTo>
                    <a:pt x="244065" y="310198"/>
                  </a:lnTo>
                  <a:lnTo>
                    <a:pt x="248730" y="307686"/>
                  </a:lnTo>
                  <a:lnTo>
                    <a:pt x="253313" y="305028"/>
                  </a:lnTo>
                  <a:lnTo>
                    <a:pt x="257809" y="302226"/>
                  </a:lnTo>
                  <a:lnTo>
                    <a:pt x="262214" y="299283"/>
                  </a:lnTo>
                  <a:lnTo>
                    <a:pt x="266524" y="296201"/>
                  </a:lnTo>
                  <a:lnTo>
                    <a:pt x="270734" y="292985"/>
                  </a:lnTo>
                  <a:lnTo>
                    <a:pt x="274840" y="289637"/>
                  </a:lnTo>
                  <a:lnTo>
                    <a:pt x="278838" y="286160"/>
                  </a:lnTo>
                  <a:lnTo>
                    <a:pt x="282724" y="282558"/>
                  </a:lnTo>
                  <a:lnTo>
                    <a:pt x="286493" y="278835"/>
                  </a:lnTo>
                  <a:lnTo>
                    <a:pt x="290143" y="274995"/>
                  </a:lnTo>
                  <a:lnTo>
                    <a:pt x="293669" y="271041"/>
                  </a:lnTo>
                  <a:lnTo>
                    <a:pt x="297068" y="266977"/>
                  </a:lnTo>
                  <a:lnTo>
                    <a:pt x="300337" y="262807"/>
                  </a:lnTo>
                  <a:lnTo>
                    <a:pt x="303472" y="258536"/>
                  </a:lnTo>
                  <a:lnTo>
                    <a:pt x="306470" y="254167"/>
                  </a:lnTo>
                  <a:lnTo>
                    <a:pt x="309328" y="249706"/>
                  </a:lnTo>
                  <a:lnTo>
                    <a:pt x="312043" y="245157"/>
                  </a:lnTo>
                  <a:lnTo>
                    <a:pt x="314612" y="240524"/>
                  </a:lnTo>
                  <a:lnTo>
                    <a:pt x="317034" y="235811"/>
                  </a:lnTo>
                  <a:lnTo>
                    <a:pt x="319305" y="231024"/>
                  </a:lnTo>
                  <a:lnTo>
                    <a:pt x="321423" y="226168"/>
                  </a:lnTo>
                  <a:lnTo>
                    <a:pt x="323386" y="221247"/>
                  </a:lnTo>
                  <a:lnTo>
                    <a:pt x="325192" y="216267"/>
                  </a:lnTo>
                  <a:lnTo>
                    <a:pt x="326840" y="211231"/>
                  </a:lnTo>
                  <a:lnTo>
                    <a:pt x="328327" y="206146"/>
                  </a:lnTo>
                  <a:lnTo>
                    <a:pt x="329652" y="201016"/>
                  </a:lnTo>
                  <a:lnTo>
                    <a:pt x="330814" y="195847"/>
                  </a:lnTo>
                  <a:lnTo>
                    <a:pt x="331812" y="190644"/>
                  </a:lnTo>
                  <a:lnTo>
                    <a:pt x="332644" y="185412"/>
                  </a:lnTo>
                  <a:lnTo>
                    <a:pt x="333310" y="180156"/>
                  </a:lnTo>
                  <a:lnTo>
                    <a:pt x="333809" y="174881"/>
                  </a:lnTo>
                  <a:lnTo>
                    <a:pt x="334141" y="169593"/>
                  </a:lnTo>
                  <a:lnTo>
                    <a:pt x="334305" y="164298"/>
                  </a:lnTo>
                  <a:lnTo>
                    <a:pt x="334301" y="159000"/>
                  </a:lnTo>
                  <a:lnTo>
                    <a:pt x="334129" y="153704"/>
                  </a:lnTo>
                  <a:lnTo>
                    <a:pt x="333789" y="148417"/>
                  </a:lnTo>
                  <a:lnTo>
                    <a:pt x="333282" y="143143"/>
                  </a:lnTo>
                  <a:lnTo>
                    <a:pt x="332609" y="137888"/>
                  </a:lnTo>
                  <a:lnTo>
                    <a:pt x="331769" y="132657"/>
                  </a:lnTo>
                  <a:lnTo>
                    <a:pt x="330763" y="127455"/>
                  </a:lnTo>
                  <a:lnTo>
                    <a:pt x="329594" y="122288"/>
                  </a:lnTo>
                  <a:lnTo>
                    <a:pt x="328261" y="117160"/>
                  </a:lnTo>
                  <a:lnTo>
                    <a:pt x="326766" y="112077"/>
                  </a:lnTo>
                  <a:lnTo>
                    <a:pt x="325111" y="107044"/>
                  </a:lnTo>
                  <a:lnTo>
                    <a:pt x="323298" y="102066"/>
                  </a:lnTo>
                  <a:lnTo>
                    <a:pt x="321327" y="97148"/>
                  </a:lnTo>
                  <a:lnTo>
                    <a:pt x="319202" y="92295"/>
                  </a:lnTo>
                  <a:lnTo>
                    <a:pt x="316924" y="87512"/>
                  </a:lnTo>
                  <a:lnTo>
                    <a:pt x="314495" y="82803"/>
                  </a:lnTo>
                  <a:lnTo>
                    <a:pt x="311919" y="78174"/>
                  </a:lnTo>
                  <a:lnTo>
                    <a:pt x="309197" y="73628"/>
                  </a:lnTo>
                  <a:lnTo>
                    <a:pt x="306332" y="69171"/>
                  </a:lnTo>
                  <a:lnTo>
                    <a:pt x="303328" y="64808"/>
                  </a:lnTo>
                  <a:lnTo>
                    <a:pt x="300187" y="60541"/>
                  </a:lnTo>
                  <a:lnTo>
                    <a:pt x="296912" y="56376"/>
                  </a:lnTo>
                  <a:lnTo>
                    <a:pt x="293507" y="52317"/>
                  </a:lnTo>
                  <a:lnTo>
                    <a:pt x="289975" y="48368"/>
                  </a:lnTo>
                  <a:lnTo>
                    <a:pt x="286319" y="44533"/>
                  </a:lnTo>
                  <a:lnTo>
                    <a:pt x="282544" y="40816"/>
                  </a:lnTo>
                  <a:lnTo>
                    <a:pt x="278653" y="37220"/>
                  </a:lnTo>
                  <a:lnTo>
                    <a:pt x="274650" y="33749"/>
                  </a:lnTo>
                  <a:lnTo>
                    <a:pt x="270539" y="30407"/>
                  </a:lnTo>
                  <a:lnTo>
                    <a:pt x="266324" y="27197"/>
                  </a:lnTo>
                  <a:lnTo>
                    <a:pt x="262010" y="24122"/>
                  </a:lnTo>
                  <a:lnTo>
                    <a:pt x="257600" y="21185"/>
                  </a:lnTo>
                  <a:lnTo>
                    <a:pt x="253100" y="18390"/>
                  </a:lnTo>
                  <a:lnTo>
                    <a:pt x="248513" y="15738"/>
                  </a:lnTo>
                  <a:lnTo>
                    <a:pt x="243844" y="13234"/>
                  </a:lnTo>
                  <a:lnTo>
                    <a:pt x="239099" y="10878"/>
                  </a:lnTo>
                  <a:lnTo>
                    <a:pt x="234281" y="8674"/>
                  </a:lnTo>
                  <a:lnTo>
                    <a:pt x="229395" y="6624"/>
                  </a:lnTo>
                  <a:lnTo>
                    <a:pt x="224447" y="4729"/>
                  </a:lnTo>
                  <a:lnTo>
                    <a:pt x="219442" y="2993"/>
                  </a:lnTo>
                  <a:lnTo>
                    <a:pt x="214384" y="1416"/>
                  </a:lnTo>
                  <a:lnTo>
                    <a:pt x="209279" y="0"/>
                  </a:lnTo>
                  <a:lnTo>
                    <a:pt x="167156" y="1617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486215" y="5399291"/>
              <a:ext cx="42122" cy="167167"/>
            </a:xfrm>
            <a:custGeom>
              <a:avLst/>
              <a:pathLst>
                <a:path w="42122" h="167167">
                  <a:moveTo>
                    <a:pt x="42122" y="5394"/>
                  </a:moveTo>
                  <a:lnTo>
                    <a:pt x="36209" y="3968"/>
                  </a:lnTo>
                  <a:lnTo>
                    <a:pt x="30247" y="2759"/>
                  </a:lnTo>
                  <a:lnTo>
                    <a:pt x="24246" y="1767"/>
                  </a:lnTo>
                  <a:lnTo>
                    <a:pt x="18212" y="995"/>
                  </a:lnTo>
                  <a:lnTo>
                    <a:pt x="12155" y="442"/>
                  </a:lnTo>
                  <a:lnTo>
                    <a:pt x="6081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856391" y="5399291"/>
              <a:ext cx="178676" cy="334332"/>
            </a:xfrm>
            <a:custGeom>
              <a:avLst/>
              <a:pathLst>
                <a:path w="178676" h="334332">
                  <a:moveTo>
                    <a:pt x="167152" y="0"/>
                  </a:moveTo>
                  <a:lnTo>
                    <a:pt x="161839" y="84"/>
                  </a:lnTo>
                  <a:lnTo>
                    <a:pt x="156532" y="337"/>
                  </a:lnTo>
                  <a:lnTo>
                    <a:pt x="151235" y="759"/>
                  </a:lnTo>
                  <a:lnTo>
                    <a:pt x="145954" y="1349"/>
                  </a:lnTo>
                  <a:lnTo>
                    <a:pt x="140695" y="2107"/>
                  </a:lnTo>
                  <a:lnTo>
                    <a:pt x="135462" y="3031"/>
                  </a:lnTo>
                  <a:lnTo>
                    <a:pt x="130261" y="4121"/>
                  </a:lnTo>
                  <a:lnTo>
                    <a:pt x="125098" y="5376"/>
                  </a:lnTo>
                  <a:lnTo>
                    <a:pt x="119977" y="6794"/>
                  </a:lnTo>
                  <a:lnTo>
                    <a:pt x="114904" y="8375"/>
                  </a:lnTo>
                  <a:lnTo>
                    <a:pt x="109883" y="10115"/>
                  </a:lnTo>
                  <a:lnTo>
                    <a:pt x="104921" y="12015"/>
                  </a:lnTo>
                  <a:lnTo>
                    <a:pt x="100021" y="14071"/>
                  </a:lnTo>
                  <a:lnTo>
                    <a:pt x="95189" y="16282"/>
                  </a:lnTo>
                  <a:lnTo>
                    <a:pt x="90430" y="18645"/>
                  </a:lnTo>
                  <a:lnTo>
                    <a:pt x="85748" y="21159"/>
                  </a:lnTo>
                  <a:lnTo>
                    <a:pt x="81149" y="23820"/>
                  </a:lnTo>
                  <a:lnTo>
                    <a:pt x="76637" y="26626"/>
                  </a:lnTo>
                  <a:lnTo>
                    <a:pt x="72215" y="29574"/>
                  </a:lnTo>
                  <a:lnTo>
                    <a:pt x="67890" y="32660"/>
                  </a:lnTo>
                  <a:lnTo>
                    <a:pt x="63666" y="35883"/>
                  </a:lnTo>
                  <a:lnTo>
                    <a:pt x="59545" y="39239"/>
                  </a:lnTo>
                  <a:lnTo>
                    <a:pt x="55534" y="42723"/>
                  </a:lnTo>
                  <a:lnTo>
                    <a:pt x="51635" y="46334"/>
                  </a:lnTo>
                  <a:lnTo>
                    <a:pt x="47853" y="50066"/>
                  </a:lnTo>
                  <a:lnTo>
                    <a:pt x="44192" y="53917"/>
                  </a:lnTo>
                  <a:lnTo>
                    <a:pt x="40654" y="57882"/>
                  </a:lnTo>
                  <a:lnTo>
                    <a:pt x="37245" y="61958"/>
                  </a:lnTo>
                  <a:lnTo>
                    <a:pt x="33967" y="66140"/>
                  </a:lnTo>
                  <a:lnTo>
                    <a:pt x="30823" y="70424"/>
                  </a:lnTo>
                  <a:lnTo>
                    <a:pt x="27817" y="74806"/>
                  </a:lnTo>
                  <a:lnTo>
                    <a:pt x="24952" y="79281"/>
                  </a:lnTo>
                  <a:lnTo>
                    <a:pt x="22231" y="83845"/>
                  </a:lnTo>
                  <a:lnTo>
                    <a:pt x="19656" y="88493"/>
                  </a:lnTo>
                  <a:lnTo>
                    <a:pt x="17230" y="93220"/>
                  </a:lnTo>
                  <a:lnTo>
                    <a:pt x="14955" y="98022"/>
                  </a:lnTo>
                  <a:lnTo>
                    <a:pt x="12834" y="102895"/>
                  </a:lnTo>
                  <a:lnTo>
                    <a:pt x="10870" y="107832"/>
                  </a:lnTo>
                  <a:lnTo>
                    <a:pt x="9063" y="112829"/>
                  </a:lnTo>
                  <a:lnTo>
                    <a:pt x="7416" y="117881"/>
                  </a:lnTo>
                  <a:lnTo>
                    <a:pt x="5930" y="122982"/>
                  </a:lnTo>
                  <a:lnTo>
                    <a:pt x="4607" y="128129"/>
                  </a:lnTo>
                  <a:lnTo>
                    <a:pt x="3448" y="133315"/>
                  </a:lnTo>
                  <a:lnTo>
                    <a:pt x="2455" y="138535"/>
                  </a:lnTo>
                  <a:lnTo>
                    <a:pt x="1628" y="143784"/>
                  </a:lnTo>
                  <a:lnTo>
                    <a:pt x="969" y="149056"/>
                  </a:lnTo>
                  <a:lnTo>
                    <a:pt x="477" y="154347"/>
                  </a:lnTo>
                  <a:lnTo>
                    <a:pt x="154" y="159651"/>
                  </a:lnTo>
                  <a:lnTo>
                    <a:pt x="0" y="164962"/>
                  </a:lnTo>
                  <a:lnTo>
                    <a:pt x="14" y="170276"/>
                  </a:lnTo>
                  <a:lnTo>
                    <a:pt x="197" y="175587"/>
                  </a:lnTo>
                  <a:lnTo>
                    <a:pt x="549" y="180889"/>
                  </a:lnTo>
                  <a:lnTo>
                    <a:pt x="1069" y="186177"/>
                  </a:lnTo>
                  <a:lnTo>
                    <a:pt x="1757" y="191446"/>
                  </a:lnTo>
                  <a:lnTo>
                    <a:pt x="2613" y="196690"/>
                  </a:lnTo>
                  <a:lnTo>
                    <a:pt x="3634" y="201905"/>
                  </a:lnTo>
                  <a:lnTo>
                    <a:pt x="4821" y="207084"/>
                  </a:lnTo>
                  <a:lnTo>
                    <a:pt x="6171" y="212223"/>
                  </a:lnTo>
                  <a:lnTo>
                    <a:pt x="7685" y="217317"/>
                  </a:lnTo>
                  <a:lnTo>
                    <a:pt x="9359" y="222360"/>
                  </a:lnTo>
                  <a:lnTo>
                    <a:pt x="11193" y="227347"/>
                  </a:lnTo>
                  <a:lnTo>
                    <a:pt x="13185" y="232273"/>
                  </a:lnTo>
                  <a:lnTo>
                    <a:pt x="15332" y="237134"/>
                  </a:lnTo>
                  <a:lnTo>
                    <a:pt x="17632" y="241924"/>
                  </a:lnTo>
                  <a:lnTo>
                    <a:pt x="20084" y="246638"/>
                  </a:lnTo>
                  <a:lnTo>
                    <a:pt x="22684" y="251272"/>
                  </a:lnTo>
                  <a:lnTo>
                    <a:pt x="25430" y="255822"/>
                  </a:lnTo>
                  <a:lnTo>
                    <a:pt x="28319" y="260281"/>
                  </a:lnTo>
                  <a:lnTo>
                    <a:pt x="31349" y="264646"/>
                  </a:lnTo>
                  <a:lnTo>
                    <a:pt x="34515" y="268913"/>
                  </a:lnTo>
                  <a:lnTo>
                    <a:pt x="37816" y="273078"/>
                  </a:lnTo>
                  <a:lnTo>
                    <a:pt x="41248" y="277135"/>
                  </a:lnTo>
                  <a:lnTo>
                    <a:pt x="44806" y="281081"/>
                  </a:lnTo>
                  <a:lnTo>
                    <a:pt x="48488" y="284912"/>
                  </a:lnTo>
                  <a:lnTo>
                    <a:pt x="52291" y="288624"/>
                  </a:lnTo>
                  <a:lnTo>
                    <a:pt x="56209" y="292213"/>
                  </a:lnTo>
                  <a:lnTo>
                    <a:pt x="60239" y="295676"/>
                  </a:lnTo>
                  <a:lnTo>
                    <a:pt x="64378" y="299009"/>
                  </a:lnTo>
                  <a:lnTo>
                    <a:pt x="68620" y="302209"/>
                  </a:lnTo>
                  <a:lnTo>
                    <a:pt x="72962" y="305272"/>
                  </a:lnTo>
                  <a:lnTo>
                    <a:pt x="77398" y="308196"/>
                  </a:lnTo>
                  <a:lnTo>
                    <a:pt x="81926" y="310977"/>
                  </a:lnTo>
                  <a:lnTo>
                    <a:pt x="86540" y="313613"/>
                  </a:lnTo>
                  <a:lnTo>
                    <a:pt x="91235" y="316101"/>
                  </a:lnTo>
                  <a:lnTo>
                    <a:pt x="96007" y="318439"/>
                  </a:lnTo>
                  <a:lnTo>
                    <a:pt x="100851" y="320624"/>
                  </a:lnTo>
                  <a:lnTo>
                    <a:pt x="105761" y="322654"/>
                  </a:lnTo>
                  <a:lnTo>
                    <a:pt x="110734" y="324526"/>
                  </a:lnTo>
                  <a:lnTo>
                    <a:pt x="115764" y="326240"/>
                  </a:lnTo>
                  <a:lnTo>
                    <a:pt x="120846" y="327793"/>
                  </a:lnTo>
                  <a:lnTo>
                    <a:pt x="125974" y="329183"/>
                  </a:lnTo>
                  <a:lnTo>
                    <a:pt x="131144" y="330410"/>
                  </a:lnTo>
                  <a:lnTo>
                    <a:pt x="136351" y="331472"/>
                  </a:lnTo>
                  <a:lnTo>
                    <a:pt x="141588" y="332368"/>
                  </a:lnTo>
                  <a:lnTo>
                    <a:pt x="146852" y="333097"/>
                  </a:lnTo>
                  <a:lnTo>
                    <a:pt x="152136" y="333659"/>
                  </a:lnTo>
                  <a:lnTo>
                    <a:pt x="157435" y="334052"/>
                  </a:lnTo>
                  <a:lnTo>
                    <a:pt x="162744" y="334276"/>
                  </a:lnTo>
                  <a:lnTo>
                    <a:pt x="168057" y="334332"/>
                  </a:lnTo>
                  <a:lnTo>
                    <a:pt x="173370" y="334219"/>
                  </a:lnTo>
                  <a:lnTo>
                    <a:pt x="178676" y="333937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566459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023544" y="5566459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023544" y="5566459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023544" y="5566459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023544" y="5566459"/>
              <a:ext cx="11523" cy="166769"/>
            </a:xfrm>
            <a:custGeom>
              <a:avLst/>
              <a:pathLst>
                <a:path w="11523" h="166769">
                  <a:moveTo>
                    <a:pt x="11523" y="1667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023544" y="5566459"/>
              <a:ext cx="114382" cy="166769"/>
            </a:xfrm>
            <a:custGeom>
              <a:avLst/>
              <a:pathLst>
                <a:path w="114382" h="166769">
                  <a:moveTo>
                    <a:pt x="11523" y="166769"/>
                  </a:moveTo>
                  <a:lnTo>
                    <a:pt x="17223" y="166277"/>
                  </a:lnTo>
                  <a:lnTo>
                    <a:pt x="22904" y="165590"/>
                  </a:lnTo>
                  <a:lnTo>
                    <a:pt x="28557" y="164710"/>
                  </a:lnTo>
                  <a:lnTo>
                    <a:pt x="34177" y="163636"/>
                  </a:lnTo>
                  <a:lnTo>
                    <a:pt x="39757" y="162370"/>
                  </a:lnTo>
                  <a:lnTo>
                    <a:pt x="45290" y="160915"/>
                  </a:lnTo>
                  <a:lnTo>
                    <a:pt x="50770" y="159271"/>
                  </a:lnTo>
                  <a:lnTo>
                    <a:pt x="56191" y="157440"/>
                  </a:lnTo>
                  <a:lnTo>
                    <a:pt x="61546" y="155425"/>
                  </a:lnTo>
                  <a:lnTo>
                    <a:pt x="66829" y="153227"/>
                  </a:lnTo>
                  <a:lnTo>
                    <a:pt x="72034" y="150851"/>
                  </a:lnTo>
                  <a:lnTo>
                    <a:pt x="77154" y="148297"/>
                  </a:lnTo>
                  <a:lnTo>
                    <a:pt x="82184" y="145570"/>
                  </a:lnTo>
                  <a:lnTo>
                    <a:pt x="87117" y="142672"/>
                  </a:lnTo>
                  <a:lnTo>
                    <a:pt x="91949" y="139607"/>
                  </a:lnTo>
                  <a:lnTo>
                    <a:pt x="96672" y="136379"/>
                  </a:lnTo>
                  <a:lnTo>
                    <a:pt x="101283" y="132991"/>
                  </a:lnTo>
                  <a:lnTo>
                    <a:pt x="105775" y="129447"/>
                  </a:lnTo>
                  <a:lnTo>
                    <a:pt x="110143" y="125751"/>
                  </a:lnTo>
                  <a:lnTo>
                    <a:pt x="114382" y="121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023544" y="5399291"/>
              <a:ext cx="167158" cy="289075"/>
            </a:xfrm>
            <a:custGeom>
              <a:avLst/>
              <a:pathLst>
                <a:path w="167158" h="289075">
                  <a:moveTo>
                    <a:pt x="114382" y="289075"/>
                  </a:moveTo>
                  <a:lnTo>
                    <a:pt x="118205" y="285372"/>
                  </a:lnTo>
                  <a:lnTo>
                    <a:pt x="121908" y="281549"/>
                  </a:lnTo>
                  <a:lnTo>
                    <a:pt x="125487" y="277610"/>
                  </a:lnTo>
                  <a:lnTo>
                    <a:pt x="128940" y="273559"/>
                  </a:lnTo>
                  <a:lnTo>
                    <a:pt x="132261" y="269401"/>
                  </a:lnTo>
                  <a:lnTo>
                    <a:pt x="135449" y="265138"/>
                  </a:lnTo>
                  <a:lnTo>
                    <a:pt x="138499" y="260776"/>
                  </a:lnTo>
                  <a:lnTo>
                    <a:pt x="141409" y="256320"/>
                  </a:lnTo>
                  <a:lnTo>
                    <a:pt x="144176" y="251773"/>
                  </a:lnTo>
                  <a:lnTo>
                    <a:pt x="146796" y="247140"/>
                  </a:lnTo>
                  <a:lnTo>
                    <a:pt x="149268" y="242426"/>
                  </a:lnTo>
                  <a:lnTo>
                    <a:pt x="151588" y="237636"/>
                  </a:lnTo>
                  <a:lnTo>
                    <a:pt x="153754" y="232775"/>
                  </a:lnTo>
                  <a:lnTo>
                    <a:pt x="155765" y="227847"/>
                  </a:lnTo>
                  <a:lnTo>
                    <a:pt x="157618" y="222857"/>
                  </a:lnTo>
                  <a:lnTo>
                    <a:pt x="159311" y="217811"/>
                  </a:lnTo>
                  <a:lnTo>
                    <a:pt x="160842" y="212714"/>
                  </a:lnTo>
                  <a:lnTo>
                    <a:pt x="162211" y="207570"/>
                  </a:lnTo>
                  <a:lnTo>
                    <a:pt x="163415" y="202386"/>
                  </a:lnTo>
                  <a:lnTo>
                    <a:pt x="164453" y="197165"/>
                  </a:lnTo>
                  <a:lnTo>
                    <a:pt x="165325" y="191915"/>
                  </a:lnTo>
                  <a:lnTo>
                    <a:pt x="166029" y="186639"/>
                  </a:lnTo>
                  <a:lnTo>
                    <a:pt x="166565" y="181344"/>
                  </a:lnTo>
                  <a:lnTo>
                    <a:pt x="166932" y="176034"/>
                  </a:lnTo>
                  <a:lnTo>
                    <a:pt x="167129" y="170715"/>
                  </a:lnTo>
                  <a:lnTo>
                    <a:pt x="167158" y="165393"/>
                  </a:lnTo>
                  <a:lnTo>
                    <a:pt x="167016" y="160072"/>
                  </a:lnTo>
                  <a:lnTo>
                    <a:pt x="166706" y="154759"/>
                  </a:lnTo>
                  <a:lnTo>
                    <a:pt x="166226" y="149458"/>
                  </a:lnTo>
                  <a:lnTo>
                    <a:pt x="165578" y="144175"/>
                  </a:lnTo>
                  <a:lnTo>
                    <a:pt x="164762" y="138916"/>
                  </a:lnTo>
                  <a:lnTo>
                    <a:pt x="163779" y="133685"/>
                  </a:lnTo>
                  <a:lnTo>
                    <a:pt x="162631" y="128488"/>
                  </a:lnTo>
                  <a:lnTo>
                    <a:pt x="161317" y="123330"/>
                  </a:lnTo>
                  <a:lnTo>
                    <a:pt x="159839" y="118217"/>
                  </a:lnTo>
                  <a:lnTo>
                    <a:pt x="158200" y="113153"/>
                  </a:lnTo>
                  <a:lnTo>
                    <a:pt x="156400" y="108144"/>
                  </a:lnTo>
                  <a:lnTo>
                    <a:pt x="154442" y="103195"/>
                  </a:lnTo>
                  <a:lnTo>
                    <a:pt x="152327" y="98310"/>
                  </a:lnTo>
                  <a:lnTo>
                    <a:pt x="150058" y="93496"/>
                  </a:lnTo>
                  <a:lnTo>
                    <a:pt x="147637" y="88756"/>
                  </a:lnTo>
                  <a:lnTo>
                    <a:pt x="145066" y="84096"/>
                  </a:lnTo>
                  <a:lnTo>
                    <a:pt x="142347" y="79520"/>
                  </a:lnTo>
                  <a:lnTo>
                    <a:pt x="139485" y="75033"/>
                  </a:lnTo>
                  <a:lnTo>
                    <a:pt x="136481" y="70639"/>
                  </a:lnTo>
                  <a:lnTo>
                    <a:pt x="133339" y="66343"/>
                  </a:lnTo>
                  <a:lnTo>
                    <a:pt x="130062" y="62149"/>
                  </a:lnTo>
                  <a:lnTo>
                    <a:pt x="126653" y="58062"/>
                  </a:lnTo>
                  <a:lnTo>
                    <a:pt x="123115" y="54085"/>
                  </a:lnTo>
                  <a:lnTo>
                    <a:pt x="119453" y="50223"/>
                  </a:lnTo>
                  <a:lnTo>
                    <a:pt x="115669" y="46479"/>
                  </a:lnTo>
                  <a:lnTo>
                    <a:pt x="111768" y="42858"/>
                  </a:lnTo>
                  <a:lnTo>
                    <a:pt x="107754" y="39363"/>
                  </a:lnTo>
                  <a:lnTo>
                    <a:pt x="103631" y="35997"/>
                  </a:lnTo>
                  <a:lnTo>
                    <a:pt x="99403" y="32765"/>
                  </a:lnTo>
                  <a:lnTo>
                    <a:pt x="95074" y="29668"/>
                  </a:lnTo>
                  <a:lnTo>
                    <a:pt x="90648" y="26711"/>
                  </a:lnTo>
                  <a:lnTo>
                    <a:pt x="86131" y="23897"/>
                  </a:lnTo>
                  <a:lnTo>
                    <a:pt x="81526" y="21227"/>
                  </a:lnTo>
                  <a:lnTo>
                    <a:pt x="76839" y="18706"/>
                  </a:lnTo>
                  <a:lnTo>
                    <a:pt x="72074" y="16335"/>
                  </a:lnTo>
                  <a:lnTo>
                    <a:pt x="67235" y="14117"/>
                  </a:lnTo>
                  <a:lnTo>
                    <a:pt x="62329" y="12054"/>
                  </a:lnTo>
                  <a:lnTo>
                    <a:pt x="57359" y="10148"/>
                  </a:lnTo>
                  <a:lnTo>
                    <a:pt x="52332" y="8402"/>
                  </a:lnTo>
                  <a:lnTo>
                    <a:pt x="47251" y="6816"/>
                  </a:lnTo>
                  <a:lnTo>
                    <a:pt x="42122" y="5394"/>
                  </a:lnTo>
                  <a:lnTo>
                    <a:pt x="36951" y="4135"/>
                  </a:lnTo>
                  <a:lnTo>
                    <a:pt x="31742" y="3041"/>
                  </a:lnTo>
                  <a:lnTo>
                    <a:pt x="26501" y="2113"/>
                  </a:lnTo>
                  <a:lnTo>
                    <a:pt x="21233" y="1353"/>
                  </a:lnTo>
                  <a:lnTo>
                    <a:pt x="15943" y="762"/>
                  </a:lnTo>
                  <a:lnTo>
                    <a:pt x="10638" y="338"/>
                  </a:lnTo>
                  <a:lnTo>
                    <a:pt x="532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07760" y="5269756"/>
              <a:ext cx="137498" cy="167167"/>
            </a:xfrm>
            <a:custGeom>
              <a:avLst/>
              <a:pathLst>
                <a:path w="137498" h="167167">
                  <a:moveTo>
                    <a:pt x="137498" y="0"/>
                  </a:moveTo>
                  <a:lnTo>
                    <a:pt x="131932" y="92"/>
                  </a:lnTo>
                  <a:lnTo>
                    <a:pt x="126371" y="370"/>
                  </a:lnTo>
                  <a:lnTo>
                    <a:pt x="120824" y="833"/>
                  </a:lnTo>
                  <a:lnTo>
                    <a:pt x="115294" y="1481"/>
                  </a:lnTo>
                  <a:lnTo>
                    <a:pt x="109789" y="2312"/>
                  </a:lnTo>
                  <a:lnTo>
                    <a:pt x="104315" y="3326"/>
                  </a:lnTo>
                  <a:lnTo>
                    <a:pt x="98878" y="4522"/>
                  </a:lnTo>
                  <a:lnTo>
                    <a:pt x="93484" y="5898"/>
                  </a:lnTo>
                  <a:lnTo>
                    <a:pt x="88138" y="7453"/>
                  </a:lnTo>
                  <a:lnTo>
                    <a:pt x="82847" y="9185"/>
                  </a:lnTo>
                  <a:lnTo>
                    <a:pt x="77617" y="11092"/>
                  </a:lnTo>
                  <a:lnTo>
                    <a:pt x="72453" y="13173"/>
                  </a:lnTo>
                  <a:lnTo>
                    <a:pt x="67362" y="15424"/>
                  </a:lnTo>
                  <a:lnTo>
                    <a:pt x="62348" y="17844"/>
                  </a:lnTo>
                  <a:lnTo>
                    <a:pt x="57417" y="20429"/>
                  </a:lnTo>
                  <a:lnTo>
                    <a:pt x="52576" y="23177"/>
                  </a:lnTo>
                  <a:lnTo>
                    <a:pt x="47828" y="26084"/>
                  </a:lnTo>
                  <a:lnTo>
                    <a:pt x="43180" y="29149"/>
                  </a:lnTo>
                  <a:lnTo>
                    <a:pt x="38637" y="32366"/>
                  </a:lnTo>
                  <a:lnTo>
                    <a:pt x="34203" y="35732"/>
                  </a:lnTo>
                  <a:lnTo>
                    <a:pt x="29884" y="39245"/>
                  </a:lnTo>
                  <a:lnTo>
                    <a:pt x="25684" y="42899"/>
                  </a:lnTo>
                  <a:lnTo>
                    <a:pt x="21608" y="46691"/>
                  </a:lnTo>
                  <a:lnTo>
                    <a:pt x="17660" y="50617"/>
                  </a:lnTo>
                  <a:lnTo>
                    <a:pt x="13846" y="54672"/>
                  </a:lnTo>
                  <a:lnTo>
                    <a:pt x="10169" y="58852"/>
                  </a:lnTo>
                  <a:lnTo>
                    <a:pt x="6633" y="63152"/>
                  </a:lnTo>
                  <a:lnTo>
                    <a:pt x="3242" y="67567"/>
                  </a:lnTo>
                  <a:lnTo>
                    <a:pt x="0" y="72093"/>
                  </a:lnTo>
                  <a:lnTo>
                    <a:pt x="1374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07760" y="5341849"/>
              <a:ext cx="137498" cy="95074"/>
            </a:xfrm>
            <a:custGeom>
              <a:avLst/>
              <a:pathLst>
                <a:path w="137498" h="95074">
                  <a:moveTo>
                    <a:pt x="0" y="0"/>
                  </a:moveTo>
                  <a:lnTo>
                    <a:pt x="137498" y="950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07760" y="5341849"/>
              <a:ext cx="137498" cy="95074"/>
            </a:xfrm>
            <a:custGeom>
              <a:avLst/>
              <a:pathLst>
                <a:path w="137498" h="95074">
                  <a:moveTo>
                    <a:pt x="0" y="0"/>
                  </a:moveTo>
                  <a:lnTo>
                    <a:pt x="137498" y="950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07760" y="5341849"/>
              <a:ext cx="137498" cy="95074"/>
            </a:xfrm>
            <a:custGeom>
              <a:avLst/>
              <a:pathLst>
                <a:path w="137498" h="95074">
                  <a:moveTo>
                    <a:pt x="0" y="0"/>
                  </a:moveTo>
                  <a:lnTo>
                    <a:pt x="137498" y="950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07760" y="5341849"/>
              <a:ext cx="137498" cy="95074"/>
            </a:xfrm>
            <a:custGeom>
              <a:avLst/>
              <a:pathLst>
                <a:path w="137498" h="95074">
                  <a:moveTo>
                    <a:pt x="0" y="0"/>
                  </a:moveTo>
                  <a:lnTo>
                    <a:pt x="137498" y="950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388546" y="5341849"/>
              <a:ext cx="156711" cy="95074"/>
            </a:xfrm>
            <a:custGeom>
              <a:avLst/>
              <a:pathLst>
                <a:path w="156711" h="95074">
                  <a:moveTo>
                    <a:pt x="19213" y="0"/>
                  </a:moveTo>
                  <a:lnTo>
                    <a:pt x="15381" y="5796"/>
                  </a:lnTo>
                  <a:lnTo>
                    <a:pt x="11792" y="11746"/>
                  </a:lnTo>
                  <a:lnTo>
                    <a:pt x="8455" y="17841"/>
                  </a:lnTo>
                  <a:lnTo>
                    <a:pt x="5373" y="24069"/>
                  </a:lnTo>
                  <a:lnTo>
                    <a:pt x="2553" y="30419"/>
                  </a:lnTo>
                  <a:lnTo>
                    <a:pt x="0" y="36881"/>
                  </a:lnTo>
                  <a:lnTo>
                    <a:pt x="156711" y="950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378095" y="5269756"/>
              <a:ext cx="334316" cy="334332"/>
            </a:xfrm>
            <a:custGeom>
              <a:avLst/>
              <a:pathLst>
                <a:path w="334316" h="334332">
                  <a:moveTo>
                    <a:pt x="10451" y="108975"/>
                  </a:moveTo>
                  <a:lnTo>
                    <a:pt x="8687" y="113967"/>
                  </a:lnTo>
                  <a:lnTo>
                    <a:pt x="7081" y="119012"/>
                  </a:lnTo>
                  <a:lnTo>
                    <a:pt x="5636" y="124106"/>
                  </a:lnTo>
                  <a:lnTo>
                    <a:pt x="4354" y="129243"/>
                  </a:lnTo>
                  <a:lnTo>
                    <a:pt x="3234" y="134418"/>
                  </a:lnTo>
                  <a:lnTo>
                    <a:pt x="2280" y="139626"/>
                  </a:lnTo>
                  <a:lnTo>
                    <a:pt x="1490" y="144862"/>
                  </a:lnTo>
                  <a:lnTo>
                    <a:pt x="867" y="150120"/>
                  </a:lnTo>
                  <a:lnTo>
                    <a:pt x="410" y="155395"/>
                  </a:lnTo>
                  <a:lnTo>
                    <a:pt x="121" y="160682"/>
                  </a:lnTo>
                  <a:lnTo>
                    <a:pt x="0" y="165975"/>
                  </a:lnTo>
                  <a:lnTo>
                    <a:pt x="46" y="171269"/>
                  </a:lnTo>
                  <a:lnTo>
                    <a:pt x="259" y="176560"/>
                  </a:lnTo>
                  <a:lnTo>
                    <a:pt x="641" y="181841"/>
                  </a:lnTo>
                  <a:lnTo>
                    <a:pt x="1189" y="187107"/>
                  </a:lnTo>
                  <a:lnTo>
                    <a:pt x="1904" y="192353"/>
                  </a:lnTo>
                  <a:lnTo>
                    <a:pt x="2784" y="197574"/>
                  </a:lnTo>
                  <a:lnTo>
                    <a:pt x="3829" y="202765"/>
                  </a:lnTo>
                  <a:lnTo>
                    <a:pt x="5039" y="207920"/>
                  </a:lnTo>
                  <a:lnTo>
                    <a:pt x="6411" y="213034"/>
                  </a:lnTo>
                  <a:lnTo>
                    <a:pt x="7944" y="218102"/>
                  </a:lnTo>
                  <a:lnTo>
                    <a:pt x="9637" y="223118"/>
                  </a:lnTo>
                  <a:lnTo>
                    <a:pt x="11488" y="228079"/>
                  </a:lnTo>
                  <a:lnTo>
                    <a:pt x="13495" y="232979"/>
                  </a:lnTo>
                  <a:lnTo>
                    <a:pt x="15656" y="237812"/>
                  </a:lnTo>
                  <a:lnTo>
                    <a:pt x="17970" y="242575"/>
                  </a:lnTo>
                  <a:lnTo>
                    <a:pt x="20432" y="247262"/>
                  </a:lnTo>
                  <a:lnTo>
                    <a:pt x="23043" y="251869"/>
                  </a:lnTo>
                  <a:lnTo>
                    <a:pt x="25797" y="256390"/>
                  </a:lnTo>
                  <a:lnTo>
                    <a:pt x="28694" y="260822"/>
                  </a:lnTo>
                  <a:lnTo>
                    <a:pt x="31729" y="265161"/>
                  </a:lnTo>
                  <a:lnTo>
                    <a:pt x="34901" y="269401"/>
                  </a:lnTo>
                  <a:lnTo>
                    <a:pt x="38205" y="273538"/>
                  </a:lnTo>
                  <a:lnTo>
                    <a:pt x="41638" y="277569"/>
                  </a:lnTo>
                  <a:lnTo>
                    <a:pt x="45197" y="281489"/>
                  </a:lnTo>
                  <a:lnTo>
                    <a:pt x="48879" y="285294"/>
                  </a:lnTo>
                  <a:lnTo>
                    <a:pt x="52679" y="288980"/>
                  </a:lnTo>
                  <a:lnTo>
                    <a:pt x="56595" y="292545"/>
                  </a:lnTo>
                  <a:lnTo>
                    <a:pt x="60621" y="295984"/>
                  </a:lnTo>
                  <a:lnTo>
                    <a:pt x="64754" y="299293"/>
                  </a:lnTo>
                  <a:lnTo>
                    <a:pt x="68989" y="302470"/>
                  </a:lnTo>
                  <a:lnTo>
                    <a:pt x="73324" y="305511"/>
                  </a:lnTo>
                  <a:lnTo>
                    <a:pt x="77752" y="308414"/>
                  </a:lnTo>
                  <a:lnTo>
                    <a:pt x="82270" y="311175"/>
                  </a:lnTo>
                  <a:lnTo>
                    <a:pt x="86873" y="313791"/>
                  </a:lnTo>
                  <a:lnTo>
                    <a:pt x="91557" y="316260"/>
                  </a:lnTo>
                  <a:lnTo>
                    <a:pt x="96317" y="318580"/>
                  </a:lnTo>
                  <a:lnTo>
                    <a:pt x="101147" y="320747"/>
                  </a:lnTo>
                  <a:lnTo>
                    <a:pt x="106044" y="322761"/>
                  </a:lnTo>
                  <a:lnTo>
                    <a:pt x="111002" y="324618"/>
                  </a:lnTo>
                  <a:lnTo>
                    <a:pt x="116017" y="326318"/>
                  </a:lnTo>
                  <a:lnTo>
                    <a:pt x="121083" y="327858"/>
                  </a:lnTo>
                  <a:lnTo>
                    <a:pt x="126195" y="329237"/>
                  </a:lnTo>
                  <a:lnTo>
                    <a:pt x="131348" y="330453"/>
                  </a:lnTo>
                  <a:lnTo>
                    <a:pt x="136537" y="331505"/>
                  </a:lnTo>
                  <a:lnTo>
                    <a:pt x="141757" y="332393"/>
                  </a:lnTo>
                  <a:lnTo>
                    <a:pt x="147002" y="333114"/>
                  </a:lnTo>
                  <a:lnTo>
                    <a:pt x="152268" y="333669"/>
                  </a:lnTo>
                  <a:lnTo>
                    <a:pt x="157548" y="334058"/>
                  </a:lnTo>
                  <a:lnTo>
                    <a:pt x="162838" y="334278"/>
                  </a:lnTo>
                  <a:lnTo>
                    <a:pt x="168133" y="334332"/>
                  </a:lnTo>
                  <a:lnTo>
                    <a:pt x="173426" y="334217"/>
                  </a:lnTo>
                  <a:lnTo>
                    <a:pt x="178714" y="333935"/>
                  </a:lnTo>
                  <a:lnTo>
                    <a:pt x="183989" y="333485"/>
                  </a:lnTo>
                  <a:lnTo>
                    <a:pt x="189248" y="332869"/>
                  </a:lnTo>
                  <a:lnTo>
                    <a:pt x="194485" y="332087"/>
                  </a:lnTo>
                  <a:lnTo>
                    <a:pt x="199694" y="331139"/>
                  </a:lnTo>
                  <a:lnTo>
                    <a:pt x="204870" y="330026"/>
                  </a:lnTo>
                  <a:lnTo>
                    <a:pt x="210009" y="328750"/>
                  </a:lnTo>
                  <a:lnTo>
                    <a:pt x="215105" y="327312"/>
                  </a:lnTo>
                  <a:lnTo>
                    <a:pt x="220153" y="325714"/>
                  </a:lnTo>
                  <a:lnTo>
                    <a:pt x="225147" y="323956"/>
                  </a:lnTo>
                  <a:lnTo>
                    <a:pt x="230083" y="322041"/>
                  </a:lnTo>
                  <a:lnTo>
                    <a:pt x="234957" y="319971"/>
                  </a:lnTo>
                  <a:lnTo>
                    <a:pt x="239762" y="317747"/>
                  </a:lnTo>
                  <a:lnTo>
                    <a:pt x="244494" y="315372"/>
                  </a:lnTo>
                  <a:lnTo>
                    <a:pt x="249149" y="312849"/>
                  </a:lnTo>
                  <a:lnTo>
                    <a:pt x="253721" y="310179"/>
                  </a:lnTo>
                  <a:lnTo>
                    <a:pt x="258207" y="307366"/>
                  </a:lnTo>
                  <a:lnTo>
                    <a:pt x="262601" y="304413"/>
                  </a:lnTo>
                  <a:lnTo>
                    <a:pt x="266900" y="301321"/>
                  </a:lnTo>
                  <a:lnTo>
                    <a:pt x="271099" y="298095"/>
                  </a:lnTo>
                  <a:lnTo>
                    <a:pt x="275193" y="294738"/>
                  </a:lnTo>
                  <a:lnTo>
                    <a:pt x="279179" y="291253"/>
                  </a:lnTo>
                  <a:lnTo>
                    <a:pt x="283052" y="287643"/>
                  </a:lnTo>
                  <a:lnTo>
                    <a:pt x="286810" y="283913"/>
                  </a:lnTo>
                  <a:lnTo>
                    <a:pt x="290447" y="280065"/>
                  </a:lnTo>
                  <a:lnTo>
                    <a:pt x="293960" y="276104"/>
                  </a:lnTo>
                  <a:lnTo>
                    <a:pt x="297347" y="272034"/>
                  </a:lnTo>
                  <a:lnTo>
                    <a:pt x="300603" y="267858"/>
                  </a:lnTo>
                  <a:lnTo>
                    <a:pt x="303724" y="263582"/>
                  </a:lnTo>
                  <a:lnTo>
                    <a:pt x="306709" y="259209"/>
                  </a:lnTo>
                  <a:lnTo>
                    <a:pt x="309554" y="254743"/>
                  </a:lnTo>
                  <a:lnTo>
                    <a:pt x="312256" y="250190"/>
                  </a:lnTo>
                  <a:lnTo>
                    <a:pt x="314813" y="245553"/>
                  </a:lnTo>
                  <a:lnTo>
                    <a:pt x="317221" y="240838"/>
                  </a:lnTo>
                  <a:lnTo>
                    <a:pt x="319479" y="236049"/>
                  </a:lnTo>
                  <a:lnTo>
                    <a:pt x="321584" y="231190"/>
                  </a:lnTo>
                  <a:lnTo>
                    <a:pt x="323534" y="226268"/>
                  </a:lnTo>
                  <a:lnTo>
                    <a:pt x="325327" y="221286"/>
                  </a:lnTo>
                  <a:lnTo>
                    <a:pt x="326962" y="216250"/>
                  </a:lnTo>
                  <a:lnTo>
                    <a:pt x="328436" y="211165"/>
                  </a:lnTo>
                  <a:lnTo>
                    <a:pt x="329749" y="206035"/>
                  </a:lnTo>
                  <a:lnTo>
                    <a:pt x="330898" y="200867"/>
                  </a:lnTo>
                  <a:lnTo>
                    <a:pt x="331883" y="195664"/>
                  </a:lnTo>
                  <a:lnTo>
                    <a:pt x="332703" y="190433"/>
                  </a:lnTo>
                  <a:lnTo>
                    <a:pt x="333357" y="185179"/>
                  </a:lnTo>
                  <a:lnTo>
                    <a:pt x="333844" y="179907"/>
                  </a:lnTo>
                  <a:lnTo>
                    <a:pt x="334164" y="174622"/>
                  </a:lnTo>
                  <a:lnTo>
                    <a:pt x="334316" y="169329"/>
                  </a:lnTo>
                  <a:lnTo>
                    <a:pt x="334301" y="164035"/>
                  </a:lnTo>
                  <a:lnTo>
                    <a:pt x="334118" y="158743"/>
                  </a:lnTo>
                  <a:lnTo>
                    <a:pt x="333767" y="153460"/>
                  </a:lnTo>
                  <a:lnTo>
                    <a:pt x="333250" y="148190"/>
                  </a:lnTo>
                  <a:lnTo>
                    <a:pt x="332565" y="142940"/>
                  </a:lnTo>
                  <a:lnTo>
                    <a:pt x="331715" y="137714"/>
                  </a:lnTo>
                  <a:lnTo>
                    <a:pt x="330700" y="132518"/>
                  </a:lnTo>
                  <a:lnTo>
                    <a:pt x="329520" y="127356"/>
                  </a:lnTo>
                  <a:lnTo>
                    <a:pt x="328178" y="122234"/>
                  </a:lnTo>
                  <a:lnTo>
                    <a:pt x="326674" y="117157"/>
                  </a:lnTo>
                  <a:lnTo>
                    <a:pt x="325011" y="112131"/>
                  </a:lnTo>
                  <a:lnTo>
                    <a:pt x="323188" y="107159"/>
                  </a:lnTo>
                  <a:lnTo>
                    <a:pt x="321210" y="102248"/>
                  </a:lnTo>
                  <a:lnTo>
                    <a:pt x="319077" y="97402"/>
                  </a:lnTo>
                  <a:lnTo>
                    <a:pt x="316791" y="92626"/>
                  </a:lnTo>
                  <a:lnTo>
                    <a:pt x="314355" y="87925"/>
                  </a:lnTo>
                  <a:lnTo>
                    <a:pt x="311772" y="83303"/>
                  </a:lnTo>
                  <a:lnTo>
                    <a:pt x="309044" y="78766"/>
                  </a:lnTo>
                  <a:lnTo>
                    <a:pt x="306173" y="74317"/>
                  </a:lnTo>
                  <a:lnTo>
                    <a:pt x="303163" y="69961"/>
                  </a:lnTo>
                  <a:lnTo>
                    <a:pt x="300016" y="65703"/>
                  </a:lnTo>
                  <a:lnTo>
                    <a:pt x="296736" y="61546"/>
                  </a:lnTo>
                  <a:lnTo>
                    <a:pt x="293326" y="57496"/>
                  </a:lnTo>
                  <a:lnTo>
                    <a:pt x="289789" y="53555"/>
                  </a:lnTo>
                  <a:lnTo>
                    <a:pt x="286130" y="49729"/>
                  </a:lnTo>
                  <a:lnTo>
                    <a:pt x="282351" y="46020"/>
                  </a:lnTo>
                  <a:lnTo>
                    <a:pt x="278457" y="42433"/>
                  </a:lnTo>
                  <a:lnTo>
                    <a:pt x="274451" y="38971"/>
                  </a:lnTo>
                  <a:lnTo>
                    <a:pt x="270337" y="35637"/>
                  </a:lnTo>
                  <a:lnTo>
                    <a:pt x="266120" y="32436"/>
                  </a:lnTo>
                  <a:lnTo>
                    <a:pt x="261803" y="29370"/>
                  </a:lnTo>
                  <a:lnTo>
                    <a:pt x="257392" y="26441"/>
                  </a:lnTo>
                  <a:lnTo>
                    <a:pt x="252890" y="23655"/>
                  </a:lnTo>
                  <a:lnTo>
                    <a:pt x="248302" y="21012"/>
                  </a:lnTo>
                  <a:lnTo>
                    <a:pt x="243633" y="18515"/>
                  </a:lnTo>
                  <a:lnTo>
                    <a:pt x="238886" y="16168"/>
                  </a:lnTo>
                  <a:lnTo>
                    <a:pt x="234068" y="13972"/>
                  </a:lnTo>
                  <a:lnTo>
                    <a:pt x="229183" y="11930"/>
                  </a:lnTo>
                  <a:lnTo>
                    <a:pt x="224236" y="10044"/>
                  </a:lnTo>
                  <a:lnTo>
                    <a:pt x="219231" y="8315"/>
                  </a:lnTo>
                  <a:lnTo>
                    <a:pt x="214175" y="6746"/>
                  </a:lnTo>
                  <a:lnTo>
                    <a:pt x="209071" y="5338"/>
                  </a:lnTo>
                  <a:lnTo>
                    <a:pt x="203925" y="4092"/>
                  </a:lnTo>
                  <a:lnTo>
                    <a:pt x="198742" y="3009"/>
                  </a:lnTo>
                  <a:lnTo>
                    <a:pt x="193527" y="2092"/>
                  </a:lnTo>
                  <a:lnTo>
                    <a:pt x="188286" y="1339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3889" y="5018213"/>
              <a:ext cx="167149" cy="202386"/>
            </a:xfrm>
            <a:custGeom>
              <a:avLst/>
              <a:pathLst>
                <a:path w="167149" h="202386">
                  <a:moveTo>
                    <a:pt x="167149" y="0"/>
                  </a:moveTo>
                  <a:lnTo>
                    <a:pt x="161730" y="87"/>
                  </a:lnTo>
                  <a:lnTo>
                    <a:pt x="156318" y="351"/>
                  </a:lnTo>
                  <a:lnTo>
                    <a:pt x="150916" y="790"/>
                  </a:lnTo>
                  <a:lnTo>
                    <a:pt x="145532" y="1403"/>
                  </a:lnTo>
                  <a:lnTo>
                    <a:pt x="140170" y="2191"/>
                  </a:lnTo>
                  <a:lnTo>
                    <a:pt x="134837" y="3152"/>
                  </a:lnTo>
                  <a:lnTo>
                    <a:pt x="129537" y="4286"/>
                  </a:lnTo>
                  <a:lnTo>
                    <a:pt x="124278" y="5590"/>
                  </a:lnTo>
                  <a:lnTo>
                    <a:pt x="119063" y="7065"/>
                  </a:lnTo>
                  <a:lnTo>
                    <a:pt x="113899" y="8708"/>
                  </a:lnTo>
                  <a:lnTo>
                    <a:pt x="108790" y="10517"/>
                  </a:lnTo>
                  <a:lnTo>
                    <a:pt x="103743" y="12491"/>
                  </a:lnTo>
                  <a:lnTo>
                    <a:pt x="98763" y="14627"/>
                  </a:lnTo>
                  <a:lnTo>
                    <a:pt x="93855" y="16924"/>
                  </a:lnTo>
                  <a:lnTo>
                    <a:pt x="89023" y="19379"/>
                  </a:lnTo>
                  <a:lnTo>
                    <a:pt x="84274" y="21989"/>
                  </a:lnTo>
                  <a:lnTo>
                    <a:pt x="79612" y="24751"/>
                  </a:lnTo>
                  <a:lnTo>
                    <a:pt x="75042" y="27664"/>
                  </a:lnTo>
                  <a:lnTo>
                    <a:pt x="70568" y="30722"/>
                  </a:lnTo>
                  <a:lnTo>
                    <a:pt x="66196" y="33925"/>
                  </a:lnTo>
                  <a:lnTo>
                    <a:pt x="61930" y="37267"/>
                  </a:lnTo>
                  <a:lnTo>
                    <a:pt x="57775" y="40746"/>
                  </a:lnTo>
                  <a:lnTo>
                    <a:pt x="53735" y="44357"/>
                  </a:lnTo>
                  <a:lnTo>
                    <a:pt x="49814" y="48098"/>
                  </a:lnTo>
                  <a:lnTo>
                    <a:pt x="46016" y="51964"/>
                  </a:lnTo>
                  <a:lnTo>
                    <a:pt x="42345" y="55951"/>
                  </a:lnTo>
                  <a:lnTo>
                    <a:pt x="38806" y="60055"/>
                  </a:lnTo>
                  <a:lnTo>
                    <a:pt x="35402" y="64271"/>
                  </a:lnTo>
                  <a:lnTo>
                    <a:pt x="32136" y="68595"/>
                  </a:lnTo>
                  <a:lnTo>
                    <a:pt x="29011" y="73024"/>
                  </a:lnTo>
                  <a:lnTo>
                    <a:pt x="26032" y="77551"/>
                  </a:lnTo>
                  <a:lnTo>
                    <a:pt x="23202" y="82172"/>
                  </a:lnTo>
                  <a:lnTo>
                    <a:pt x="20522" y="86882"/>
                  </a:lnTo>
                  <a:lnTo>
                    <a:pt x="17997" y="91677"/>
                  </a:lnTo>
                  <a:lnTo>
                    <a:pt x="15629" y="96551"/>
                  </a:lnTo>
                  <a:lnTo>
                    <a:pt x="13419" y="101500"/>
                  </a:lnTo>
                  <a:lnTo>
                    <a:pt x="11372" y="106517"/>
                  </a:lnTo>
                  <a:lnTo>
                    <a:pt x="9488" y="111598"/>
                  </a:lnTo>
                  <a:lnTo>
                    <a:pt x="7769" y="116738"/>
                  </a:lnTo>
                  <a:lnTo>
                    <a:pt x="6218" y="121931"/>
                  </a:lnTo>
                  <a:lnTo>
                    <a:pt x="4837" y="127171"/>
                  </a:lnTo>
                  <a:lnTo>
                    <a:pt x="3626" y="132453"/>
                  </a:lnTo>
                  <a:lnTo>
                    <a:pt x="2586" y="137772"/>
                  </a:lnTo>
                  <a:lnTo>
                    <a:pt x="1720" y="143121"/>
                  </a:lnTo>
                  <a:lnTo>
                    <a:pt x="1027" y="148496"/>
                  </a:lnTo>
                  <a:lnTo>
                    <a:pt x="510" y="153890"/>
                  </a:lnTo>
                  <a:lnTo>
                    <a:pt x="167" y="159299"/>
                  </a:lnTo>
                  <a:lnTo>
                    <a:pt x="0" y="164715"/>
                  </a:lnTo>
                  <a:lnTo>
                    <a:pt x="8" y="170135"/>
                  </a:lnTo>
                  <a:lnTo>
                    <a:pt x="192" y="175551"/>
                  </a:lnTo>
                  <a:lnTo>
                    <a:pt x="551" y="180958"/>
                  </a:lnTo>
                  <a:lnTo>
                    <a:pt x="1086" y="186351"/>
                  </a:lnTo>
                  <a:lnTo>
                    <a:pt x="1795" y="191723"/>
                  </a:lnTo>
                  <a:lnTo>
                    <a:pt x="2678" y="197070"/>
                  </a:lnTo>
                  <a:lnTo>
                    <a:pt x="3734" y="202386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857623" y="5185380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57623" y="5185380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57623" y="5185380"/>
              <a:ext cx="163415" cy="35218"/>
            </a:xfrm>
            <a:custGeom>
              <a:avLst/>
              <a:pathLst>
                <a:path w="163415" h="35218">
                  <a:moveTo>
                    <a:pt x="0" y="35218"/>
                  </a:moveTo>
                  <a:lnTo>
                    <a:pt x="16341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57623" y="5185380"/>
              <a:ext cx="163415" cy="88401"/>
            </a:xfrm>
            <a:custGeom>
              <a:avLst/>
              <a:pathLst>
                <a:path w="163415" h="88401">
                  <a:moveTo>
                    <a:pt x="0" y="35218"/>
                  </a:moveTo>
                  <a:lnTo>
                    <a:pt x="1469" y="41454"/>
                  </a:lnTo>
                  <a:lnTo>
                    <a:pt x="3176" y="47629"/>
                  </a:lnTo>
                  <a:lnTo>
                    <a:pt x="5119" y="53734"/>
                  </a:lnTo>
                  <a:lnTo>
                    <a:pt x="7294" y="59760"/>
                  </a:lnTo>
                  <a:lnTo>
                    <a:pt x="9699" y="65698"/>
                  </a:lnTo>
                  <a:lnTo>
                    <a:pt x="12329" y="71540"/>
                  </a:lnTo>
                  <a:lnTo>
                    <a:pt x="15181" y="77276"/>
                  </a:lnTo>
                  <a:lnTo>
                    <a:pt x="18251" y="82899"/>
                  </a:lnTo>
                  <a:lnTo>
                    <a:pt x="21534" y="88401"/>
                  </a:lnTo>
                  <a:lnTo>
                    <a:pt x="16341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879158" y="5018213"/>
              <a:ext cx="309029" cy="334334"/>
            </a:xfrm>
            <a:custGeom>
              <a:avLst/>
              <a:pathLst>
                <a:path w="309029" h="334334">
                  <a:moveTo>
                    <a:pt x="0" y="255568"/>
                  </a:moveTo>
                  <a:lnTo>
                    <a:pt x="2874" y="260023"/>
                  </a:lnTo>
                  <a:lnTo>
                    <a:pt x="5889" y="264385"/>
                  </a:lnTo>
                  <a:lnTo>
                    <a:pt x="9041" y="268649"/>
                  </a:lnTo>
                  <a:lnTo>
                    <a:pt x="12326" y="272811"/>
                  </a:lnTo>
                  <a:lnTo>
                    <a:pt x="15741" y="276866"/>
                  </a:lnTo>
                  <a:lnTo>
                    <a:pt x="19284" y="280811"/>
                  </a:lnTo>
                  <a:lnTo>
                    <a:pt x="22949" y="284642"/>
                  </a:lnTo>
                  <a:lnTo>
                    <a:pt x="26735" y="288355"/>
                  </a:lnTo>
                  <a:lnTo>
                    <a:pt x="30636" y="291945"/>
                  </a:lnTo>
                  <a:lnTo>
                    <a:pt x="34649" y="295411"/>
                  </a:lnTo>
                  <a:lnTo>
                    <a:pt x="38770" y="298747"/>
                  </a:lnTo>
                  <a:lnTo>
                    <a:pt x="42995" y="301951"/>
                  </a:lnTo>
                  <a:lnTo>
                    <a:pt x="47319" y="305019"/>
                  </a:lnTo>
                  <a:lnTo>
                    <a:pt x="51739" y="307948"/>
                  </a:lnTo>
                  <a:lnTo>
                    <a:pt x="56249" y="310736"/>
                  </a:lnTo>
                  <a:lnTo>
                    <a:pt x="60845" y="313380"/>
                  </a:lnTo>
                  <a:lnTo>
                    <a:pt x="65522" y="315876"/>
                  </a:lnTo>
                  <a:lnTo>
                    <a:pt x="70277" y="318223"/>
                  </a:lnTo>
                  <a:lnTo>
                    <a:pt x="75104" y="320418"/>
                  </a:lnTo>
                  <a:lnTo>
                    <a:pt x="79997" y="322458"/>
                  </a:lnTo>
                  <a:lnTo>
                    <a:pt x="84953" y="324343"/>
                  </a:lnTo>
                  <a:lnTo>
                    <a:pt x="89966" y="326069"/>
                  </a:lnTo>
                  <a:lnTo>
                    <a:pt x="95032" y="327636"/>
                  </a:lnTo>
                  <a:lnTo>
                    <a:pt x="100145" y="329041"/>
                  </a:lnTo>
                  <a:lnTo>
                    <a:pt x="105299" y="330283"/>
                  </a:lnTo>
                  <a:lnTo>
                    <a:pt x="110491" y="331361"/>
                  </a:lnTo>
                  <a:lnTo>
                    <a:pt x="115714" y="332274"/>
                  </a:lnTo>
                  <a:lnTo>
                    <a:pt x="120963" y="333021"/>
                  </a:lnTo>
                  <a:lnTo>
                    <a:pt x="126233" y="333600"/>
                  </a:lnTo>
                  <a:lnTo>
                    <a:pt x="131519" y="334013"/>
                  </a:lnTo>
                  <a:lnTo>
                    <a:pt x="136816" y="334258"/>
                  </a:lnTo>
                  <a:lnTo>
                    <a:pt x="142117" y="334334"/>
                  </a:lnTo>
                  <a:lnTo>
                    <a:pt x="147419" y="334243"/>
                  </a:lnTo>
                  <a:lnTo>
                    <a:pt x="152714" y="333983"/>
                  </a:lnTo>
                  <a:lnTo>
                    <a:pt x="157999" y="333555"/>
                  </a:lnTo>
                  <a:lnTo>
                    <a:pt x="163268" y="332961"/>
                  </a:lnTo>
                  <a:lnTo>
                    <a:pt x="168515" y="332199"/>
                  </a:lnTo>
                  <a:lnTo>
                    <a:pt x="173736" y="331271"/>
                  </a:lnTo>
                  <a:lnTo>
                    <a:pt x="178924" y="330178"/>
                  </a:lnTo>
                  <a:lnTo>
                    <a:pt x="184075" y="328922"/>
                  </a:lnTo>
                  <a:lnTo>
                    <a:pt x="189184" y="327502"/>
                  </a:lnTo>
                  <a:lnTo>
                    <a:pt x="194245" y="325921"/>
                  </a:lnTo>
                  <a:lnTo>
                    <a:pt x="199253" y="324181"/>
                  </a:lnTo>
                  <a:lnTo>
                    <a:pt x="204204" y="322282"/>
                  </a:lnTo>
                  <a:lnTo>
                    <a:pt x="209091" y="320228"/>
                  </a:lnTo>
                  <a:lnTo>
                    <a:pt x="213912" y="318019"/>
                  </a:lnTo>
                  <a:lnTo>
                    <a:pt x="218660" y="315659"/>
                  </a:lnTo>
                  <a:lnTo>
                    <a:pt x="223330" y="313149"/>
                  </a:lnTo>
                  <a:lnTo>
                    <a:pt x="227919" y="310493"/>
                  </a:lnTo>
                  <a:lnTo>
                    <a:pt x="232421" y="307692"/>
                  </a:lnTo>
                  <a:lnTo>
                    <a:pt x="236832" y="304750"/>
                  </a:lnTo>
                  <a:lnTo>
                    <a:pt x="241147" y="301670"/>
                  </a:lnTo>
                  <a:lnTo>
                    <a:pt x="245363" y="298454"/>
                  </a:lnTo>
                  <a:lnTo>
                    <a:pt x="249475" y="295106"/>
                  </a:lnTo>
                  <a:lnTo>
                    <a:pt x="253478" y="291630"/>
                  </a:lnTo>
                  <a:lnTo>
                    <a:pt x="257369" y="288028"/>
                  </a:lnTo>
                  <a:lnTo>
                    <a:pt x="261144" y="284304"/>
                  </a:lnTo>
                  <a:lnTo>
                    <a:pt x="264799" y="280463"/>
                  </a:lnTo>
                  <a:lnTo>
                    <a:pt x="268330" y="276508"/>
                  </a:lnTo>
                  <a:lnTo>
                    <a:pt x="271734" y="272443"/>
                  </a:lnTo>
                  <a:lnTo>
                    <a:pt x="275007" y="268272"/>
                  </a:lnTo>
                  <a:lnTo>
                    <a:pt x="278147" y="263999"/>
                  </a:lnTo>
                  <a:lnTo>
                    <a:pt x="281149" y="259629"/>
                  </a:lnTo>
                  <a:lnTo>
                    <a:pt x="284011" y="255166"/>
                  </a:lnTo>
                  <a:lnTo>
                    <a:pt x="286731" y="250614"/>
                  </a:lnTo>
                  <a:lnTo>
                    <a:pt x="289304" y="245978"/>
                  </a:lnTo>
                  <a:lnTo>
                    <a:pt x="291729" y="241263"/>
                  </a:lnTo>
                  <a:lnTo>
                    <a:pt x="294004" y="236474"/>
                  </a:lnTo>
                  <a:lnTo>
                    <a:pt x="296125" y="231614"/>
                  </a:lnTo>
                  <a:lnTo>
                    <a:pt x="298091" y="226690"/>
                  </a:lnTo>
                  <a:lnTo>
                    <a:pt x="299901" y="221706"/>
                  </a:lnTo>
                  <a:lnTo>
                    <a:pt x="301551" y="216667"/>
                  </a:lnTo>
                  <a:lnTo>
                    <a:pt x="303040" y="211579"/>
                  </a:lnTo>
                  <a:lnTo>
                    <a:pt x="304368" y="206446"/>
                  </a:lnTo>
                  <a:lnTo>
                    <a:pt x="305532" y="201273"/>
                  </a:lnTo>
                  <a:lnTo>
                    <a:pt x="306531" y="196066"/>
                  </a:lnTo>
                  <a:lnTo>
                    <a:pt x="307365" y="190829"/>
                  </a:lnTo>
                  <a:lnTo>
                    <a:pt x="308032" y="185569"/>
                  </a:lnTo>
                  <a:lnTo>
                    <a:pt x="308532" y="180291"/>
                  </a:lnTo>
                  <a:lnTo>
                    <a:pt x="308864" y="174999"/>
                  </a:lnTo>
                  <a:lnTo>
                    <a:pt x="309029" y="169700"/>
                  </a:lnTo>
                  <a:lnTo>
                    <a:pt x="309025" y="164397"/>
                  </a:lnTo>
                  <a:lnTo>
                    <a:pt x="308853" y="159098"/>
                  </a:lnTo>
                  <a:lnTo>
                    <a:pt x="308513" y="153807"/>
                  </a:lnTo>
                  <a:lnTo>
                    <a:pt x="308006" y="148529"/>
                  </a:lnTo>
                  <a:lnTo>
                    <a:pt x="307331" y="143270"/>
                  </a:lnTo>
                  <a:lnTo>
                    <a:pt x="306490" y="138035"/>
                  </a:lnTo>
                  <a:lnTo>
                    <a:pt x="305483" y="132829"/>
                  </a:lnTo>
                  <a:lnTo>
                    <a:pt x="304312" y="127658"/>
                  </a:lnTo>
                  <a:lnTo>
                    <a:pt x="302977" y="122527"/>
                  </a:lnTo>
                  <a:lnTo>
                    <a:pt x="301480" y="117440"/>
                  </a:lnTo>
                  <a:lnTo>
                    <a:pt x="299823" y="112404"/>
                  </a:lnTo>
                  <a:lnTo>
                    <a:pt x="298007" y="107422"/>
                  </a:lnTo>
                  <a:lnTo>
                    <a:pt x="296034" y="102501"/>
                  </a:lnTo>
                  <a:lnTo>
                    <a:pt x="293905" y="97645"/>
                  </a:lnTo>
                  <a:lnTo>
                    <a:pt x="291624" y="92858"/>
                  </a:lnTo>
                  <a:lnTo>
                    <a:pt x="289192" y="88147"/>
                  </a:lnTo>
                  <a:lnTo>
                    <a:pt x="286612" y="83515"/>
                  </a:lnTo>
                  <a:lnTo>
                    <a:pt x="283886" y="78967"/>
                  </a:lnTo>
                  <a:lnTo>
                    <a:pt x="281018" y="74508"/>
                  </a:lnTo>
                  <a:lnTo>
                    <a:pt x="278009" y="70142"/>
                  </a:lnTo>
                  <a:lnTo>
                    <a:pt x="274864" y="65873"/>
                  </a:lnTo>
                  <a:lnTo>
                    <a:pt x="271584" y="61707"/>
                  </a:lnTo>
                  <a:lnTo>
                    <a:pt x="268175" y="57647"/>
                  </a:lnTo>
                  <a:lnTo>
                    <a:pt x="264638" y="53697"/>
                  </a:lnTo>
                  <a:lnTo>
                    <a:pt x="260978" y="49861"/>
                  </a:lnTo>
                  <a:lnTo>
                    <a:pt x="257197" y="46143"/>
                  </a:lnTo>
                  <a:lnTo>
                    <a:pt x="253301" y="42546"/>
                  </a:lnTo>
                  <a:lnTo>
                    <a:pt x="249293" y="39075"/>
                  </a:lnTo>
                  <a:lnTo>
                    <a:pt x="245177" y="35733"/>
                  </a:lnTo>
                  <a:lnTo>
                    <a:pt x="240957" y="32524"/>
                  </a:lnTo>
                  <a:lnTo>
                    <a:pt x="236637" y="29449"/>
                  </a:lnTo>
                  <a:lnTo>
                    <a:pt x="232222" y="26513"/>
                  </a:lnTo>
                  <a:lnTo>
                    <a:pt x="227716" y="23719"/>
                  </a:lnTo>
                  <a:lnTo>
                    <a:pt x="223123" y="21069"/>
                  </a:lnTo>
                  <a:lnTo>
                    <a:pt x="218449" y="18566"/>
                  </a:lnTo>
                  <a:lnTo>
                    <a:pt x="213698" y="16213"/>
                  </a:lnTo>
                  <a:lnTo>
                    <a:pt x="208874" y="14011"/>
                  </a:lnTo>
                  <a:lnTo>
                    <a:pt x="203984" y="11963"/>
                  </a:lnTo>
                  <a:lnTo>
                    <a:pt x="199030" y="10072"/>
                  </a:lnTo>
                  <a:lnTo>
                    <a:pt x="194019" y="8339"/>
                  </a:lnTo>
                  <a:lnTo>
                    <a:pt x="188956" y="6765"/>
                  </a:lnTo>
                  <a:lnTo>
                    <a:pt x="183846" y="5353"/>
                  </a:lnTo>
                  <a:lnTo>
                    <a:pt x="178693" y="4103"/>
                  </a:lnTo>
                  <a:lnTo>
                    <a:pt x="173503" y="3018"/>
                  </a:lnTo>
                  <a:lnTo>
                    <a:pt x="168281" y="2097"/>
                  </a:lnTo>
                  <a:lnTo>
                    <a:pt x="163033" y="1343"/>
                  </a:lnTo>
                  <a:lnTo>
                    <a:pt x="157763" y="756"/>
                  </a:lnTo>
                  <a:lnTo>
                    <a:pt x="152478" y="336"/>
                  </a:lnTo>
                  <a:lnTo>
                    <a:pt x="147182" y="84"/>
                  </a:lnTo>
                  <a:lnTo>
                    <a:pt x="141880" y="0"/>
                  </a:lnTo>
                  <a:lnTo>
                    <a:pt x="14188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256067" y="4659281"/>
              <a:ext cx="167167" cy="323879"/>
            </a:xfrm>
            <a:custGeom>
              <a:avLst/>
              <a:pathLst>
                <a:path w="167167" h="323879">
                  <a:moveTo>
                    <a:pt x="167167" y="0"/>
                  </a:moveTo>
                  <a:lnTo>
                    <a:pt x="161814" y="85"/>
                  </a:lnTo>
                  <a:lnTo>
                    <a:pt x="156467" y="342"/>
                  </a:lnTo>
                  <a:lnTo>
                    <a:pt x="151132" y="770"/>
                  </a:lnTo>
                  <a:lnTo>
                    <a:pt x="145812" y="1369"/>
                  </a:lnTo>
                  <a:lnTo>
                    <a:pt x="140515" y="2138"/>
                  </a:lnTo>
                  <a:lnTo>
                    <a:pt x="135244" y="3076"/>
                  </a:lnTo>
                  <a:lnTo>
                    <a:pt x="130007" y="4182"/>
                  </a:lnTo>
                  <a:lnTo>
                    <a:pt x="124807" y="5455"/>
                  </a:lnTo>
                  <a:lnTo>
                    <a:pt x="119651" y="6895"/>
                  </a:lnTo>
                  <a:lnTo>
                    <a:pt x="114544" y="8498"/>
                  </a:lnTo>
                  <a:lnTo>
                    <a:pt x="109491" y="10264"/>
                  </a:lnTo>
                  <a:lnTo>
                    <a:pt x="104497" y="12191"/>
                  </a:lnTo>
                  <a:lnTo>
                    <a:pt x="99567" y="14277"/>
                  </a:lnTo>
                  <a:lnTo>
                    <a:pt x="94706" y="16520"/>
                  </a:lnTo>
                  <a:lnTo>
                    <a:pt x="89920" y="18917"/>
                  </a:lnTo>
                  <a:lnTo>
                    <a:pt x="85213" y="21467"/>
                  </a:lnTo>
                  <a:lnTo>
                    <a:pt x="80590" y="24165"/>
                  </a:lnTo>
                  <a:lnTo>
                    <a:pt x="76056" y="27011"/>
                  </a:lnTo>
                  <a:lnTo>
                    <a:pt x="71615" y="30000"/>
                  </a:lnTo>
                  <a:lnTo>
                    <a:pt x="67272" y="33129"/>
                  </a:lnTo>
                  <a:lnTo>
                    <a:pt x="63032" y="36397"/>
                  </a:lnTo>
                  <a:lnTo>
                    <a:pt x="58898" y="39798"/>
                  </a:lnTo>
                  <a:lnTo>
                    <a:pt x="54876" y="43330"/>
                  </a:lnTo>
                  <a:lnTo>
                    <a:pt x="50968" y="46989"/>
                  </a:lnTo>
                  <a:lnTo>
                    <a:pt x="47180" y="50771"/>
                  </a:lnTo>
                  <a:lnTo>
                    <a:pt x="43515" y="54672"/>
                  </a:lnTo>
                  <a:lnTo>
                    <a:pt x="39976" y="58689"/>
                  </a:lnTo>
                  <a:lnTo>
                    <a:pt x="36568" y="62817"/>
                  </a:lnTo>
                  <a:lnTo>
                    <a:pt x="33294" y="67052"/>
                  </a:lnTo>
                  <a:lnTo>
                    <a:pt x="30157" y="71389"/>
                  </a:lnTo>
                  <a:lnTo>
                    <a:pt x="27161" y="75825"/>
                  </a:lnTo>
                  <a:lnTo>
                    <a:pt x="24308" y="80355"/>
                  </a:lnTo>
                  <a:lnTo>
                    <a:pt x="21602" y="84973"/>
                  </a:lnTo>
                  <a:lnTo>
                    <a:pt x="19045" y="89676"/>
                  </a:lnTo>
                  <a:lnTo>
                    <a:pt x="16639" y="94459"/>
                  </a:lnTo>
                  <a:lnTo>
                    <a:pt x="14389" y="99315"/>
                  </a:lnTo>
                  <a:lnTo>
                    <a:pt x="12295" y="104242"/>
                  </a:lnTo>
                  <a:lnTo>
                    <a:pt x="10359" y="109233"/>
                  </a:lnTo>
                  <a:lnTo>
                    <a:pt x="8585" y="114283"/>
                  </a:lnTo>
                  <a:lnTo>
                    <a:pt x="6973" y="119388"/>
                  </a:lnTo>
                  <a:lnTo>
                    <a:pt x="5525" y="124541"/>
                  </a:lnTo>
                  <a:lnTo>
                    <a:pt x="4243" y="129739"/>
                  </a:lnTo>
                  <a:lnTo>
                    <a:pt x="3128" y="134974"/>
                  </a:lnTo>
                  <a:lnTo>
                    <a:pt x="2182" y="140243"/>
                  </a:lnTo>
                  <a:lnTo>
                    <a:pt x="1404" y="145539"/>
                  </a:lnTo>
                  <a:lnTo>
                    <a:pt x="797" y="150858"/>
                  </a:lnTo>
                  <a:lnTo>
                    <a:pt x="360" y="156193"/>
                  </a:lnTo>
                  <a:lnTo>
                    <a:pt x="94" y="161539"/>
                  </a:lnTo>
                  <a:lnTo>
                    <a:pt x="0" y="166892"/>
                  </a:lnTo>
                  <a:lnTo>
                    <a:pt x="76" y="172244"/>
                  </a:lnTo>
                  <a:lnTo>
                    <a:pt x="325" y="177591"/>
                  </a:lnTo>
                  <a:lnTo>
                    <a:pt x="744" y="182928"/>
                  </a:lnTo>
                  <a:lnTo>
                    <a:pt x="1334" y="188248"/>
                  </a:lnTo>
                  <a:lnTo>
                    <a:pt x="2094" y="193547"/>
                  </a:lnTo>
                  <a:lnTo>
                    <a:pt x="3023" y="198819"/>
                  </a:lnTo>
                  <a:lnTo>
                    <a:pt x="4121" y="204058"/>
                  </a:lnTo>
                  <a:lnTo>
                    <a:pt x="5386" y="209260"/>
                  </a:lnTo>
                  <a:lnTo>
                    <a:pt x="6816" y="214418"/>
                  </a:lnTo>
                  <a:lnTo>
                    <a:pt x="8411" y="219528"/>
                  </a:lnTo>
                  <a:lnTo>
                    <a:pt x="10169" y="224584"/>
                  </a:lnTo>
                  <a:lnTo>
                    <a:pt x="12088" y="229582"/>
                  </a:lnTo>
                  <a:lnTo>
                    <a:pt x="14166" y="234515"/>
                  </a:lnTo>
                  <a:lnTo>
                    <a:pt x="16401" y="239379"/>
                  </a:lnTo>
                  <a:lnTo>
                    <a:pt x="18790" y="244169"/>
                  </a:lnTo>
                  <a:lnTo>
                    <a:pt x="21332" y="248881"/>
                  </a:lnTo>
                  <a:lnTo>
                    <a:pt x="24023" y="253508"/>
                  </a:lnTo>
                  <a:lnTo>
                    <a:pt x="26861" y="258047"/>
                  </a:lnTo>
                  <a:lnTo>
                    <a:pt x="29842" y="262493"/>
                  </a:lnTo>
                  <a:lnTo>
                    <a:pt x="32965" y="266841"/>
                  </a:lnTo>
                  <a:lnTo>
                    <a:pt x="36225" y="271086"/>
                  </a:lnTo>
                  <a:lnTo>
                    <a:pt x="39620" y="275226"/>
                  </a:lnTo>
                  <a:lnTo>
                    <a:pt x="43145" y="279254"/>
                  </a:lnTo>
                  <a:lnTo>
                    <a:pt x="46797" y="283167"/>
                  </a:lnTo>
                  <a:lnTo>
                    <a:pt x="50573" y="286962"/>
                  </a:lnTo>
                  <a:lnTo>
                    <a:pt x="54468" y="290634"/>
                  </a:lnTo>
                  <a:lnTo>
                    <a:pt x="58479" y="294179"/>
                  </a:lnTo>
                  <a:lnTo>
                    <a:pt x="62602" y="297594"/>
                  </a:lnTo>
                  <a:lnTo>
                    <a:pt x="66831" y="300875"/>
                  </a:lnTo>
                  <a:lnTo>
                    <a:pt x="71164" y="304019"/>
                  </a:lnTo>
                  <a:lnTo>
                    <a:pt x="75595" y="307022"/>
                  </a:lnTo>
                  <a:lnTo>
                    <a:pt x="80119" y="309883"/>
                  </a:lnTo>
                  <a:lnTo>
                    <a:pt x="84734" y="312596"/>
                  </a:lnTo>
                  <a:lnTo>
                    <a:pt x="89432" y="315161"/>
                  </a:lnTo>
                  <a:lnTo>
                    <a:pt x="94211" y="317574"/>
                  </a:lnTo>
                  <a:lnTo>
                    <a:pt x="99064" y="319833"/>
                  </a:lnTo>
                  <a:lnTo>
                    <a:pt x="103987" y="321935"/>
                  </a:lnTo>
                  <a:lnTo>
                    <a:pt x="108974" y="323879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65042" y="4826449"/>
              <a:ext cx="58192" cy="156711"/>
            </a:xfrm>
            <a:custGeom>
              <a:avLst/>
              <a:pathLst>
                <a:path w="58192" h="156711">
                  <a:moveTo>
                    <a:pt x="0" y="156711"/>
                  </a:moveTo>
                  <a:lnTo>
                    <a:pt x="5819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365042" y="4826449"/>
              <a:ext cx="58192" cy="156711"/>
            </a:xfrm>
            <a:custGeom>
              <a:avLst/>
              <a:pathLst>
                <a:path w="58192" h="156711">
                  <a:moveTo>
                    <a:pt x="0" y="156711"/>
                  </a:moveTo>
                  <a:lnTo>
                    <a:pt x="5819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365042" y="4826449"/>
              <a:ext cx="101172" cy="167152"/>
            </a:xfrm>
            <a:custGeom>
              <a:avLst/>
              <a:pathLst>
                <a:path w="101172" h="167152">
                  <a:moveTo>
                    <a:pt x="0" y="156711"/>
                  </a:moveTo>
                  <a:lnTo>
                    <a:pt x="5392" y="158609"/>
                  </a:lnTo>
                  <a:lnTo>
                    <a:pt x="10846" y="160322"/>
                  </a:lnTo>
                  <a:lnTo>
                    <a:pt x="16355" y="161847"/>
                  </a:lnTo>
                  <a:lnTo>
                    <a:pt x="21914" y="163183"/>
                  </a:lnTo>
                  <a:lnTo>
                    <a:pt x="27515" y="164328"/>
                  </a:lnTo>
                  <a:lnTo>
                    <a:pt x="33151" y="165281"/>
                  </a:lnTo>
                  <a:lnTo>
                    <a:pt x="38817" y="166040"/>
                  </a:lnTo>
                  <a:lnTo>
                    <a:pt x="44506" y="166606"/>
                  </a:lnTo>
                  <a:lnTo>
                    <a:pt x="50211" y="166976"/>
                  </a:lnTo>
                  <a:lnTo>
                    <a:pt x="55925" y="167152"/>
                  </a:lnTo>
                  <a:lnTo>
                    <a:pt x="61641" y="167131"/>
                  </a:lnTo>
                  <a:lnTo>
                    <a:pt x="67354" y="166916"/>
                  </a:lnTo>
                  <a:lnTo>
                    <a:pt x="73056" y="166505"/>
                  </a:lnTo>
                  <a:lnTo>
                    <a:pt x="78740" y="165899"/>
                  </a:lnTo>
                  <a:lnTo>
                    <a:pt x="84401" y="165100"/>
                  </a:lnTo>
                  <a:lnTo>
                    <a:pt x="90031" y="164107"/>
                  </a:lnTo>
                  <a:lnTo>
                    <a:pt x="95623" y="162922"/>
                  </a:lnTo>
                  <a:lnTo>
                    <a:pt x="101172" y="161547"/>
                  </a:lnTo>
                  <a:lnTo>
                    <a:pt x="5819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423235" y="4659281"/>
              <a:ext cx="167167" cy="328715"/>
            </a:xfrm>
            <a:custGeom>
              <a:avLst/>
              <a:pathLst>
                <a:path w="167167" h="328715">
                  <a:moveTo>
                    <a:pt x="42980" y="328715"/>
                  </a:moveTo>
                  <a:lnTo>
                    <a:pt x="48129" y="327256"/>
                  </a:lnTo>
                  <a:lnTo>
                    <a:pt x="53229" y="325633"/>
                  </a:lnTo>
                  <a:lnTo>
                    <a:pt x="58275" y="323848"/>
                  </a:lnTo>
                  <a:lnTo>
                    <a:pt x="63261" y="321902"/>
                  </a:lnTo>
                  <a:lnTo>
                    <a:pt x="68182" y="319798"/>
                  </a:lnTo>
                  <a:lnTo>
                    <a:pt x="73033" y="317537"/>
                  </a:lnTo>
                  <a:lnTo>
                    <a:pt x="77809" y="315122"/>
                  </a:lnTo>
                  <a:lnTo>
                    <a:pt x="82505" y="312555"/>
                  </a:lnTo>
                  <a:lnTo>
                    <a:pt x="87117" y="309839"/>
                  </a:lnTo>
                  <a:lnTo>
                    <a:pt x="91640" y="306978"/>
                  </a:lnTo>
                  <a:lnTo>
                    <a:pt x="96068" y="303972"/>
                  </a:lnTo>
                  <a:lnTo>
                    <a:pt x="100399" y="300827"/>
                  </a:lnTo>
                  <a:lnTo>
                    <a:pt x="104626" y="297544"/>
                  </a:lnTo>
                  <a:lnTo>
                    <a:pt x="108746" y="294128"/>
                  </a:lnTo>
                  <a:lnTo>
                    <a:pt x="112754" y="290582"/>
                  </a:lnTo>
                  <a:lnTo>
                    <a:pt x="116647" y="286909"/>
                  </a:lnTo>
                  <a:lnTo>
                    <a:pt x="120421" y="283114"/>
                  </a:lnTo>
                  <a:lnTo>
                    <a:pt x="124071" y="279199"/>
                  </a:lnTo>
                  <a:lnTo>
                    <a:pt x="127593" y="275170"/>
                  </a:lnTo>
                  <a:lnTo>
                    <a:pt x="130985" y="271030"/>
                  </a:lnTo>
                  <a:lnTo>
                    <a:pt x="134243" y="266784"/>
                  </a:lnTo>
                  <a:lnTo>
                    <a:pt x="137363" y="262436"/>
                  </a:lnTo>
                  <a:lnTo>
                    <a:pt x="140343" y="257990"/>
                  </a:lnTo>
                  <a:lnTo>
                    <a:pt x="143178" y="253450"/>
                  </a:lnTo>
                  <a:lnTo>
                    <a:pt x="145867" y="248823"/>
                  </a:lnTo>
                  <a:lnTo>
                    <a:pt x="148406" y="244111"/>
                  </a:lnTo>
                  <a:lnTo>
                    <a:pt x="150793" y="239321"/>
                  </a:lnTo>
                  <a:lnTo>
                    <a:pt x="153026" y="234457"/>
                  </a:lnTo>
                  <a:lnTo>
                    <a:pt x="155101" y="229524"/>
                  </a:lnTo>
                  <a:lnTo>
                    <a:pt x="157018" y="224527"/>
                  </a:lnTo>
                  <a:lnTo>
                    <a:pt x="158774" y="219471"/>
                  </a:lnTo>
                  <a:lnTo>
                    <a:pt x="160367" y="214361"/>
                  </a:lnTo>
                  <a:lnTo>
                    <a:pt x="161795" y="209204"/>
                  </a:lnTo>
                  <a:lnTo>
                    <a:pt x="163058" y="204003"/>
                  </a:lnTo>
                  <a:lnTo>
                    <a:pt x="164154" y="198764"/>
                  </a:lnTo>
                  <a:lnTo>
                    <a:pt x="165081" y="193493"/>
                  </a:lnTo>
                  <a:lnTo>
                    <a:pt x="165839" y="188195"/>
                  </a:lnTo>
                  <a:lnTo>
                    <a:pt x="166427" y="182875"/>
                  </a:lnTo>
                  <a:lnTo>
                    <a:pt x="166845" y="177540"/>
                  </a:lnTo>
                  <a:lnTo>
                    <a:pt x="167091" y="172193"/>
                  </a:lnTo>
                  <a:lnTo>
                    <a:pt x="167167" y="166842"/>
                  </a:lnTo>
                  <a:lnTo>
                    <a:pt x="167071" y="161490"/>
                  </a:lnTo>
                  <a:lnTo>
                    <a:pt x="166803" y="156145"/>
                  </a:lnTo>
                  <a:lnTo>
                    <a:pt x="166365" y="150811"/>
                  </a:lnTo>
                  <a:lnTo>
                    <a:pt x="165756" y="145494"/>
                  </a:lnTo>
                  <a:lnTo>
                    <a:pt x="164977" y="140199"/>
                  </a:lnTo>
                  <a:lnTo>
                    <a:pt x="164029" y="134931"/>
                  </a:lnTo>
                  <a:lnTo>
                    <a:pt x="162913" y="129697"/>
                  </a:lnTo>
                  <a:lnTo>
                    <a:pt x="161630" y="124501"/>
                  </a:lnTo>
                  <a:lnTo>
                    <a:pt x="160182" y="119349"/>
                  </a:lnTo>
                  <a:lnTo>
                    <a:pt x="158569" y="114245"/>
                  </a:lnTo>
                  <a:lnTo>
                    <a:pt x="156794" y="109196"/>
                  </a:lnTo>
                  <a:lnTo>
                    <a:pt x="154857" y="104207"/>
                  </a:lnTo>
                  <a:lnTo>
                    <a:pt x="152763" y="99282"/>
                  </a:lnTo>
                  <a:lnTo>
                    <a:pt x="150511" y="94426"/>
                  </a:lnTo>
                  <a:lnTo>
                    <a:pt x="148106" y="89646"/>
                  </a:lnTo>
                  <a:lnTo>
                    <a:pt x="145548" y="84944"/>
                  </a:lnTo>
                  <a:lnTo>
                    <a:pt x="142841" y="80327"/>
                  </a:lnTo>
                  <a:lnTo>
                    <a:pt x="139988" y="75799"/>
                  </a:lnTo>
                  <a:lnTo>
                    <a:pt x="136992" y="71364"/>
                  </a:lnTo>
                  <a:lnTo>
                    <a:pt x="133855" y="67028"/>
                  </a:lnTo>
                  <a:lnTo>
                    <a:pt x="130580" y="62794"/>
                  </a:lnTo>
                  <a:lnTo>
                    <a:pt x="127172" y="58668"/>
                  </a:lnTo>
                  <a:lnTo>
                    <a:pt x="123634" y="54652"/>
                  </a:lnTo>
                  <a:lnTo>
                    <a:pt x="119969" y="50752"/>
                  </a:lnTo>
                  <a:lnTo>
                    <a:pt x="116180" y="46972"/>
                  </a:lnTo>
                  <a:lnTo>
                    <a:pt x="112273" y="43314"/>
                  </a:lnTo>
                  <a:lnTo>
                    <a:pt x="108251" y="39783"/>
                  </a:lnTo>
                  <a:lnTo>
                    <a:pt x="104118" y="36383"/>
                  </a:lnTo>
                  <a:lnTo>
                    <a:pt x="99878" y="33117"/>
                  </a:lnTo>
                  <a:lnTo>
                    <a:pt x="95535" y="29989"/>
                  </a:lnTo>
                  <a:lnTo>
                    <a:pt x="91095" y="27001"/>
                  </a:lnTo>
                  <a:lnTo>
                    <a:pt x="86561" y="24156"/>
                  </a:lnTo>
                  <a:lnTo>
                    <a:pt x="81939" y="21459"/>
                  </a:lnTo>
                  <a:lnTo>
                    <a:pt x="77233" y="18910"/>
                  </a:lnTo>
                  <a:lnTo>
                    <a:pt x="72447" y="16514"/>
                  </a:lnTo>
                  <a:lnTo>
                    <a:pt x="67587" y="14272"/>
                  </a:lnTo>
                  <a:lnTo>
                    <a:pt x="62658" y="12187"/>
                  </a:lnTo>
                  <a:lnTo>
                    <a:pt x="57665" y="10260"/>
                  </a:lnTo>
                  <a:lnTo>
                    <a:pt x="52612" y="8495"/>
                  </a:lnTo>
                  <a:lnTo>
                    <a:pt x="47506" y="6892"/>
                  </a:lnTo>
                  <a:lnTo>
                    <a:pt x="42351" y="5453"/>
                  </a:lnTo>
                  <a:lnTo>
                    <a:pt x="37152" y="4180"/>
                  </a:lnTo>
                  <a:lnTo>
                    <a:pt x="31916" y="3075"/>
                  </a:lnTo>
                  <a:lnTo>
                    <a:pt x="26647" y="2137"/>
                  </a:lnTo>
                  <a:lnTo>
                    <a:pt x="21350" y="1369"/>
                  </a:lnTo>
                  <a:lnTo>
                    <a:pt x="16032" y="770"/>
                  </a:lnTo>
                  <a:lnTo>
                    <a:pt x="10697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561314" y="4213821"/>
              <a:ext cx="221172" cy="334325"/>
            </a:xfrm>
            <a:custGeom>
              <a:avLst/>
              <a:pathLst>
                <a:path w="221172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37159" y="331621"/>
                  </a:lnTo>
                  <a:lnTo>
                    <a:pt x="142410" y="332492"/>
                  </a:lnTo>
                  <a:lnTo>
                    <a:pt x="147685" y="333196"/>
                  </a:lnTo>
                  <a:lnTo>
                    <a:pt x="152981" y="333732"/>
                  </a:lnTo>
                  <a:lnTo>
                    <a:pt x="158291" y="334099"/>
                  </a:lnTo>
                  <a:lnTo>
                    <a:pt x="163609" y="334297"/>
                  </a:lnTo>
                  <a:lnTo>
                    <a:pt x="168932" y="334325"/>
                  </a:lnTo>
                  <a:lnTo>
                    <a:pt x="174252" y="334184"/>
                  </a:lnTo>
                  <a:lnTo>
                    <a:pt x="179566" y="333873"/>
                  </a:lnTo>
                  <a:lnTo>
                    <a:pt x="184867" y="333394"/>
                  </a:lnTo>
                  <a:lnTo>
                    <a:pt x="190149" y="332746"/>
                  </a:lnTo>
                  <a:lnTo>
                    <a:pt x="195409" y="331930"/>
                  </a:lnTo>
                  <a:lnTo>
                    <a:pt x="200640" y="330947"/>
                  </a:lnTo>
                  <a:lnTo>
                    <a:pt x="205837" y="329798"/>
                  </a:lnTo>
                  <a:lnTo>
                    <a:pt x="210995" y="328484"/>
                  </a:lnTo>
                  <a:lnTo>
                    <a:pt x="216108" y="327007"/>
                  </a:lnTo>
                  <a:lnTo>
                    <a:pt x="221172" y="32536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380988"/>
              <a:ext cx="54014" cy="158200"/>
            </a:xfrm>
            <a:custGeom>
              <a:avLst/>
              <a:pathLst>
                <a:path w="54014" h="158200">
                  <a:moveTo>
                    <a:pt x="54014" y="1582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380988"/>
              <a:ext cx="139972" cy="158200"/>
            </a:xfrm>
            <a:custGeom>
              <a:avLst/>
              <a:pathLst>
                <a:path w="139972" h="158200">
                  <a:moveTo>
                    <a:pt x="54014" y="158200"/>
                  </a:moveTo>
                  <a:lnTo>
                    <a:pt x="59230" y="156322"/>
                  </a:lnTo>
                  <a:lnTo>
                    <a:pt x="64381" y="154272"/>
                  </a:lnTo>
                  <a:lnTo>
                    <a:pt x="69462" y="152052"/>
                  </a:lnTo>
                  <a:lnTo>
                    <a:pt x="74466" y="149665"/>
                  </a:lnTo>
                  <a:lnTo>
                    <a:pt x="79388" y="147113"/>
                  </a:lnTo>
                  <a:lnTo>
                    <a:pt x="84223" y="144400"/>
                  </a:lnTo>
                  <a:lnTo>
                    <a:pt x="88965" y="141527"/>
                  </a:lnTo>
                  <a:lnTo>
                    <a:pt x="93609" y="138499"/>
                  </a:lnTo>
                  <a:lnTo>
                    <a:pt x="98150" y="135319"/>
                  </a:lnTo>
                  <a:lnTo>
                    <a:pt x="102584" y="131990"/>
                  </a:lnTo>
                  <a:lnTo>
                    <a:pt x="106904" y="128515"/>
                  </a:lnTo>
                  <a:lnTo>
                    <a:pt x="111107" y="124900"/>
                  </a:lnTo>
                  <a:lnTo>
                    <a:pt x="115188" y="121146"/>
                  </a:lnTo>
                  <a:lnTo>
                    <a:pt x="119142" y="117260"/>
                  </a:lnTo>
                  <a:lnTo>
                    <a:pt x="122965" y="113245"/>
                  </a:lnTo>
                  <a:lnTo>
                    <a:pt x="126653" y="109105"/>
                  </a:lnTo>
                  <a:lnTo>
                    <a:pt x="130201" y="104845"/>
                  </a:lnTo>
                  <a:lnTo>
                    <a:pt x="133606" y="100470"/>
                  </a:lnTo>
                  <a:lnTo>
                    <a:pt x="136864" y="95984"/>
                  </a:lnTo>
                  <a:lnTo>
                    <a:pt x="139972" y="9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28472" y="4213821"/>
              <a:ext cx="167167" cy="258560"/>
            </a:xfrm>
            <a:custGeom>
              <a:avLst/>
              <a:pathLst>
                <a:path w="167167" h="258560">
                  <a:moveTo>
                    <a:pt x="139972" y="258560"/>
                  </a:moveTo>
                  <a:lnTo>
                    <a:pt x="142831" y="254023"/>
                  </a:lnTo>
                  <a:lnTo>
                    <a:pt x="145543" y="249398"/>
                  </a:lnTo>
                  <a:lnTo>
                    <a:pt x="148106" y="244688"/>
                  </a:lnTo>
                  <a:lnTo>
                    <a:pt x="150516" y="239898"/>
                  </a:lnTo>
                  <a:lnTo>
                    <a:pt x="152771" y="235033"/>
                  </a:lnTo>
                  <a:lnTo>
                    <a:pt x="154869" y="230098"/>
                  </a:lnTo>
                  <a:lnTo>
                    <a:pt x="156808" y="225098"/>
                  </a:lnTo>
                  <a:lnTo>
                    <a:pt x="158585" y="220039"/>
                  </a:lnTo>
                  <a:lnTo>
                    <a:pt x="160199" y="214926"/>
                  </a:lnTo>
                  <a:lnTo>
                    <a:pt x="161649" y="209763"/>
                  </a:lnTo>
                  <a:lnTo>
                    <a:pt x="162932" y="204557"/>
                  </a:lnTo>
                  <a:lnTo>
                    <a:pt x="164047" y="199312"/>
                  </a:lnTo>
                  <a:lnTo>
                    <a:pt x="164994" y="194034"/>
                  </a:lnTo>
                  <a:lnTo>
                    <a:pt x="165771" y="188728"/>
                  </a:lnTo>
                  <a:lnTo>
                    <a:pt x="166377" y="183401"/>
                  </a:lnTo>
                  <a:lnTo>
                    <a:pt x="166812" y="178056"/>
                  </a:lnTo>
                  <a:lnTo>
                    <a:pt x="167075" y="172700"/>
                  </a:lnTo>
                  <a:lnTo>
                    <a:pt x="167167" y="167339"/>
                  </a:lnTo>
                  <a:lnTo>
                    <a:pt x="167086" y="161977"/>
                  </a:lnTo>
                  <a:lnTo>
                    <a:pt x="166834" y="156621"/>
                  </a:lnTo>
                  <a:lnTo>
                    <a:pt x="166410" y="151276"/>
                  </a:lnTo>
                  <a:lnTo>
                    <a:pt x="165815" y="145947"/>
                  </a:lnTo>
                  <a:lnTo>
                    <a:pt x="165049" y="140640"/>
                  </a:lnTo>
                  <a:lnTo>
                    <a:pt x="164113" y="135360"/>
                  </a:lnTo>
                  <a:lnTo>
                    <a:pt x="163008" y="130113"/>
                  </a:lnTo>
                  <a:lnTo>
                    <a:pt x="161736" y="124903"/>
                  </a:lnTo>
                  <a:lnTo>
                    <a:pt x="160297" y="119738"/>
                  </a:lnTo>
                  <a:lnTo>
                    <a:pt x="158694" y="114621"/>
                  </a:lnTo>
                  <a:lnTo>
                    <a:pt x="156927" y="109558"/>
                  </a:lnTo>
                  <a:lnTo>
                    <a:pt x="154999" y="104555"/>
                  </a:lnTo>
                  <a:lnTo>
                    <a:pt x="152911" y="99616"/>
                  </a:lnTo>
                  <a:lnTo>
                    <a:pt x="150665" y="94746"/>
                  </a:lnTo>
                  <a:lnTo>
                    <a:pt x="148265" y="89952"/>
                  </a:lnTo>
                  <a:lnTo>
                    <a:pt x="145712" y="85236"/>
                  </a:lnTo>
                  <a:lnTo>
                    <a:pt x="143010" y="80605"/>
                  </a:lnTo>
                  <a:lnTo>
                    <a:pt x="140160" y="76063"/>
                  </a:lnTo>
                  <a:lnTo>
                    <a:pt x="137166" y="71614"/>
                  </a:lnTo>
                  <a:lnTo>
                    <a:pt x="134031" y="67264"/>
                  </a:lnTo>
                  <a:lnTo>
                    <a:pt x="130758" y="63017"/>
                  </a:lnTo>
                  <a:lnTo>
                    <a:pt x="127350" y="58876"/>
                  </a:lnTo>
                  <a:lnTo>
                    <a:pt x="123811" y="54848"/>
                  </a:lnTo>
                  <a:lnTo>
                    <a:pt x="120145" y="50935"/>
                  </a:lnTo>
                  <a:lnTo>
                    <a:pt x="116356" y="47141"/>
                  </a:lnTo>
                  <a:lnTo>
                    <a:pt x="112446" y="43471"/>
                  </a:lnTo>
                  <a:lnTo>
                    <a:pt x="108421" y="39928"/>
                  </a:lnTo>
                  <a:lnTo>
                    <a:pt x="104284" y="36516"/>
                  </a:lnTo>
                  <a:lnTo>
                    <a:pt x="100040" y="33239"/>
                  </a:lnTo>
                  <a:lnTo>
                    <a:pt x="95694" y="30099"/>
                  </a:lnTo>
                  <a:lnTo>
                    <a:pt x="91248" y="27100"/>
                  </a:lnTo>
                  <a:lnTo>
                    <a:pt x="86709" y="24246"/>
                  </a:lnTo>
                  <a:lnTo>
                    <a:pt x="82080" y="21538"/>
                  </a:lnTo>
                  <a:lnTo>
                    <a:pt x="77368" y="18981"/>
                  </a:lnTo>
                  <a:lnTo>
                    <a:pt x="72575" y="16576"/>
                  </a:lnTo>
                  <a:lnTo>
                    <a:pt x="67708" y="14325"/>
                  </a:lnTo>
                  <a:lnTo>
                    <a:pt x="62771" y="12232"/>
                  </a:lnTo>
                  <a:lnTo>
                    <a:pt x="57770" y="10299"/>
                  </a:lnTo>
                  <a:lnTo>
                    <a:pt x="52709" y="8527"/>
                  </a:lnTo>
                  <a:lnTo>
                    <a:pt x="47594" y="6918"/>
                  </a:lnTo>
                  <a:lnTo>
                    <a:pt x="42429" y="5474"/>
                  </a:lnTo>
                  <a:lnTo>
                    <a:pt x="37222" y="4196"/>
                  </a:lnTo>
                  <a:lnTo>
                    <a:pt x="31976" y="3086"/>
                  </a:lnTo>
                  <a:lnTo>
                    <a:pt x="26697" y="2145"/>
                  </a:lnTo>
                  <a:lnTo>
                    <a:pt x="21390" y="1374"/>
                  </a:lnTo>
                  <a:lnTo>
                    <a:pt x="16062" y="773"/>
                  </a:lnTo>
                  <a:lnTo>
                    <a:pt x="10717" y="343"/>
                  </a:lnTo>
                  <a:lnTo>
                    <a:pt x="536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751849" y="3707720"/>
              <a:ext cx="206703" cy="334314"/>
            </a:xfrm>
            <a:custGeom>
              <a:avLst/>
              <a:pathLst>
                <a:path w="206703" h="334314">
                  <a:moveTo>
                    <a:pt x="167161" y="0"/>
                  </a:moveTo>
                  <a:lnTo>
                    <a:pt x="161831" y="84"/>
                  </a:lnTo>
                  <a:lnTo>
                    <a:pt x="156506" y="339"/>
                  </a:lnTo>
                  <a:lnTo>
                    <a:pt x="151193" y="764"/>
                  </a:lnTo>
                  <a:lnTo>
                    <a:pt x="145895" y="1358"/>
                  </a:lnTo>
                  <a:lnTo>
                    <a:pt x="140619" y="2120"/>
                  </a:lnTo>
                  <a:lnTo>
                    <a:pt x="135370" y="3050"/>
                  </a:lnTo>
                  <a:lnTo>
                    <a:pt x="130153" y="4147"/>
                  </a:lnTo>
                  <a:lnTo>
                    <a:pt x="124974" y="5410"/>
                  </a:lnTo>
                  <a:lnTo>
                    <a:pt x="119838" y="6838"/>
                  </a:lnTo>
                  <a:lnTo>
                    <a:pt x="114750" y="8428"/>
                  </a:lnTo>
                  <a:lnTo>
                    <a:pt x="109715" y="10180"/>
                  </a:lnTo>
                  <a:lnTo>
                    <a:pt x="104739" y="12092"/>
                  </a:lnTo>
                  <a:lnTo>
                    <a:pt x="99826" y="14161"/>
                  </a:lnTo>
                  <a:lnTo>
                    <a:pt x="94981" y="16386"/>
                  </a:lnTo>
                  <a:lnTo>
                    <a:pt x="90211" y="18764"/>
                  </a:lnTo>
                  <a:lnTo>
                    <a:pt x="85518" y="21293"/>
                  </a:lnTo>
                  <a:lnTo>
                    <a:pt x="80908" y="23970"/>
                  </a:lnTo>
                  <a:lnTo>
                    <a:pt x="76386" y="26793"/>
                  </a:lnTo>
                  <a:lnTo>
                    <a:pt x="71956" y="29759"/>
                  </a:lnTo>
                  <a:lnTo>
                    <a:pt x="67624" y="32864"/>
                  </a:lnTo>
                  <a:lnTo>
                    <a:pt x="63392" y="36106"/>
                  </a:lnTo>
                  <a:lnTo>
                    <a:pt x="59266" y="39482"/>
                  </a:lnTo>
                  <a:lnTo>
                    <a:pt x="55249" y="42987"/>
                  </a:lnTo>
                  <a:lnTo>
                    <a:pt x="51347" y="46618"/>
                  </a:lnTo>
                  <a:lnTo>
                    <a:pt x="47562" y="50373"/>
                  </a:lnTo>
                  <a:lnTo>
                    <a:pt x="43899" y="54245"/>
                  </a:lnTo>
                  <a:lnTo>
                    <a:pt x="40361" y="58233"/>
                  </a:lnTo>
                  <a:lnTo>
                    <a:pt x="36952" y="62331"/>
                  </a:lnTo>
                  <a:lnTo>
                    <a:pt x="33676" y="66536"/>
                  </a:lnTo>
                  <a:lnTo>
                    <a:pt x="30535" y="70844"/>
                  </a:lnTo>
                  <a:lnTo>
                    <a:pt x="27533" y="75249"/>
                  </a:lnTo>
                  <a:lnTo>
                    <a:pt x="24673" y="79748"/>
                  </a:lnTo>
                  <a:lnTo>
                    <a:pt x="21958" y="84336"/>
                  </a:lnTo>
                  <a:lnTo>
                    <a:pt x="19391" y="89008"/>
                  </a:lnTo>
                  <a:lnTo>
                    <a:pt x="16974" y="93759"/>
                  </a:lnTo>
                  <a:lnTo>
                    <a:pt x="14710" y="98585"/>
                  </a:lnTo>
                  <a:lnTo>
                    <a:pt x="12601" y="103481"/>
                  </a:lnTo>
                  <a:lnTo>
                    <a:pt x="10649" y="108441"/>
                  </a:lnTo>
                  <a:lnTo>
                    <a:pt x="8856" y="113462"/>
                  </a:lnTo>
                  <a:lnTo>
                    <a:pt x="7224" y="118537"/>
                  </a:lnTo>
                  <a:lnTo>
                    <a:pt x="5754" y="123661"/>
                  </a:lnTo>
                  <a:lnTo>
                    <a:pt x="4449" y="128830"/>
                  </a:lnTo>
                  <a:lnTo>
                    <a:pt x="3310" y="134037"/>
                  </a:lnTo>
                  <a:lnTo>
                    <a:pt x="2337" y="139279"/>
                  </a:lnTo>
                  <a:lnTo>
                    <a:pt x="1531" y="144548"/>
                  </a:lnTo>
                  <a:lnTo>
                    <a:pt x="894" y="149841"/>
                  </a:lnTo>
                  <a:lnTo>
                    <a:pt x="426" y="155151"/>
                  </a:lnTo>
                  <a:lnTo>
                    <a:pt x="128" y="160474"/>
                  </a:lnTo>
                  <a:lnTo>
                    <a:pt x="0" y="165803"/>
                  </a:lnTo>
                  <a:lnTo>
                    <a:pt x="41" y="171133"/>
                  </a:lnTo>
                  <a:lnTo>
                    <a:pt x="252" y="176460"/>
                  </a:lnTo>
                  <a:lnTo>
                    <a:pt x="634" y="181777"/>
                  </a:lnTo>
                  <a:lnTo>
                    <a:pt x="1184" y="187080"/>
                  </a:lnTo>
                  <a:lnTo>
                    <a:pt x="1903" y="192362"/>
                  </a:lnTo>
                  <a:lnTo>
                    <a:pt x="2791" y="197618"/>
                  </a:lnTo>
                  <a:lnTo>
                    <a:pt x="3845" y="202844"/>
                  </a:lnTo>
                  <a:lnTo>
                    <a:pt x="5066" y="208033"/>
                  </a:lnTo>
                  <a:lnTo>
                    <a:pt x="6451" y="213181"/>
                  </a:lnTo>
                  <a:lnTo>
                    <a:pt x="8000" y="218281"/>
                  </a:lnTo>
                  <a:lnTo>
                    <a:pt x="9711" y="223330"/>
                  </a:lnTo>
                  <a:lnTo>
                    <a:pt x="11582" y="228322"/>
                  </a:lnTo>
                  <a:lnTo>
                    <a:pt x="13611" y="233252"/>
                  </a:lnTo>
                  <a:lnTo>
                    <a:pt x="15796" y="238114"/>
                  </a:lnTo>
                  <a:lnTo>
                    <a:pt x="18135" y="242904"/>
                  </a:lnTo>
                  <a:lnTo>
                    <a:pt x="20626" y="247617"/>
                  </a:lnTo>
                  <a:lnTo>
                    <a:pt x="23265" y="252249"/>
                  </a:lnTo>
                  <a:lnTo>
                    <a:pt x="26052" y="256794"/>
                  </a:lnTo>
                  <a:lnTo>
                    <a:pt x="28981" y="261247"/>
                  </a:lnTo>
                  <a:lnTo>
                    <a:pt x="32051" y="265606"/>
                  </a:lnTo>
                  <a:lnTo>
                    <a:pt x="35258" y="269863"/>
                  </a:lnTo>
                  <a:lnTo>
                    <a:pt x="38600" y="274017"/>
                  </a:lnTo>
                  <a:lnTo>
                    <a:pt x="42072" y="278062"/>
                  </a:lnTo>
                  <a:lnTo>
                    <a:pt x="45672" y="281994"/>
                  </a:lnTo>
                  <a:lnTo>
                    <a:pt x="49395" y="285809"/>
                  </a:lnTo>
                  <a:lnTo>
                    <a:pt x="53238" y="289504"/>
                  </a:lnTo>
                  <a:lnTo>
                    <a:pt x="57196" y="293074"/>
                  </a:lnTo>
                  <a:lnTo>
                    <a:pt x="61267" y="296516"/>
                  </a:lnTo>
                  <a:lnTo>
                    <a:pt x="65445" y="299827"/>
                  </a:lnTo>
                  <a:lnTo>
                    <a:pt x="69727" y="303003"/>
                  </a:lnTo>
                  <a:lnTo>
                    <a:pt x="74107" y="306041"/>
                  </a:lnTo>
                  <a:lnTo>
                    <a:pt x="78583" y="308937"/>
                  </a:lnTo>
                  <a:lnTo>
                    <a:pt x="83148" y="311689"/>
                  </a:lnTo>
                  <a:lnTo>
                    <a:pt x="87799" y="314295"/>
                  </a:lnTo>
                  <a:lnTo>
                    <a:pt x="92530" y="316750"/>
                  </a:lnTo>
                  <a:lnTo>
                    <a:pt x="97338" y="319054"/>
                  </a:lnTo>
                  <a:lnTo>
                    <a:pt x="102216" y="321203"/>
                  </a:lnTo>
                  <a:lnTo>
                    <a:pt x="107161" y="323195"/>
                  </a:lnTo>
                  <a:lnTo>
                    <a:pt x="112166" y="325029"/>
                  </a:lnTo>
                  <a:lnTo>
                    <a:pt x="117228" y="326702"/>
                  </a:lnTo>
                  <a:lnTo>
                    <a:pt x="122340" y="328213"/>
                  </a:lnTo>
                  <a:lnTo>
                    <a:pt x="127498" y="329561"/>
                  </a:lnTo>
                  <a:lnTo>
                    <a:pt x="132696" y="330743"/>
                  </a:lnTo>
                  <a:lnTo>
                    <a:pt x="137929" y="331759"/>
                  </a:lnTo>
                  <a:lnTo>
                    <a:pt x="143192" y="332607"/>
                  </a:lnTo>
                  <a:lnTo>
                    <a:pt x="148479" y="333287"/>
                  </a:lnTo>
                  <a:lnTo>
                    <a:pt x="153785" y="333798"/>
                  </a:lnTo>
                  <a:lnTo>
                    <a:pt x="159105" y="334140"/>
                  </a:lnTo>
                  <a:lnTo>
                    <a:pt x="164433" y="334312"/>
                  </a:lnTo>
                  <a:lnTo>
                    <a:pt x="169764" y="334314"/>
                  </a:lnTo>
                  <a:lnTo>
                    <a:pt x="175092" y="334146"/>
                  </a:lnTo>
                  <a:lnTo>
                    <a:pt x="180412" y="333808"/>
                  </a:lnTo>
                  <a:lnTo>
                    <a:pt x="185719" y="333301"/>
                  </a:lnTo>
                  <a:lnTo>
                    <a:pt x="191007" y="332625"/>
                  </a:lnTo>
                  <a:lnTo>
                    <a:pt x="196270" y="331781"/>
                  </a:lnTo>
                  <a:lnTo>
                    <a:pt x="201504" y="330769"/>
                  </a:lnTo>
                  <a:lnTo>
                    <a:pt x="206703" y="32959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19011" y="3707779"/>
              <a:ext cx="167158" cy="329532"/>
            </a:xfrm>
            <a:custGeom>
              <a:avLst/>
              <a:pathLst>
                <a:path w="167158" h="329532">
                  <a:moveTo>
                    <a:pt x="39541" y="329532"/>
                  </a:moveTo>
                  <a:lnTo>
                    <a:pt x="44711" y="328185"/>
                  </a:lnTo>
                  <a:lnTo>
                    <a:pt x="49835" y="326674"/>
                  </a:lnTo>
                  <a:lnTo>
                    <a:pt x="54908" y="325000"/>
                  </a:lnTo>
                  <a:lnTo>
                    <a:pt x="59925" y="323165"/>
                  </a:lnTo>
                  <a:lnTo>
                    <a:pt x="64881" y="321171"/>
                  </a:lnTo>
                  <a:lnTo>
                    <a:pt x="69771" y="319019"/>
                  </a:lnTo>
                  <a:lnTo>
                    <a:pt x="74589" y="316712"/>
                  </a:lnTo>
                  <a:lnTo>
                    <a:pt x="79331" y="314252"/>
                  </a:lnTo>
                  <a:lnTo>
                    <a:pt x="83993" y="311642"/>
                  </a:lnTo>
                  <a:lnTo>
                    <a:pt x="88568" y="308885"/>
                  </a:lnTo>
                  <a:lnTo>
                    <a:pt x="93053" y="305982"/>
                  </a:lnTo>
                  <a:lnTo>
                    <a:pt x="97443" y="302938"/>
                  </a:lnTo>
                  <a:lnTo>
                    <a:pt x="101733" y="299755"/>
                  </a:lnTo>
                  <a:lnTo>
                    <a:pt x="105920" y="296437"/>
                  </a:lnTo>
                  <a:lnTo>
                    <a:pt x="109998" y="292986"/>
                  </a:lnTo>
                  <a:lnTo>
                    <a:pt x="113964" y="289407"/>
                  </a:lnTo>
                  <a:lnTo>
                    <a:pt x="117814" y="285703"/>
                  </a:lnTo>
                  <a:lnTo>
                    <a:pt x="121543" y="281878"/>
                  </a:lnTo>
                  <a:lnTo>
                    <a:pt x="125148" y="277936"/>
                  </a:lnTo>
                  <a:lnTo>
                    <a:pt x="128626" y="273880"/>
                  </a:lnTo>
                  <a:lnTo>
                    <a:pt x="131972" y="269716"/>
                  </a:lnTo>
                  <a:lnTo>
                    <a:pt x="135183" y="265446"/>
                  </a:lnTo>
                  <a:lnTo>
                    <a:pt x="138256" y="261077"/>
                  </a:lnTo>
                  <a:lnTo>
                    <a:pt x="141188" y="256611"/>
                  </a:lnTo>
                  <a:lnTo>
                    <a:pt x="143976" y="252054"/>
                  </a:lnTo>
                  <a:lnTo>
                    <a:pt x="146617" y="247410"/>
                  </a:lnTo>
                  <a:lnTo>
                    <a:pt x="149108" y="242684"/>
                  </a:lnTo>
                  <a:lnTo>
                    <a:pt x="151446" y="237881"/>
                  </a:lnTo>
                  <a:lnTo>
                    <a:pt x="153630" y="233006"/>
                  </a:lnTo>
                  <a:lnTo>
                    <a:pt x="155658" y="228063"/>
                  </a:lnTo>
                  <a:lnTo>
                    <a:pt x="157526" y="223058"/>
                  </a:lnTo>
                  <a:lnTo>
                    <a:pt x="159233" y="217996"/>
                  </a:lnTo>
                  <a:lnTo>
                    <a:pt x="160778" y="212882"/>
                  </a:lnTo>
                  <a:lnTo>
                    <a:pt x="162158" y="207722"/>
                  </a:lnTo>
                  <a:lnTo>
                    <a:pt x="163373" y="202520"/>
                  </a:lnTo>
                  <a:lnTo>
                    <a:pt x="164421" y="197281"/>
                  </a:lnTo>
                  <a:lnTo>
                    <a:pt x="165301" y="192012"/>
                  </a:lnTo>
                  <a:lnTo>
                    <a:pt x="166013" y="186717"/>
                  </a:lnTo>
                  <a:lnTo>
                    <a:pt x="166555" y="181403"/>
                  </a:lnTo>
                  <a:lnTo>
                    <a:pt x="166926" y="176074"/>
                  </a:lnTo>
                  <a:lnTo>
                    <a:pt x="167128" y="170735"/>
                  </a:lnTo>
                  <a:lnTo>
                    <a:pt x="167158" y="165393"/>
                  </a:lnTo>
                  <a:lnTo>
                    <a:pt x="167018" y="160053"/>
                  </a:lnTo>
                  <a:lnTo>
                    <a:pt x="166707" y="154720"/>
                  </a:lnTo>
                  <a:lnTo>
                    <a:pt x="166226" y="149399"/>
                  </a:lnTo>
                  <a:lnTo>
                    <a:pt x="165576" y="144097"/>
                  </a:lnTo>
                  <a:lnTo>
                    <a:pt x="164756" y="138818"/>
                  </a:lnTo>
                  <a:lnTo>
                    <a:pt x="163768" y="133568"/>
                  </a:lnTo>
                  <a:lnTo>
                    <a:pt x="162612" y="128352"/>
                  </a:lnTo>
                  <a:lnTo>
                    <a:pt x="161291" y="123176"/>
                  </a:lnTo>
                  <a:lnTo>
                    <a:pt x="159805" y="118045"/>
                  </a:lnTo>
                  <a:lnTo>
                    <a:pt x="158155" y="112963"/>
                  </a:lnTo>
                  <a:lnTo>
                    <a:pt x="156345" y="107937"/>
                  </a:lnTo>
                  <a:lnTo>
                    <a:pt x="154374" y="102972"/>
                  </a:lnTo>
                  <a:lnTo>
                    <a:pt x="152246" y="98072"/>
                  </a:lnTo>
                  <a:lnTo>
                    <a:pt x="149962" y="93243"/>
                  </a:lnTo>
                  <a:lnTo>
                    <a:pt x="147525" y="88489"/>
                  </a:lnTo>
                  <a:lnTo>
                    <a:pt x="144938" y="83815"/>
                  </a:lnTo>
                  <a:lnTo>
                    <a:pt x="142203" y="79226"/>
                  </a:lnTo>
                  <a:lnTo>
                    <a:pt x="139322" y="74727"/>
                  </a:lnTo>
                  <a:lnTo>
                    <a:pt x="136299" y="70323"/>
                  </a:lnTo>
                  <a:lnTo>
                    <a:pt x="133137" y="66017"/>
                  </a:lnTo>
                  <a:lnTo>
                    <a:pt x="129839" y="61814"/>
                  </a:lnTo>
                  <a:lnTo>
                    <a:pt x="126408" y="57719"/>
                  </a:lnTo>
                  <a:lnTo>
                    <a:pt x="122848" y="53736"/>
                  </a:lnTo>
                  <a:lnTo>
                    <a:pt x="119163" y="49869"/>
                  </a:lnTo>
                  <a:lnTo>
                    <a:pt x="115356" y="46121"/>
                  </a:lnTo>
                  <a:lnTo>
                    <a:pt x="111431" y="42497"/>
                  </a:lnTo>
                  <a:lnTo>
                    <a:pt x="107392" y="39000"/>
                  </a:lnTo>
                  <a:lnTo>
                    <a:pt x="103244" y="35634"/>
                  </a:lnTo>
                  <a:lnTo>
                    <a:pt x="98990" y="32402"/>
                  </a:lnTo>
                  <a:lnTo>
                    <a:pt x="94635" y="29308"/>
                  </a:lnTo>
                  <a:lnTo>
                    <a:pt x="90184" y="26354"/>
                  </a:lnTo>
                  <a:lnTo>
                    <a:pt x="85640" y="23544"/>
                  </a:lnTo>
                  <a:lnTo>
                    <a:pt x="81009" y="20881"/>
                  </a:lnTo>
                  <a:lnTo>
                    <a:pt x="76296" y="18367"/>
                  </a:lnTo>
                  <a:lnTo>
                    <a:pt x="71504" y="16005"/>
                  </a:lnTo>
                  <a:lnTo>
                    <a:pt x="66639" y="13798"/>
                  </a:lnTo>
                  <a:lnTo>
                    <a:pt x="61707" y="11747"/>
                  </a:lnTo>
                  <a:lnTo>
                    <a:pt x="56711" y="9854"/>
                  </a:lnTo>
                  <a:lnTo>
                    <a:pt x="51657" y="8122"/>
                  </a:lnTo>
                  <a:lnTo>
                    <a:pt x="46551" y="6553"/>
                  </a:lnTo>
                  <a:lnTo>
                    <a:pt x="41397" y="5148"/>
                  </a:lnTo>
                  <a:lnTo>
                    <a:pt x="36200" y="3907"/>
                  </a:lnTo>
                  <a:lnTo>
                    <a:pt x="30967" y="2834"/>
                  </a:lnTo>
                  <a:lnTo>
                    <a:pt x="25702" y="1928"/>
                  </a:lnTo>
                  <a:lnTo>
                    <a:pt x="20411" y="1192"/>
                  </a:lnTo>
                  <a:lnTo>
                    <a:pt x="15099" y="624"/>
                  </a:lnTo>
                  <a:lnTo>
                    <a:pt x="9772" y="227"/>
                  </a:lnTo>
                  <a:lnTo>
                    <a:pt x="4435" y="0"/>
                  </a:lnTo>
                  <a:lnTo>
                    <a:pt x="0" y="1671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919011" y="3707720"/>
              <a:ext cx="4435" cy="167167"/>
            </a:xfrm>
            <a:custGeom>
              <a:avLst/>
              <a:pathLst>
                <a:path w="4435" h="167167">
                  <a:moveTo>
                    <a:pt x="4435" y="5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tx82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2025-06-05T20:45:45Z</dcterms:modified>
  <cp:category/>
</cp:coreProperties>
</file>