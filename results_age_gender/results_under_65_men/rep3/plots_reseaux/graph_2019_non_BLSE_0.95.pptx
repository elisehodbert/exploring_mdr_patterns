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05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67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93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07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004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233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667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1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625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38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623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82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02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45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405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387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666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305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72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63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69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75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180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760" y="3170392"/>
              <a:ext cx="2018" cy="167167"/>
            </a:xfrm>
            <a:custGeom>
              <a:avLst/>
              <a:pathLst>
                <a:path w="2018" h="167167">
                  <a:moveTo>
                    <a:pt x="2018" y="0"/>
                  </a:moveTo>
                  <a:lnTo>
                    <a:pt x="0" y="12"/>
                  </a:lnTo>
                  <a:lnTo>
                    <a:pt x="201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16621" y="3170404"/>
              <a:ext cx="334321" cy="334322"/>
            </a:xfrm>
            <a:custGeom>
              <a:avLst/>
              <a:pathLst>
                <a:path w="334321" h="334322">
                  <a:moveTo>
                    <a:pt x="165138" y="0"/>
                  </a:moveTo>
                  <a:lnTo>
                    <a:pt x="159860" y="147"/>
                  </a:lnTo>
                  <a:lnTo>
                    <a:pt x="154589" y="460"/>
                  </a:lnTo>
                  <a:lnTo>
                    <a:pt x="149331" y="940"/>
                  </a:lnTo>
                  <a:lnTo>
                    <a:pt x="144090" y="1586"/>
                  </a:lnTo>
                  <a:lnTo>
                    <a:pt x="138873" y="2397"/>
                  </a:lnTo>
                  <a:lnTo>
                    <a:pt x="133684" y="3373"/>
                  </a:lnTo>
                  <a:lnTo>
                    <a:pt x="128528" y="4512"/>
                  </a:lnTo>
                  <a:lnTo>
                    <a:pt x="123410" y="5813"/>
                  </a:lnTo>
                  <a:lnTo>
                    <a:pt x="118337" y="7275"/>
                  </a:lnTo>
                  <a:lnTo>
                    <a:pt x="113312" y="8897"/>
                  </a:lnTo>
                  <a:lnTo>
                    <a:pt x="108340" y="10676"/>
                  </a:lnTo>
                  <a:lnTo>
                    <a:pt x="103428" y="12612"/>
                  </a:lnTo>
                  <a:lnTo>
                    <a:pt x="98579" y="14702"/>
                  </a:lnTo>
                  <a:lnTo>
                    <a:pt x="93798" y="16944"/>
                  </a:lnTo>
                  <a:lnTo>
                    <a:pt x="89091" y="19335"/>
                  </a:lnTo>
                  <a:lnTo>
                    <a:pt x="84461" y="21875"/>
                  </a:lnTo>
                  <a:lnTo>
                    <a:pt x="79914" y="24559"/>
                  </a:lnTo>
                  <a:lnTo>
                    <a:pt x="75454" y="27385"/>
                  </a:lnTo>
                  <a:lnTo>
                    <a:pt x="71085" y="30351"/>
                  </a:lnTo>
                  <a:lnTo>
                    <a:pt x="66813" y="33454"/>
                  </a:lnTo>
                  <a:lnTo>
                    <a:pt x="62640" y="36689"/>
                  </a:lnTo>
                  <a:lnTo>
                    <a:pt x="58572" y="40055"/>
                  </a:lnTo>
                  <a:lnTo>
                    <a:pt x="54612" y="43548"/>
                  </a:lnTo>
                  <a:lnTo>
                    <a:pt x="50764" y="47164"/>
                  </a:lnTo>
                  <a:lnTo>
                    <a:pt x="47033" y="50900"/>
                  </a:lnTo>
                  <a:lnTo>
                    <a:pt x="43421" y="54752"/>
                  </a:lnTo>
                  <a:lnTo>
                    <a:pt x="39933" y="58716"/>
                  </a:lnTo>
                  <a:lnTo>
                    <a:pt x="36572" y="62788"/>
                  </a:lnTo>
                  <a:lnTo>
                    <a:pt x="33341" y="66964"/>
                  </a:lnTo>
                  <a:lnTo>
                    <a:pt x="30243" y="71240"/>
                  </a:lnTo>
                  <a:lnTo>
                    <a:pt x="27282" y="75612"/>
                  </a:lnTo>
                  <a:lnTo>
                    <a:pt x="24461" y="80075"/>
                  </a:lnTo>
                  <a:lnTo>
                    <a:pt x="21782" y="84626"/>
                  </a:lnTo>
                  <a:lnTo>
                    <a:pt x="19248" y="89258"/>
                  </a:lnTo>
                  <a:lnTo>
                    <a:pt x="16862" y="93968"/>
                  </a:lnTo>
                  <a:lnTo>
                    <a:pt x="14625" y="98751"/>
                  </a:lnTo>
                  <a:lnTo>
                    <a:pt x="12541" y="103603"/>
                  </a:lnTo>
                  <a:lnTo>
                    <a:pt x="10611" y="108518"/>
                  </a:lnTo>
                  <a:lnTo>
                    <a:pt x="8837" y="113491"/>
                  </a:lnTo>
                  <a:lnTo>
                    <a:pt x="7221" y="118518"/>
                  </a:lnTo>
                  <a:lnTo>
                    <a:pt x="5765" y="123593"/>
                  </a:lnTo>
                  <a:lnTo>
                    <a:pt x="4470" y="128712"/>
                  </a:lnTo>
                  <a:lnTo>
                    <a:pt x="3337" y="133869"/>
                  </a:lnTo>
                  <a:lnTo>
                    <a:pt x="2367" y="139060"/>
                  </a:lnTo>
                  <a:lnTo>
                    <a:pt x="1562" y="144278"/>
                  </a:lnTo>
                  <a:lnTo>
                    <a:pt x="922" y="149519"/>
                  </a:lnTo>
                  <a:lnTo>
                    <a:pt x="448" y="154778"/>
                  </a:lnTo>
                  <a:lnTo>
                    <a:pt x="141" y="160050"/>
                  </a:lnTo>
                  <a:lnTo>
                    <a:pt x="0" y="165328"/>
                  </a:lnTo>
                  <a:lnTo>
                    <a:pt x="25" y="170608"/>
                  </a:lnTo>
                  <a:lnTo>
                    <a:pt x="218" y="175885"/>
                  </a:lnTo>
                  <a:lnTo>
                    <a:pt x="577" y="181153"/>
                  </a:lnTo>
                  <a:lnTo>
                    <a:pt x="1102" y="186407"/>
                  </a:lnTo>
                  <a:lnTo>
                    <a:pt x="1793" y="191642"/>
                  </a:lnTo>
                  <a:lnTo>
                    <a:pt x="2649" y="196852"/>
                  </a:lnTo>
                  <a:lnTo>
                    <a:pt x="3668" y="202033"/>
                  </a:lnTo>
                  <a:lnTo>
                    <a:pt x="4852" y="207179"/>
                  </a:lnTo>
                  <a:lnTo>
                    <a:pt x="6197" y="212285"/>
                  </a:lnTo>
                  <a:lnTo>
                    <a:pt x="7702" y="217346"/>
                  </a:lnTo>
                  <a:lnTo>
                    <a:pt x="9367" y="222357"/>
                  </a:lnTo>
                  <a:lnTo>
                    <a:pt x="11189" y="227312"/>
                  </a:lnTo>
                  <a:lnTo>
                    <a:pt x="13167" y="232208"/>
                  </a:lnTo>
                  <a:lnTo>
                    <a:pt x="15298" y="237039"/>
                  </a:lnTo>
                  <a:lnTo>
                    <a:pt x="17581" y="241800"/>
                  </a:lnTo>
                  <a:lnTo>
                    <a:pt x="20013" y="246487"/>
                  </a:lnTo>
                  <a:lnTo>
                    <a:pt x="22592" y="251095"/>
                  </a:lnTo>
                  <a:lnTo>
                    <a:pt x="25315" y="255618"/>
                  </a:lnTo>
                  <a:lnTo>
                    <a:pt x="28180" y="260054"/>
                  </a:lnTo>
                  <a:lnTo>
                    <a:pt x="31183" y="264397"/>
                  </a:lnTo>
                  <a:lnTo>
                    <a:pt x="34322" y="268643"/>
                  </a:lnTo>
                  <a:lnTo>
                    <a:pt x="37593" y="272787"/>
                  </a:lnTo>
                  <a:lnTo>
                    <a:pt x="40994" y="276827"/>
                  </a:lnTo>
                  <a:lnTo>
                    <a:pt x="44521" y="280756"/>
                  </a:lnTo>
                  <a:lnTo>
                    <a:pt x="48170" y="284573"/>
                  </a:lnTo>
                  <a:lnTo>
                    <a:pt x="51938" y="288272"/>
                  </a:lnTo>
                  <a:lnTo>
                    <a:pt x="55820" y="291851"/>
                  </a:lnTo>
                  <a:lnTo>
                    <a:pt x="59814" y="295305"/>
                  </a:lnTo>
                  <a:lnTo>
                    <a:pt x="63915" y="298631"/>
                  </a:lnTo>
                  <a:lnTo>
                    <a:pt x="68119" y="301826"/>
                  </a:lnTo>
                  <a:lnTo>
                    <a:pt x="72421" y="304887"/>
                  </a:lnTo>
                  <a:lnTo>
                    <a:pt x="76818" y="307810"/>
                  </a:lnTo>
                  <a:lnTo>
                    <a:pt x="81306" y="310593"/>
                  </a:lnTo>
                  <a:lnTo>
                    <a:pt x="85879" y="313233"/>
                  </a:lnTo>
                  <a:lnTo>
                    <a:pt x="90533" y="315727"/>
                  </a:lnTo>
                  <a:lnTo>
                    <a:pt x="95263" y="318073"/>
                  </a:lnTo>
                  <a:lnTo>
                    <a:pt x="100065" y="320268"/>
                  </a:lnTo>
                  <a:lnTo>
                    <a:pt x="104934" y="322311"/>
                  </a:lnTo>
                  <a:lnTo>
                    <a:pt x="109866" y="324198"/>
                  </a:lnTo>
                  <a:lnTo>
                    <a:pt x="114854" y="325929"/>
                  </a:lnTo>
                  <a:lnTo>
                    <a:pt x="119895" y="327502"/>
                  </a:lnTo>
                  <a:lnTo>
                    <a:pt x="124982" y="328915"/>
                  </a:lnTo>
                  <a:lnTo>
                    <a:pt x="130112" y="330166"/>
                  </a:lnTo>
                  <a:lnTo>
                    <a:pt x="135279" y="331255"/>
                  </a:lnTo>
                  <a:lnTo>
                    <a:pt x="140477" y="332179"/>
                  </a:lnTo>
                  <a:lnTo>
                    <a:pt x="145703" y="332940"/>
                  </a:lnTo>
                  <a:lnTo>
                    <a:pt x="150949" y="333535"/>
                  </a:lnTo>
                  <a:lnTo>
                    <a:pt x="156212" y="333964"/>
                  </a:lnTo>
                  <a:lnTo>
                    <a:pt x="161486" y="334226"/>
                  </a:lnTo>
                  <a:lnTo>
                    <a:pt x="166765" y="334322"/>
                  </a:lnTo>
                  <a:lnTo>
                    <a:pt x="172045" y="334251"/>
                  </a:lnTo>
                  <a:lnTo>
                    <a:pt x="177320" y="334013"/>
                  </a:lnTo>
                  <a:lnTo>
                    <a:pt x="182584" y="333609"/>
                  </a:lnTo>
                  <a:lnTo>
                    <a:pt x="187834" y="333039"/>
                  </a:lnTo>
                  <a:lnTo>
                    <a:pt x="193062" y="332303"/>
                  </a:lnTo>
                  <a:lnTo>
                    <a:pt x="198265" y="331402"/>
                  </a:lnTo>
                  <a:lnTo>
                    <a:pt x="203437" y="330338"/>
                  </a:lnTo>
                  <a:lnTo>
                    <a:pt x="208572" y="329111"/>
                  </a:lnTo>
                  <a:lnTo>
                    <a:pt x="213667" y="327722"/>
                  </a:lnTo>
                  <a:lnTo>
                    <a:pt x="218715" y="326173"/>
                  </a:lnTo>
                  <a:lnTo>
                    <a:pt x="223711" y="324465"/>
                  </a:lnTo>
                  <a:lnTo>
                    <a:pt x="228651" y="322601"/>
                  </a:lnTo>
                  <a:lnTo>
                    <a:pt x="233530" y="320581"/>
                  </a:lnTo>
                  <a:lnTo>
                    <a:pt x="238342" y="318408"/>
                  </a:lnTo>
                  <a:lnTo>
                    <a:pt x="243084" y="316085"/>
                  </a:lnTo>
                  <a:lnTo>
                    <a:pt x="247749" y="313612"/>
                  </a:lnTo>
                  <a:lnTo>
                    <a:pt x="252335" y="310994"/>
                  </a:lnTo>
                  <a:lnTo>
                    <a:pt x="256835" y="308232"/>
                  </a:lnTo>
                  <a:lnTo>
                    <a:pt x="261246" y="305329"/>
                  </a:lnTo>
                  <a:lnTo>
                    <a:pt x="265563" y="302289"/>
                  </a:lnTo>
                  <a:lnTo>
                    <a:pt x="269781" y="299114"/>
                  </a:lnTo>
                  <a:lnTo>
                    <a:pt x="273898" y="295807"/>
                  </a:lnTo>
                  <a:lnTo>
                    <a:pt x="277908" y="292371"/>
                  </a:lnTo>
                  <a:lnTo>
                    <a:pt x="281807" y="288811"/>
                  </a:lnTo>
                  <a:lnTo>
                    <a:pt x="285592" y="285130"/>
                  </a:lnTo>
                  <a:lnTo>
                    <a:pt x="289259" y="281330"/>
                  </a:lnTo>
                  <a:lnTo>
                    <a:pt x="292804" y="277417"/>
                  </a:lnTo>
                  <a:lnTo>
                    <a:pt x="296224" y="273394"/>
                  </a:lnTo>
                  <a:lnTo>
                    <a:pt x="299515" y="269265"/>
                  </a:lnTo>
                  <a:lnTo>
                    <a:pt x="302673" y="265034"/>
                  </a:lnTo>
                  <a:lnTo>
                    <a:pt x="305697" y="260705"/>
                  </a:lnTo>
                  <a:lnTo>
                    <a:pt x="308582" y="256283"/>
                  </a:lnTo>
                  <a:lnTo>
                    <a:pt x="311327" y="251772"/>
                  </a:lnTo>
                  <a:lnTo>
                    <a:pt x="313927" y="247176"/>
                  </a:lnTo>
                  <a:lnTo>
                    <a:pt x="316381" y="242501"/>
                  </a:lnTo>
                  <a:lnTo>
                    <a:pt x="318686" y="237751"/>
                  </a:lnTo>
                  <a:lnTo>
                    <a:pt x="320840" y="232930"/>
                  </a:lnTo>
                  <a:lnTo>
                    <a:pt x="322841" y="228043"/>
                  </a:lnTo>
                  <a:lnTo>
                    <a:pt x="324686" y="223096"/>
                  </a:lnTo>
                  <a:lnTo>
                    <a:pt x="326375" y="218093"/>
                  </a:lnTo>
                  <a:lnTo>
                    <a:pt x="327904" y="213039"/>
                  </a:lnTo>
                  <a:lnTo>
                    <a:pt x="329273" y="207939"/>
                  </a:lnTo>
                  <a:lnTo>
                    <a:pt x="330480" y="202799"/>
                  </a:lnTo>
                  <a:lnTo>
                    <a:pt x="331524" y="197623"/>
                  </a:lnTo>
                  <a:lnTo>
                    <a:pt x="332405" y="192417"/>
                  </a:lnTo>
                  <a:lnTo>
                    <a:pt x="333120" y="187185"/>
                  </a:lnTo>
                  <a:lnTo>
                    <a:pt x="333670" y="181934"/>
                  </a:lnTo>
                  <a:lnTo>
                    <a:pt x="334054" y="176668"/>
                  </a:lnTo>
                  <a:lnTo>
                    <a:pt x="334271" y="171392"/>
                  </a:lnTo>
                  <a:lnTo>
                    <a:pt x="334321" y="166112"/>
                  </a:lnTo>
                  <a:lnTo>
                    <a:pt x="334205" y="160833"/>
                  </a:lnTo>
                  <a:lnTo>
                    <a:pt x="333922" y="155560"/>
                  </a:lnTo>
                  <a:lnTo>
                    <a:pt x="333472" y="150299"/>
                  </a:lnTo>
                  <a:lnTo>
                    <a:pt x="332857" y="145055"/>
                  </a:lnTo>
                  <a:lnTo>
                    <a:pt x="332077" y="139833"/>
                  </a:lnTo>
                  <a:lnTo>
                    <a:pt x="331131" y="134638"/>
                  </a:lnTo>
                  <a:lnTo>
                    <a:pt x="330023" y="129475"/>
                  </a:lnTo>
                  <a:lnTo>
                    <a:pt x="328751" y="124351"/>
                  </a:lnTo>
                  <a:lnTo>
                    <a:pt x="327319" y="119268"/>
                  </a:lnTo>
                  <a:lnTo>
                    <a:pt x="325727" y="114234"/>
                  </a:lnTo>
                  <a:lnTo>
                    <a:pt x="323976" y="109252"/>
                  </a:lnTo>
                  <a:lnTo>
                    <a:pt x="322069" y="104329"/>
                  </a:lnTo>
                  <a:lnTo>
                    <a:pt x="320008" y="99467"/>
                  </a:lnTo>
                  <a:lnTo>
                    <a:pt x="317794" y="94674"/>
                  </a:lnTo>
                  <a:lnTo>
                    <a:pt x="315430" y="89953"/>
                  </a:lnTo>
                  <a:lnTo>
                    <a:pt x="312917" y="85308"/>
                  </a:lnTo>
                  <a:lnTo>
                    <a:pt x="310260" y="80746"/>
                  </a:lnTo>
                  <a:lnTo>
                    <a:pt x="307459" y="76269"/>
                  </a:lnTo>
                  <a:lnTo>
                    <a:pt x="304519" y="71883"/>
                  </a:lnTo>
                  <a:lnTo>
                    <a:pt x="301442" y="67593"/>
                  </a:lnTo>
                  <a:lnTo>
                    <a:pt x="298230" y="63401"/>
                  </a:lnTo>
                  <a:lnTo>
                    <a:pt x="294888" y="59314"/>
                  </a:lnTo>
                  <a:lnTo>
                    <a:pt x="291418" y="55333"/>
                  </a:lnTo>
                  <a:lnTo>
                    <a:pt x="287825" y="51465"/>
                  </a:lnTo>
                  <a:lnTo>
                    <a:pt x="284111" y="47711"/>
                  </a:lnTo>
                  <a:lnTo>
                    <a:pt x="280280" y="44077"/>
                  </a:lnTo>
                  <a:lnTo>
                    <a:pt x="276337" y="40566"/>
                  </a:lnTo>
                  <a:lnTo>
                    <a:pt x="272284" y="37181"/>
                  </a:lnTo>
                  <a:lnTo>
                    <a:pt x="268127" y="33926"/>
                  </a:lnTo>
                  <a:lnTo>
                    <a:pt x="263869" y="30803"/>
                  </a:lnTo>
                  <a:lnTo>
                    <a:pt x="259514" y="27817"/>
                  </a:lnTo>
                  <a:lnTo>
                    <a:pt x="255068" y="24969"/>
                  </a:lnTo>
                  <a:lnTo>
                    <a:pt x="250533" y="22264"/>
                  </a:lnTo>
                  <a:lnTo>
                    <a:pt x="245916" y="19703"/>
                  </a:lnTo>
                  <a:lnTo>
                    <a:pt x="241220" y="17289"/>
                  </a:lnTo>
                  <a:lnTo>
                    <a:pt x="236450" y="15025"/>
                  </a:lnTo>
                  <a:lnTo>
                    <a:pt x="231610" y="12912"/>
                  </a:lnTo>
                  <a:lnTo>
                    <a:pt x="226707" y="10954"/>
                  </a:lnTo>
                  <a:lnTo>
                    <a:pt x="221744" y="9151"/>
                  </a:lnTo>
                  <a:lnTo>
                    <a:pt x="216727" y="7506"/>
                  </a:lnTo>
                  <a:lnTo>
                    <a:pt x="211660" y="6020"/>
                  </a:lnTo>
                  <a:lnTo>
                    <a:pt x="206549" y="4695"/>
                  </a:lnTo>
                  <a:lnTo>
                    <a:pt x="201398" y="3532"/>
                  </a:lnTo>
                  <a:lnTo>
                    <a:pt x="196213" y="2532"/>
                  </a:lnTo>
                  <a:lnTo>
                    <a:pt x="191000" y="1696"/>
                  </a:lnTo>
                  <a:lnTo>
                    <a:pt x="185762" y="1026"/>
                  </a:lnTo>
                  <a:lnTo>
                    <a:pt x="180506" y="521"/>
                  </a:lnTo>
                  <a:lnTo>
                    <a:pt x="167157" y="1671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3779" y="3170392"/>
              <a:ext cx="13349" cy="167167"/>
            </a:xfrm>
            <a:custGeom>
              <a:avLst/>
              <a:pathLst>
                <a:path w="13349" h="167167">
                  <a:moveTo>
                    <a:pt x="13349" y="53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1402" y="2633064"/>
              <a:ext cx="27609" cy="167167"/>
            </a:xfrm>
            <a:custGeom>
              <a:avLst/>
              <a:pathLst>
                <a:path w="27609" h="167167">
                  <a:moveTo>
                    <a:pt x="27609" y="0"/>
                  </a:moveTo>
                  <a:lnTo>
                    <a:pt x="20677" y="143"/>
                  </a:lnTo>
                  <a:lnTo>
                    <a:pt x="13756" y="574"/>
                  </a:lnTo>
                  <a:lnTo>
                    <a:pt x="6860" y="1292"/>
                  </a:lnTo>
                  <a:lnTo>
                    <a:pt x="0" y="2295"/>
                  </a:lnTo>
                  <a:lnTo>
                    <a:pt x="2760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1402" y="2635360"/>
              <a:ext cx="27609" cy="164871"/>
            </a:xfrm>
            <a:custGeom>
              <a:avLst/>
              <a:pathLst>
                <a:path w="27609" h="164871">
                  <a:moveTo>
                    <a:pt x="0" y="0"/>
                  </a:moveTo>
                  <a:lnTo>
                    <a:pt x="27609" y="1648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1856" y="2635360"/>
              <a:ext cx="334312" cy="332039"/>
            </a:xfrm>
            <a:custGeom>
              <a:avLst/>
              <a:pathLst>
                <a:path w="334312" h="332039">
                  <a:moveTo>
                    <a:pt x="139545" y="0"/>
                  </a:moveTo>
                  <a:lnTo>
                    <a:pt x="134342" y="956"/>
                  </a:lnTo>
                  <a:lnTo>
                    <a:pt x="129172" y="2076"/>
                  </a:lnTo>
                  <a:lnTo>
                    <a:pt x="124040" y="3359"/>
                  </a:lnTo>
                  <a:lnTo>
                    <a:pt x="118951" y="4804"/>
                  </a:lnTo>
                  <a:lnTo>
                    <a:pt x="113911" y="6410"/>
                  </a:lnTo>
                  <a:lnTo>
                    <a:pt x="108923" y="8174"/>
                  </a:lnTo>
                  <a:lnTo>
                    <a:pt x="103994" y="10095"/>
                  </a:lnTo>
                  <a:lnTo>
                    <a:pt x="99129" y="12171"/>
                  </a:lnTo>
                  <a:lnTo>
                    <a:pt x="94331" y="14399"/>
                  </a:lnTo>
                  <a:lnTo>
                    <a:pt x="89606" y="16779"/>
                  </a:lnTo>
                  <a:lnTo>
                    <a:pt x="84959" y="19307"/>
                  </a:lnTo>
                  <a:lnTo>
                    <a:pt x="80395" y="21980"/>
                  </a:lnTo>
                  <a:lnTo>
                    <a:pt x="75917" y="24797"/>
                  </a:lnTo>
                  <a:lnTo>
                    <a:pt x="71531" y="27754"/>
                  </a:lnTo>
                  <a:lnTo>
                    <a:pt x="67240" y="30848"/>
                  </a:lnTo>
                  <a:lnTo>
                    <a:pt x="63049" y="34077"/>
                  </a:lnTo>
                  <a:lnTo>
                    <a:pt x="58963" y="37436"/>
                  </a:lnTo>
                  <a:lnTo>
                    <a:pt x="54985" y="40923"/>
                  </a:lnTo>
                  <a:lnTo>
                    <a:pt x="51119" y="44535"/>
                  </a:lnTo>
                  <a:lnTo>
                    <a:pt x="47370" y="48266"/>
                  </a:lnTo>
                  <a:lnTo>
                    <a:pt x="43740" y="52115"/>
                  </a:lnTo>
                  <a:lnTo>
                    <a:pt x="40234" y="56076"/>
                  </a:lnTo>
                  <a:lnTo>
                    <a:pt x="36855" y="60147"/>
                  </a:lnTo>
                  <a:lnTo>
                    <a:pt x="33607" y="64322"/>
                  </a:lnTo>
                  <a:lnTo>
                    <a:pt x="30492" y="68598"/>
                  </a:lnTo>
                  <a:lnTo>
                    <a:pt x="27515" y="72970"/>
                  </a:lnTo>
                  <a:lnTo>
                    <a:pt x="24677" y="77434"/>
                  </a:lnTo>
                  <a:lnTo>
                    <a:pt x="21982" y="81986"/>
                  </a:lnTo>
                  <a:lnTo>
                    <a:pt x="19432" y="86621"/>
                  </a:lnTo>
                  <a:lnTo>
                    <a:pt x="17030" y="91335"/>
                  </a:lnTo>
                  <a:lnTo>
                    <a:pt x="14778" y="96121"/>
                  </a:lnTo>
                  <a:lnTo>
                    <a:pt x="12679" y="100977"/>
                  </a:lnTo>
                  <a:lnTo>
                    <a:pt x="10735" y="105897"/>
                  </a:lnTo>
                  <a:lnTo>
                    <a:pt x="8947" y="110876"/>
                  </a:lnTo>
                  <a:lnTo>
                    <a:pt x="7318" y="115909"/>
                  </a:lnTo>
                  <a:lnTo>
                    <a:pt x="5849" y="120991"/>
                  </a:lnTo>
                  <a:lnTo>
                    <a:pt x="4541" y="126116"/>
                  </a:lnTo>
                  <a:lnTo>
                    <a:pt x="3396" y="131281"/>
                  </a:lnTo>
                  <a:lnTo>
                    <a:pt x="2415" y="136479"/>
                  </a:lnTo>
                  <a:lnTo>
                    <a:pt x="1599" y="141706"/>
                  </a:lnTo>
                  <a:lnTo>
                    <a:pt x="949" y="146956"/>
                  </a:lnTo>
                  <a:lnTo>
                    <a:pt x="466" y="152224"/>
                  </a:lnTo>
                  <a:lnTo>
                    <a:pt x="149" y="157505"/>
                  </a:lnTo>
                  <a:lnTo>
                    <a:pt x="0" y="162792"/>
                  </a:lnTo>
                  <a:lnTo>
                    <a:pt x="17" y="168082"/>
                  </a:lnTo>
                  <a:lnTo>
                    <a:pt x="203" y="173369"/>
                  </a:lnTo>
                  <a:lnTo>
                    <a:pt x="555" y="178647"/>
                  </a:lnTo>
                  <a:lnTo>
                    <a:pt x="1075" y="183912"/>
                  </a:lnTo>
                  <a:lnTo>
                    <a:pt x="1760" y="189157"/>
                  </a:lnTo>
                  <a:lnTo>
                    <a:pt x="2611" y="194378"/>
                  </a:lnTo>
                  <a:lnTo>
                    <a:pt x="3627" y="199570"/>
                  </a:lnTo>
                  <a:lnTo>
                    <a:pt x="4807" y="204727"/>
                  </a:lnTo>
                  <a:lnTo>
                    <a:pt x="6150" y="209844"/>
                  </a:lnTo>
                  <a:lnTo>
                    <a:pt x="7653" y="214915"/>
                  </a:lnTo>
                  <a:lnTo>
                    <a:pt x="9316" y="219937"/>
                  </a:lnTo>
                  <a:lnTo>
                    <a:pt x="11138" y="224904"/>
                  </a:lnTo>
                  <a:lnTo>
                    <a:pt x="13115" y="229810"/>
                  </a:lnTo>
                  <a:lnTo>
                    <a:pt x="15247" y="234652"/>
                  </a:lnTo>
                  <a:lnTo>
                    <a:pt x="17531" y="239423"/>
                  </a:lnTo>
                  <a:lnTo>
                    <a:pt x="19965" y="244120"/>
                  </a:lnTo>
                  <a:lnTo>
                    <a:pt x="22546" y="248738"/>
                  </a:lnTo>
                  <a:lnTo>
                    <a:pt x="25272" y="253271"/>
                  </a:lnTo>
                  <a:lnTo>
                    <a:pt x="28141" y="257716"/>
                  </a:lnTo>
                  <a:lnTo>
                    <a:pt x="31148" y="262068"/>
                  </a:lnTo>
                  <a:lnTo>
                    <a:pt x="34291" y="266323"/>
                  </a:lnTo>
                  <a:lnTo>
                    <a:pt x="37568" y="270476"/>
                  </a:lnTo>
                  <a:lnTo>
                    <a:pt x="40974" y="274524"/>
                  </a:lnTo>
                  <a:lnTo>
                    <a:pt x="44507" y="278461"/>
                  </a:lnTo>
                  <a:lnTo>
                    <a:pt x="48163" y="282285"/>
                  </a:lnTo>
                  <a:lnTo>
                    <a:pt x="51937" y="285991"/>
                  </a:lnTo>
                  <a:lnTo>
                    <a:pt x="55827" y="289576"/>
                  </a:lnTo>
                  <a:lnTo>
                    <a:pt x="59829" y="293036"/>
                  </a:lnTo>
                  <a:lnTo>
                    <a:pt x="63938" y="296368"/>
                  </a:lnTo>
                  <a:lnTo>
                    <a:pt x="68150" y="299568"/>
                  </a:lnTo>
                  <a:lnTo>
                    <a:pt x="72462" y="302633"/>
                  </a:lnTo>
                  <a:lnTo>
                    <a:pt x="76868" y="305560"/>
                  </a:lnTo>
                  <a:lnTo>
                    <a:pt x="81365" y="308347"/>
                  </a:lnTo>
                  <a:lnTo>
                    <a:pt x="85948" y="310989"/>
                  </a:lnTo>
                  <a:lnTo>
                    <a:pt x="90612" y="313485"/>
                  </a:lnTo>
                  <a:lnTo>
                    <a:pt x="95352" y="315833"/>
                  </a:lnTo>
                  <a:lnTo>
                    <a:pt x="100165" y="318029"/>
                  </a:lnTo>
                  <a:lnTo>
                    <a:pt x="105044" y="320072"/>
                  </a:lnTo>
                  <a:lnTo>
                    <a:pt x="109986" y="321960"/>
                  </a:lnTo>
                  <a:lnTo>
                    <a:pt x="114985" y="323690"/>
                  </a:lnTo>
                  <a:lnTo>
                    <a:pt x="120037" y="325261"/>
                  </a:lnTo>
                  <a:lnTo>
                    <a:pt x="125135" y="326672"/>
                  </a:lnTo>
                  <a:lnTo>
                    <a:pt x="130276" y="327920"/>
                  </a:lnTo>
                  <a:lnTo>
                    <a:pt x="135453" y="329005"/>
                  </a:lnTo>
                  <a:lnTo>
                    <a:pt x="140662" y="329926"/>
                  </a:lnTo>
                  <a:lnTo>
                    <a:pt x="145898" y="330682"/>
                  </a:lnTo>
                  <a:lnTo>
                    <a:pt x="151155" y="331271"/>
                  </a:lnTo>
                  <a:lnTo>
                    <a:pt x="156428" y="331694"/>
                  </a:lnTo>
                  <a:lnTo>
                    <a:pt x="161712" y="331950"/>
                  </a:lnTo>
                  <a:lnTo>
                    <a:pt x="167002" y="332039"/>
                  </a:lnTo>
                  <a:lnTo>
                    <a:pt x="172291" y="331960"/>
                  </a:lnTo>
                  <a:lnTo>
                    <a:pt x="177575" y="331714"/>
                  </a:lnTo>
                  <a:lnTo>
                    <a:pt x="182849" y="331300"/>
                  </a:lnTo>
                  <a:lnTo>
                    <a:pt x="188107" y="330720"/>
                  </a:lnTo>
                  <a:lnTo>
                    <a:pt x="193344" y="329974"/>
                  </a:lnTo>
                  <a:lnTo>
                    <a:pt x="198555" y="329063"/>
                  </a:lnTo>
                  <a:lnTo>
                    <a:pt x="203735" y="327987"/>
                  </a:lnTo>
                  <a:lnTo>
                    <a:pt x="208878" y="326748"/>
                  </a:lnTo>
                  <a:lnTo>
                    <a:pt x="213979" y="325347"/>
                  </a:lnTo>
                  <a:lnTo>
                    <a:pt x="219033" y="323785"/>
                  </a:lnTo>
                  <a:lnTo>
                    <a:pt x="224035" y="322064"/>
                  </a:lnTo>
                  <a:lnTo>
                    <a:pt x="228980" y="320185"/>
                  </a:lnTo>
                  <a:lnTo>
                    <a:pt x="233864" y="318151"/>
                  </a:lnTo>
                  <a:lnTo>
                    <a:pt x="238680" y="315964"/>
                  </a:lnTo>
                  <a:lnTo>
                    <a:pt x="243425" y="313625"/>
                  </a:lnTo>
                  <a:lnTo>
                    <a:pt x="248094" y="311137"/>
                  </a:lnTo>
                  <a:lnTo>
                    <a:pt x="252681" y="308503"/>
                  </a:lnTo>
                  <a:lnTo>
                    <a:pt x="257183" y="305725"/>
                  </a:lnTo>
                  <a:lnTo>
                    <a:pt x="261595" y="302806"/>
                  </a:lnTo>
                  <a:lnTo>
                    <a:pt x="265912" y="299748"/>
                  </a:lnTo>
                  <a:lnTo>
                    <a:pt x="270130" y="296556"/>
                  </a:lnTo>
                  <a:lnTo>
                    <a:pt x="274245" y="293232"/>
                  </a:lnTo>
                  <a:lnTo>
                    <a:pt x="278253" y="289779"/>
                  </a:lnTo>
                  <a:lnTo>
                    <a:pt x="282150" y="286201"/>
                  </a:lnTo>
                  <a:lnTo>
                    <a:pt x="285931" y="282502"/>
                  </a:lnTo>
                  <a:lnTo>
                    <a:pt x="289594" y="278685"/>
                  </a:lnTo>
                  <a:lnTo>
                    <a:pt x="293133" y="274754"/>
                  </a:lnTo>
                  <a:lnTo>
                    <a:pt x="296547" y="270712"/>
                  </a:lnTo>
                  <a:lnTo>
                    <a:pt x="299831" y="266565"/>
                  </a:lnTo>
                  <a:lnTo>
                    <a:pt x="302983" y="262316"/>
                  </a:lnTo>
                  <a:lnTo>
                    <a:pt x="305998" y="257970"/>
                  </a:lnTo>
                  <a:lnTo>
                    <a:pt x="308874" y="253530"/>
                  </a:lnTo>
                  <a:lnTo>
                    <a:pt x="311608" y="249001"/>
                  </a:lnTo>
                  <a:lnTo>
                    <a:pt x="314198" y="244389"/>
                  </a:lnTo>
                  <a:lnTo>
                    <a:pt x="316640" y="239696"/>
                  </a:lnTo>
                  <a:lnTo>
                    <a:pt x="318933" y="234929"/>
                  </a:lnTo>
                  <a:lnTo>
                    <a:pt x="321074" y="230091"/>
                  </a:lnTo>
                  <a:lnTo>
                    <a:pt x="323060" y="225188"/>
                  </a:lnTo>
                  <a:lnTo>
                    <a:pt x="324891" y="220225"/>
                  </a:lnTo>
                  <a:lnTo>
                    <a:pt x="326563" y="215206"/>
                  </a:lnTo>
                  <a:lnTo>
                    <a:pt x="328076" y="210137"/>
                  </a:lnTo>
                  <a:lnTo>
                    <a:pt x="329428" y="205023"/>
                  </a:lnTo>
                  <a:lnTo>
                    <a:pt x="330617" y="199868"/>
                  </a:lnTo>
                  <a:lnTo>
                    <a:pt x="331643" y="194679"/>
                  </a:lnTo>
                  <a:lnTo>
                    <a:pt x="332503" y="189459"/>
                  </a:lnTo>
                  <a:lnTo>
                    <a:pt x="333199" y="184215"/>
                  </a:lnTo>
                  <a:lnTo>
                    <a:pt x="333727" y="178951"/>
                  </a:lnTo>
                  <a:lnTo>
                    <a:pt x="334090" y="173674"/>
                  </a:lnTo>
                  <a:lnTo>
                    <a:pt x="334284" y="168387"/>
                  </a:lnTo>
                  <a:lnTo>
                    <a:pt x="334312" y="163097"/>
                  </a:lnTo>
                  <a:lnTo>
                    <a:pt x="334172" y="157809"/>
                  </a:lnTo>
                  <a:lnTo>
                    <a:pt x="333865" y="152528"/>
                  </a:lnTo>
                  <a:lnTo>
                    <a:pt x="333391" y="147259"/>
                  </a:lnTo>
                  <a:lnTo>
                    <a:pt x="332751" y="142008"/>
                  </a:lnTo>
                  <a:lnTo>
                    <a:pt x="331944" y="136780"/>
                  </a:lnTo>
                  <a:lnTo>
                    <a:pt x="330973" y="131580"/>
                  </a:lnTo>
                  <a:lnTo>
                    <a:pt x="329838" y="126413"/>
                  </a:lnTo>
                  <a:lnTo>
                    <a:pt x="328539" y="121285"/>
                  </a:lnTo>
                  <a:lnTo>
                    <a:pt x="327079" y="116200"/>
                  </a:lnTo>
                  <a:lnTo>
                    <a:pt x="325459" y="111165"/>
                  </a:lnTo>
                  <a:lnTo>
                    <a:pt x="323681" y="106182"/>
                  </a:lnTo>
                  <a:lnTo>
                    <a:pt x="321745" y="101259"/>
                  </a:lnTo>
                  <a:lnTo>
                    <a:pt x="319655" y="96400"/>
                  </a:lnTo>
                  <a:lnTo>
                    <a:pt x="317412" y="91609"/>
                  </a:lnTo>
                  <a:lnTo>
                    <a:pt x="315019" y="86891"/>
                  </a:lnTo>
                  <a:lnTo>
                    <a:pt x="312477" y="82251"/>
                  </a:lnTo>
                  <a:lnTo>
                    <a:pt x="309791" y="77695"/>
                  </a:lnTo>
                  <a:lnTo>
                    <a:pt x="306961" y="73225"/>
                  </a:lnTo>
                  <a:lnTo>
                    <a:pt x="303991" y="68847"/>
                  </a:lnTo>
                  <a:lnTo>
                    <a:pt x="300884" y="64566"/>
                  </a:lnTo>
                  <a:lnTo>
                    <a:pt x="297643" y="60385"/>
                  </a:lnTo>
                  <a:lnTo>
                    <a:pt x="294272" y="56308"/>
                  </a:lnTo>
                  <a:lnTo>
                    <a:pt x="290773" y="52340"/>
                  </a:lnTo>
                  <a:lnTo>
                    <a:pt x="287151" y="48485"/>
                  </a:lnTo>
                  <a:lnTo>
                    <a:pt x="283408" y="44747"/>
                  </a:lnTo>
                  <a:lnTo>
                    <a:pt x="279549" y="41128"/>
                  </a:lnTo>
                  <a:lnTo>
                    <a:pt x="275577" y="37634"/>
                  </a:lnTo>
                  <a:lnTo>
                    <a:pt x="271497" y="34267"/>
                  </a:lnTo>
                  <a:lnTo>
                    <a:pt x="267312" y="31031"/>
                  </a:lnTo>
                  <a:lnTo>
                    <a:pt x="263027" y="27929"/>
                  </a:lnTo>
                  <a:lnTo>
                    <a:pt x="258646" y="24964"/>
                  </a:lnTo>
                  <a:lnTo>
                    <a:pt x="167154" y="1648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011" y="2633064"/>
              <a:ext cx="91492" cy="167167"/>
            </a:xfrm>
            <a:custGeom>
              <a:avLst/>
              <a:pathLst>
                <a:path w="91492" h="167167">
                  <a:moveTo>
                    <a:pt x="91492" y="27259"/>
                  </a:moveTo>
                  <a:lnTo>
                    <a:pt x="86673" y="24224"/>
                  </a:lnTo>
                  <a:lnTo>
                    <a:pt x="81754" y="21355"/>
                  </a:lnTo>
                  <a:lnTo>
                    <a:pt x="76740" y="18655"/>
                  </a:lnTo>
                  <a:lnTo>
                    <a:pt x="71638" y="16127"/>
                  </a:lnTo>
                  <a:lnTo>
                    <a:pt x="66451" y="13775"/>
                  </a:lnTo>
                  <a:lnTo>
                    <a:pt x="61188" y="11601"/>
                  </a:lnTo>
                  <a:lnTo>
                    <a:pt x="55854" y="9607"/>
                  </a:lnTo>
                  <a:lnTo>
                    <a:pt x="50455" y="7796"/>
                  </a:lnTo>
                  <a:lnTo>
                    <a:pt x="44997" y="6170"/>
                  </a:lnTo>
                  <a:lnTo>
                    <a:pt x="39488" y="4730"/>
                  </a:lnTo>
                  <a:lnTo>
                    <a:pt x="33932" y="3480"/>
                  </a:lnTo>
                  <a:lnTo>
                    <a:pt x="28337" y="2419"/>
                  </a:lnTo>
                  <a:lnTo>
                    <a:pt x="22709" y="1549"/>
                  </a:lnTo>
                  <a:lnTo>
                    <a:pt x="17055" y="872"/>
                  </a:lnTo>
                  <a:lnTo>
                    <a:pt x="11381" y="387"/>
                  </a:lnTo>
                  <a:lnTo>
                    <a:pt x="569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1610" y="2126963"/>
              <a:ext cx="6861" cy="167167"/>
            </a:xfrm>
            <a:custGeom>
              <a:avLst/>
              <a:pathLst>
                <a:path w="6861" h="167167">
                  <a:moveTo>
                    <a:pt x="6861" y="0"/>
                  </a:moveTo>
                  <a:lnTo>
                    <a:pt x="0" y="140"/>
                  </a:lnTo>
                  <a:lnTo>
                    <a:pt x="686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610" y="2127104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561304" y="2127104"/>
              <a:ext cx="333717" cy="334182"/>
            </a:xfrm>
            <a:custGeom>
              <a:avLst/>
              <a:pathLst>
                <a:path w="333717" h="334182">
                  <a:moveTo>
                    <a:pt x="160305" y="0"/>
                  </a:moveTo>
                  <a:lnTo>
                    <a:pt x="154991" y="303"/>
                  </a:lnTo>
                  <a:lnTo>
                    <a:pt x="149689" y="775"/>
                  </a:lnTo>
                  <a:lnTo>
                    <a:pt x="144405" y="1416"/>
                  </a:lnTo>
                  <a:lnTo>
                    <a:pt x="139144" y="2224"/>
                  </a:lnTo>
                  <a:lnTo>
                    <a:pt x="133911" y="3200"/>
                  </a:lnTo>
                  <a:lnTo>
                    <a:pt x="128712" y="4342"/>
                  </a:lnTo>
                  <a:lnTo>
                    <a:pt x="123553" y="5648"/>
                  </a:lnTo>
                  <a:lnTo>
                    <a:pt x="118437" y="7119"/>
                  </a:lnTo>
                  <a:lnTo>
                    <a:pt x="113370" y="8751"/>
                  </a:lnTo>
                  <a:lnTo>
                    <a:pt x="108359" y="10544"/>
                  </a:lnTo>
                  <a:lnTo>
                    <a:pt x="103407" y="12496"/>
                  </a:lnTo>
                  <a:lnTo>
                    <a:pt x="98519" y="14604"/>
                  </a:lnTo>
                  <a:lnTo>
                    <a:pt x="93701" y="16867"/>
                  </a:lnTo>
                  <a:lnTo>
                    <a:pt x="88958" y="19282"/>
                  </a:lnTo>
                  <a:lnTo>
                    <a:pt x="84294" y="21847"/>
                  </a:lnTo>
                  <a:lnTo>
                    <a:pt x="79713" y="24559"/>
                  </a:lnTo>
                  <a:lnTo>
                    <a:pt x="75222" y="27416"/>
                  </a:lnTo>
                  <a:lnTo>
                    <a:pt x="70824" y="30414"/>
                  </a:lnTo>
                  <a:lnTo>
                    <a:pt x="66523" y="33550"/>
                  </a:lnTo>
                  <a:lnTo>
                    <a:pt x="62325" y="36822"/>
                  </a:lnTo>
                  <a:lnTo>
                    <a:pt x="58233" y="40226"/>
                  </a:lnTo>
                  <a:lnTo>
                    <a:pt x="54251" y="43758"/>
                  </a:lnTo>
                  <a:lnTo>
                    <a:pt x="50384" y="47416"/>
                  </a:lnTo>
                  <a:lnTo>
                    <a:pt x="46635" y="51195"/>
                  </a:lnTo>
                  <a:lnTo>
                    <a:pt x="43008" y="55091"/>
                  </a:lnTo>
                  <a:lnTo>
                    <a:pt x="39507" y="59100"/>
                  </a:lnTo>
                  <a:lnTo>
                    <a:pt x="36136" y="63219"/>
                  </a:lnTo>
                  <a:lnTo>
                    <a:pt x="32897" y="67444"/>
                  </a:lnTo>
                  <a:lnTo>
                    <a:pt x="29795" y="71769"/>
                  </a:lnTo>
                  <a:lnTo>
                    <a:pt x="26832" y="76191"/>
                  </a:lnTo>
                  <a:lnTo>
                    <a:pt x="24011" y="80705"/>
                  </a:lnTo>
                  <a:lnTo>
                    <a:pt x="21335" y="85306"/>
                  </a:lnTo>
                  <a:lnTo>
                    <a:pt x="18808" y="89990"/>
                  </a:lnTo>
                  <a:lnTo>
                    <a:pt x="16430" y="94753"/>
                  </a:lnTo>
                  <a:lnTo>
                    <a:pt x="14206" y="99589"/>
                  </a:lnTo>
                  <a:lnTo>
                    <a:pt x="12136" y="104493"/>
                  </a:lnTo>
                  <a:lnTo>
                    <a:pt x="10224" y="109460"/>
                  </a:lnTo>
                  <a:lnTo>
                    <a:pt x="8471" y="114486"/>
                  </a:lnTo>
                  <a:lnTo>
                    <a:pt x="6878" y="119565"/>
                  </a:lnTo>
                  <a:lnTo>
                    <a:pt x="5449" y="124692"/>
                  </a:lnTo>
                  <a:lnTo>
                    <a:pt x="4183" y="129862"/>
                  </a:lnTo>
                  <a:lnTo>
                    <a:pt x="3082" y="135070"/>
                  </a:lnTo>
                  <a:lnTo>
                    <a:pt x="2148" y="140310"/>
                  </a:lnTo>
                  <a:lnTo>
                    <a:pt x="1381" y="145578"/>
                  </a:lnTo>
                  <a:lnTo>
                    <a:pt x="782" y="150867"/>
                  </a:lnTo>
                  <a:lnTo>
                    <a:pt x="352" y="156172"/>
                  </a:lnTo>
                  <a:lnTo>
                    <a:pt x="91" y="161489"/>
                  </a:lnTo>
                  <a:lnTo>
                    <a:pt x="0" y="166811"/>
                  </a:lnTo>
                  <a:lnTo>
                    <a:pt x="77" y="172133"/>
                  </a:lnTo>
                  <a:lnTo>
                    <a:pt x="325" y="177450"/>
                  </a:lnTo>
                  <a:lnTo>
                    <a:pt x="741" y="182757"/>
                  </a:lnTo>
                  <a:lnTo>
                    <a:pt x="1326" y="188047"/>
                  </a:lnTo>
                  <a:lnTo>
                    <a:pt x="2080" y="193316"/>
                  </a:lnTo>
                  <a:lnTo>
                    <a:pt x="3000" y="198559"/>
                  </a:lnTo>
                  <a:lnTo>
                    <a:pt x="4088" y="203770"/>
                  </a:lnTo>
                  <a:lnTo>
                    <a:pt x="5340" y="208943"/>
                  </a:lnTo>
                  <a:lnTo>
                    <a:pt x="6757" y="214074"/>
                  </a:lnTo>
                  <a:lnTo>
                    <a:pt x="8336" y="219157"/>
                  </a:lnTo>
                  <a:lnTo>
                    <a:pt x="10076" y="224188"/>
                  </a:lnTo>
                  <a:lnTo>
                    <a:pt x="11976" y="229160"/>
                  </a:lnTo>
                  <a:lnTo>
                    <a:pt x="14032" y="234069"/>
                  </a:lnTo>
                  <a:lnTo>
                    <a:pt x="16244" y="238911"/>
                  </a:lnTo>
                  <a:lnTo>
                    <a:pt x="18610" y="243679"/>
                  </a:lnTo>
                  <a:lnTo>
                    <a:pt x="21125" y="248370"/>
                  </a:lnTo>
                  <a:lnTo>
                    <a:pt x="23789" y="252978"/>
                  </a:lnTo>
                  <a:lnTo>
                    <a:pt x="26598" y="257500"/>
                  </a:lnTo>
                  <a:lnTo>
                    <a:pt x="29550" y="261929"/>
                  </a:lnTo>
                  <a:lnTo>
                    <a:pt x="32641" y="266262"/>
                  </a:lnTo>
                  <a:lnTo>
                    <a:pt x="35869" y="270495"/>
                  </a:lnTo>
                  <a:lnTo>
                    <a:pt x="39230" y="274623"/>
                  </a:lnTo>
                  <a:lnTo>
                    <a:pt x="42720" y="278641"/>
                  </a:lnTo>
                  <a:lnTo>
                    <a:pt x="46337" y="282547"/>
                  </a:lnTo>
                  <a:lnTo>
                    <a:pt x="50076" y="286335"/>
                  </a:lnTo>
                  <a:lnTo>
                    <a:pt x="53934" y="290002"/>
                  </a:lnTo>
                  <a:lnTo>
                    <a:pt x="57906" y="293545"/>
                  </a:lnTo>
                  <a:lnTo>
                    <a:pt x="61990" y="296960"/>
                  </a:lnTo>
                  <a:lnTo>
                    <a:pt x="66180" y="300242"/>
                  </a:lnTo>
                  <a:lnTo>
                    <a:pt x="70472" y="303390"/>
                  </a:lnTo>
                  <a:lnTo>
                    <a:pt x="74863" y="306399"/>
                  </a:lnTo>
                  <a:lnTo>
                    <a:pt x="79347" y="309267"/>
                  </a:lnTo>
                  <a:lnTo>
                    <a:pt x="83920" y="311991"/>
                  </a:lnTo>
                  <a:lnTo>
                    <a:pt x="88577" y="314568"/>
                  </a:lnTo>
                  <a:lnTo>
                    <a:pt x="93315" y="316995"/>
                  </a:lnTo>
                  <a:lnTo>
                    <a:pt x="98127" y="319271"/>
                  </a:lnTo>
                  <a:lnTo>
                    <a:pt x="103009" y="321391"/>
                  </a:lnTo>
                  <a:lnTo>
                    <a:pt x="107956" y="323356"/>
                  </a:lnTo>
                  <a:lnTo>
                    <a:pt x="112963" y="325162"/>
                  </a:lnTo>
                  <a:lnTo>
                    <a:pt x="118025" y="326807"/>
                  </a:lnTo>
                  <a:lnTo>
                    <a:pt x="123137" y="328291"/>
                  </a:lnTo>
                  <a:lnTo>
                    <a:pt x="128293" y="329611"/>
                  </a:lnTo>
                  <a:lnTo>
                    <a:pt x="133489" y="330766"/>
                  </a:lnTo>
                  <a:lnTo>
                    <a:pt x="138720" y="331755"/>
                  </a:lnTo>
                  <a:lnTo>
                    <a:pt x="143979" y="332577"/>
                  </a:lnTo>
                  <a:lnTo>
                    <a:pt x="149261" y="333232"/>
                  </a:lnTo>
                  <a:lnTo>
                    <a:pt x="154562" y="333718"/>
                  </a:lnTo>
                  <a:lnTo>
                    <a:pt x="159875" y="334034"/>
                  </a:lnTo>
                  <a:lnTo>
                    <a:pt x="165196" y="334182"/>
                  </a:lnTo>
                  <a:lnTo>
                    <a:pt x="170519" y="334160"/>
                  </a:lnTo>
                  <a:lnTo>
                    <a:pt x="175838" y="333968"/>
                  </a:lnTo>
                  <a:lnTo>
                    <a:pt x="181149" y="333608"/>
                  </a:lnTo>
                  <a:lnTo>
                    <a:pt x="186445" y="333078"/>
                  </a:lnTo>
                  <a:lnTo>
                    <a:pt x="191722" y="332380"/>
                  </a:lnTo>
                  <a:lnTo>
                    <a:pt x="196974" y="331515"/>
                  </a:lnTo>
                  <a:lnTo>
                    <a:pt x="202196" y="330482"/>
                  </a:lnTo>
                  <a:lnTo>
                    <a:pt x="207382" y="329284"/>
                  </a:lnTo>
                  <a:lnTo>
                    <a:pt x="212527" y="327922"/>
                  </a:lnTo>
                  <a:lnTo>
                    <a:pt x="217627" y="326396"/>
                  </a:lnTo>
                  <a:lnTo>
                    <a:pt x="222675" y="324709"/>
                  </a:lnTo>
                  <a:lnTo>
                    <a:pt x="227667" y="322861"/>
                  </a:lnTo>
                  <a:lnTo>
                    <a:pt x="232598" y="320856"/>
                  </a:lnTo>
                  <a:lnTo>
                    <a:pt x="237462" y="318695"/>
                  </a:lnTo>
                  <a:lnTo>
                    <a:pt x="242256" y="316380"/>
                  </a:lnTo>
                  <a:lnTo>
                    <a:pt x="246973" y="313914"/>
                  </a:lnTo>
                  <a:lnTo>
                    <a:pt x="251609" y="311299"/>
                  </a:lnTo>
                  <a:lnTo>
                    <a:pt x="256159" y="308537"/>
                  </a:lnTo>
                  <a:lnTo>
                    <a:pt x="260619" y="305632"/>
                  </a:lnTo>
                  <a:lnTo>
                    <a:pt x="264985" y="302586"/>
                  </a:lnTo>
                  <a:lnTo>
                    <a:pt x="269251" y="299403"/>
                  </a:lnTo>
                  <a:lnTo>
                    <a:pt x="273414" y="296086"/>
                  </a:lnTo>
                  <a:lnTo>
                    <a:pt x="277469" y="292638"/>
                  </a:lnTo>
                  <a:lnTo>
                    <a:pt x="281412" y="289063"/>
                  </a:lnTo>
                  <a:lnTo>
                    <a:pt x="285240" y="285364"/>
                  </a:lnTo>
                  <a:lnTo>
                    <a:pt x="288947" y="281545"/>
                  </a:lnTo>
                  <a:lnTo>
                    <a:pt x="292531" y="277609"/>
                  </a:lnTo>
                  <a:lnTo>
                    <a:pt x="295989" y="273562"/>
                  </a:lnTo>
                  <a:lnTo>
                    <a:pt x="299315" y="269407"/>
                  </a:lnTo>
                  <a:lnTo>
                    <a:pt x="302508" y="265147"/>
                  </a:lnTo>
                  <a:lnTo>
                    <a:pt x="305563" y="260789"/>
                  </a:lnTo>
                  <a:lnTo>
                    <a:pt x="308478" y="256335"/>
                  </a:lnTo>
                  <a:lnTo>
                    <a:pt x="311250" y="251791"/>
                  </a:lnTo>
                  <a:lnTo>
                    <a:pt x="313875" y="247161"/>
                  </a:lnTo>
                  <a:lnTo>
                    <a:pt x="316352" y="242449"/>
                  </a:lnTo>
                  <a:lnTo>
                    <a:pt x="318678" y="237661"/>
                  </a:lnTo>
                  <a:lnTo>
                    <a:pt x="320850" y="232802"/>
                  </a:lnTo>
                  <a:lnTo>
                    <a:pt x="322866" y="227876"/>
                  </a:lnTo>
                  <a:lnTo>
                    <a:pt x="324724" y="222888"/>
                  </a:lnTo>
                  <a:lnTo>
                    <a:pt x="326423" y="217843"/>
                  </a:lnTo>
                  <a:lnTo>
                    <a:pt x="327960" y="212747"/>
                  </a:lnTo>
                  <a:lnTo>
                    <a:pt x="329334" y="207605"/>
                  </a:lnTo>
                  <a:lnTo>
                    <a:pt x="330544" y="202421"/>
                  </a:lnTo>
                  <a:lnTo>
                    <a:pt x="331588" y="197202"/>
                  </a:lnTo>
                  <a:lnTo>
                    <a:pt x="332466" y="191952"/>
                  </a:lnTo>
                  <a:lnTo>
                    <a:pt x="333175" y="186676"/>
                  </a:lnTo>
                  <a:lnTo>
                    <a:pt x="333717" y="181381"/>
                  </a:lnTo>
                  <a:lnTo>
                    <a:pt x="167167" y="167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8472" y="2126963"/>
              <a:ext cx="167156" cy="181522"/>
            </a:xfrm>
            <a:custGeom>
              <a:avLst/>
              <a:pathLst>
                <a:path w="167156" h="181522">
                  <a:moveTo>
                    <a:pt x="166549" y="181522"/>
                  </a:moveTo>
                  <a:lnTo>
                    <a:pt x="166928" y="176105"/>
                  </a:lnTo>
                  <a:lnTo>
                    <a:pt x="167130" y="170678"/>
                  </a:lnTo>
                  <a:lnTo>
                    <a:pt x="167156" y="165248"/>
                  </a:lnTo>
                  <a:lnTo>
                    <a:pt x="167005" y="159820"/>
                  </a:lnTo>
                  <a:lnTo>
                    <a:pt x="166679" y="154399"/>
                  </a:lnTo>
                  <a:lnTo>
                    <a:pt x="166176" y="148992"/>
                  </a:lnTo>
                  <a:lnTo>
                    <a:pt x="165498" y="143605"/>
                  </a:lnTo>
                  <a:lnTo>
                    <a:pt x="164645" y="138242"/>
                  </a:lnTo>
                  <a:lnTo>
                    <a:pt x="163619" y="132909"/>
                  </a:lnTo>
                  <a:lnTo>
                    <a:pt x="162420" y="127613"/>
                  </a:lnTo>
                  <a:lnTo>
                    <a:pt x="161050" y="122358"/>
                  </a:lnTo>
                  <a:lnTo>
                    <a:pt x="159509" y="117151"/>
                  </a:lnTo>
                  <a:lnTo>
                    <a:pt x="157801" y="111996"/>
                  </a:lnTo>
                  <a:lnTo>
                    <a:pt x="155925" y="106900"/>
                  </a:lnTo>
                  <a:lnTo>
                    <a:pt x="153886" y="101867"/>
                  </a:lnTo>
                  <a:lnTo>
                    <a:pt x="151683" y="96904"/>
                  </a:lnTo>
                  <a:lnTo>
                    <a:pt x="149321" y="92014"/>
                  </a:lnTo>
                  <a:lnTo>
                    <a:pt x="146802" y="87204"/>
                  </a:lnTo>
                  <a:lnTo>
                    <a:pt x="144127" y="82478"/>
                  </a:lnTo>
                  <a:lnTo>
                    <a:pt x="141300" y="77841"/>
                  </a:lnTo>
                  <a:lnTo>
                    <a:pt x="138324" y="73299"/>
                  </a:lnTo>
                  <a:lnTo>
                    <a:pt x="135202" y="68856"/>
                  </a:lnTo>
                  <a:lnTo>
                    <a:pt x="131938" y="64516"/>
                  </a:lnTo>
                  <a:lnTo>
                    <a:pt x="128534" y="60285"/>
                  </a:lnTo>
                  <a:lnTo>
                    <a:pt x="124995" y="56166"/>
                  </a:lnTo>
                  <a:lnTo>
                    <a:pt x="121324" y="52165"/>
                  </a:lnTo>
                  <a:lnTo>
                    <a:pt x="117524" y="48285"/>
                  </a:lnTo>
                  <a:lnTo>
                    <a:pt x="113601" y="44531"/>
                  </a:lnTo>
                  <a:lnTo>
                    <a:pt x="109558" y="40906"/>
                  </a:lnTo>
                  <a:lnTo>
                    <a:pt x="105399" y="37414"/>
                  </a:lnTo>
                  <a:lnTo>
                    <a:pt x="101129" y="34059"/>
                  </a:lnTo>
                  <a:lnTo>
                    <a:pt x="96752" y="30844"/>
                  </a:lnTo>
                  <a:lnTo>
                    <a:pt x="92274" y="27774"/>
                  </a:lnTo>
                  <a:lnTo>
                    <a:pt x="87697" y="24850"/>
                  </a:lnTo>
                  <a:lnTo>
                    <a:pt x="83029" y="22077"/>
                  </a:lnTo>
                  <a:lnTo>
                    <a:pt x="78272" y="19457"/>
                  </a:lnTo>
                  <a:lnTo>
                    <a:pt x="73433" y="16992"/>
                  </a:lnTo>
                  <a:lnTo>
                    <a:pt x="68517" y="14686"/>
                  </a:lnTo>
                  <a:lnTo>
                    <a:pt x="63528" y="12541"/>
                  </a:lnTo>
                  <a:lnTo>
                    <a:pt x="58472" y="10560"/>
                  </a:lnTo>
                  <a:lnTo>
                    <a:pt x="53355" y="8743"/>
                  </a:lnTo>
                  <a:lnTo>
                    <a:pt x="48181" y="7094"/>
                  </a:lnTo>
                  <a:lnTo>
                    <a:pt x="42957" y="5613"/>
                  </a:lnTo>
                  <a:lnTo>
                    <a:pt x="37687" y="4303"/>
                  </a:lnTo>
                  <a:lnTo>
                    <a:pt x="32377" y="3165"/>
                  </a:lnTo>
                  <a:lnTo>
                    <a:pt x="27033" y="2200"/>
                  </a:lnTo>
                  <a:lnTo>
                    <a:pt x="21661" y="1409"/>
                  </a:lnTo>
                  <a:lnTo>
                    <a:pt x="16265" y="793"/>
                  </a:lnTo>
                  <a:lnTo>
                    <a:pt x="10853" y="352"/>
                  </a:lnTo>
                  <a:lnTo>
                    <a:pt x="5429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3027" y="1681503"/>
              <a:ext cx="10208" cy="167167"/>
            </a:xfrm>
            <a:custGeom>
              <a:avLst/>
              <a:pathLst>
                <a:path w="10208" h="167167">
                  <a:moveTo>
                    <a:pt x="10208" y="0"/>
                  </a:moveTo>
                  <a:lnTo>
                    <a:pt x="0" y="311"/>
                  </a:lnTo>
                  <a:lnTo>
                    <a:pt x="1020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3027" y="1681815"/>
              <a:ext cx="10208" cy="166855"/>
            </a:xfrm>
            <a:custGeom>
              <a:avLst/>
              <a:pathLst>
                <a:path w="10208" h="166855">
                  <a:moveTo>
                    <a:pt x="0" y="0"/>
                  </a:moveTo>
                  <a:lnTo>
                    <a:pt x="10208" y="1668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256072" y="1681815"/>
              <a:ext cx="334328" cy="334006"/>
            </a:xfrm>
            <a:custGeom>
              <a:avLst/>
              <a:pathLst>
                <a:path w="334328" h="334006">
                  <a:moveTo>
                    <a:pt x="156954" y="0"/>
                  </a:moveTo>
                  <a:lnTo>
                    <a:pt x="151685" y="406"/>
                  </a:lnTo>
                  <a:lnTo>
                    <a:pt x="146432" y="978"/>
                  </a:lnTo>
                  <a:lnTo>
                    <a:pt x="141199" y="1716"/>
                  </a:lnTo>
                  <a:lnTo>
                    <a:pt x="135993" y="2619"/>
                  </a:lnTo>
                  <a:lnTo>
                    <a:pt x="130817" y="3686"/>
                  </a:lnTo>
                  <a:lnTo>
                    <a:pt x="125678" y="4917"/>
                  </a:lnTo>
                  <a:lnTo>
                    <a:pt x="120580" y="6309"/>
                  </a:lnTo>
                  <a:lnTo>
                    <a:pt x="115529" y="7861"/>
                  </a:lnTo>
                  <a:lnTo>
                    <a:pt x="110530" y="9573"/>
                  </a:lnTo>
                  <a:lnTo>
                    <a:pt x="105587" y="11441"/>
                  </a:lnTo>
                  <a:lnTo>
                    <a:pt x="100705" y="13465"/>
                  </a:lnTo>
                  <a:lnTo>
                    <a:pt x="95890" y="15642"/>
                  </a:lnTo>
                  <a:lnTo>
                    <a:pt x="91146" y="17971"/>
                  </a:lnTo>
                  <a:lnTo>
                    <a:pt x="86479" y="20448"/>
                  </a:lnTo>
                  <a:lnTo>
                    <a:pt x="81891" y="23071"/>
                  </a:lnTo>
                  <a:lnTo>
                    <a:pt x="77389" y="25838"/>
                  </a:lnTo>
                  <a:lnTo>
                    <a:pt x="72977" y="28746"/>
                  </a:lnTo>
                  <a:lnTo>
                    <a:pt x="68659" y="31792"/>
                  </a:lnTo>
                  <a:lnTo>
                    <a:pt x="64439" y="34973"/>
                  </a:lnTo>
                  <a:lnTo>
                    <a:pt x="60322" y="38285"/>
                  </a:lnTo>
                  <a:lnTo>
                    <a:pt x="56312" y="41727"/>
                  </a:lnTo>
                  <a:lnTo>
                    <a:pt x="52412" y="45293"/>
                  </a:lnTo>
                  <a:lnTo>
                    <a:pt x="48627" y="48980"/>
                  </a:lnTo>
                  <a:lnTo>
                    <a:pt x="44961" y="52786"/>
                  </a:lnTo>
                  <a:lnTo>
                    <a:pt x="41416" y="56705"/>
                  </a:lnTo>
                  <a:lnTo>
                    <a:pt x="37997" y="60735"/>
                  </a:lnTo>
                  <a:lnTo>
                    <a:pt x="34708" y="64870"/>
                  </a:lnTo>
                  <a:lnTo>
                    <a:pt x="31551" y="69108"/>
                  </a:lnTo>
                  <a:lnTo>
                    <a:pt x="28529" y="73443"/>
                  </a:lnTo>
                  <a:lnTo>
                    <a:pt x="25646" y="77872"/>
                  </a:lnTo>
                  <a:lnTo>
                    <a:pt x="22904" y="82389"/>
                  </a:lnTo>
                  <a:lnTo>
                    <a:pt x="20306" y="86991"/>
                  </a:lnTo>
                  <a:lnTo>
                    <a:pt x="17855" y="91672"/>
                  </a:lnTo>
                  <a:lnTo>
                    <a:pt x="15553" y="96429"/>
                  </a:lnTo>
                  <a:lnTo>
                    <a:pt x="13403" y="101256"/>
                  </a:lnTo>
                  <a:lnTo>
                    <a:pt x="11407" y="106149"/>
                  </a:lnTo>
                  <a:lnTo>
                    <a:pt x="9566" y="111102"/>
                  </a:lnTo>
                  <a:lnTo>
                    <a:pt x="7882" y="116111"/>
                  </a:lnTo>
                  <a:lnTo>
                    <a:pt x="6358" y="121171"/>
                  </a:lnTo>
                  <a:lnTo>
                    <a:pt x="4994" y="126276"/>
                  </a:lnTo>
                  <a:lnTo>
                    <a:pt x="3793" y="131422"/>
                  </a:lnTo>
                  <a:lnTo>
                    <a:pt x="2755" y="136604"/>
                  </a:lnTo>
                  <a:lnTo>
                    <a:pt x="1880" y="141815"/>
                  </a:lnTo>
                  <a:lnTo>
                    <a:pt x="1172" y="147052"/>
                  </a:lnTo>
                  <a:lnTo>
                    <a:pt x="629" y="152308"/>
                  </a:lnTo>
                  <a:lnTo>
                    <a:pt x="252" y="157579"/>
                  </a:lnTo>
                  <a:lnTo>
                    <a:pt x="42" y="162859"/>
                  </a:lnTo>
                  <a:lnTo>
                    <a:pt x="0" y="168144"/>
                  </a:lnTo>
                  <a:lnTo>
                    <a:pt x="124" y="173427"/>
                  </a:lnTo>
                  <a:lnTo>
                    <a:pt x="415" y="178703"/>
                  </a:lnTo>
                  <a:lnTo>
                    <a:pt x="873" y="183967"/>
                  </a:lnTo>
                  <a:lnTo>
                    <a:pt x="1497" y="189215"/>
                  </a:lnTo>
                  <a:lnTo>
                    <a:pt x="2286" y="194440"/>
                  </a:lnTo>
                  <a:lnTo>
                    <a:pt x="3240" y="199637"/>
                  </a:lnTo>
                  <a:lnTo>
                    <a:pt x="4359" y="204802"/>
                  </a:lnTo>
                  <a:lnTo>
                    <a:pt x="5639" y="209929"/>
                  </a:lnTo>
                  <a:lnTo>
                    <a:pt x="7081" y="215013"/>
                  </a:lnTo>
                  <a:lnTo>
                    <a:pt x="8684" y="220048"/>
                  </a:lnTo>
                  <a:lnTo>
                    <a:pt x="10444" y="225031"/>
                  </a:lnTo>
                  <a:lnTo>
                    <a:pt x="12361" y="229955"/>
                  </a:lnTo>
                  <a:lnTo>
                    <a:pt x="14433" y="234817"/>
                  </a:lnTo>
                  <a:lnTo>
                    <a:pt x="16657" y="239610"/>
                  </a:lnTo>
                  <a:lnTo>
                    <a:pt x="19032" y="244331"/>
                  </a:lnTo>
                  <a:lnTo>
                    <a:pt x="21555" y="248974"/>
                  </a:lnTo>
                  <a:lnTo>
                    <a:pt x="24223" y="253535"/>
                  </a:lnTo>
                  <a:lnTo>
                    <a:pt x="27034" y="258010"/>
                  </a:lnTo>
                  <a:lnTo>
                    <a:pt x="29985" y="262393"/>
                  </a:lnTo>
                  <a:lnTo>
                    <a:pt x="33074" y="266681"/>
                  </a:lnTo>
                  <a:lnTo>
                    <a:pt x="36296" y="270870"/>
                  </a:lnTo>
                  <a:lnTo>
                    <a:pt x="39649" y="274954"/>
                  </a:lnTo>
                  <a:lnTo>
                    <a:pt x="43129" y="278930"/>
                  </a:lnTo>
                  <a:lnTo>
                    <a:pt x="46734" y="282795"/>
                  </a:lnTo>
                  <a:lnTo>
                    <a:pt x="50458" y="286543"/>
                  </a:lnTo>
                  <a:lnTo>
                    <a:pt x="54300" y="290172"/>
                  </a:lnTo>
                  <a:lnTo>
                    <a:pt x="58254" y="293678"/>
                  </a:lnTo>
                  <a:lnTo>
                    <a:pt x="62317" y="297057"/>
                  </a:lnTo>
                  <a:lnTo>
                    <a:pt x="66485" y="300305"/>
                  </a:lnTo>
                  <a:lnTo>
                    <a:pt x="70753" y="303421"/>
                  </a:lnTo>
                  <a:lnTo>
                    <a:pt x="75118" y="306400"/>
                  </a:lnTo>
                  <a:lnTo>
                    <a:pt x="79574" y="309239"/>
                  </a:lnTo>
                  <a:lnTo>
                    <a:pt x="84118" y="311937"/>
                  </a:lnTo>
                  <a:lnTo>
                    <a:pt x="88745" y="314489"/>
                  </a:lnTo>
                  <a:lnTo>
                    <a:pt x="93451" y="316894"/>
                  </a:lnTo>
                  <a:lnTo>
                    <a:pt x="98230" y="319149"/>
                  </a:lnTo>
                  <a:lnTo>
                    <a:pt x="103078" y="321251"/>
                  </a:lnTo>
                  <a:lnTo>
                    <a:pt x="107990" y="323200"/>
                  </a:lnTo>
                  <a:lnTo>
                    <a:pt x="112961" y="324992"/>
                  </a:lnTo>
                  <a:lnTo>
                    <a:pt x="117987" y="326626"/>
                  </a:lnTo>
                  <a:lnTo>
                    <a:pt x="123061" y="328100"/>
                  </a:lnTo>
                  <a:lnTo>
                    <a:pt x="128180" y="329414"/>
                  </a:lnTo>
                  <a:lnTo>
                    <a:pt x="133337" y="330565"/>
                  </a:lnTo>
                  <a:lnTo>
                    <a:pt x="138529" y="331552"/>
                  </a:lnTo>
                  <a:lnTo>
                    <a:pt x="143749" y="332375"/>
                  </a:lnTo>
                  <a:lnTo>
                    <a:pt x="148992" y="333032"/>
                  </a:lnTo>
                  <a:lnTo>
                    <a:pt x="154253" y="333523"/>
                  </a:lnTo>
                  <a:lnTo>
                    <a:pt x="159528" y="333848"/>
                  </a:lnTo>
                  <a:lnTo>
                    <a:pt x="164810" y="334006"/>
                  </a:lnTo>
                  <a:lnTo>
                    <a:pt x="170094" y="333997"/>
                  </a:lnTo>
                  <a:lnTo>
                    <a:pt x="175376" y="333821"/>
                  </a:lnTo>
                  <a:lnTo>
                    <a:pt x="180649" y="333477"/>
                  </a:lnTo>
                  <a:lnTo>
                    <a:pt x="185909" y="332968"/>
                  </a:lnTo>
                  <a:lnTo>
                    <a:pt x="191150" y="332292"/>
                  </a:lnTo>
                  <a:lnTo>
                    <a:pt x="196367" y="331452"/>
                  </a:lnTo>
                  <a:lnTo>
                    <a:pt x="201554" y="330446"/>
                  </a:lnTo>
                  <a:lnTo>
                    <a:pt x="206708" y="329277"/>
                  </a:lnTo>
                  <a:lnTo>
                    <a:pt x="211822" y="327946"/>
                  </a:lnTo>
                  <a:lnTo>
                    <a:pt x="216891" y="326454"/>
                  </a:lnTo>
                  <a:lnTo>
                    <a:pt x="221911" y="324803"/>
                  </a:lnTo>
                  <a:lnTo>
                    <a:pt x="226876" y="322993"/>
                  </a:lnTo>
                  <a:lnTo>
                    <a:pt x="231781" y="321028"/>
                  </a:lnTo>
                  <a:lnTo>
                    <a:pt x="236622" y="318909"/>
                  </a:lnTo>
                  <a:lnTo>
                    <a:pt x="241393" y="316637"/>
                  </a:lnTo>
                  <a:lnTo>
                    <a:pt x="246090" y="314216"/>
                  </a:lnTo>
                  <a:lnTo>
                    <a:pt x="250709" y="311648"/>
                  </a:lnTo>
                  <a:lnTo>
                    <a:pt x="255243" y="308935"/>
                  </a:lnTo>
                  <a:lnTo>
                    <a:pt x="259690" y="306080"/>
                  </a:lnTo>
                  <a:lnTo>
                    <a:pt x="264044" y="303086"/>
                  </a:lnTo>
                  <a:lnTo>
                    <a:pt x="268302" y="299955"/>
                  </a:lnTo>
                  <a:lnTo>
                    <a:pt x="272458" y="296692"/>
                  </a:lnTo>
                  <a:lnTo>
                    <a:pt x="276509" y="293299"/>
                  </a:lnTo>
                  <a:lnTo>
                    <a:pt x="280451" y="289780"/>
                  </a:lnTo>
                  <a:lnTo>
                    <a:pt x="284280" y="286137"/>
                  </a:lnTo>
                  <a:lnTo>
                    <a:pt x="287992" y="282376"/>
                  </a:lnTo>
                  <a:lnTo>
                    <a:pt x="291583" y="278499"/>
                  </a:lnTo>
                  <a:lnTo>
                    <a:pt x="295049" y="274511"/>
                  </a:lnTo>
                  <a:lnTo>
                    <a:pt x="298388" y="270415"/>
                  </a:lnTo>
                  <a:lnTo>
                    <a:pt x="301596" y="266216"/>
                  </a:lnTo>
                  <a:lnTo>
                    <a:pt x="304669" y="261917"/>
                  </a:lnTo>
                  <a:lnTo>
                    <a:pt x="307605" y="257523"/>
                  </a:lnTo>
                  <a:lnTo>
                    <a:pt x="310401" y="253039"/>
                  </a:lnTo>
                  <a:lnTo>
                    <a:pt x="313053" y="248468"/>
                  </a:lnTo>
                  <a:lnTo>
                    <a:pt x="315560" y="243816"/>
                  </a:lnTo>
                  <a:lnTo>
                    <a:pt x="317918" y="239087"/>
                  </a:lnTo>
                  <a:lnTo>
                    <a:pt x="320126" y="234286"/>
                  </a:lnTo>
                  <a:lnTo>
                    <a:pt x="322181" y="229418"/>
                  </a:lnTo>
                  <a:lnTo>
                    <a:pt x="324081" y="224487"/>
                  </a:lnTo>
                  <a:lnTo>
                    <a:pt x="325824" y="219498"/>
                  </a:lnTo>
                  <a:lnTo>
                    <a:pt x="327409" y="214457"/>
                  </a:lnTo>
                  <a:lnTo>
                    <a:pt x="328833" y="209368"/>
                  </a:lnTo>
                  <a:lnTo>
                    <a:pt x="330096" y="204237"/>
                  </a:lnTo>
                  <a:lnTo>
                    <a:pt x="331196" y="199069"/>
                  </a:lnTo>
                  <a:lnTo>
                    <a:pt x="332132" y="193868"/>
                  </a:lnTo>
                  <a:lnTo>
                    <a:pt x="332904" y="188640"/>
                  </a:lnTo>
                  <a:lnTo>
                    <a:pt x="333510" y="183390"/>
                  </a:lnTo>
                  <a:lnTo>
                    <a:pt x="333949" y="178124"/>
                  </a:lnTo>
                  <a:lnTo>
                    <a:pt x="334222" y="172847"/>
                  </a:lnTo>
                  <a:lnTo>
                    <a:pt x="334328" y="167564"/>
                  </a:lnTo>
                  <a:lnTo>
                    <a:pt x="334267" y="162280"/>
                  </a:lnTo>
                  <a:lnTo>
                    <a:pt x="334039" y="157000"/>
                  </a:lnTo>
                  <a:lnTo>
                    <a:pt x="333644" y="151731"/>
                  </a:lnTo>
                  <a:lnTo>
                    <a:pt x="333083" y="146476"/>
                  </a:lnTo>
                  <a:lnTo>
                    <a:pt x="332356" y="141242"/>
                  </a:lnTo>
                  <a:lnTo>
                    <a:pt x="331464" y="136034"/>
                  </a:lnTo>
                  <a:lnTo>
                    <a:pt x="330407" y="130856"/>
                  </a:lnTo>
                  <a:lnTo>
                    <a:pt x="329188" y="125714"/>
                  </a:lnTo>
                  <a:lnTo>
                    <a:pt x="327807" y="120613"/>
                  </a:lnTo>
                  <a:lnTo>
                    <a:pt x="326265" y="115559"/>
                  </a:lnTo>
                  <a:lnTo>
                    <a:pt x="324564" y="110556"/>
                  </a:lnTo>
                  <a:lnTo>
                    <a:pt x="322706" y="105609"/>
                  </a:lnTo>
                  <a:lnTo>
                    <a:pt x="320692" y="100723"/>
                  </a:lnTo>
                  <a:lnTo>
                    <a:pt x="318525" y="95904"/>
                  </a:lnTo>
                  <a:lnTo>
                    <a:pt x="316207" y="91155"/>
                  </a:lnTo>
                  <a:lnTo>
                    <a:pt x="313740" y="86482"/>
                  </a:lnTo>
                  <a:lnTo>
                    <a:pt x="311126" y="81889"/>
                  </a:lnTo>
                  <a:lnTo>
                    <a:pt x="308369" y="77381"/>
                  </a:lnTo>
                  <a:lnTo>
                    <a:pt x="305470" y="72963"/>
                  </a:lnTo>
                  <a:lnTo>
                    <a:pt x="302433" y="68638"/>
                  </a:lnTo>
                  <a:lnTo>
                    <a:pt x="299261" y="64411"/>
                  </a:lnTo>
                  <a:lnTo>
                    <a:pt x="295958" y="60287"/>
                  </a:lnTo>
                  <a:lnTo>
                    <a:pt x="292525" y="56270"/>
                  </a:lnTo>
                  <a:lnTo>
                    <a:pt x="288967" y="52363"/>
                  </a:lnTo>
                  <a:lnTo>
                    <a:pt x="285287" y="48570"/>
                  </a:lnTo>
                  <a:lnTo>
                    <a:pt x="281490" y="44895"/>
                  </a:lnTo>
                  <a:lnTo>
                    <a:pt x="277578" y="41343"/>
                  </a:lnTo>
                  <a:lnTo>
                    <a:pt x="273555" y="37915"/>
                  </a:lnTo>
                  <a:lnTo>
                    <a:pt x="269427" y="34617"/>
                  </a:lnTo>
                  <a:lnTo>
                    <a:pt x="265196" y="31451"/>
                  </a:lnTo>
                  <a:lnTo>
                    <a:pt x="260867" y="28420"/>
                  </a:lnTo>
                  <a:lnTo>
                    <a:pt x="256445" y="25527"/>
                  </a:lnTo>
                  <a:lnTo>
                    <a:pt x="251933" y="22776"/>
                  </a:lnTo>
                  <a:lnTo>
                    <a:pt x="247337" y="20169"/>
                  </a:lnTo>
                  <a:lnTo>
                    <a:pt x="242661" y="17708"/>
                  </a:lnTo>
                  <a:lnTo>
                    <a:pt x="237909" y="15396"/>
                  </a:lnTo>
                  <a:lnTo>
                    <a:pt x="233086" y="13235"/>
                  </a:lnTo>
                  <a:lnTo>
                    <a:pt x="228198" y="11229"/>
                  </a:lnTo>
                  <a:lnTo>
                    <a:pt x="223248" y="9377"/>
                  </a:lnTo>
                  <a:lnTo>
                    <a:pt x="218243" y="7683"/>
                  </a:lnTo>
                  <a:lnTo>
                    <a:pt x="213186" y="6148"/>
                  </a:lnTo>
                  <a:lnTo>
                    <a:pt x="208084" y="4774"/>
                  </a:lnTo>
                  <a:lnTo>
                    <a:pt x="167162" y="1668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40921" cy="167167"/>
            </a:xfrm>
            <a:custGeom>
              <a:avLst/>
              <a:pathLst>
                <a:path w="40921" h="167167">
                  <a:moveTo>
                    <a:pt x="40921" y="5086"/>
                  </a:moveTo>
                  <a:lnTo>
                    <a:pt x="34208" y="3537"/>
                  </a:lnTo>
                  <a:lnTo>
                    <a:pt x="27436" y="2266"/>
                  </a:lnTo>
                  <a:lnTo>
                    <a:pt x="20618" y="1276"/>
                  </a:lnTo>
                  <a:lnTo>
                    <a:pt x="13765" y="567"/>
                  </a:lnTo>
                  <a:lnTo>
                    <a:pt x="6888" y="14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853874" y="1322571"/>
              <a:ext cx="167164" cy="309222"/>
            </a:xfrm>
            <a:custGeom>
              <a:avLst/>
              <a:pathLst>
                <a:path w="167164" h="309222">
                  <a:moveTo>
                    <a:pt x="167164" y="0"/>
                  </a:moveTo>
                  <a:lnTo>
                    <a:pt x="161827" y="85"/>
                  </a:lnTo>
                  <a:lnTo>
                    <a:pt x="156496" y="340"/>
                  </a:lnTo>
                  <a:lnTo>
                    <a:pt x="151175" y="766"/>
                  </a:lnTo>
                  <a:lnTo>
                    <a:pt x="145871" y="1361"/>
                  </a:lnTo>
                  <a:lnTo>
                    <a:pt x="140588" y="2125"/>
                  </a:lnTo>
                  <a:lnTo>
                    <a:pt x="135333" y="3058"/>
                  </a:lnTo>
                  <a:lnTo>
                    <a:pt x="130110" y="4158"/>
                  </a:lnTo>
                  <a:lnTo>
                    <a:pt x="124925" y="5424"/>
                  </a:lnTo>
                  <a:lnTo>
                    <a:pt x="119783" y="6855"/>
                  </a:lnTo>
                  <a:lnTo>
                    <a:pt x="114689" y="8449"/>
                  </a:lnTo>
                  <a:lnTo>
                    <a:pt x="109649" y="10205"/>
                  </a:lnTo>
                  <a:lnTo>
                    <a:pt x="104667" y="12121"/>
                  </a:lnTo>
                  <a:lnTo>
                    <a:pt x="99749" y="14196"/>
                  </a:lnTo>
                  <a:lnTo>
                    <a:pt x="94900" y="16426"/>
                  </a:lnTo>
                  <a:lnTo>
                    <a:pt x="90124" y="18810"/>
                  </a:lnTo>
                  <a:lnTo>
                    <a:pt x="85427" y="21345"/>
                  </a:lnTo>
                  <a:lnTo>
                    <a:pt x="80814" y="24029"/>
                  </a:lnTo>
                  <a:lnTo>
                    <a:pt x="76288" y="26858"/>
                  </a:lnTo>
                  <a:lnTo>
                    <a:pt x="71855" y="29831"/>
                  </a:lnTo>
                  <a:lnTo>
                    <a:pt x="67519" y="32944"/>
                  </a:lnTo>
                  <a:lnTo>
                    <a:pt x="63285" y="36193"/>
                  </a:lnTo>
                  <a:lnTo>
                    <a:pt x="59156" y="39576"/>
                  </a:lnTo>
                  <a:lnTo>
                    <a:pt x="55138" y="43089"/>
                  </a:lnTo>
                  <a:lnTo>
                    <a:pt x="51234" y="46729"/>
                  </a:lnTo>
                  <a:lnTo>
                    <a:pt x="47448" y="50492"/>
                  </a:lnTo>
                  <a:lnTo>
                    <a:pt x="43784" y="54373"/>
                  </a:lnTo>
                  <a:lnTo>
                    <a:pt x="40246" y="58369"/>
                  </a:lnTo>
                  <a:lnTo>
                    <a:pt x="36838" y="62477"/>
                  </a:lnTo>
                  <a:lnTo>
                    <a:pt x="33562" y="66691"/>
                  </a:lnTo>
                  <a:lnTo>
                    <a:pt x="30422" y="71007"/>
                  </a:lnTo>
                  <a:lnTo>
                    <a:pt x="27422" y="75421"/>
                  </a:lnTo>
                  <a:lnTo>
                    <a:pt x="24564" y="79929"/>
                  </a:lnTo>
                  <a:lnTo>
                    <a:pt x="21852" y="84526"/>
                  </a:lnTo>
                  <a:lnTo>
                    <a:pt x="19288" y="89208"/>
                  </a:lnTo>
                  <a:lnTo>
                    <a:pt x="16874" y="93968"/>
                  </a:lnTo>
                  <a:lnTo>
                    <a:pt x="14614" y="98804"/>
                  </a:lnTo>
                  <a:lnTo>
                    <a:pt x="12509" y="103709"/>
                  </a:lnTo>
                  <a:lnTo>
                    <a:pt x="10562" y="108678"/>
                  </a:lnTo>
                  <a:lnTo>
                    <a:pt x="8775" y="113708"/>
                  </a:lnTo>
                  <a:lnTo>
                    <a:pt x="7149" y="118791"/>
                  </a:lnTo>
                  <a:lnTo>
                    <a:pt x="5686" y="123924"/>
                  </a:lnTo>
                  <a:lnTo>
                    <a:pt x="4388" y="129102"/>
                  </a:lnTo>
                  <a:lnTo>
                    <a:pt x="3256" y="134318"/>
                  </a:lnTo>
                  <a:lnTo>
                    <a:pt x="2290" y="139567"/>
                  </a:lnTo>
                  <a:lnTo>
                    <a:pt x="1493" y="144845"/>
                  </a:lnTo>
                  <a:lnTo>
                    <a:pt x="865" y="150145"/>
                  </a:lnTo>
                  <a:lnTo>
                    <a:pt x="407" y="155463"/>
                  </a:lnTo>
                  <a:lnTo>
                    <a:pt x="118" y="160793"/>
                  </a:lnTo>
                  <a:lnTo>
                    <a:pt x="0" y="166129"/>
                  </a:lnTo>
                  <a:lnTo>
                    <a:pt x="52" y="171466"/>
                  </a:lnTo>
                  <a:lnTo>
                    <a:pt x="274" y="176799"/>
                  </a:lnTo>
                  <a:lnTo>
                    <a:pt x="667" y="182122"/>
                  </a:lnTo>
                  <a:lnTo>
                    <a:pt x="1229" y="187430"/>
                  </a:lnTo>
                  <a:lnTo>
                    <a:pt x="1960" y="192717"/>
                  </a:lnTo>
                  <a:lnTo>
                    <a:pt x="2860" y="197978"/>
                  </a:lnTo>
                  <a:lnTo>
                    <a:pt x="3928" y="203207"/>
                  </a:lnTo>
                  <a:lnTo>
                    <a:pt x="5161" y="208400"/>
                  </a:lnTo>
                  <a:lnTo>
                    <a:pt x="6560" y="213551"/>
                  </a:lnTo>
                  <a:lnTo>
                    <a:pt x="8123" y="218655"/>
                  </a:lnTo>
                  <a:lnTo>
                    <a:pt x="9848" y="223706"/>
                  </a:lnTo>
                  <a:lnTo>
                    <a:pt x="11733" y="228699"/>
                  </a:lnTo>
                  <a:lnTo>
                    <a:pt x="13777" y="233630"/>
                  </a:lnTo>
                  <a:lnTo>
                    <a:pt x="15977" y="238493"/>
                  </a:lnTo>
                  <a:lnTo>
                    <a:pt x="18331" y="243283"/>
                  </a:lnTo>
                  <a:lnTo>
                    <a:pt x="20837" y="247996"/>
                  </a:lnTo>
                  <a:lnTo>
                    <a:pt x="23492" y="252626"/>
                  </a:lnTo>
                  <a:lnTo>
                    <a:pt x="26293" y="257170"/>
                  </a:lnTo>
                  <a:lnTo>
                    <a:pt x="29238" y="261621"/>
                  </a:lnTo>
                  <a:lnTo>
                    <a:pt x="32324" y="265976"/>
                  </a:lnTo>
                  <a:lnTo>
                    <a:pt x="35547" y="270230"/>
                  </a:lnTo>
                  <a:lnTo>
                    <a:pt x="38905" y="274380"/>
                  </a:lnTo>
                  <a:lnTo>
                    <a:pt x="42393" y="278420"/>
                  </a:lnTo>
                  <a:lnTo>
                    <a:pt x="46008" y="282346"/>
                  </a:lnTo>
                  <a:lnTo>
                    <a:pt x="49747" y="286156"/>
                  </a:lnTo>
                  <a:lnTo>
                    <a:pt x="53606" y="289843"/>
                  </a:lnTo>
                  <a:lnTo>
                    <a:pt x="57580" y="293406"/>
                  </a:lnTo>
                  <a:lnTo>
                    <a:pt x="61666" y="296840"/>
                  </a:lnTo>
                  <a:lnTo>
                    <a:pt x="65860" y="300142"/>
                  </a:lnTo>
                  <a:lnTo>
                    <a:pt x="70156" y="303309"/>
                  </a:lnTo>
                  <a:lnTo>
                    <a:pt x="74552" y="306336"/>
                  </a:lnTo>
                  <a:lnTo>
                    <a:pt x="79042" y="309222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2917" y="1489739"/>
              <a:ext cx="88121" cy="142054"/>
            </a:xfrm>
            <a:custGeom>
              <a:avLst/>
              <a:pathLst>
                <a:path w="88121" h="142054">
                  <a:moveTo>
                    <a:pt x="0" y="142054"/>
                  </a:moveTo>
                  <a:lnTo>
                    <a:pt x="8812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2917" y="1347133"/>
              <a:ext cx="255287" cy="309754"/>
            </a:xfrm>
            <a:custGeom>
              <a:avLst/>
              <a:pathLst>
                <a:path w="255287" h="309754">
                  <a:moveTo>
                    <a:pt x="0" y="284660"/>
                  </a:moveTo>
                  <a:lnTo>
                    <a:pt x="4560" y="287389"/>
                  </a:lnTo>
                  <a:lnTo>
                    <a:pt x="9205" y="289973"/>
                  </a:lnTo>
                  <a:lnTo>
                    <a:pt x="13930" y="292407"/>
                  </a:lnTo>
                  <a:lnTo>
                    <a:pt x="18730" y="294690"/>
                  </a:lnTo>
                  <a:lnTo>
                    <a:pt x="23600" y="296819"/>
                  </a:lnTo>
                  <a:lnTo>
                    <a:pt x="28535" y="298792"/>
                  </a:lnTo>
                  <a:lnTo>
                    <a:pt x="33531" y="300608"/>
                  </a:lnTo>
                  <a:lnTo>
                    <a:pt x="38582" y="302263"/>
                  </a:lnTo>
                  <a:lnTo>
                    <a:pt x="43682" y="303758"/>
                  </a:lnTo>
                  <a:lnTo>
                    <a:pt x="48828" y="305089"/>
                  </a:lnTo>
                  <a:lnTo>
                    <a:pt x="54014" y="306256"/>
                  </a:lnTo>
                  <a:lnTo>
                    <a:pt x="59234" y="307257"/>
                  </a:lnTo>
                  <a:lnTo>
                    <a:pt x="64483" y="308093"/>
                  </a:lnTo>
                  <a:lnTo>
                    <a:pt x="69756" y="308760"/>
                  </a:lnTo>
                  <a:lnTo>
                    <a:pt x="75047" y="309260"/>
                  </a:lnTo>
                  <a:lnTo>
                    <a:pt x="80352" y="309592"/>
                  </a:lnTo>
                  <a:lnTo>
                    <a:pt x="85665" y="309754"/>
                  </a:lnTo>
                  <a:lnTo>
                    <a:pt x="90980" y="309748"/>
                  </a:lnTo>
                  <a:lnTo>
                    <a:pt x="96292" y="309572"/>
                  </a:lnTo>
                  <a:lnTo>
                    <a:pt x="101596" y="309228"/>
                  </a:lnTo>
                  <a:lnTo>
                    <a:pt x="106887" y="308716"/>
                  </a:lnTo>
                  <a:lnTo>
                    <a:pt x="112158" y="308035"/>
                  </a:lnTo>
                  <a:lnTo>
                    <a:pt x="117405" y="307187"/>
                  </a:lnTo>
                  <a:lnTo>
                    <a:pt x="122623" y="306173"/>
                  </a:lnTo>
                  <a:lnTo>
                    <a:pt x="127805" y="304994"/>
                  </a:lnTo>
                  <a:lnTo>
                    <a:pt x="132948" y="303650"/>
                  </a:lnTo>
                  <a:lnTo>
                    <a:pt x="138045" y="302143"/>
                  </a:lnTo>
                  <a:lnTo>
                    <a:pt x="143092" y="300476"/>
                  </a:lnTo>
                  <a:lnTo>
                    <a:pt x="148083" y="298648"/>
                  </a:lnTo>
                  <a:lnTo>
                    <a:pt x="153013" y="296663"/>
                  </a:lnTo>
                  <a:lnTo>
                    <a:pt x="157878" y="294522"/>
                  </a:lnTo>
                  <a:lnTo>
                    <a:pt x="162672" y="292228"/>
                  </a:lnTo>
                  <a:lnTo>
                    <a:pt x="167392" y="289782"/>
                  </a:lnTo>
                  <a:lnTo>
                    <a:pt x="172030" y="287188"/>
                  </a:lnTo>
                  <a:lnTo>
                    <a:pt x="176584" y="284447"/>
                  </a:lnTo>
                  <a:lnTo>
                    <a:pt x="181049" y="281563"/>
                  </a:lnTo>
                  <a:lnTo>
                    <a:pt x="185420" y="278538"/>
                  </a:lnTo>
                  <a:lnTo>
                    <a:pt x="189692" y="275376"/>
                  </a:lnTo>
                  <a:lnTo>
                    <a:pt x="193862" y="272080"/>
                  </a:lnTo>
                  <a:lnTo>
                    <a:pt x="197924" y="268653"/>
                  </a:lnTo>
                  <a:lnTo>
                    <a:pt x="201876" y="265098"/>
                  </a:lnTo>
                  <a:lnTo>
                    <a:pt x="205713" y="261420"/>
                  </a:lnTo>
                  <a:lnTo>
                    <a:pt x="209431" y="257622"/>
                  </a:lnTo>
                  <a:lnTo>
                    <a:pt x="213026" y="253707"/>
                  </a:lnTo>
                  <a:lnTo>
                    <a:pt x="216495" y="249680"/>
                  </a:lnTo>
                  <a:lnTo>
                    <a:pt x="219834" y="245545"/>
                  </a:lnTo>
                  <a:lnTo>
                    <a:pt x="223040" y="241305"/>
                  </a:lnTo>
                  <a:lnTo>
                    <a:pt x="226110" y="236966"/>
                  </a:lnTo>
                  <a:lnTo>
                    <a:pt x="229040" y="232531"/>
                  </a:lnTo>
                  <a:lnTo>
                    <a:pt x="231828" y="228006"/>
                  </a:lnTo>
                  <a:lnTo>
                    <a:pt x="234470" y="223394"/>
                  </a:lnTo>
                  <a:lnTo>
                    <a:pt x="236964" y="218701"/>
                  </a:lnTo>
                  <a:lnTo>
                    <a:pt x="239308" y="213930"/>
                  </a:lnTo>
                  <a:lnTo>
                    <a:pt x="241499" y="209088"/>
                  </a:lnTo>
                  <a:lnTo>
                    <a:pt x="243535" y="204178"/>
                  </a:lnTo>
                  <a:lnTo>
                    <a:pt x="245414" y="199206"/>
                  </a:lnTo>
                  <a:lnTo>
                    <a:pt x="247134" y="194177"/>
                  </a:lnTo>
                  <a:lnTo>
                    <a:pt x="248694" y="189096"/>
                  </a:lnTo>
                  <a:lnTo>
                    <a:pt x="250090" y="183967"/>
                  </a:lnTo>
                  <a:lnTo>
                    <a:pt x="251323" y="178797"/>
                  </a:lnTo>
                  <a:lnTo>
                    <a:pt x="252392" y="173591"/>
                  </a:lnTo>
                  <a:lnTo>
                    <a:pt x="253294" y="168352"/>
                  </a:lnTo>
                  <a:lnTo>
                    <a:pt x="254029" y="163088"/>
                  </a:lnTo>
                  <a:lnTo>
                    <a:pt x="254596" y="157804"/>
                  </a:lnTo>
                  <a:lnTo>
                    <a:pt x="254995" y="152503"/>
                  </a:lnTo>
                  <a:lnTo>
                    <a:pt x="255225" y="147193"/>
                  </a:lnTo>
                  <a:lnTo>
                    <a:pt x="255287" y="141879"/>
                  </a:lnTo>
                  <a:lnTo>
                    <a:pt x="255179" y="136564"/>
                  </a:lnTo>
                  <a:lnTo>
                    <a:pt x="254903" y="131257"/>
                  </a:lnTo>
                  <a:lnTo>
                    <a:pt x="254458" y="125960"/>
                  </a:lnTo>
                  <a:lnTo>
                    <a:pt x="253844" y="120680"/>
                  </a:lnTo>
                  <a:lnTo>
                    <a:pt x="253064" y="115423"/>
                  </a:lnTo>
                  <a:lnTo>
                    <a:pt x="252116" y="110193"/>
                  </a:lnTo>
                  <a:lnTo>
                    <a:pt x="251003" y="104996"/>
                  </a:lnTo>
                  <a:lnTo>
                    <a:pt x="249725" y="99836"/>
                  </a:lnTo>
                  <a:lnTo>
                    <a:pt x="248283" y="94720"/>
                  </a:lnTo>
                  <a:lnTo>
                    <a:pt x="246680" y="89653"/>
                  </a:lnTo>
                  <a:lnTo>
                    <a:pt x="244917" y="84639"/>
                  </a:lnTo>
                  <a:lnTo>
                    <a:pt x="242995" y="79683"/>
                  </a:lnTo>
                  <a:lnTo>
                    <a:pt x="240916" y="74792"/>
                  </a:lnTo>
                  <a:lnTo>
                    <a:pt x="238683" y="69968"/>
                  </a:lnTo>
                  <a:lnTo>
                    <a:pt x="236297" y="65218"/>
                  </a:lnTo>
                  <a:lnTo>
                    <a:pt x="233762" y="60547"/>
                  </a:lnTo>
                  <a:lnTo>
                    <a:pt x="231080" y="55958"/>
                  </a:lnTo>
                  <a:lnTo>
                    <a:pt x="228253" y="51457"/>
                  </a:lnTo>
                  <a:lnTo>
                    <a:pt x="225285" y="47048"/>
                  </a:lnTo>
                  <a:lnTo>
                    <a:pt x="222177" y="42736"/>
                  </a:lnTo>
                  <a:lnTo>
                    <a:pt x="218935" y="38525"/>
                  </a:lnTo>
                  <a:lnTo>
                    <a:pt x="215560" y="34418"/>
                  </a:lnTo>
                  <a:lnTo>
                    <a:pt x="212056" y="30422"/>
                  </a:lnTo>
                  <a:lnTo>
                    <a:pt x="208427" y="26538"/>
                  </a:lnTo>
                  <a:lnTo>
                    <a:pt x="204676" y="22772"/>
                  </a:lnTo>
                  <a:lnTo>
                    <a:pt x="200808" y="19127"/>
                  </a:lnTo>
                  <a:lnTo>
                    <a:pt x="196825" y="15607"/>
                  </a:lnTo>
                  <a:lnTo>
                    <a:pt x="192733" y="12216"/>
                  </a:lnTo>
                  <a:lnTo>
                    <a:pt x="188535" y="8956"/>
                  </a:lnTo>
                  <a:lnTo>
                    <a:pt x="184235" y="5831"/>
                  </a:lnTo>
                  <a:lnTo>
                    <a:pt x="179838" y="2845"/>
                  </a:lnTo>
                  <a:lnTo>
                    <a:pt x="175349" y="0"/>
                  </a:lnTo>
                  <a:lnTo>
                    <a:pt x="88121" y="1426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87227" cy="167167"/>
            </a:xfrm>
            <a:custGeom>
              <a:avLst/>
              <a:pathLst>
                <a:path w="87227" h="167167">
                  <a:moveTo>
                    <a:pt x="87227" y="24562"/>
                  </a:moveTo>
                  <a:lnTo>
                    <a:pt x="82284" y="21653"/>
                  </a:lnTo>
                  <a:lnTo>
                    <a:pt x="77244" y="18916"/>
                  </a:lnTo>
                  <a:lnTo>
                    <a:pt x="72113" y="16354"/>
                  </a:lnTo>
                  <a:lnTo>
                    <a:pt x="66897" y="13969"/>
                  </a:lnTo>
                  <a:lnTo>
                    <a:pt x="61603" y="11764"/>
                  </a:lnTo>
                  <a:lnTo>
                    <a:pt x="56236" y="9743"/>
                  </a:lnTo>
                  <a:lnTo>
                    <a:pt x="50802" y="7906"/>
                  </a:lnTo>
                  <a:lnTo>
                    <a:pt x="45309" y="6257"/>
                  </a:lnTo>
                  <a:lnTo>
                    <a:pt x="39763" y="4798"/>
                  </a:lnTo>
                  <a:lnTo>
                    <a:pt x="34170" y="3529"/>
                  </a:lnTo>
                  <a:lnTo>
                    <a:pt x="28536" y="2453"/>
                  </a:lnTo>
                  <a:lnTo>
                    <a:pt x="22870" y="1571"/>
                  </a:lnTo>
                  <a:lnTo>
                    <a:pt x="17176" y="884"/>
                  </a:lnTo>
                  <a:lnTo>
                    <a:pt x="11461" y="393"/>
                  </a:lnTo>
                  <a:lnTo>
                    <a:pt x="5734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78091" y="1071028"/>
              <a:ext cx="167167" cy="283676"/>
            </a:xfrm>
            <a:custGeom>
              <a:avLst/>
              <a:pathLst>
                <a:path w="167167" h="283676">
                  <a:moveTo>
                    <a:pt x="167167" y="0"/>
                  </a:moveTo>
                  <a:lnTo>
                    <a:pt x="161805" y="86"/>
                  </a:lnTo>
                  <a:lnTo>
                    <a:pt x="156448" y="343"/>
                  </a:lnTo>
                  <a:lnTo>
                    <a:pt x="151103" y="773"/>
                  </a:lnTo>
                  <a:lnTo>
                    <a:pt x="145774" y="1374"/>
                  </a:lnTo>
                  <a:lnTo>
                    <a:pt x="140467" y="2146"/>
                  </a:lnTo>
                  <a:lnTo>
                    <a:pt x="135187" y="3087"/>
                  </a:lnTo>
                  <a:lnTo>
                    <a:pt x="129941" y="4197"/>
                  </a:lnTo>
                  <a:lnTo>
                    <a:pt x="124733" y="5475"/>
                  </a:lnTo>
                  <a:lnTo>
                    <a:pt x="119568" y="6919"/>
                  </a:lnTo>
                  <a:lnTo>
                    <a:pt x="114452" y="8529"/>
                  </a:lnTo>
                  <a:lnTo>
                    <a:pt x="109391" y="10301"/>
                  </a:lnTo>
                  <a:lnTo>
                    <a:pt x="104389" y="12235"/>
                  </a:lnTo>
                  <a:lnTo>
                    <a:pt x="99452" y="14328"/>
                  </a:lnTo>
                  <a:lnTo>
                    <a:pt x="94584" y="16579"/>
                  </a:lnTo>
                  <a:lnTo>
                    <a:pt x="89791" y="18985"/>
                  </a:lnTo>
                  <a:lnTo>
                    <a:pt x="85078" y="21543"/>
                  </a:lnTo>
                  <a:lnTo>
                    <a:pt x="80449" y="24251"/>
                  </a:lnTo>
                  <a:lnTo>
                    <a:pt x="75910" y="27106"/>
                  </a:lnTo>
                  <a:lnTo>
                    <a:pt x="71464" y="30105"/>
                  </a:lnTo>
                  <a:lnTo>
                    <a:pt x="67117" y="33245"/>
                  </a:lnTo>
                  <a:lnTo>
                    <a:pt x="62873" y="36524"/>
                  </a:lnTo>
                  <a:lnTo>
                    <a:pt x="58736" y="39936"/>
                  </a:lnTo>
                  <a:lnTo>
                    <a:pt x="54711" y="43480"/>
                  </a:lnTo>
                  <a:lnTo>
                    <a:pt x="50801" y="47150"/>
                  </a:lnTo>
                  <a:lnTo>
                    <a:pt x="47011" y="50945"/>
                  </a:lnTo>
                  <a:lnTo>
                    <a:pt x="43345" y="54859"/>
                  </a:lnTo>
                  <a:lnTo>
                    <a:pt x="39807" y="58888"/>
                  </a:lnTo>
                  <a:lnTo>
                    <a:pt x="36399" y="63029"/>
                  </a:lnTo>
                  <a:lnTo>
                    <a:pt x="33126" y="67277"/>
                  </a:lnTo>
                  <a:lnTo>
                    <a:pt x="29991" y="71628"/>
                  </a:lnTo>
                  <a:lnTo>
                    <a:pt x="26997" y="76077"/>
                  </a:lnTo>
                  <a:lnTo>
                    <a:pt x="24147" y="80620"/>
                  </a:lnTo>
                  <a:lnTo>
                    <a:pt x="21445" y="85252"/>
                  </a:lnTo>
                  <a:lnTo>
                    <a:pt x="18892" y="89968"/>
                  </a:lnTo>
                  <a:lnTo>
                    <a:pt x="16492" y="94764"/>
                  </a:lnTo>
                  <a:lnTo>
                    <a:pt x="14247" y="99635"/>
                  </a:lnTo>
                  <a:lnTo>
                    <a:pt x="12160" y="104574"/>
                  </a:lnTo>
                  <a:lnTo>
                    <a:pt x="10232" y="109578"/>
                  </a:lnTo>
                  <a:lnTo>
                    <a:pt x="8466" y="114642"/>
                  </a:lnTo>
                  <a:lnTo>
                    <a:pt x="6862" y="119759"/>
                  </a:lnTo>
                  <a:lnTo>
                    <a:pt x="5424" y="124926"/>
                  </a:lnTo>
                  <a:lnTo>
                    <a:pt x="4153" y="130136"/>
                  </a:lnTo>
                  <a:lnTo>
                    <a:pt x="3049" y="135383"/>
                  </a:lnTo>
                  <a:lnTo>
                    <a:pt x="2114" y="140664"/>
                  </a:lnTo>
                  <a:lnTo>
                    <a:pt x="1348" y="145972"/>
                  </a:lnTo>
                  <a:lnTo>
                    <a:pt x="754" y="151302"/>
                  </a:lnTo>
                  <a:lnTo>
                    <a:pt x="331" y="156648"/>
                  </a:lnTo>
                  <a:lnTo>
                    <a:pt x="79" y="162004"/>
                  </a:lnTo>
                  <a:lnTo>
                    <a:pt x="0" y="167367"/>
                  </a:lnTo>
                  <a:lnTo>
                    <a:pt x="92" y="172729"/>
                  </a:lnTo>
                  <a:lnTo>
                    <a:pt x="356" y="178085"/>
                  </a:lnTo>
                  <a:lnTo>
                    <a:pt x="792" y="183430"/>
                  </a:lnTo>
                  <a:lnTo>
                    <a:pt x="1400" y="188758"/>
                  </a:lnTo>
                  <a:lnTo>
                    <a:pt x="2177" y="194064"/>
                  </a:lnTo>
                  <a:lnTo>
                    <a:pt x="3125" y="199342"/>
                  </a:lnTo>
                  <a:lnTo>
                    <a:pt x="4242" y="204588"/>
                  </a:lnTo>
                  <a:lnTo>
                    <a:pt x="5526" y="209794"/>
                  </a:lnTo>
                  <a:lnTo>
                    <a:pt x="6976" y="214957"/>
                  </a:lnTo>
                  <a:lnTo>
                    <a:pt x="8592" y="220071"/>
                  </a:lnTo>
                  <a:lnTo>
                    <a:pt x="10370" y="225130"/>
                  </a:lnTo>
                  <a:lnTo>
                    <a:pt x="12310" y="230130"/>
                  </a:lnTo>
                  <a:lnTo>
                    <a:pt x="14409" y="235064"/>
                  </a:lnTo>
                  <a:lnTo>
                    <a:pt x="16666" y="239929"/>
                  </a:lnTo>
                  <a:lnTo>
                    <a:pt x="19077" y="244719"/>
                  </a:lnTo>
                  <a:lnTo>
                    <a:pt x="21641" y="249430"/>
                  </a:lnTo>
                  <a:lnTo>
                    <a:pt x="24354" y="254055"/>
                  </a:lnTo>
                  <a:lnTo>
                    <a:pt x="27215" y="258591"/>
                  </a:lnTo>
                  <a:lnTo>
                    <a:pt x="30219" y="263033"/>
                  </a:lnTo>
                  <a:lnTo>
                    <a:pt x="33365" y="267377"/>
                  </a:lnTo>
                  <a:lnTo>
                    <a:pt x="36648" y="271617"/>
                  </a:lnTo>
                  <a:lnTo>
                    <a:pt x="40066" y="275750"/>
                  </a:lnTo>
                  <a:lnTo>
                    <a:pt x="43614" y="279771"/>
                  </a:lnTo>
                  <a:lnTo>
                    <a:pt x="47289" y="283676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5381" y="1238196"/>
              <a:ext cx="119877" cy="116508"/>
            </a:xfrm>
            <a:custGeom>
              <a:avLst/>
              <a:pathLst>
                <a:path w="119877" h="116508">
                  <a:moveTo>
                    <a:pt x="0" y="116508"/>
                  </a:moveTo>
                  <a:lnTo>
                    <a:pt x="11987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5381" y="1142125"/>
              <a:ext cx="287044" cy="263237"/>
            </a:xfrm>
            <a:custGeom>
              <a:avLst/>
              <a:pathLst>
                <a:path w="287044" h="263237">
                  <a:moveTo>
                    <a:pt x="0" y="212579"/>
                  </a:moveTo>
                  <a:lnTo>
                    <a:pt x="3797" y="216363"/>
                  </a:lnTo>
                  <a:lnTo>
                    <a:pt x="7714" y="220024"/>
                  </a:lnTo>
                  <a:lnTo>
                    <a:pt x="11747" y="223556"/>
                  </a:lnTo>
                  <a:lnTo>
                    <a:pt x="15890" y="226958"/>
                  </a:lnTo>
                  <a:lnTo>
                    <a:pt x="20141" y="230225"/>
                  </a:lnTo>
                  <a:lnTo>
                    <a:pt x="24494" y="233355"/>
                  </a:lnTo>
                  <a:lnTo>
                    <a:pt x="28945" y="236343"/>
                  </a:lnTo>
                  <a:lnTo>
                    <a:pt x="33490" y="239186"/>
                  </a:lnTo>
                  <a:lnTo>
                    <a:pt x="38124" y="241883"/>
                  </a:lnTo>
                  <a:lnTo>
                    <a:pt x="42841" y="244429"/>
                  </a:lnTo>
                  <a:lnTo>
                    <a:pt x="47638" y="246823"/>
                  </a:lnTo>
                  <a:lnTo>
                    <a:pt x="52510" y="249062"/>
                  </a:lnTo>
                  <a:lnTo>
                    <a:pt x="57450" y="251144"/>
                  </a:lnTo>
                  <a:lnTo>
                    <a:pt x="62455" y="253066"/>
                  </a:lnTo>
                  <a:lnTo>
                    <a:pt x="67519" y="254826"/>
                  </a:lnTo>
                  <a:lnTo>
                    <a:pt x="72636" y="256424"/>
                  </a:lnTo>
                  <a:lnTo>
                    <a:pt x="77803" y="257856"/>
                  </a:lnTo>
                  <a:lnTo>
                    <a:pt x="83012" y="259122"/>
                  </a:lnTo>
                  <a:lnTo>
                    <a:pt x="88259" y="260220"/>
                  </a:lnTo>
                  <a:lnTo>
                    <a:pt x="93539" y="261150"/>
                  </a:lnTo>
                  <a:lnTo>
                    <a:pt x="98846" y="261909"/>
                  </a:lnTo>
                  <a:lnTo>
                    <a:pt x="104175" y="262498"/>
                  </a:lnTo>
                  <a:lnTo>
                    <a:pt x="109520" y="262916"/>
                  </a:lnTo>
                  <a:lnTo>
                    <a:pt x="114875" y="263163"/>
                  </a:lnTo>
                  <a:lnTo>
                    <a:pt x="120236" y="263237"/>
                  </a:lnTo>
                  <a:lnTo>
                    <a:pt x="125596" y="263140"/>
                  </a:lnTo>
                  <a:lnTo>
                    <a:pt x="130951" y="262870"/>
                  </a:lnTo>
                  <a:lnTo>
                    <a:pt x="136294" y="262430"/>
                  </a:lnTo>
                  <a:lnTo>
                    <a:pt x="141620" y="261818"/>
                  </a:lnTo>
                  <a:lnTo>
                    <a:pt x="146923" y="261035"/>
                  </a:lnTo>
                  <a:lnTo>
                    <a:pt x="152199" y="260083"/>
                  </a:lnTo>
                  <a:lnTo>
                    <a:pt x="157442" y="258962"/>
                  </a:lnTo>
                  <a:lnTo>
                    <a:pt x="162646" y="257674"/>
                  </a:lnTo>
                  <a:lnTo>
                    <a:pt x="167806" y="256219"/>
                  </a:lnTo>
                  <a:lnTo>
                    <a:pt x="172917" y="254600"/>
                  </a:lnTo>
                  <a:lnTo>
                    <a:pt x="177973" y="252818"/>
                  </a:lnTo>
                  <a:lnTo>
                    <a:pt x="182969" y="250874"/>
                  </a:lnTo>
                  <a:lnTo>
                    <a:pt x="187901" y="248771"/>
                  </a:lnTo>
                  <a:lnTo>
                    <a:pt x="192763" y="246512"/>
                  </a:lnTo>
                  <a:lnTo>
                    <a:pt x="197549" y="244097"/>
                  </a:lnTo>
                  <a:lnTo>
                    <a:pt x="202256" y="241530"/>
                  </a:lnTo>
                  <a:lnTo>
                    <a:pt x="206878" y="238814"/>
                  </a:lnTo>
                  <a:lnTo>
                    <a:pt x="211410" y="235951"/>
                  </a:lnTo>
                  <a:lnTo>
                    <a:pt x="215849" y="232944"/>
                  </a:lnTo>
                  <a:lnTo>
                    <a:pt x="220189" y="229796"/>
                  </a:lnTo>
                  <a:lnTo>
                    <a:pt x="224425" y="226510"/>
                  </a:lnTo>
                  <a:lnTo>
                    <a:pt x="228554" y="223091"/>
                  </a:lnTo>
                  <a:lnTo>
                    <a:pt x="232571" y="219541"/>
                  </a:lnTo>
                  <a:lnTo>
                    <a:pt x="236472" y="215863"/>
                  </a:lnTo>
                  <a:lnTo>
                    <a:pt x="240254" y="212063"/>
                  </a:lnTo>
                  <a:lnTo>
                    <a:pt x="243911" y="208143"/>
                  </a:lnTo>
                  <a:lnTo>
                    <a:pt x="247441" y="204108"/>
                  </a:lnTo>
                  <a:lnTo>
                    <a:pt x="250840" y="199962"/>
                  </a:lnTo>
                  <a:lnTo>
                    <a:pt x="254104" y="195709"/>
                  </a:lnTo>
                  <a:lnTo>
                    <a:pt x="257230" y="191354"/>
                  </a:lnTo>
                  <a:lnTo>
                    <a:pt x="260215" y="186901"/>
                  </a:lnTo>
                  <a:lnTo>
                    <a:pt x="263056" y="182354"/>
                  </a:lnTo>
                  <a:lnTo>
                    <a:pt x="265749" y="177718"/>
                  </a:lnTo>
                  <a:lnTo>
                    <a:pt x="268292" y="172999"/>
                  </a:lnTo>
                  <a:lnTo>
                    <a:pt x="270682" y="168200"/>
                  </a:lnTo>
                  <a:lnTo>
                    <a:pt x="272918" y="163327"/>
                  </a:lnTo>
                  <a:lnTo>
                    <a:pt x="274996" y="158385"/>
                  </a:lnTo>
                  <a:lnTo>
                    <a:pt x="276914" y="153379"/>
                  </a:lnTo>
                  <a:lnTo>
                    <a:pt x="278671" y="148314"/>
                  </a:lnTo>
                  <a:lnTo>
                    <a:pt x="280265" y="143195"/>
                  </a:lnTo>
                  <a:lnTo>
                    <a:pt x="281693" y="138028"/>
                  </a:lnTo>
                  <a:lnTo>
                    <a:pt x="282955" y="132817"/>
                  </a:lnTo>
                  <a:lnTo>
                    <a:pt x="284050" y="127569"/>
                  </a:lnTo>
                  <a:lnTo>
                    <a:pt x="284976" y="122289"/>
                  </a:lnTo>
                  <a:lnTo>
                    <a:pt x="285731" y="116981"/>
                  </a:lnTo>
                  <a:lnTo>
                    <a:pt x="286317" y="111652"/>
                  </a:lnTo>
                  <a:lnTo>
                    <a:pt x="286731" y="106307"/>
                  </a:lnTo>
                  <a:lnTo>
                    <a:pt x="286973" y="100951"/>
                  </a:lnTo>
                  <a:lnTo>
                    <a:pt x="287044" y="95590"/>
                  </a:lnTo>
                  <a:lnTo>
                    <a:pt x="286942" y="90230"/>
                  </a:lnTo>
                  <a:lnTo>
                    <a:pt x="286669" y="84876"/>
                  </a:lnTo>
                  <a:lnTo>
                    <a:pt x="286225" y="79533"/>
                  </a:lnTo>
                  <a:lnTo>
                    <a:pt x="285609" y="74208"/>
                  </a:lnTo>
                  <a:lnTo>
                    <a:pt x="284822" y="68905"/>
                  </a:lnTo>
                  <a:lnTo>
                    <a:pt x="283866" y="63629"/>
                  </a:lnTo>
                  <a:lnTo>
                    <a:pt x="282742" y="58388"/>
                  </a:lnTo>
                  <a:lnTo>
                    <a:pt x="281450" y="53184"/>
                  </a:lnTo>
                  <a:lnTo>
                    <a:pt x="279992" y="48025"/>
                  </a:lnTo>
                  <a:lnTo>
                    <a:pt x="278369" y="42916"/>
                  </a:lnTo>
                  <a:lnTo>
                    <a:pt x="276583" y="37861"/>
                  </a:lnTo>
                  <a:lnTo>
                    <a:pt x="274635" y="32866"/>
                  </a:lnTo>
                  <a:lnTo>
                    <a:pt x="272529" y="27936"/>
                  </a:lnTo>
                  <a:lnTo>
                    <a:pt x="270266" y="23076"/>
                  </a:lnTo>
                  <a:lnTo>
                    <a:pt x="267848" y="18291"/>
                  </a:lnTo>
                  <a:lnTo>
                    <a:pt x="265278" y="13586"/>
                  </a:lnTo>
                  <a:lnTo>
                    <a:pt x="262558" y="8966"/>
                  </a:lnTo>
                  <a:lnTo>
                    <a:pt x="259691" y="4436"/>
                  </a:lnTo>
                  <a:lnTo>
                    <a:pt x="256681" y="0"/>
                  </a:lnTo>
                  <a:lnTo>
                    <a:pt x="119877" y="960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136804" cy="167167"/>
            </a:xfrm>
            <a:custGeom>
              <a:avLst/>
              <a:pathLst>
                <a:path w="136804" h="167167">
                  <a:moveTo>
                    <a:pt x="136804" y="71096"/>
                  </a:moveTo>
                  <a:lnTo>
                    <a:pt x="133554" y="66628"/>
                  </a:lnTo>
                  <a:lnTo>
                    <a:pt x="130158" y="62269"/>
                  </a:lnTo>
                  <a:lnTo>
                    <a:pt x="126621" y="58025"/>
                  </a:lnTo>
                  <a:lnTo>
                    <a:pt x="122945" y="53900"/>
                  </a:lnTo>
                  <a:lnTo>
                    <a:pt x="119134" y="49899"/>
                  </a:lnTo>
                  <a:lnTo>
                    <a:pt x="115194" y="46026"/>
                  </a:lnTo>
                  <a:lnTo>
                    <a:pt x="111127" y="42285"/>
                  </a:lnTo>
                  <a:lnTo>
                    <a:pt x="106940" y="38680"/>
                  </a:lnTo>
                  <a:lnTo>
                    <a:pt x="102635" y="35216"/>
                  </a:lnTo>
                  <a:lnTo>
                    <a:pt x="98218" y="31897"/>
                  </a:lnTo>
                  <a:lnTo>
                    <a:pt x="93694" y="28725"/>
                  </a:lnTo>
                  <a:lnTo>
                    <a:pt x="89068" y="25704"/>
                  </a:lnTo>
                  <a:lnTo>
                    <a:pt x="84344" y="22838"/>
                  </a:lnTo>
                  <a:lnTo>
                    <a:pt x="79528" y="20129"/>
                  </a:lnTo>
                  <a:lnTo>
                    <a:pt x="74625" y="17581"/>
                  </a:lnTo>
                  <a:lnTo>
                    <a:pt x="69641" y="15197"/>
                  </a:lnTo>
                  <a:lnTo>
                    <a:pt x="64581" y="12978"/>
                  </a:lnTo>
                  <a:lnTo>
                    <a:pt x="59450" y="10928"/>
                  </a:lnTo>
                  <a:lnTo>
                    <a:pt x="54254" y="9049"/>
                  </a:lnTo>
                  <a:lnTo>
                    <a:pt x="48999" y="7342"/>
                  </a:lnTo>
                  <a:lnTo>
                    <a:pt x="43690" y="5810"/>
                  </a:lnTo>
                  <a:lnTo>
                    <a:pt x="38334" y="4454"/>
                  </a:lnTo>
                  <a:lnTo>
                    <a:pt x="32936" y="3276"/>
                  </a:lnTo>
                  <a:lnTo>
                    <a:pt x="27502" y="2277"/>
                  </a:lnTo>
                  <a:lnTo>
                    <a:pt x="22037" y="1458"/>
                  </a:lnTo>
                  <a:lnTo>
                    <a:pt x="16549" y="821"/>
                  </a:lnTo>
                  <a:lnTo>
                    <a:pt x="11043" y="365"/>
                  </a:lnTo>
                  <a:lnTo>
                    <a:pt x="552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54020" y="941493"/>
              <a:ext cx="69523" cy="167167"/>
            </a:xfrm>
            <a:custGeom>
              <a:avLst/>
              <a:pathLst>
                <a:path w="69523" h="167167">
                  <a:moveTo>
                    <a:pt x="69523" y="0"/>
                  </a:moveTo>
                  <a:lnTo>
                    <a:pt x="63550" y="106"/>
                  </a:lnTo>
                  <a:lnTo>
                    <a:pt x="57583" y="426"/>
                  </a:lnTo>
                  <a:lnTo>
                    <a:pt x="51632" y="960"/>
                  </a:lnTo>
                  <a:lnTo>
                    <a:pt x="45704" y="1705"/>
                  </a:lnTo>
                  <a:lnTo>
                    <a:pt x="39806" y="2662"/>
                  </a:lnTo>
                  <a:lnTo>
                    <a:pt x="33946" y="3829"/>
                  </a:lnTo>
                  <a:lnTo>
                    <a:pt x="28132" y="5205"/>
                  </a:lnTo>
                  <a:lnTo>
                    <a:pt x="22371" y="6788"/>
                  </a:lnTo>
                  <a:lnTo>
                    <a:pt x="16669" y="8575"/>
                  </a:lnTo>
                  <a:lnTo>
                    <a:pt x="11036" y="10565"/>
                  </a:lnTo>
                  <a:lnTo>
                    <a:pt x="5477" y="12755"/>
                  </a:lnTo>
                  <a:lnTo>
                    <a:pt x="0" y="15143"/>
                  </a:lnTo>
                  <a:lnTo>
                    <a:pt x="6952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54020" y="956636"/>
              <a:ext cx="69523" cy="152024"/>
            </a:xfrm>
            <a:custGeom>
              <a:avLst/>
              <a:pathLst>
                <a:path w="69523" h="152024">
                  <a:moveTo>
                    <a:pt x="0" y="0"/>
                  </a:moveTo>
                  <a:lnTo>
                    <a:pt x="69523" y="1520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56377" y="956636"/>
              <a:ext cx="334328" cy="319182"/>
            </a:xfrm>
            <a:custGeom>
              <a:avLst/>
              <a:pathLst>
                <a:path w="334328" h="319182">
                  <a:moveTo>
                    <a:pt x="97642" y="0"/>
                  </a:moveTo>
                  <a:lnTo>
                    <a:pt x="92845" y="2286"/>
                  </a:lnTo>
                  <a:lnTo>
                    <a:pt x="88124" y="4724"/>
                  </a:lnTo>
                  <a:lnTo>
                    <a:pt x="83482" y="7311"/>
                  </a:lnTo>
                  <a:lnTo>
                    <a:pt x="78924" y="10044"/>
                  </a:lnTo>
                  <a:lnTo>
                    <a:pt x="74456" y="12920"/>
                  </a:lnTo>
                  <a:lnTo>
                    <a:pt x="70082" y="15937"/>
                  </a:lnTo>
                  <a:lnTo>
                    <a:pt x="65805" y="19092"/>
                  </a:lnTo>
                  <a:lnTo>
                    <a:pt x="61631" y="22381"/>
                  </a:lnTo>
                  <a:lnTo>
                    <a:pt x="57564" y="25801"/>
                  </a:lnTo>
                  <a:lnTo>
                    <a:pt x="53607" y="29348"/>
                  </a:lnTo>
                  <a:lnTo>
                    <a:pt x="49765" y="33020"/>
                  </a:lnTo>
                  <a:lnTo>
                    <a:pt x="46042" y="36811"/>
                  </a:lnTo>
                  <a:lnTo>
                    <a:pt x="42441" y="40720"/>
                  </a:lnTo>
                  <a:lnTo>
                    <a:pt x="38967" y="44740"/>
                  </a:lnTo>
                  <a:lnTo>
                    <a:pt x="35621" y="48869"/>
                  </a:lnTo>
                  <a:lnTo>
                    <a:pt x="32409" y="53102"/>
                  </a:lnTo>
                  <a:lnTo>
                    <a:pt x="29333" y="57436"/>
                  </a:lnTo>
                  <a:lnTo>
                    <a:pt x="26396" y="61864"/>
                  </a:lnTo>
                  <a:lnTo>
                    <a:pt x="23602" y="66384"/>
                  </a:lnTo>
                  <a:lnTo>
                    <a:pt x="20952" y="70991"/>
                  </a:lnTo>
                  <a:lnTo>
                    <a:pt x="18450" y="75679"/>
                  </a:lnTo>
                  <a:lnTo>
                    <a:pt x="16099" y="80445"/>
                  </a:lnTo>
                  <a:lnTo>
                    <a:pt x="13900" y="85283"/>
                  </a:lnTo>
                  <a:lnTo>
                    <a:pt x="11856" y="90188"/>
                  </a:lnTo>
                  <a:lnTo>
                    <a:pt x="9969" y="95156"/>
                  </a:lnTo>
                  <a:lnTo>
                    <a:pt x="8241" y="100181"/>
                  </a:lnTo>
                  <a:lnTo>
                    <a:pt x="6674" y="105258"/>
                  </a:lnTo>
                  <a:lnTo>
                    <a:pt x="5268" y="110383"/>
                  </a:lnTo>
                  <a:lnTo>
                    <a:pt x="4026" y="115550"/>
                  </a:lnTo>
                  <a:lnTo>
                    <a:pt x="2950" y="120754"/>
                  </a:lnTo>
                  <a:lnTo>
                    <a:pt x="2039" y="125989"/>
                  </a:lnTo>
                  <a:lnTo>
                    <a:pt x="1295" y="131251"/>
                  </a:lnTo>
                  <a:lnTo>
                    <a:pt x="718" y="136534"/>
                  </a:lnTo>
                  <a:lnTo>
                    <a:pt x="310" y="141832"/>
                  </a:lnTo>
                  <a:lnTo>
                    <a:pt x="70" y="147141"/>
                  </a:lnTo>
                  <a:lnTo>
                    <a:pt x="0" y="152454"/>
                  </a:lnTo>
                  <a:lnTo>
                    <a:pt x="98" y="157768"/>
                  </a:lnTo>
                  <a:lnTo>
                    <a:pt x="365" y="163075"/>
                  </a:lnTo>
                  <a:lnTo>
                    <a:pt x="800" y="168371"/>
                  </a:lnTo>
                  <a:lnTo>
                    <a:pt x="1404" y="173651"/>
                  </a:lnTo>
                  <a:lnTo>
                    <a:pt x="2175" y="178909"/>
                  </a:lnTo>
                  <a:lnTo>
                    <a:pt x="3113" y="184139"/>
                  </a:lnTo>
                  <a:lnTo>
                    <a:pt x="4217" y="189337"/>
                  </a:lnTo>
                  <a:lnTo>
                    <a:pt x="5485" y="194498"/>
                  </a:lnTo>
                  <a:lnTo>
                    <a:pt x="6917" y="199615"/>
                  </a:lnTo>
                  <a:lnTo>
                    <a:pt x="8510" y="204685"/>
                  </a:lnTo>
                  <a:lnTo>
                    <a:pt x="10264" y="209701"/>
                  </a:lnTo>
                  <a:lnTo>
                    <a:pt x="12177" y="214659"/>
                  </a:lnTo>
                  <a:lnTo>
                    <a:pt x="14246" y="219554"/>
                  </a:lnTo>
                  <a:lnTo>
                    <a:pt x="16470" y="224380"/>
                  </a:lnTo>
                  <a:lnTo>
                    <a:pt x="18846" y="229133"/>
                  </a:lnTo>
                  <a:lnTo>
                    <a:pt x="21372" y="233809"/>
                  </a:lnTo>
                  <a:lnTo>
                    <a:pt x="24045" y="238402"/>
                  </a:lnTo>
                  <a:lnTo>
                    <a:pt x="26863" y="242907"/>
                  </a:lnTo>
                  <a:lnTo>
                    <a:pt x="29822" y="247321"/>
                  </a:lnTo>
                  <a:lnTo>
                    <a:pt x="32921" y="251638"/>
                  </a:lnTo>
                  <a:lnTo>
                    <a:pt x="36155" y="255855"/>
                  </a:lnTo>
                  <a:lnTo>
                    <a:pt x="39521" y="259966"/>
                  </a:lnTo>
                  <a:lnTo>
                    <a:pt x="43016" y="263969"/>
                  </a:lnTo>
                  <a:lnTo>
                    <a:pt x="46637" y="267859"/>
                  </a:lnTo>
                  <a:lnTo>
                    <a:pt x="50380" y="271631"/>
                  </a:lnTo>
                  <a:lnTo>
                    <a:pt x="54241" y="275283"/>
                  </a:lnTo>
                  <a:lnTo>
                    <a:pt x="58216" y="278810"/>
                  </a:lnTo>
                  <a:lnTo>
                    <a:pt x="62300" y="282209"/>
                  </a:lnTo>
                  <a:lnTo>
                    <a:pt x="66491" y="285476"/>
                  </a:lnTo>
                  <a:lnTo>
                    <a:pt x="70784" y="288608"/>
                  </a:lnTo>
                  <a:lnTo>
                    <a:pt x="75174" y="291603"/>
                  </a:lnTo>
                  <a:lnTo>
                    <a:pt x="79657" y="294456"/>
                  </a:lnTo>
                  <a:lnTo>
                    <a:pt x="84228" y="297166"/>
                  </a:lnTo>
                  <a:lnTo>
                    <a:pt x="88884" y="299729"/>
                  </a:lnTo>
                  <a:lnTo>
                    <a:pt x="93618" y="302142"/>
                  </a:lnTo>
                  <a:lnTo>
                    <a:pt x="98427" y="304404"/>
                  </a:lnTo>
                  <a:lnTo>
                    <a:pt x="103305" y="306512"/>
                  </a:lnTo>
                  <a:lnTo>
                    <a:pt x="108247" y="308464"/>
                  </a:lnTo>
                  <a:lnTo>
                    <a:pt x="113250" y="310258"/>
                  </a:lnTo>
                  <a:lnTo>
                    <a:pt x="118306" y="311891"/>
                  </a:lnTo>
                  <a:lnTo>
                    <a:pt x="123412" y="313364"/>
                  </a:lnTo>
                  <a:lnTo>
                    <a:pt x="128563" y="314673"/>
                  </a:lnTo>
                  <a:lnTo>
                    <a:pt x="133752" y="315818"/>
                  </a:lnTo>
                  <a:lnTo>
                    <a:pt x="138975" y="316797"/>
                  </a:lnTo>
                  <a:lnTo>
                    <a:pt x="144226" y="317610"/>
                  </a:lnTo>
                  <a:lnTo>
                    <a:pt x="149501" y="318255"/>
                  </a:lnTo>
                  <a:lnTo>
                    <a:pt x="154794" y="318733"/>
                  </a:lnTo>
                  <a:lnTo>
                    <a:pt x="160099" y="319042"/>
                  </a:lnTo>
                  <a:lnTo>
                    <a:pt x="165411" y="319182"/>
                  </a:lnTo>
                  <a:lnTo>
                    <a:pt x="170725" y="319153"/>
                  </a:lnTo>
                  <a:lnTo>
                    <a:pt x="176035" y="318956"/>
                  </a:lnTo>
                  <a:lnTo>
                    <a:pt x="181337" y="318590"/>
                  </a:lnTo>
                  <a:lnTo>
                    <a:pt x="186624" y="318055"/>
                  </a:lnTo>
                  <a:lnTo>
                    <a:pt x="191891" y="317353"/>
                  </a:lnTo>
                  <a:lnTo>
                    <a:pt x="197134" y="316483"/>
                  </a:lnTo>
                  <a:lnTo>
                    <a:pt x="202346" y="315448"/>
                  </a:lnTo>
                  <a:lnTo>
                    <a:pt x="207523" y="314247"/>
                  </a:lnTo>
                  <a:lnTo>
                    <a:pt x="212658" y="312882"/>
                  </a:lnTo>
                  <a:lnTo>
                    <a:pt x="217748" y="311355"/>
                  </a:lnTo>
                  <a:lnTo>
                    <a:pt x="222787" y="309667"/>
                  </a:lnTo>
                  <a:lnTo>
                    <a:pt x="227770" y="307819"/>
                  </a:lnTo>
                  <a:lnTo>
                    <a:pt x="232691" y="305814"/>
                  </a:lnTo>
                  <a:lnTo>
                    <a:pt x="237546" y="303654"/>
                  </a:lnTo>
                  <a:lnTo>
                    <a:pt x="242330" y="301340"/>
                  </a:lnTo>
                  <a:lnTo>
                    <a:pt x="247038" y="298876"/>
                  </a:lnTo>
                  <a:lnTo>
                    <a:pt x="251665" y="296263"/>
                  </a:lnTo>
                  <a:lnTo>
                    <a:pt x="256207" y="293504"/>
                  </a:lnTo>
                  <a:lnTo>
                    <a:pt x="260659" y="290602"/>
                  </a:lnTo>
                  <a:lnTo>
                    <a:pt x="265017" y="287561"/>
                  </a:lnTo>
                  <a:lnTo>
                    <a:pt x="269275" y="284382"/>
                  </a:lnTo>
                  <a:lnTo>
                    <a:pt x="273431" y="281070"/>
                  </a:lnTo>
                  <a:lnTo>
                    <a:pt x="277479" y="277627"/>
                  </a:lnTo>
                  <a:lnTo>
                    <a:pt x="281415" y="274057"/>
                  </a:lnTo>
                  <a:lnTo>
                    <a:pt x="285236" y="270364"/>
                  </a:lnTo>
                  <a:lnTo>
                    <a:pt x="288938" y="266552"/>
                  </a:lnTo>
                  <a:lnTo>
                    <a:pt x="292517" y="262623"/>
                  </a:lnTo>
                  <a:lnTo>
                    <a:pt x="295969" y="258583"/>
                  </a:lnTo>
                  <a:lnTo>
                    <a:pt x="299291" y="254435"/>
                  </a:lnTo>
                  <a:lnTo>
                    <a:pt x="302479" y="250184"/>
                  </a:lnTo>
                  <a:lnTo>
                    <a:pt x="305531" y="245834"/>
                  </a:lnTo>
                  <a:lnTo>
                    <a:pt x="308442" y="241388"/>
                  </a:lnTo>
                  <a:lnTo>
                    <a:pt x="311212" y="236853"/>
                  </a:lnTo>
                  <a:lnTo>
                    <a:pt x="313835" y="232231"/>
                  </a:lnTo>
                  <a:lnTo>
                    <a:pt x="316310" y="227529"/>
                  </a:lnTo>
                  <a:lnTo>
                    <a:pt x="318635" y="222750"/>
                  </a:lnTo>
                  <a:lnTo>
                    <a:pt x="320806" y="217900"/>
                  </a:lnTo>
                  <a:lnTo>
                    <a:pt x="322823" y="212984"/>
                  </a:lnTo>
                  <a:lnTo>
                    <a:pt x="324682" y="208005"/>
                  </a:lnTo>
                  <a:lnTo>
                    <a:pt x="326381" y="202970"/>
                  </a:lnTo>
                  <a:lnTo>
                    <a:pt x="327920" y="197884"/>
                  </a:lnTo>
                  <a:lnTo>
                    <a:pt x="329297" y="192751"/>
                  </a:lnTo>
                  <a:lnTo>
                    <a:pt x="330509" y="187577"/>
                  </a:lnTo>
                  <a:lnTo>
                    <a:pt x="331557" y="182368"/>
                  </a:lnTo>
                  <a:lnTo>
                    <a:pt x="332438" y="177127"/>
                  </a:lnTo>
                  <a:lnTo>
                    <a:pt x="333153" y="171861"/>
                  </a:lnTo>
                  <a:lnTo>
                    <a:pt x="333699" y="166575"/>
                  </a:lnTo>
                  <a:lnTo>
                    <a:pt x="334078" y="161275"/>
                  </a:lnTo>
                  <a:lnTo>
                    <a:pt x="334287" y="155965"/>
                  </a:lnTo>
                  <a:lnTo>
                    <a:pt x="334328" y="150651"/>
                  </a:lnTo>
                  <a:lnTo>
                    <a:pt x="334200" y="145339"/>
                  </a:lnTo>
                  <a:lnTo>
                    <a:pt x="333903" y="140033"/>
                  </a:lnTo>
                  <a:lnTo>
                    <a:pt x="333438" y="134739"/>
                  </a:lnTo>
                  <a:lnTo>
                    <a:pt x="332804" y="129463"/>
                  </a:lnTo>
                  <a:lnTo>
                    <a:pt x="332004" y="124210"/>
                  </a:lnTo>
                  <a:lnTo>
                    <a:pt x="331036" y="118984"/>
                  </a:lnTo>
                  <a:lnTo>
                    <a:pt x="329903" y="113792"/>
                  </a:lnTo>
                  <a:lnTo>
                    <a:pt x="328606" y="108639"/>
                  </a:lnTo>
                  <a:lnTo>
                    <a:pt x="327145" y="103530"/>
                  </a:lnTo>
                  <a:lnTo>
                    <a:pt x="325523" y="98469"/>
                  </a:lnTo>
                  <a:lnTo>
                    <a:pt x="323741" y="93463"/>
                  </a:lnTo>
                  <a:lnTo>
                    <a:pt x="321801" y="88516"/>
                  </a:lnTo>
                  <a:lnTo>
                    <a:pt x="319704" y="83633"/>
                  </a:lnTo>
                  <a:lnTo>
                    <a:pt x="317453" y="78819"/>
                  </a:lnTo>
                  <a:lnTo>
                    <a:pt x="315050" y="74079"/>
                  </a:lnTo>
                  <a:lnTo>
                    <a:pt x="312498" y="69418"/>
                  </a:lnTo>
                  <a:lnTo>
                    <a:pt x="309799" y="64841"/>
                  </a:lnTo>
                  <a:lnTo>
                    <a:pt x="306956" y="60351"/>
                  </a:lnTo>
                  <a:lnTo>
                    <a:pt x="303971" y="55954"/>
                  </a:lnTo>
                  <a:lnTo>
                    <a:pt x="300849" y="51655"/>
                  </a:lnTo>
                  <a:lnTo>
                    <a:pt x="297591" y="47456"/>
                  </a:lnTo>
                  <a:lnTo>
                    <a:pt x="294201" y="43364"/>
                  </a:lnTo>
                  <a:lnTo>
                    <a:pt x="290684" y="39381"/>
                  </a:lnTo>
                  <a:lnTo>
                    <a:pt x="287041" y="35512"/>
                  </a:lnTo>
                  <a:lnTo>
                    <a:pt x="283277" y="31760"/>
                  </a:lnTo>
                  <a:lnTo>
                    <a:pt x="279396" y="28130"/>
                  </a:lnTo>
                  <a:lnTo>
                    <a:pt x="275401" y="24626"/>
                  </a:lnTo>
                  <a:lnTo>
                    <a:pt x="167166" y="1520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108234" cy="167167"/>
            </a:xfrm>
            <a:custGeom>
              <a:avLst/>
              <a:pathLst>
                <a:path w="108234" h="167167">
                  <a:moveTo>
                    <a:pt x="108234" y="39769"/>
                  </a:moveTo>
                  <a:lnTo>
                    <a:pt x="103902" y="36212"/>
                  </a:lnTo>
                  <a:lnTo>
                    <a:pt x="99452" y="32802"/>
                  </a:lnTo>
                  <a:lnTo>
                    <a:pt x="94891" y="29542"/>
                  </a:lnTo>
                  <a:lnTo>
                    <a:pt x="90223" y="26438"/>
                  </a:lnTo>
                  <a:lnTo>
                    <a:pt x="85454" y="23492"/>
                  </a:lnTo>
                  <a:lnTo>
                    <a:pt x="80589" y="20708"/>
                  </a:lnTo>
                  <a:lnTo>
                    <a:pt x="75633" y="18088"/>
                  </a:lnTo>
                  <a:lnTo>
                    <a:pt x="70592" y="15636"/>
                  </a:lnTo>
                  <a:lnTo>
                    <a:pt x="65471" y="13354"/>
                  </a:lnTo>
                  <a:lnTo>
                    <a:pt x="60277" y="11245"/>
                  </a:lnTo>
                  <a:lnTo>
                    <a:pt x="55015" y="9312"/>
                  </a:lnTo>
                  <a:lnTo>
                    <a:pt x="49692" y="7556"/>
                  </a:lnTo>
                  <a:lnTo>
                    <a:pt x="44312" y="5980"/>
                  </a:lnTo>
                  <a:lnTo>
                    <a:pt x="38883" y="4584"/>
                  </a:lnTo>
                  <a:lnTo>
                    <a:pt x="33409" y="3372"/>
                  </a:lnTo>
                  <a:lnTo>
                    <a:pt x="27899" y="2344"/>
                  </a:lnTo>
                  <a:lnTo>
                    <a:pt x="22357" y="1501"/>
                  </a:lnTo>
                  <a:lnTo>
                    <a:pt x="16789" y="845"/>
                  </a:lnTo>
                  <a:lnTo>
                    <a:pt x="11203" y="375"/>
                  </a:lnTo>
                  <a:lnTo>
                    <a:pt x="560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50638" y="941493"/>
              <a:ext cx="35577" cy="167167"/>
            </a:xfrm>
            <a:custGeom>
              <a:avLst/>
              <a:pathLst>
                <a:path w="35577" h="167167">
                  <a:moveTo>
                    <a:pt x="35577" y="0"/>
                  </a:moveTo>
                  <a:lnTo>
                    <a:pt x="28408" y="153"/>
                  </a:lnTo>
                  <a:lnTo>
                    <a:pt x="21254" y="614"/>
                  </a:lnTo>
                  <a:lnTo>
                    <a:pt x="14125" y="1382"/>
                  </a:lnTo>
                  <a:lnTo>
                    <a:pt x="7036" y="2454"/>
                  </a:lnTo>
                  <a:lnTo>
                    <a:pt x="0" y="3829"/>
                  </a:lnTo>
                  <a:lnTo>
                    <a:pt x="3557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50638" y="945323"/>
              <a:ext cx="35577" cy="163337"/>
            </a:xfrm>
            <a:custGeom>
              <a:avLst/>
              <a:pathLst>
                <a:path w="35577" h="163337">
                  <a:moveTo>
                    <a:pt x="0" y="0"/>
                  </a:moveTo>
                  <a:lnTo>
                    <a:pt x="35577" y="1633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62" y="945323"/>
              <a:ext cx="167153" cy="322233"/>
            </a:xfrm>
            <a:custGeom>
              <a:avLst/>
              <a:pathLst>
                <a:path w="167153" h="322233">
                  <a:moveTo>
                    <a:pt x="131576" y="0"/>
                  </a:moveTo>
                  <a:lnTo>
                    <a:pt x="126393" y="1215"/>
                  </a:lnTo>
                  <a:lnTo>
                    <a:pt x="121252" y="2595"/>
                  </a:lnTo>
                  <a:lnTo>
                    <a:pt x="116158" y="4138"/>
                  </a:lnTo>
                  <a:lnTo>
                    <a:pt x="111115" y="5842"/>
                  </a:lnTo>
                  <a:lnTo>
                    <a:pt x="106129" y="7706"/>
                  </a:lnTo>
                  <a:lnTo>
                    <a:pt x="101205" y="9728"/>
                  </a:lnTo>
                  <a:lnTo>
                    <a:pt x="96347" y="11906"/>
                  </a:lnTo>
                  <a:lnTo>
                    <a:pt x="91562" y="14237"/>
                  </a:lnTo>
                  <a:lnTo>
                    <a:pt x="86853" y="16719"/>
                  </a:lnTo>
                  <a:lnTo>
                    <a:pt x="82225" y="19350"/>
                  </a:lnTo>
                  <a:lnTo>
                    <a:pt x="77684" y="22127"/>
                  </a:lnTo>
                  <a:lnTo>
                    <a:pt x="73233" y="25047"/>
                  </a:lnTo>
                  <a:lnTo>
                    <a:pt x="68878" y="28108"/>
                  </a:lnTo>
                  <a:lnTo>
                    <a:pt x="64622" y="31305"/>
                  </a:lnTo>
                  <a:lnTo>
                    <a:pt x="60471" y="34637"/>
                  </a:lnTo>
                  <a:lnTo>
                    <a:pt x="56427" y="38099"/>
                  </a:lnTo>
                  <a:lnTo>
                    <a:pt x="52496" y="41687"/>
                  </a:lnTo>
                  <a:lnTo>
                    <a:pt x="48681" y="45400"/>
                  </a:lnTo>
                  <a:lnTo>
                    <a:pt x="44986" y="49232"/>
                  </a:lnTo>
                  <a:lnTo>
                    <a:pt x="41415" y="53179"/>
                  </a:lnTo>
                  <a:lnTo>
                    <a:pt x="37971" y="57238"/>
                  </a:lnTo>
                  <a:lnTo>
                    <a:pt x="34658" y="61405"/>
                  </a:lnTo>
                  <a:lnTo>
                    <a:pt x="31480" y="65675"/>
                  </a:lnTo>
                  <a:lnTo>
                    <a:pt x="28440" y="70044"/>
                  </a:lnTo>
                  <a:lnTo>
                    <a:pt x="25539" y="74508"/>
                  </a:lnTo>
                  <a:lnTo>
                    <a:pt x="22783" y="79062"/>
                  </a:lnTo>
                  <a:lnTo>
                    <a:pt x="20173" y="83701"/>
                  </a:lnTo>
                  <a:lnTo>
                    <a:pt x="17712" y="88421"/>
                  </a:lnTo>
                  <a:lnTo>
                    <a:pt x="15403" y="93217"/>
                  </a:lnTo>
                  <a:lnTo>
                    <a:pt x="13247" y="98085"/>
                  </a:lnTo>
                  <a:lnTo>
                    <a:pt x="11247" y="103018"/>
                  </a:lnTo>
                  <a:lnTo>
                    <a:pt x="9406" y="108012"/>
                  </a:lnTo>
                  <a:lnTo>
                    <a:pt x="7724" y="113063"/>
                  </a:lnTo>
                  <a:lnTo>
                    <a:pt x="6205" y="118164"/>
                  </a:lnTo>
                  <a:lnTo>
                    <a:pt x="4848" y="123312"/>
                  </a:lnTo>
                  <a:lnTo>
                    <a:pt x="3656" y="128500"/>
                  </a:lnTo>
                  <a:lnTo>
                    <a:pt x="2630" y="133723"/>
                  </a:lnTo>
                  <a:lnTo>
                    <a:pt x="1770" y="138976"/>
                  </a:lnTo>
                  <a:lnTo>
                    <a:pt x="1078" y="144254"/>
                  </a:lnTo>
                  <a:lnTo>
                    <a:pt x="555" y="149551"/>
                  </a:lnTo>
                  <a:lnTo>
                    <a:pt x="200" y="154863"/>
                  </a:lnTo>
                  <a:lnTo>
                    <a:pt x="15" y="160182"/>
                  </a:lnTo>
                  <a:lnTo>
                    <a:pt x="0" y="165506"/>
                  </a:lnTo>
                  <a:lnTo>
                    <a:pt x="153" y="170826"/>
                  </a:lnTo>
                  <a:lnTo>
                    <a:pt x="476" y="176140"/>
                  </a:lnTo>
                  <a:lnTo>
                    <a:pt x="969" y="181440"/>
                  </a:lnTo>
                  <a:lnTo>
                    <a:pt x="1629" y="186722"/>
                  </a:lnTo>
                  <a:lnTo>
                    <a:pt x="2458" y="191980"/>
                  </a:lnTo>
                  <a:lnTo>
                    <a:pt x="3453" y="197209"/>
                  </a:lnTo>
                  <a:lnTo>
                    <a:pt x="4614" y="202404"/>
                  </a:lnTo>
                  <a:lnTo>
                    <a:pt x="5941" y="207559"/>
                  </a:lnTo>
                  <a:lnTo>
                    <a:pt x="7430" y="212670"/>
                  </a:lnTo>
                  <a:lnTo>
                    <a:pt x="9082" y="217730"/>
                  </a:lnTo>
                  <a:lnTo>
                    <a:pt x="10894" y="222735"/>
                  </a:lnTo>
                  <a:lnTo>
                    <a:pt x="12864" y="227680"/>
                  </a:lnTo>
                  <a:lnTo>
                    <a:pt x="14991" y="232560"/>
                  </a:lnTo>
                  <a:lnTo>
                    <a:pt x="17272" y="237370"/>
                  </a:lnTo>
                  <a:lnTo>
                    <a:pt x="19706" y="242104"/>
                  </a:lnTo>
                  <a:lnTo>
                    <a:pt x="22288" y="246759"/>
                  </a:lnTo>
                  <a:lnTo>
                    <a:pt x="25018" y="251329"/>
                  </a:lnTo>
                  <a:lnTo>
                    <a:pt x="27891" y="255810"/>
                  </a:lnTo>
                  <a:lnTo>
                    <a:pt x="30906" y="260197"/>
                  </a:lnTo>
                  <a:lnTo>
                    <a:pt x="34059" y="264486"/>
                  </a:lnTo>
                  <a:lnTo>
                    <a:pt x="37347" y="268672"/>
                  </a:lnTo>
                  <a:lnTo>
                    <a:pt x="40767" y="272751"/>
                  </a:lnTo>
                  <a:lnTo>
                    <a:pt x="44314" y="276720"/>
                  </a:lnTo>
                  <a:lnTo>
                    <a:pt x="47987" y="280574"/>
                  </a:lnTo>
                  <a:lnTo>
                    <a:pt x="51780" y="284308"/>
                  </a:lnTo>
                  <a:lnTo>
                    <a:pt x="55690" y="287920"/>
                  </a:lnTo>
                  <a:lnTo>
                    <a:pt x="59713" y="291406"/>
                  </a:lnTo>
                  <a:lnTo>
                    <a:pt x="63845" y="294762"/>
                  </a:lnTo>
                  <a:lnTo>
                    <a:pt x="68082" y="297984"/>
                  </a:lnTo>
                  <a:lnTo>
                    <a:pt x="72419" y="301070"/>
                  </a:lnTo>
                  <a:lnTo>
                    <a:pt x="76852" y="304017"/>
                  </a:lnTo>
                  <a:lnTo>
                    <a:pt x="81377" y="306821"/>
                  </a:lnTo>
                  <a:lnTo>
                    <a:pt x="85989" y="309479"/>
                  </a:lnTo>
                  <a:lnTo>
                    <a:pt x="90683" y="311989"/>
                  </a:lnTo>
                  <a:lnTo>
                    <a:pt x="95455" y="314348"/>
                  </a:lnTo>
                  <a:lnTo>
                    <a:pt x="100299" y="316555"/>
                  </a:lnTo>
                  <a:lnTo>
                    <a:pt x="105211" y="318605"/>
                  </a:lnTo>
                  <a:lnTo>
                    <a:pt x="110186" y="320499"/>
                  </a:lnTo>
                  <a:lnTo>
                    <a:pt x="115219" y="322233"/>
                  </a:lnTo>
                  <a:lnTo>
                    <a:pt x="167153" y="1633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4281" y="941493"/>
              <a:ext cx="219082" cy="334334"/>
            </a:xfrm>
            <a:custGeom>
              <a:avLst/>
              <a:pathLst>
                <a:path w="219082" h="334334">
                  <a:moveTo>
                    <a:pt x="0" y="326063"/>
                  </a:moveTo>
                  <a:lnTo>
                    <a:pt x="5065" y="327630"/>
                  </a:lnTo>
                  <a:lnTo>
                    <a:pt x="10178" y="329035"/>
                  </a:lnTo>
                  <a:lnTo>
                    <a:pt x="15332" y="330278"/>
                  </a:lnTo>
                  <a:lnTo>
                    <a:pt x="20524" y="331357"/>
                  </a:lnTo>
                  <a:lnTo>
                    <a:pt x="25747" y="332271"/>
                  </a:lnTo>
                  <a:lnTo>
                    <a:pt x="30996" y="333018"/>
                  </a:lnTo>
                  <a:lnTo>
                    <a:pt x="36267" y="333599"/>
                  </a:lnTo>
                  <a:lnTo>
                    <a:pt x="41553" y="334012"/>
                  </a:lnTo>
                  <a:lnTo>
                    <a:pt x="46849" y="334257"/>
                  </a:lnTo>
                  <a:lnTo>
                    <a:pt x="52151" y="334334"/>
                  </a:lnTo>
                  <a:lnTo>
                    <a:pt x="57453" y="334243"/>
                  </a:lnTo>
                  <a:lnTo>
                    <a:pt x="62749" y="333984"/>
                  </a:lnTo>
                  <a:lnTo>
                    <a:pt x="68034" y="333557"/>
                  </a:lnTo>
                  <a:lnTo>
                    <a:pt x="73303" y="332963"/>
                  </a:lnTo>
                  <a:lnTo>
                    <a:pt x="78550" y="332202"/>
                  </a:lnTo>
                  <a:lnTo>
                    <a:pt x="83771" y="331275"/>
                  </a:lnTo>
                  <a:lnTo>
                    <a:pt x="88960" y="330182"/>
                  </a:lnTo>
                  <a:lnTo>
                    <a:pt x="94111" y="328926"/>
                  </a:lnTo>
                  <a:lnTo>
                    <a:pt x="99220" y="327507"/>
                  </a:lnTo>
                  <a:lnTo>
                    <a:pt x="104281" y="325927"/>
                  </a:lnTo>
                  <a:lnTo>
                    <a:pt x="109290" y="324187"/>
                  </a:lnTo>
                  <a:lnTo>
                    <a:pt x="114241" y="322289"/>
                  </a:lnTo>
                  <a:lnTo>
                    <a:pt x="119129" y="320234"/>
                  </a:lnTo>
                  <a:lnTo>
                    <a:pt x="123950" y="318026"/>
                  </a:lnTo>
                  <a:lnTo>
                    <a:pt x="128698" y="315667"/>
                  </a:lnTo>
                  <a:lnTo>
                    <a:pt x="133369" y="313157"/>
                  </a:lnTo>
                  <a:lnTo>
                    <a:pt x="137958" y="310501"/>
                  </a:lnTo>
                  <a:lnTo>
                    <a:pt x="142461" y="307701"/>
                  </a:lnTo>
                  <a:lnTo>
                    <a:pt x="146872" y="304759"/>
                  </a:lnTo>
                  <a:lnTo>
                    <a:pt x="151188" y="301679"/>
                  </a:lnTo>
                  <a:lnTo>
                    <a:pt x="155404" y="298463"/>
                  </a:lnTo>
                  <a:lnTo>
                    <a:pt x="159516" y="295116"/>
                  </a:lnTo>
                  <a:lnTo>
                    <a:pt x="163520" y="291639"/>
                  </a:lnTo>
                  <a:lnTo>
                    <a:pt x="167412" y="288038"/>
                  </a:lnTo>
                  <a:lnTo>
                    <a:pt x="171187" y="284315"/>
                  </a:lnTo>
                  <a:lnTo>
                    <a:pt x="174842" y="280474"/>
                  </a:lnTo>
                  <a:lnTo>
                    <a:pt x="178374" y="276519"/>
                  </a:lnTo>
                  <a:lnTo>
                    <a:pt x="181778" y="272454"/>
                  </a:lnTo>
                  <a:lnTo>
                    <a:pt x="185052" y="268283"/>
                  </a:lnTo>
                  <a:lnTo>
                    <a:pt x="188192" y="264010"/>
                  </a:lnTo>
                  <a:lnTo>
                    <a:pt x="191195" y="259640"/>
                  </a:lnTo>
                  <a:lnTo>
                    <a:pt x="194058" y="255177"/>
                  </a:lnTo>
                  <a:lnTo>
                    <a:pt x="196777" y="250625"/>
                  </a:lnTo>
                  <a:lnTo>
                    <a:pt x="199351" y="245989"/>
                  </a:lnTo>
                  <a:lnTo>
                    <a:pt x="201777" y="241274"/>
                  </a:lnTo>
                  <a:lnTo>
                    <a:pt x="204052" y="236485"/>
                  </a:lnTo>
                  <a:lnTo>
                    <a:pt x="206174" y="231625"/>
                  </a:lnTo>
                  <a:lnTo>
                    <a:pt x="208140" y="226701"/>
                  </a:lnTo>
                  <a:lnTo>
                    <a:pt x="209950" y="221717"/>
                  </a:lnTo>
                  <a:lnTo>
                    <a:pt x="211601" y="216678"/>
                  </a:lnTo>
                  <a:lnTo>
                    <a:pt x="213090" y="211590"/>
                  </a:lnTo>
                  <a:lnTo>
                    <a:pt x="214418" y="206456"/>
                  </a:lnTo>
                  <a:lnTo>
                    <a:pt x="215583" y="201283"/>
                  </a:lnTo>
                  <a:lnTo>
                    <a:pt x="216582" y="196076"/>
                  </a:lnTo>
                  <a:lnTo>
                    <a:pt x="217416" y="190840"/>
                  </a:lnTo>
                  <a:lnTo>
                    <a:pt x="218084" y="185580"/>
                  </a:lnTo>
                  <a:lnTo>
                    <a:pt x="218584" y="180301"/>
                  </a:lnTo>
                  <a:lnTo>
                    <a:pt x="218917" y="175009"/>
                  </a:lnTo>
                  <a:lnTo>
                    <a:pt x="219082" y="169709"/>
                  </a:lnTo>
                  <a:lnTo>
                    <a:pt x="219078" y="164407"/>
                  </a:lnTo>
                  <a:lnTo>
                    <a:pt x="218907" y="159107"/>
                  </a:lnTo>
                  <a:lnTo>
                    <a:pt x="218567" y="153816"/>
                  </a:lnTo>
                  <a:lnTo>
                    <a:pt x="218060" y="148538"/>
                  </a:lnTo>
                  <a:lnTo>
                    <a:pt x="217385" y="143279"/>
                  </a:lnTo>
                  <a:lnTo>
                    <a:pt x="216544" y="138043"/>
                  </a:lnTo>
                  <a:lnTo>
                    <a:pt x="215538" y="132837"/>
                  </a:lnTo>
                  <a:lnTo>
                    <a:pt x="214367" y="127666"/>
                  </a:lnTo>
                  <a:lnTo>
                    <a:pt x="213032" y="122534"/>
                  </a:lnTo>
                  <a:lnTo>
                    <a:pt x="211536" y="117448"/>
                  </a:lnTo>
                  <a:lnTo>
                    <a:pt x="209879" y="112411"/>
                  </a:lnTo>
                  <a:lnTo>
                    <a:pt x="208063" y="107429"/>
                  </a:lnTo>
                  <a:lnTo>
                    <a:pt x="206090" y="102508"/>
                  </a:lnTo>
                  <a:lnTo>
                    <a:pt x="203961" y="97651"/>
                  </a:lnTo>
                  <a:lnTo>
                    <a:pt x="201680" y="92864"/>
                  </a:lnTo>
                  <a:lnTo>
                    <a:pt x="199248" y="88153"/>
                  </a:lnTo>
                  <a:lnTo>
                    <a:pt x="196668" y="83520"/>
                  </a:lnTo>
                  <a:lnTo>
                    <a:pt x="193943" y="78972"/>
                  </a:lnTo>
                  <a:lnTo>
                    <a:pt x="191074" y="74513"/>
                  </a:lnTo>
                  <a:lnTo>
                    <a:pt x="188066" y="70147"/>
                  </a:lnTo>
                  <a:lnTo>
                    <a:pt x="184920" y="65878"/>
                  </a:lnTo>
                  <a:lnTo>
                    <a:pt x="181641" y="61711"/>
                  </a:lnTo>
                  <a:lnTo>
                    <a:pt x="178231" y="57651"/>
                  </a:lnTo>
                  <a:lnTo>
                    <a:pt x="174694" y="53700"/>
                  </a:lnTo>
                  <a:lnTo>
                    <a:pt x="171034" y="49864"/>
                  </a:lnTo>
                  <a:lnTo>
                    <a:pt x="167254" y="46146"/>
                  </a:lnTo>
                  <a:lnTo>
                    <a:pt x="163358" y="42549"/>
                  </a:lnTo>
                  <a:lnTo>
                    <a:pt x="159350" y="39078"/>
                  </a:lnTo>
                  <a:lnTo>
                    <a:pt x="155233" y="35736"/>
                  </a:lnTo>
                  <a:lnTo>
                    <a:pt x="151013" y="32526"/>
                  </a:lnTo>
                  <a:lnTo>
                    <a:pt x="146693" y="29451"/>
                  </a:lnTo>
                  <a:lnTo>
                    <a:pt x="142278" y="26515"/>
                  </a:lnTo>
                  <a:lnTo>
                    <a:pt x="137772" y="23721"/>
                  </a:lnTo>
                  <a:lnTo>
                    <a:pt x="133179" y="21071"/>
                  </a:lnTo>
                  <a:lnTo>
                    <a:pt x="128505" y="18567"/>
                  </a:lnTo>
                  <a:lnTo>
                    <a:pt x="123753" y="16214"/>
                  </a:lnTo>
                  <a:lnTo>
                    <a:pt x="118930" y="14012"/>
                  </a:lnTo>
                  <a:lnTo>
                    <a:pt x="114039" y="11964"/>
                  </a:lnTo>
                  <a:lnTo>
                    <a:pt x="109085" y="10073"/>
                  </a:lnTo>
                  <a:lnTo>
                    <a:pt x="104074" y="8339"/>
                  </a:lnTo>
                  <a:lnTo>
                    <a:pt x="99011" y="6765"/>
                  </a:lnTo>
                  <a:lnTo>
                    <a:pt x="93900" y="5353"/>
                  </a:lnTo>
                  <a:lnTo>
                    <a:pt x="88747" y="4103"/>
                  </a:lnTo>
                  <a:lnTo>
                    <a:pt x="83557" y="3018"/>
                  </a:lnTo>
                  <a:lnTo>
                    <a:pt x="78335" y="2098"/>
                  </a:lnTo>
                  <a:lnTo>
                    <a:pt x="73087" y="1343"/>
                  </a:lnTo>
                  <a:lnTo>
                    <a:pt x="67817" y="756"/>
                  </a:lnTo>
                  <a:lnTo>
                    <a:pt x="62531" y="336"/>
                  </a:lnTo>
                  <a:lnTo>
                    <a:pt x="57235" y="84"/>
                  </a:lnTo>
                  <a:lnTo>
                    <a:pt x="51933" y="0"/>
                  </a:lnTo>
                  <a:lnTo>
                    <a:pt x="519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793" y="1071028"/>
              <a:ext cx="166708" cy="167167"/>
            </a:xfrm>
            <a:custGeom>
              <a:avLst/>
              <a:pathLst>
                <a:path w="166708" h="167167">
                  <a:moveTo>
                    <a:pt x="166708" y="0"/>
                  </a:moveTo>
                  <a:lnTo>
                    <a:pt x="161270" y="88"/>
                  </a:lnTo>
                  <a:lnTo>
                    <a:pt x="155837" y="353"/>
                  </a:lnTo>
                  <a:lnTo>
                    <a:pt x="150417" y="795"/>
                  </a:lnTo>
                  <a:lnTo>
                    <a:pt x="145013" y="1413"/>
                  </a:lnTo>
                  <a:lnTo>
                    <a:pt x="139633" y="2207"/>
                  </a:lnTo>
                  <a:lnTo>
                    <a:pt x="134281" y="3175"/>
                  </a:lnTo>
                  <a:lnTo>
                    <a:pt x="128963" y="4316"/>
                  </a:lnTo>
                  <a:lnTo>
                    <a:pt x="123686" y="5630"/>
                  </a:lnTo>
                  <a:lnTo>
                    <a:pt x="118454" y="7115"/>
                  </a:lnTo>
                  <a:lnTo>
                    <a:pt x="113273" y="8770"/>
                  </a:lnTo>
                  <a:lnTo>
                    <a:pt x="108148" y="10592"/>
                  </a:lnTo>
                  <a:lnTo>
                    <a:pt x="103086" y="12580"/>
                  </a:lnTo>
                  <a:lnTo>
                    <a:pt x="98091" y="14731"/>
                  </a:lnTo>
                  <a:lnTo>
                    <a:pt x="93168" y="17044"/>
                  </a:lnTo>
                  <a:lnTo>
                    <a:pt x="88324" y="19516"/>
                  </a:lnTo>
                  <a:lnTo>
                    <a:pt x="83562" y="22144"/>
                  </a:lnTo>
                  <a:lnTo>
                    <a:pt x="78889" y="24925"/>
                  </a:lnTo>
                  <a:lnTo>
                    <a:pt x="74308" y="27857"/>
                  </a:lnTo>
                  <a:lnTo>
                    <a:pt x="69825" y="30937"/>
                  </a:lnTo>
                  <a:lnTo>
                    <a:pt x="65445" y="34160"/>
                  </a:lnTo>
                  <a:lnTo>
                    <a:pt x="61172" y="37525"/>
                  </a:lnTo>
                  <a:lnTo>
                    <a:pt x="57010" y="41027"/>
                  </a:lnTo>
                  <a:lnTo>
                    <a:pt x="52965" y="44662"/>
                  </a:lnTo>
                  <a:lnTo>
                    <a:pt x="49040" y="48427"/>
                  </a:lnTo>
                  <a:lnTo>
                    <a:pt x="45239" y="52317"/>
                  </a:lnTo>
                  <a:lnTo>
                    <a:pt x="41568" y="56329"/>
                  </a:lnTo>
                  <a:lnTo>
                    <a:pt x="38028" y="60459"/>
                  </a:lnTo>
                  <a:lnTo>
                    <a:pt x="34625" y="64701"/>
                  </a:lnTo>
                  <a:lnTo>
                    <a:pt x="31362" y="69052"/>
                  </a:lnTo>
                  <a:lnTo>
                    <a:pt x="28242" y="73507"/>
                  </a:lnTo>
                  <a:lnTo>
                    <a:pt x="25268" y="78061"/>
                  </a:lnTo>
                  <a:lnTo>
                    <a:pt x="22445" y="82709"/>
                  </a:lnTo>
                  <a:lnTo>
                    <a:pt x="19774" y="87447"/>
                  </a:lnTo>
                  <a:lnTo>
                    <a:pt x="17258" y="92269"/>
                  </a:lnTo>
                  <a:lnTo>
                    <a:pt x="14901" y="97170"/>
                  </a:lnTo>
                  <a:lnTo>
                    <a:pt x="12704" y="102145"/>
                  </a:lnTo>
                  <a:lnTo>
                    <a:pt x="10670" y="107190"/>
                  </a:lnTo>
                  <a:lnTo>
                    <a:pt x="8802" y="112297"/>
                  </a:lnTo>
                  <a:lnTo>
                    <a:pt x="7100" y="117463"/>
                  </a:lnTo>
                  <a:lnTo>
                    <a:pt x="5568" y="122681"/>
                  </a:lnTo>
                  <a:lnTo>
                    <a:pt x="4206" y="127947"/>
                  </a:lnTo>
                  <a:lnTo>
                    <a:pt x="3016" y="133254"/>
                  </a:lnTo>
                  <a:lnTo>
                    <a:pt x="2000" y="138597"/>
                  </a:lnTo>
                  <a:lnTo>
                    <a:pt x="1158" y="143970"/>
                  </a:lnTo>
                  <a:lnTo>
                    <a:pt x="491" y="149367"/>
                  </a:lnTo>
                  <a:lnTo>
                    <a:pt x="0" y="154784"/>
                  </a:lnTo>
                  <a:lnTo>
                    <a:pt x="16670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43" y="1072265"/>
              <a:ext cx="334315" cy="333095"/>
            </a:xfrm>
            <a:custGeom>
              <a:avLst/>
              <a:pathLst>
                <a:path w="334315" h="333095">
                  <a:moveTo>
                    <a:pt x="449" y="153547"/>
                  </a:moveTo>
                  <a:lnTo>
                    <a:pt x="140" y="158842"/>
                  </a:lnTo>
                  <a:lnTo>
                    <a:pt x="0" y="164145"/>
                  </a:lnTo>
                  <a:lnTo>
                    <a:pt x="27" y="169450"/>
                  </a:lnTo>
                  <a:lnTo>
                    <a:pt x="223" y="174751"/>
                  </a:lnTo>
                  <a:lnTo>
                    <a:pt x="587" y="180043"/>
                  </a:lnTo>
                  <a:lnTo>
                    <a:pt x="1118" y="185321"/>
                  </a:lnTo>
                  <a:lnTo>
                    <a:pt x="1817" y="190579"/>
                  </a:lnTo>
                  <a:lnTo>
                    <a:pt x="2682" y="195812"/>
                  </a:lnTo>
                  <a:lnTo>
                    <a:pt x="3713" y="201016"/>
                  </a:lnTo>
                  <a:lnTo>
                    <a:pt x="4909" y="206184"/>
                  </a:lnTo>
                  <a:lnTo>
                    <a:pt x="6268" y="211312"/>
                  </a:lnTo>
                  <a:lnTo>
                    <a:pt x="7789" y="216393"/>
                  </a:lnTo>
                  <a:lnTo>
                    <a:pt x="9470" y="221424"/>
                  </a:lnTo>
                  <a:lnTo>
                    <a:pt x="11310" y="226400"/>
                  </a:lnTo>
                  <a:lnTo>
                    <a:pt x="13307" y="231314"/>
                  </a:lnTo>
                  <a:lnTo>
                    <a:pt x="15459" y="236162"/>
                  </a:lnTo>
                  <a:lnTo>
                    <a:pt x="17764" y="240940"/>
                  </a:lnTo>
                  <a:lnTo>
                    <a:pt x="20219" y="245642"/>
                  </a:lnTo>
                  <a:lnTo>
                    <a:pt x="22822" y="250264"/>
                  </a:lnTo>
                  <a:lnTo>
                    <a:pt x="25570" y="254801"/>
                  </a:lnTo>
                  <a:lnTo>
                    <a:pt x="28461" y="259249"/>
                  </a:lnTo>
                  <a:lnTo>
                    <a:pt x="31492" y="263602"/>
                  </a:lnTo>
                  <a:lnTo>
                    <a:pt x="34659" y="267858"/>
                  </a:lnTo>
                  <a:lnTo>
                    <a:pt x="37960" y="272010"/>
                  </a:lnTo>
                  <a:lnTo>
                    <a:pt x="41391" y="276056"/>
                  </a:lnTo>
                  <a:lnTo>
                    <a:pt x="44948" y="279991"/>
                  </a:lnTo>
                  <a:lnTo>
                    <a:pt x="48629" y="283811"/>
                  </a:lnTo>
                  <a:lnTo>
                    <a:pt x="52429" y="287512"/>
                  </a:lnTo>
                  <a:lnTo>
                    <a:pt x="56344" y="291091"/>
                  </a:lnTo>
                  <a:lnTo>
                    <a:pt x="60371" y="294544"/>
                  </a:lnTo>
                  <a:lnTo>
                    <a:pt x="64505" y="297867"/>
                  </a:lnTo>
                  <a:lnTo>
                    <a:pt x="68743" y="301058"/>
                  </a:lnTo>
                  <a:lnTo>
                    <a:pt x="73080" y="304112"/>
                  </a:lnTo>
                  <a:lnTo>
                    <a:pt x="77512" y="307028"/>
                  </a:lnTo>
                  <a:lnTo>
                    <a:pt x="82033" y="309801"/>
                  </a:lnTo>
                  <a:lnTo>
                    <a:pt x="86641" y="312429"/>
                  </a:lnTo>
                  <a:lnTo>
                    <a:pt x="91330" y="314910"/>
                  </a:lnTo>
                  <a:lnTo>
                    <a:pt x="96095" y="317241"/>
                  </a:lnTo>
                  <a:lnTo>
                    <a:pt x="100931" y="319420"/>
                  </a:lnTo>
                  <a:lnTo>
                    <a:pt x="105835" y="321444"/>
                  </a:lnTo>
                  <a:lnTo>
                    <a:pt x="110800" y="323311"/>
                  </a:lnTo>
                  <a:lnTo>
                    <a:pt x="115821" y="325020"/>
                  </a:lnTo>
                  <a:lnTo>
                    <a:pt x="120895" y="326569"/>
                  </a:lnTo>
                  <a:lnTo>
                    <a:pt x="126015" y="327956"/>
                  </a:lnTo>
                  <a:lnTo>
                    <a:pt x="131176" y="329179"/>
                  </a:lnTo>
                  <a:lnTo>
                    <a:pt x="136374" y="330239"/>
                  </a:lnTo>
                  <a:lnTo>
                    <a:pt x="141603" y="331133"/>
                  </a:lnTo>
                  <a:lnTo>
                    <a:pt x="146857" y="331860"/>
                  </a:lnTo>
                  <a:lnTo>
                    <a:pt x="152132" y="332421"/>
                  </a:lnTo>
                  <a:lnTo>
                    <a:pt x="157422" y="332814"/>
                  </a:lnTo>
                  <a:lnTo>
                    <a:pt x="162722" y="333039"/>
                  </a:lnTo>
                  <a:lnTo>
                    <a:pt x="168026" y="333095"/>
                  </a:lnTo>
                  <a:lnTo>
                    <a:pt x="173330" y="332984"/>
                  </a:lnTo>
                  <a:lnTo>
                    <a:pt x="178627" y="332704"/>
                  </a:lnTo>
                  <a:lnTo>
                    <a:pt x="183912" y="332256"/>
                  </a:lnTo>
                  <a:lnTo>
                    <a:pt x="189181" y="331640"/>
                  </a:lnTo>
                  <a:lnTo>
                    <a:pt x="194428" y="330858"/>
                  </a:lnTo>
                  <a:lnTo>
                    <a:pt x="199647" y="329910"/>
                  </a:lnTo>
                  <a:lnTo>
                    <a:pt x="204833" y="328797"/>
                  </a:lnTo>
                  <a:lnTo>
                    <a:pt x="209982" y="327519"/>
                  </a:lnTo>
                  <a:lnTo>
                    <a:pt x="215087" y="326079"/>
                  </a:lnTo>
                  <a:lnTo>
                    <a:pt x="220144" y="324478"/>
                  </a:lnTo>
                  <a:lnTo>
                    <a:pt x="225148" y="322717"/>
                  </a:lnTo>
                  <a:lnTo>
                    <a:pt x="230093" y="320798"/>
                  </a:lnTo>
                  <a:lnTo>
                    <a:pt x="234975" y="318723"/>
                  </a:lnTo>
                  <a:lnTo>
                    <a:pt x="239789" y="316494"/>
                  </a:lnTo>
                  <a:lnTo>
                    <a:pt x="244529" y="314114"/>
                  </a:lnTo>
                  <a:lnTo>
                    <a:pt x="249192" y="311585"/>
                  </a:lnTo>
                  <a:lnTo>
                    <a:pt x="253772" y="308909"/>
                  </a:lnTo>
                  <a:lnTo>
                    <a:pt x="258265" y="306088"/>
                  </a:lnTo>
                  <a:lnTo>
                    <a:pt x="262666" y="303127"/>
                  </a:lnTo>
                  <a:lnTo>
                    <a:pt x="266971" y="300028"/>
                  </a:lnTo>
                  <a:lnTo>
                    <a:pt x="271175" y="296793"/>
                  </a:lnTo>
                  <a:lnTo>
                    <a:pt x="275275" y="293427"/>
                  </a:lnTo>
                  <a:lnTo>
                    <a:pt x="279266" y="289933"/>
                  </a:lnTo>
                  <a:lnTo>
                    <a:pt x="283144" y="286313"/>
                  </a:lnTo>
                  <a:lnTo>
                    <a:pt x="286905" y="282573"/>
                  </a:lnTo>
                  <a:lnTo>
                    <a:pt x="290545" y="278715"/>
                  </a:lnTo>
                  <a:lnTo>
                    <a:pt x="294062" y="274743"/>
                  </a:lnTo>
                  <a:lnTo>
                    <a:pt x="297450" y="270662"/>
                  </a:lnTo>
                  <a:lnTo>
                    <a:pt x="300708" y="266475"/>
                  </a:lnTo>
                  <a:lnTo>
                    <a:pt x="303830" y="262187"/>
                  </a:lnTo>
                  <a:lnTo>
                    <a:pt x="306816" y="257802"/>
                  </a:lnTo>
                  <a:lnTo>
                    <a:pt x="309660" y="253325"/>
                  </a:lnTo>
                  <a:lnTo>
                    <a:pt x="312361" y="248760"/>
                  </a:lnTo>
                  <a:lnTo>
                    <a:pt x="314916" y="244111"/>
                  </a:lnTo>
                  <a:lnTo>
                    <a:pt x="317323" y="239383"/>
                  </a:lnTo>
                  <a:lnTo>
                    <a:pt x="319577" y="234582"/>
                  </a:lnTo>
                  <a:lnTo>
                    <a:pt x="321679" y="229711"/>
                  </a:lnTo>
                  <a:lnTo>
                    <a:pt x="323625" y="224777"/>
                  </a:lnTo>
                  <a:lnTo>
                    <a:pt x="325413" y="219783"/>
                  </a:lnTo>
                  <a:lnTo>
                    <a:pt x="327042" y="214734"/>
                  </a:lnTo>
                  <a:lnTo>
                    <a:pt x="328510" y="209637"/>
                  </a:lnTo>
                  <a:lnTo>
                    <a:pt x="329816" y="204496"/>
                  </a:lnTo>
                  <a:lnTo>
                    <a:pt x="330957" y="199315"/>
                  </a:lnTo>
                  <a:lnTo>
                    <a:pt x="331934" y="194101"/>
                  </a:lnTo>
                  <a:lnTo>
                    <a:pt x="332745" y="188859"/>
                  </a:lnTo>
                  <a:lnTo>
                    <a:pt x="333389" y="183594"/>
                  </a:lnTo>
                  <a:lnTo>
                    <a:pt x="333866" y="178311"/>
                  </a:lnTo>
                  <a:lnTo>
                    <a:pt x="334175" y="173015"/>
                  </a:lnTo>
                  <a:lnTo>
                    <a:pt x="334315" y="167712"/>
                  </a:lnTo>
                  <a:lnTo>
                    <a:pt x="334288" y="162408"/>
                  </a:lnTo>
                  <a:lnTo>
                    <a:pt x="334092" y="157107"/>
                  </a:lnTo>
                  <a:lnTo>
                    <a:pt x="333728" y="151815"/>
                  </a:lnTo>
                  <a:lnTo>
                    <a:pt x="333196" y="146537"/>
                  </a:lnTo>
                  <a:lnTo>
                    <a:pt x="332497" y="141279"/>
                  </a:lnTo>
                  <a:lnTo>
                    <a:pt x="331632" y="136045"/>
                  </a:lnTo>
                  <a:lnTo>
                    <a:pt x="330601" y="130842"/>
                  </a:lnTo>
                  <a:lnTo>
                    <a:pt x="329405" y="125674"/>
                  </a:lnTo>
                  <a:lnTo>
                    <a:pt x="328046" y="120546"/>
                  </a:lnTo>
                  <a:lnTo>
                    <a:pt x="326525" y="115464"/>
                  </a:lnTo>
                  <a:lnTo>
                    <a:pt x="324844" y="110433"/>
                  </a:lnTo>
                  <a:lnTo>
                    <a:pt x="323004" y="105458"/>
                  </a:lnTo>
                  <a:lnTo>
                    <a:pt x="321007" y="100544"/>
                  </a:lnTo>
                  <a:lnTo>
                    <a:pt x="318855" y="95696"/>
                  </a:lnTo>
                  <a:lnTo>
                    <a:pt x="316550" y="90918"/>
                  </a:lnTo>
                  <a:lnTo>
                    <a:pt x="314095" y="86216"/>
                  </a:lnTo>
                  <a:lnTo>
                    <a:pt x="311492" y="81594"/>
                  </a:lnTo>
                  <a:lnTo>
                    <a:pt x="308743" y="77057"/>
                  </a:lnTo>
                  <a:lnTo>
                    <a:pt x="305852" y="72609"/>
                  </a:lnTo>
                  <a:lnTo>
                    <a:pt x="302821" y="68256"/>
                  </a:lnTo>
                  <a:lnTo>
                    <a:pt x="299654" y="64001"/>
                  </a:lnTo>
                  <a:lnTo>
                    <a:pt x="296353" y="59848"/>
                  </a:lnTo>
                  <a:lnTo>
                    <a:pt x="292922" y="55802"/>
                  </a:lnTo>
                  <a:lnTo>
                    <a:pt x="289365" y="51867"/>
                  </a:lnTo>
                  <a:lnTo>
                    <a:pt x="285684" y="48047"/>
                  </a:lnTo>
                  <a:lnTo>
                    <a:pt x="281885" y="44346"/>
                  </a:lnTo>
                  <a:lnTo>
                    <a:pt x="277969" y="40767"/>
                  </a:lnTo>
                  <a:lnTo>
                    <a:pt x="273942" y="37314"/>
                  </a:lnTo>
                  <a:lnTo>
                    <a:pt x="269808" y="33991"/>
                  </a:lnTo>
                  <a:lnTo>
                    <a:pt x="265570" y="30801"/>
                  </a:lnTo>
                  <a:lnTo>
                    <a:pt x="261233" y="27746"/>
                  </a:lnTo>
                  <a:lnTo>
                    <a:pt x="256801" y="24831"/>
                  </a:lnTo>
                  <a:lnTo>
                    <a:pt x="252279" y="22058"/>
                  </a:lnTo>
                  <a:lnTo>
                    <a:pt x="247672" y="19430"/>
                  </a:lnTo>
                  <a:lnTo>
                    <a:pt x="242983" y="16949"/>
                  </a:lnTo>
                  <a:lnTo>
                    <a:pt x="238218" y="14618"/>
                  </a:lnTo>
                  <a:lnTo>
                    <a:pt x="233381" y="12439"/>
                  </a:lnTo>
                  <a:lnTo>
                    <a:pt x="228478" y="10416"/>
                  </a:lnTo>
                  <a:lnTo>
                    <a:pt x="223513" y="8548"/>
                  </a:lnTo>
                  <a:lnTo>
                    <a:pt x="218491" y="6840"/>
                  </a:lnTo>
                  <a:lnTo>
                    <a:pt x="213418" y="5291"/>
                  </a:lnTo>
                  <a:lnTo>
                    <a:pt x="208298" y="3904"/>
                  </a:lnTo>
                  <a:lnTo>
                    <a:pt x="203136" y="2680"/>
                  </a:lnTo>
                  <a:lnTo>
                    <a:pt x="197938" y="1621"/>
                  </a:lnTo>
                  <a:lnTo>
                    <a:pt x="192710" y="727"/>
                  </a:lnTo>
                  <a:lnTo>
                    <a:pt x="187455" y="0"/>
                  </a:lnTo>
                  <a:lnTo>
                    <a:pt x="167157" y="1659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20297" cy="167167"/>
            </a:xfrm>
            <a:custGeom>
              <a:avLst/>
              <a:pathLst>
                <a:path w="20297" h="167167">
                  <a:moveTo>
                    <a:pt x="20297" y="1236"/>
                  </a:moveTo>
                  <a:lnTo>
                    <a:pt x="10167" y="3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6096" y="1322571"/>
              <a:ext cx="52624" cy="167167"/>
            </a:xfrm>
            <a:custGeom>
              <a:avLst/>
              <a:pathLst>
                <a:path w="52624" h="167167">
                  <a:moveTo>
                    <a:pt x="52624" y="0"/>
                  </a:moveTo>
                  <a:lnTo>
                    <a:pt x="46677" y="105"/>
                  </a:lnTo>
                  <a:lnTo>
                    <a:pt x="40737" y="423"/>
                  </a:lnTo>
                  <a:lnTo>
                    <a:pt x="34813" y="951"/>
                  </a:lnTo>
                  <a:lnTo>
                    <a:pt x="28911" y="1690"/>
                  </a:lnTo>
                  <a:lnTo>
                    <a:pt x="23039" y="2638"/>
                  </a:lnTo>
                  <a:lnTo>
                    <a:pt x="17205" y="3795"/>
                  </a:lnTo>
                  <a:lnTo>
                    <a:pt x="11415" y="5158"/>
                  </a:lnTo>
                  <a:lnTo>
                    <a:pt x="5677" y="6727"/>
                  </a:lnTo>
                  <a:lnTo>
                    <a:pt x="0" y="8499"/>
                  </a:lnTo>
                  <a:lnTo>
                    <a:pt x="5262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21574" y="1331070"/>
              <a:ext cx="334308" cy="325834"/>
            </a:xfrm>
            <a:custGeom>
              <a:avLst/>
              <a:pathLst>
                <a:path w="334308" h="325834">
                  <a:moveTo>
                    <a:pt x="114522" y="0"/>
                  </a:moveTo>
                  <a:lnTo>
                    <a:pt x="109526" y="1745"/>
                  </a:lnTo>
                  <a:lnTo>
                    <a:pt x="104588" y="3647"/>
                  </a:lnTo>
                  <a:lnTo>
                    <a:pt x="99712" y="5705"/>
                  </a:lnTo>
                  <a:lnTo>
                    <a:pt x="94904" y="7916"/>
                  </a:lnTo>
                  <a:lnTo>
                    <a:pt x="90169" y="10278"/>
                  </a:lnTo>
                  <a:lnTo>
                    <a:pt x="85510" y="12789"/>
                  </a:lnTo>
                  <a:lnTo>
                    <a:pt x="80934" y="15446"/>
                  </a:lnTo>
                  <a:lnTo>
                    <a:pt x="76443" y="18247"/>
                  </a:lnTo>
                  <a:lnTo>
                    <a:pt x="72044" y="21189"/>
                  </a:lnTo>
                  <a:lnTo>
                    <a:pt x="67740" y="24268"/>
                  </a:lnTo>
                  <a:lnTo>
                    <a:pt x="63536" y="27482"/>
                  </a:lnTo>
                  <a:lnTo>
                    <a:pt x="59435" y="30827"/>
                  </a:lnTo>
                  <a:lnTo>
                    <a:pt x="55443" y="34300"/>
                  </a:lnTo>
                  <a:lnTo>
                    <a:pt x="51562" y="37898"/>
                  </a:lnTo>
                  <a:lnTo>
                    <a:pt x="47797" y="41617"/>
                  </a:lnTo>
                  <a:lnTo>
                    <a:pt x="44152" y="45454"/>
                  </a:lnTo>
                  <a:lnTo>
                    <a:pt x="40630" y="49404"/>
                  </a:lnTo>
                  <a:lnTo>
                    <a:pt x="37235" y="53463"/>
                  </a:lnTo>
                  <a:lnTo>
                    <a:pt x="33970" y="57628"/>
                  </a:lnTo>
                  <a:lnTo>
                    <a:pt x="30838" y="61894"/>
                  </a:lnTo>
                  <a:lnTo>
                    <a:pt x="27844" y="66257"/>
                  </a:lnTo>
                  <a:lnTo>
                    <a:pt x="24988" y="70713"/>
                  </a:lnTo>
                  <a:lnTo>
                    <a:pt x="22275" y="75256"/>
                  </a:lnTo>
                  <a:lnTo>
                    <a:pt x="19708" y="79884"/>
                  </a:lnTo>
                  <a:lnTo>
                    <a:pt x="17288" y="84590"/>
                  </a:lnTo>
                  <a:lnTo>
                    <a:pt x="15018" y="89371"/>
                  </a:lnTo>
                  <a:lnTo>
                    <a:pt x="12901" y="94221"/>
                  </a:lnTo>
                  <a:lnTo>
                    <a:pt x="10938" y="99135"/>
                  </a:lnTo>
                  <a:lnTo>
                    <a:pt x="9132" y="104110"/>
                  </a:lnTo>
                  <a:lnTo>
                    <a:pt x="7485" y="109139"/>
                  </a:lnTo>
                  <a:lnTo>
                    <a:pt x="5997" y="114217"/>
                  </a:lnTo>
                  <a:lnTo>
                    <a:pt x="4671" y="119340"/>
                  </a:lnTo>
                  <a:lnTo>
                    <a:pt x="3507" y="124503"/>
                  </a:lnTo>
                  <a:lnTo>
                    <a:pt x="2508" y="129700"/>
                  </a:lnTo>
                  <a:lnTo>
                    <a:pt x="1673" y="134926"/>
                  </a:lnTo>
                  <a:lnTo>
                    <a:pt x="1005" y="140175"/>
                  </a:lnTo>
                  <a:lnTo>
                    <a:pt x="503" y="145443"/>
                  </a:lnTo>
                  <a:lnTo>
                    <a:pt x="167" y="150725"/>
                  </a:lnTo>
                  <a:lnTo>
                    <a:pt x="0" y="156014"/>
                  </a:lnTo>
                  <a:lnTo>
                    <a:pt x="0" y="161306"/>
                  </a:lnTo>
                  <a:lnTo>
                    <a:pt x="167" y="166596"/>
                  </a:lnTo>
                  <a:lnTo>
                    <a:pt x="501" y="171877"/>
                  </a:lnTo>
                  <a:lnTo>
                    <a:pt x="1003" y="177145"/>
                  </a:lnTo>
                  <a:lnTo>
                    <a:pt x="1671" y="182395"/>
                  </a:lnTo>
                  <a:lnTo>
                    <a:pt x="2505" y="187621"/>
                  </a:lnTo>
                  <a:lnTo>
                    <a:pt x="3504" y="192818"/>
                  </a:lnTo>
                  <a:lnTo>
                    <a:pt x="4667" y="197980"/>
                  </a:lnTo>
                  <a:lnTo>
                    <a:pt x="5993" y="203104"/>
                  </a:lnTo>
                  <a:lnTo>
                    <a:pt x="7480" y="208182"/>
                  </a:lnTo>
                  <a:lnTo>
                    <a:pt x="9127" y="213212"/>
                  </a:lnTo>
                  <a:lnTo>
                    <a:pt x="10933" y="218186"/>
                  </a:lnTo>
                  <a:lnTo>
                    <a:pt x="12895" y="223101"/>
                  </a:lnTo>
                  <a:lnTo>
                    <a:pt x="15012" y="227951"/>
                  </a:lnTo>
                  <a:lnTo>
                    <a:pt x="17281" y="232732"/>
                  </a:lnTo>
                  <a:lnTo>
                    <a:pt x="19701" y="237438"/>
                  </a:lnTo>
                  <a:lnTo>
                    <a:pt x="22268" y="242066"/>
                  </a:lnTo>
                  <a:lnTo>
                    <a:pt x="24980" y="246610"/>
                  </a:lnTo>
                  <a:lnTo>
                    <a:pt x="27835" y="251066"/>
                  </a:lnTo>
                  <a:lnTo>
                    <a:pt x="30830" y="255429"/>
                  </a:lnTo>
                  <a:lnTo>
                    <a:pt x="33961" y="259696"/>
                  </a:lnTo>
                  <a:lnTo>
                    <a:pt x="37225" y="263861"/>
                  </a:lnTo>
                  <a:lnTo>
                    <a:pt x="40620" y="267920"/>
                  </a:lnTo>
                  <a:lnTo>
                    <a:pt x="44142" y="271871"/>
                  </a:lnTo>
                  <a:lnTo>
                    <a:pt x="47787" y="275707"/>
                  </a:lnTo>
                  <a:lnTo>
                    <a:pt x="51551" y="279427"/>
                  </a:lnTo>
                  <a:lnTo>
                    <a:pt x="55431" y="283025"/>
                  </a:lnTo>
                  <a:lnTo>
                    <a:pt x="59424" y="286499"/>
                  </a:lnTo>
                  <a:lnTo>
                    <a:pt x="63524" y="289845"/>
                  </a:lnTo>
                  <a:lnTo>
                    <a:pt x="67728" y="293059"/>
                  </a:lnTo>
                  <a:lnTo>
                    <a:pt x="72032" y="296139"/>
                  </a:lnTo>
                  <a:lnTo>
                    <a:pt x="76431" y="299080"/>
                  </a:lnTo>
                  <a:lnTo>
                    <a:pt x="80921" y="301881"/>
                  </a:lnTo>
                  <a:lnTo>
                    <a:pt x="85497" y="304539"/>
                  </a:lnTo>
                  <a:lnTo>
                    <a:pt x="90155" y="307050"/>
                  </a:lnTo>
                  <a:lnTo>
                    <a:pt x="94890" y="309413"/>
                  </a:lnTo>
                  <a:lnTo>
                    <a:pt x="99698" y="311624"/>
                  </a:lnTo>
                  <a:lnTo>
                    <a:pt x="104574" y="313683"/>
                  </a:lnTo>
                  <a:lnTo>
                    <a:pt x="109512" y="315586"/>
                  </a:lnTo>
                  <a:lnTo>
                    <a:pt x="114507" y="317331"/>
                  </a:lnTo>
                  <a:lnTo>
                    <a:pt x="119556" y="318918"/>
                  </a:lnTo>
                  <a:lnTo>
                    <a:pt x="124652" y="320344"/>
                  </a:lnTo>
                  <a:lnTo>
                    <a:pt x="129791" y="321608"/>
                  </a:lnTo>
                  <a:lnTo>
                    <a:pt x="134967" y="322709"/>
                  </a:lnTo>
                  <a:lnTo>
                    <a:pt x="140176" y="323645"/>
                  </a:lnTo>
                  <a:lnTo>
                    <a:pt x="145411" y="324416"/>
                  </a:lnTo>
                  <a:lnTo>
                    <a:pt x="150669" y="325021"/>
                  </a:lnTo>
                  <a:lnTo>
                    <a:pt x="155943" y="325459"/>
                  </a:lnTo>
                  <a:lnTo>
                    <a:pt x="161228" y="325730"/>
                  </a:lnTo>
                  <a:lnTo>
                    <a:pt x="166519" y="325834"/>
                  </a:lnTo>
                  <a:lnTo>
                    <a:pt x="171810" y="325770"/>
                  </a:lnTo>
                  <a:lnTo>
                    <a:pt x="177097" y="325539"/>
                  </a:lnTo>
                  <a:lnTo>
                    <a:pt x="182374" y="325140"/>
                  </a:lnTo>
                  <a:lnTo>
                    <a:pt x="187636" y="324575"/>
                  </a:lnTo>
                  <a:lnTo>
                    <a:pt x="192877" y="323843"/>
                  </a:lnTo>
                  <a:lnTo>
                    <a:pt x="198093" y="322946"/>
                  </a:lnTo>
                  <a:lnTo>
                    <a:pt x="203277" y="321884"/>
                  </a:lnTo>
                  <a:lnTo>
                    <a:pt x="208425" y="320659"/>
                  </a:lnTo>
                  <a:lnTo>
                    <a:pt x="213532" y="319271"/>
                  </a:lnTo>
                  <a:lnTo>
                    <a:pt x="218592" y="317722"/>
                  </a:lnTo>
                  <a:lnTo>
                    <a:pt x="223601" y="316014"/>
                  </a:lnTo>
                  <a:lnTo>
                    <a:pt x="228553" y="314148"/>
                  </a:lnTo>
                  <a:lnTo>
                    <a:pt x="233444" y="312126"/>
                  </a:lnTo>
                  <a:lnTo>
                    <a:pt x="238268" y="309951"/>
                  </a:lnTo>
                  <a:lnTo>
                    <a:pt x="243021" y="307624"/>
                  </a:lnTo>
                  <a:lnTo>
                    <a:pt x="247698" y="305148"/>
                  </a:lnTo>
                  <a:lnTo>
                    <a:pt x="252294" y="302525"/>
                  </a:lnTo>
                  <a:lnTo>
                    <a:pt x="256805" y="299757"/>
                  </a:lnTo>
                  <a:lnTo>
                    <a:pt x="261226" y="296849"/>
                  </a:lnTo>
                  <a:lnTo>
                    <a:pt x="265553" y="293801"/>
                  </a:lnTo>
                  <a:lnTo>
                    <a:pt x="269781" y="290619"/>
                  </a:lnTo>
                  <a:lnTo>
                    <a:pt x="273906" y="287304"/>
                  </a:lnTo>
                  <a:lnTo>
                    <a:pt x="277924" y="283860"/>
                  </a:lnTo>
                  <a:lnTo>
                    <a:pt x="281832" y="280291"/>
                  </a:lnTo>
                  <a:lnTo>
                    <a:pt x="285624" y="276600"/>
                  </a:lnTo>
                  <a:lnTo>
                    <a:pt x="289297" y="272791"/>
                  </a:lnTo>
                  <a:lnTo>
                    <a:pt x="292849" y="268867"/>
                  </a:lnTo>
                  <a:lnTo>
                    <a:pt x="296274" y="264833"/>
                  </a:lnTo>
                  <a:lnTo>
                    <a:pt x="299569" y="260692"/>
                  </a:lnTo>
                  <a:lnTo>
                    <a:pt x="302732" y="256450"/>
                  </a:lnTo>
                  <a:lnTo>
                    <a:pt x="305760" y="252109"/>
                  </a:lnTo>
                  <a:lnTo>
                    <a:pt x="308648" y="247675"/>
                  </a:lnTo>
                  <a:lnTo>
                    <a:pt x="311394" y="243151"/>
                  </a:lnTo>
                  <a:lnTo>
                    <a:pt x="313996" y="238543"/>
                  </a:lnTo>
                  <a:lnTo>
                    <a:pt x="316451" y="233855"/>
                  </a:lnTo>
                  <a:lnTo>
                    <a:pt x="318756" y="229091"/>
                  </a:lnTo>
                  <a:lnTo>
                    <a:pt x="320909" y="224257"/>
                  </a:lnTo>
                  <a:lnTo>
                    <a:pt x="322908" y="219357"/>
                  </a:lnTo>
                  <a:lnTo>
                    <a:pt x="324751" y="214396"/>
                  </a:lnTo>
                  <a:lnTo>
                    <a:pt x="326436" y="209379"/>
                  </a:lnTo>
                  <a:lnTo>
                    <a:pt x="327961" y="204312"/>
                  </a:lnTo>
                  <a:lnTo>
                    <a:pt x="329326" y="199199"/>
                  </a:lnTo>
                  <a:lnTo>
                    <a:pt x="330527" y="194045"/>
                  </a:lnTo>
                  <a:lnTo>
                    <a:pt x="331565" y="188856"/>
                  </a:lnTo>
                  <a:lnTo>
                    <a:pt x="332438" y="183636"/>
                  </a:lnTo>
                  <a:lnTo>
                    <a:pt x="333146" y="178392"/>
                  </a:lnTo>
                  <a:lnTo>
                    <a:pt x="333687" y="173127"/>
                  </a:lnTo>
                  <a:lnTo>
                    <a:pt x="334061" y="167849"/>
                  </a:lnTo>
                  <a:lnTo>
                    <a:pt x="334268" y="162561"/>
                  </a:lnTo>
                  <a:lnTo>
                    <a:pt x="334308" y="157269"/>
                  </a:lnTo>
                  <a:lnTo>
                    <a:pt x="334180" y="151978"/>
                  </a:lnTo>
                  <a:lnTo>
                    <a:pt x="333884" y="146695"/>
                  </a:lnTo>
                  <a:lnTo>
                    <a:pt x="333422" y="141423"/>
                  </a:lnTo>
                  <a:lnTo>
                    <a:pt x="332793" y="136168"/>
                  </a:lnTo>
                  <a:lnTo>
                    <a:pt x="331997" y="130936"/>
                  </a:lnTo>
                  <a:lnTo>
                    <a:pt x="331037" y="125732"/>
                  </a:lnTo>
                  <a:lnTo>
                    <a:pt x="329912" y="120561"/>
                  </a:lnTo>
                  <a:lnTo>
                    <a:pt x="328625" y="115428"/>
                  </a:lnTo>
                  <a:lnTo>
                    <a:pt x="327175" y="110338"/>
                  </a:lnTo>
                  <a:lnTo>
                    <a:pt x="325565" y="105297"/>
                  </a:lnTo>
                  <a:lnTo>
                    <a:pt x="323796" y="100310"/>
                  </a:lnTo>
                  <a:lnTo>
                    <a:pt x="321871" y="95380"/>
                  </a:lnTo>
                  <a:lnTo>
                    <a:pt x="319790" y="90515"/>
                  </a:lnTo>
                  <a:lnTo>
                    <a:pt x="317556" y="85717"/>
                  </a:lnTo>
                  <a:lnTo>
                    <a:pt x="315172" y="80993"/>
                  </a:lnTo>
                  <a:lnTo>
                    <a:pt x="312639" y="76346"/>
                  </a:lnTo>
                  <a:lnTo>
                    <a:pt x="309960" y="71782"/>
                  </a:lnTo>
                  <a:lnTo>
                    <a:pt x="307138" y="67305"/>
                  </a:lnTo>
                  <a:lnTo>
                    <a:pt x="304176" y="62920"/>
                  </a:lnTo>
                  <a:lnTo>
                    <a:pt x="301077" y="58630"/>
                  </a:lnTo>
                  <a:lnTo>
                    <a:pt x="297843" y="54441"/>
                  </a:lnTo>
                  <a:lnTo>
                    <a:pt x="294479" y="50356"/>
                  </a:lnTo>
                  <a:lnTo>
                    <a:pt x="290986" y="46380"/>
                  </a:lnTo>
                  <a:lnTo>
                    <a:pt x="287370" y="42517"/>
                  </a:lnTo>
                  <a:lnTo>
                    <a:pt x="283633" y="38769"/>
                  </a:lnTo>
                  <a:lnTo>
                    <a:pt x="279780" y="35142"/>
                  </a:lnTo>
                  <a:lnTo>
                    <a:pt x="275813" y="31639"/>
                  </a:lnTo>
                  <a:lnTo>
                    <a:pt x="271738" y="28263"/>
                  </a:lnTo>
                  <a:lnTo>
                    <a:pt x="167146" y="1586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104592" cy="167167"/>
            </a:xfrm>
            <a:custGeom>
              <a:avLst/>
              <a:pathLst>
                <a:path w="104592" h="167167">
                  <a:moveTo>
                    <a:pt x="104592" y="36762"/>
                  </a:moveTo>
                  <a:lnTo>
                    <a:pt x="100125" y="33302"/>
                  </a:lnTo>
                  <a:lnTo>
                    <a:pt x="95544" y="29995"/>
                  </a:lnTo>
                  <a:lnTo>
                    <a:pt x="90854" y="26844"/>
                  </a:lnTo>
                  <a:lnTo>
                    <a:pt x="86060" y="23854"/>
                  </a:lnTo>
                  <a:lnTo>
                    <a:pt x="81168" y="21028"/>
                  </a:lnTo>
                  <a:lnTo>
                    <a:pt x="76183" y="18368"/>
                  </a:lnTo>
                  <a:lnTo>
                    <a:pt x="71111" y="15879"/>
                  </a:lnTo>
                  <a:lnTo>
                    <a:pt x="65958" y="13562"/>
                  </a:lnTo>
                  <a:lnTo>
                    <a:pt x="60730" y="11421"/>
                  </a:lnTo>
                  <a:lnTo>
                    <a:pt x="55432" y="9458"/>
                  </a:lnTo>
                  <a:lnTo>
                    <a:pt x="50071" y="7675"/>
                  </a:lnTo>
                  <a:lnTo>
                    <a:pt x="44652" y="6074"/>
                  </a:lnTo>
                  <a:lnTo>
                    <a:pt x="39183" y="4657"/>
                  </a:lnTo>
                  <a:lnTo>
                    <a:pt x="33669" y="3425"/>
                  </a:lnTo>
                  <a:lnTo>
                    <a:pt x="28116" y="2381"/>
                  </a:lnTo>
                  <a:lnTo>
                    <a:pt x="22532" y="1525"/>
                  </a:lnTo>
                  <a:lnTo>
                    <a:pt x="16921" y="858"/>
                  </a:lnTo>
                  <a:lnTo>
                    <a:pt x="11291" y="381"/>
                  </a:lnTo>
                  <a:lnTo>
                    <a:pt x="5649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4264" y="1681503"/>
              <a:ext cx="2260" cy="167167"/>
            </a:xfrm>
            <a:custGeom>
              <a:avLst/>
              <a:pathLst>
                <a:path w="2260" h="167167">
                  <a:moveTo>
                    <a:pt x="2260" y="0"/>
                  </a:moveTo>
                  <a:lnTo>
                    <a:pt x="0" y="15"/>
                  </a:lnTo>
                  <a:lnTo>
                    <a:pt x="226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4264" y="1681518"/>
              <a:ext cx="2260" cy="167152"/>
            </a:xfrm>
            <a:custGeom>
              <a:avLst/>
              <a:pathLst>
                <a:path w="2260" h="167152">
                  <a:moveTo>
                    <a:pt x="0" y="0"/>
                  </a:moveTo>
                  <a:lnTo>
                    <a:pt x="2260" y="1671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4264" y="1681518"/>
              <a:ext cx="2260" cy="167152"/>
            </a:xfrm>
            <a:custGeom>
              <a:avLst/>
              <a:pathLst>
                <a:path w="2260" h="167152">
                  <a:moveTo>
                    <a:pt x="0" y="0"/>
                  </a:moveTo>
                  <a:lnTo>
                    <a:pt x="2260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4264" y="1681518"/>
              <a:ext cx="2260" cy="167152"/>
            </a:xfrm>
            <a:custGeom>
              <a:avLst/>
              <a:pathLst>
                <a:path w="2260" h="167152">
                  <a:moveTo>
                    <a:pt x="0" y="0"/>
                  </a:moveTo>
                  <a:lnTo>
                    <a:pt x="2260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4264" y="1681518"/>
              <a:ext cx="2260" cy="167152"/>
            </a:xfrm>
            <a:custGeom>
              <a:avLst/>
              <a:pathLst>
                <a:path w="2260" h="167152">
                  <a:moveTo>
                    <a:pt x="0" y="0"/>
                  </a:moveTo>
                  <a:lnTo>
                    <a:pt x="2260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4264" y="1681518"/>
              <a:ext cx="2260" cy="167152"/>
            </a:xfrm>
            <a:custGeom>
              <a:avLst/>
              <a:pathLst>
                <a:path w="2260" h="167152">
                  <a:moveTo>
                    <a:pt x="0" y="0"/>
                  </a:moveTo>
                  <a:lnTo>
                    <a:pt x="2260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4264" y="1681518"/>
              <a:ext cx="2260" cy="167152"/>
            </a:xfrm>
            <a:custGeom>
              <a:avLst/>
              <a:pathLst>
                <a:path w="2260" h="167152">
                  <a:moveTo>
                    <a:pt x="0" y="0"/>
                  </a:moveTo>
                  <a:lnTo>
                    <a:pt x="2260" y="1671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4264" y="1681518"/>
              <a:ext cx="2260" cy="167152"/>
            </a:xfrm>
            <a:custGeom>
              <a:avLst/>
              <a:pathLst>
                <a:path w="2260" h="167152">
                  <a:moveTo>
                    <a:pt x="0" y="0"/>
                  </a:moveTo>
                  <a:lnTo>
                    <a:pt x="2260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4264" y="1681518"/>
              <a:ext cx="2260" cy="167152"/>
            </a:xfrm>
            <a:custGeom>
              <a:avLst/>
              <a:pathLst>
                <a:path w="2260" h="167152">
                  <a:moveTo>
                    <a:pt x="0" y="0"/>
                  </a:moveTo>
                  <a:lnTo>
                    <a:pt x="2260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4264" y="1681518"/>
              <a:ext cx="2260" cy="167152"/>
            </a:xfrm>
            <a:custGeom>
              <a:avLst/>
              <a:pathLst>
                <a:path w="2260" h="167152">
                  <a:moveTo>
                    <a:pt x="0" y="0"/>
                  </a:moveTo>
                  <a:lnTo>
                    <a:pt x="2260" y="1671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4264" y="1681518"/>
              <a:ext cx="2260" cy="167152"/>
            </a:xfrm>
            <a:custGeom>
              <a:avLst/>
              <a:pathLst>
                <a:path w="2260" h="167152">
                  <a:moveTo>
                    <a:pt x="0" y="0"/>
                  </a:moveTo>
                  <a:lnTo>
                    <a:pt x="2260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4264" y="1681518"/>
              <a:ext cx="2260" cy="167152"/>
            </a:xfrm>
            <a:custGeom>
              <a:avLst/>
              <a:pathLst>
                <a:path w="2260" h="167152">
                  <a:moveTo>
                    <a:pt x="0" y="0"/>
                  </a:moveTo>
                  <a:lnTo>
                    <a:pt x="2260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4264" y="1681518"/>
              <a:ext cx="2260" cy="167152"/>
            </a:xfrm>
            <a:custGeom>
              <a:avLst/>
              <a:pathLst>
                <a:path w="2260" h="167152">
                  <a:moveTo>
                    <a:pt x="0" y="0"/>
                  </a:moveTo>
                  <a:lnTo>
                    <a:pt x="2260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4264" y="1681518"/>
              <a:ext cx="2260" cy="167152"/>
            </a:xfrm>
            <a:custGeom>
              <a:avLst/>
              <a:pathLst>
                <a:path w="2260" h="167152">
                  <a:moveTo>
                    <a:pt x="0" y="0"/>
                  </a:moveTo>
                  <a:lnTo>
                    <a:pt x="2260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4264" y="1681518"/>
              <a:ext cx="2260" cy="167152"/>
            </a:xfrm>
            <a:custGeom>
              <a:avLst/>
              <a:pathLst>
                <a:path w="2260" h="167152">
                  <a:moveTo>
                    <a:pt x="0" y="0"/>
                  </a:moveTo>
                  <a:lnTo>
                    <a:pt x="2260" y="167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4264" y="1681518"/>
              <a:ext cx="2260" cy="167152"/>
            </a:xfrm>
            <a:custGeom>
              <a:avLst/>
              <a:pathLst>
                <a:path w="2260" h="167152">
                  <a:moveTo>
                    <a:pt x="0" y="0"/>
                  </a:moveTo>
                  <a:lnTo>
                    <a:pt x="2260" y="167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70887" y="1681518"/>
              <a:ext cx="115637" cy="167152"/>
            </a:xfrm>
            <a:custGeom>
              <a:avLst/>
              <a:pathLst>
                <a:path w="115637" h="167152">
                  <a:moveTo>
                    <a:pt x="113376" y="0"/>
                  </a:moveTo>
                  <a:lnTo>
                    <a:pt x="107677" y="174"/>
                  </a:lnTo>
                  <a:lnTo>
                    <a:pt x="101988" y="542"/>
                  </a:lnTo>
                  <a:lnTo>
                    <a:pt x="96314" y="1105"/>
                  </a:lnTo>
                  <a:lnTo>
                    <a:pt x="90663" y="1860"/>
                  </a:lnTo>
                  <a:lnTo>
                    <a:pt x="85041" y="2808"/>
                  </a:lnTo>
                  <a:lnTo>
                    <a:pt x="79454" y="3947"/>
                  </a:lnTo>
                  <a:lnTo>
                    <a:pt x="73910" y="5276"/>
                  </a:lnTo>
                  <a:lnTo>
                    <a:pt x="68414" y="6793"/>
                  </a:lnTo>
                  <a:lnTo>
                    <a:pt x="62973" y="8497"/>
                  </a:lnTo>
                  <a:lnTo>
                    <a:pt x="57593" y="10385"/>
                  </a:lnTo>
                  <a:lnTo>
                    <a:pt x="52281" y="12455"/>
                  </a:lnTo>
                  <a:lnTo>
                    <a:pt x="47042" y="14706"/>
                  </a:lnTo>
                  <a:lnTo>
                    <a:pt x="41883" y="17134"/>
                  </a:lnTo>
                  <a:lnTo>
                    <a:pt x="36810" y="19736"/>
                  </a:lnTo>
                  <a:lnTo>
                    <a:pt x="31829" y="22510"/>
                  </a:lnTo>
                  <a:lnTo>
                    <a:pt x="26945" y="25452"/>
                  </a:lnTo>
                  <a:lnTo>
                    <a:pt x="22165" y="28559"/>
                  </a:lnTo>
                  <a:lnTo>
                    <a:pt x="17493" y="31827"/>
                  </a:lnTo>
                  <a:lnTo>
                    <a:pt x="12935" y="35253"/>
                  </a:lnTo>
                  <a:lnTo>
                    <a:pt x="8497" y="38832"/>
                  </a:lnTo>
                  <a:lnTo>
                    <a:pt x="4183" y="42560"/>
                  </a:lnTo>
                  <a:lnTo>
                    <a:pt x="0" y="46433"/>
                  </a:lnTo>
                  <a:lnTo>
                    <a:pt x="115637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9373" y="1681503"/>
              <a:ext cx="334299" cy="334334"/>
            </a:xfrm>
            <a:custGeom>
              <a:avLst/>
              <a:pathLst>
                <a:path w="334299" h="334334">
                  <a:moveTo>
                    <a:pt x="51513" y="46448"/>
                  </a:moveTo>
                  <a:lnTo>
                    <a:pt x="47743" y="50177"/>
                  </a:lnTo>
                  <a:lnTo>
                    <a:pt x="44093" y="54022"/>
                  </a:lnTo>
                  <a:lnTo>
                    <a:pt x="40566" y="57982"/>
                  </a:lnTo>
                  <a:lnTo>
                    <a:pt x="37167" y="62052"/>
                  </a:lnTo>
                  <a:lnTo>
                    <a:pt x="33899" y="66227"/>
                  </a:lnTo>
                  <a:lnTo>
                    <a:pt x="30765" y="70504"/>
                  </a:lnTo>
                  <a:lnTo>
                    <a:pt x="27768" y="74878"/>
                  </a:lnTo>
                  <a:lnTo>
                    <a:pt x="24911" y="79345"/>
                  </a:lnTo>
                  <a:lnTo>
                    <a:pt x="22197" y="83900"/>
                  </a:lnTo>
                  <a:lnTo>
                    <a:pt x="19629" y="88539"/>
                  </a:lnTo>
                  <a:lnTo>
                    <a:pt x="17210" y="93257"/>
                  </a:lnTo>
                  <a:lnTo>
                    <a:pt x="14941" y="98050"/>
                  </a:lnTo>
                  <a:lnTo>
                    <a:pt x="12826" y="102912"/>
                  </a:lnTo>
                  <a:lnTo>
                    <a:pt x="10866" y="107838"/>
                  </a:lnTo>
                  <a:lnTo>
                    <a:pt x="9063" y="112825"/>
                  </a:lnTo>
                  <a:lnTo>
                    <a:pt x="7419" y="117866"/>
                  </a:lnTo>
                  <a:lnTo>
                    <a:pt x="5935" y="122956"/>
                  </a:lnTo>
                  <a:lnTo>
                    <a:pt x="4614" y="128092"/>
                  </a:lnTo>
                  <a:lnTo>
                    <a:pt x="3457" y="133266"/>
                  </a:lnTo>
                  <a:lnTo>
                    <a:pt x="2464" y="138475"/>
                  </a:lnTo>
                  <a:lnTo>
                    <a:pt x="1637" y="143712"/>
                  </a:lnTo>
                  <a:lnTo>
                    <a:pt x="976" y="148973"/>
                  </a:lnTo>
                  <a:lnTo>
                    <a:pt x="483" y="154252"/>
                  </a:lnTo>
                  <a:lnTo>
                    <a:pt x="157" y="159545"/>
                  </a:lnTo>
                  <a:lnTo>
                    <a:pt x="0" y="164845"/>
                  </a:lnTo>
                  <a:lnTo>
                    <a:pt x="10" y="170147"/>
                  </a:lnTo>
                  <a:lnTo>
                    <a:pt x="189" y="175446"/>
                  </a:lnTo>
                  <a:lnTo>
                    <a:pt x="535" y="180737"/>
                  </a:lnTo>
                  <a:lnTo>
                    <a:pt x="1049" y="186015"/>
                  </a:lnTo>
                  <a:lnTo>
                    <a:pt x="1731" y="191273"/>
                  </a:lnTo>
                  <a:lnTo>
                    <a:pt x="2578" y="196507"/>
                  </a:lnTo>
                  <a:lnTo>
                    <a:pt x="3592" y="201712"/>
                  </a:lnTo>
                  <a:lnTo>
                    <a:pt x="4769" y="206882"/>
                  </a:lnTo>
                  <a:lnTo>
                    <a:pt x="6111" y="212011"/>
                  </a:lnTo>
                  <a:lnTo>
                    <a:pt x="7614" y="217096"/>
                  </a:lnTo>
                  <a:lnTo>
                    <a:pt x="9278" y="222131"/>
                  </a:lnTo>
                  <a:lnTo>
                    <a:pt x="11100" y="227110"/>
                  </a:lnTo>
                  <a:lnTo>
                    <a:pt x="13080" y="232029"/>
                  </a:lnTo>
                  <a:lnTo>
                    <a:pt x="15214" y="236883"/>
                  </a:lnTo>
                  <a:lnTo>
                    <a:pt x="17502" y="241666"/>
                  </a:lnTo>
                  <a:lnTo>
                    <a:pt x="19940" y="246375"/>
                  </a:lnTo>
                  <a:lnTo>
                    <a:pt x="22526" y="251004"/>
                  </a:lnTo>
                  <a:lnTo>
                    <a:pt x="25258" y="255548"/>
                  </a:lnTo>
                  <a:lnTo>
                    <a:pt x="28132" y="260004"/>
                  </a:lnTo>
                  <a:lnTo>
                    <a:pt x="31146" y="264366"/>
                  </a:lnTo>
                  <a:lnTo>
                    <a:pt x="34297" y="268631"/>
                  </a:lnTo>
                  <a:lnTo>
                    <a:pt x="37582" y="272793"/>
                  </a:lnTo>
                  <a:lnTo>
                    <a:pt x="40997" y="276849"/>
                  </a:lnTo>
                  <a:lnTo>
                    <a:pt x="44539" y="280795"/>
                  </a:lnTo>
                  <a:lnTo>
                    <a:pt x="48204" y="284626"/>
                  </a:lnTo>
                  <a:lnTo>
                    <a:pt x="51989" y="288340"/>
                  </a:lnTo>
                  <a:lnTo>
                    <a:pt x="55890" y="291931"/>
                  </a:lnTo>
                  <a:lnTo>
                    <a:pt x="59903" y="295397"/>
                  </a:lnTo>
                  <a:lnTo>
                    <a:pt x="64024" y="298734"/>
                  </a:lnTo>
                  <a:lnTo>
                    <a:pt x="68248" y="301938"/>
                  </a:lnTo>
                  <a:lnTo>
                    <a:pt x="72572" y="305007"/>
                  </a:lnTo>
                  <a:lnTo>
                    <a:pt x="76991" y="307937"/>
                  </a:lnTo>
                  <a:lnTo>
                    <a:pt x="81501" y="310726"/>
                  </a:lnTo>
                  <a:lnTo>
                    <a:pt x="86097" y="313370"/>
                  </a:lnTo>
                  <a:lnTo>
                    <a:pt x="90775" y="315867"/>
                  </a:lnTo>
                  <a:lnTo>
                    <a:pt x="95529" y="318214"/>
                  </a:lnTo>
                  <a:lnTo>
                    <a:pt x="100356" y="320410"/>
                  </a:lnTo>
                  <a:lnTo>
                    <a:pt x="105249" y="322451"/>
                  </a:lnTo>
                  <a:lnTo>
                    <a:pt x="110205" y="324336"/>
                  </a:lnTo>
                  <a:lnTo>
                    <a:pt x="115218" y="326063"/>
                  </a:lnTo>
                  <a:lnTo>
                    <a:pt x="120284" y="327630"/>
                  </a:lnTo>
                  <a:lnTo>
                    <a:pt x="125396" y="329036"/>
                  </a:lnTo>
                  <a:lnTo>
                    <a:pt x="130551" y="330279"/>
                  </a:lnTo>
                  <a:lnTo>
                    <a:pt x="135743" y="331357"/>
                  </a:lnTo>
                  <a:lnTo>
                    <a:pt x="140966" y="332271"/>
                  </a:lnTo>
                  <a:lnTo>
                    <a:pt x="146215" y="333018"/>
                  </a:lnTo>
                  <a:lnTo>
                    <a:pt x="151485" y="333599"/>
                  </a:lnTo>
                  <a:lnTo>
                    <a:pt x="156772" y="334012"/>
                  </a:lnTo>
                  <a:lnTo>
                    <a:pt x="162068" y="334257"/>
                  </a:lnTo>
                  <a:lnTo>
                    <a:pt x="167370" y="334334"/>
                  </a:lnTo>
                  <a:lnTo>
                    <a:pt x="172672" y="334243"/>
                  </a:lnTo>
                  <a:lnTo>
                    <a:pt x="177968" y="333984"/>
                  </a:lnTo>
                  <a:lnTo>
                    <a:pt x="183253" y="333557"/>
                  </a:lnTo>
                  <a:lnTo>
                    <a:pt x="188522" y="332963"/>
                  </a:lnTo>
                  <a:lnTo>
                    <a:pt x="193769" y="332202"/>
                  </a:lnTo>
                  <a:lnTo>
                    <a:pt x="198990" y="331274"/>
                  </a:lnTo>
                  <a:lnTo>
                    <a:pt x="204178" y="330182"/>
                  </a:lnTo>
                  <a:lnTo>
                    <a:pt x="209330" y="328926"/>
                  </a:lnTo>
                  <a:lnTo>
                    <a:pt x="214439" y="327507"/>
                  </a:lnTo>
                  <a:lnTo>
                    <a:pt x="219500" y="325926"/>
                  </a:lnTo>
                  <a:lnTo>
                    <a:pt x="224509" y="324186"/>
                  </a:lnTo>
                  <a:lnTo>
                    <a:pt x="229460" y="322288"/>
                  </a:lnTo>
                  <a:lnTo>
                    <a:pt x="234348" y="320234"/>
                  </a:lnTo>
                  <a:lnTo>
                    <a:pt x="239168" y="318026"/>
                  </a:lnTo>
                  <a:lnTo>
                    <a:pt x="243917" y="315666"/>
                  </a:lnTo>
                  <a:lnTo>
                    <a:pt x="248588" y="313157"/>
                  </a:lnTo>
                  <a:lnTo>
                    <a:pt x="253177" y="310500"/>
                  </a:lnTo>
                  <a:lnTo>
                    <a:pt x="257679" y="307700"/>
                  </a:lnTo>
                  <a:lnTo>
                    <a:pt x="262091" y="304758"/>
                  </a:lnTo>
                  <a:lnTo>
                    <a:pt x="266407" y="301678"/>
                  </a:lnTo>
                  <a:lnTo>
                    <a:pt x="270623" y="298463"/>
                  </a:lnTo>
                  <a:lnTo>
                    <a:pt x="274735" y="295115"/>
                  </a:lnTo>
                  <a:lnTo>
                    <a:pt x="278738" y="291639"/>
                  </a:lnTo>
                  <a:lnTo>
                    <a:pt x="282630" y="288037"/>
                  </a:lnTo>
                  <a:lnTo>
                    <a:pt x="286405" y="284314"/>
                  </a:lnTo>
                  <a:lnTo>
                    <a:pt x="290060" y="280473"/>
                  </a:lnTo>
                  <a:lnTo>
                    <a:pt x="293592" y="276518"/>
                  </a:lnTo>
                  <a:lnTo>
                    <a:pt x="296996" y="272453"/>
                  </a:lnTo>
                  <a:lnTo>
                    <a:pt x="300270" y="268282"/>
                  </a:lnTo>
                  <a:lnTo>
                    <a:pt x="303410" y="264009"/>
                  </a:lnTo>
                  <a:lnTo>
                    <a:pt x="306413" y="259639"/>
                  </a:lnTo>
                  <a:lnTo>
                    <a:pt x="309275" y="255176"/>
                  </a:lnTo>
                  <a:lnTo>
                    <a:pt x="311995" y="250624"/>
                  </a:lnTo>
                  <a:lnTo>
                    <a:pt x="314569" y="245988"/>
                  </a:lnTo>
                  <a:lnTo>
                    <a:pt x="316995" y="241273"/>
                  </a:lnTo>
                  <a:lnTo>
                    <a:pt x="319270" y="236484"/>
                  </a:lnTo>
                  <a:lnTo>
                    <a:pt x="321391" y="231625"/>
                  </a:lnTo>
                  <a:lnTo>
                    <a:pt x="323358" y="226700"/>
                  </a:lnTo>
                  <a:lnTo>
                    <a:pt x="325168" y="221716"/>
                  </a:lnTo>
                  <a:lnTo>
                    <a:pt x="326818" y="216678"/>
                  </a:lnTo>
                  <a:lnTo>
                    <a:pt x="328308" y="211589"/>
                  </a:lnTo>
                  <a:lnTo>
                    <a:pt x="329636" y="206455"/>
                  </a:lnTo>
                  <a:lnTo>
                    <a:pt x="330800" y="201283"/>
                  </a:lnTo>
                  <a:lnTo>
                    <a:pt x="331800" y="196075"/>
                  </a:lnTo>
                  <a:lnTo>
                    <a:pt x="332634" y="190839"/>
                  </a:lnTo>
                  <a:lnTo>
                    <a:pt x="333301" y="185579"/>
                  </a:lnTo>
                  <a:lnTo>
                    <a:pt x="333802" y="180300"/>
                  </a:lnTo>
                  <a:lnTo>
                    <a:pt x="334134" y="175008"/>
                  </a:lnTo>
                  <a:lnTo>
                    <a:pt x="334299" y="169708"/>
                  </a:lnTo>
                  <a:lnTo>
                    <a:pt x="334295" y="164406"/>
                  </a:lnTo>
                  <a:lnTo>
                    <a:pt x="334124" y="159107"/>
                  </a:lnTo>
                  <a:lnTo>
                    <a:pt x="333784" y="153815"/>
                  </a:lnTo>
                  <a:lnTo>
                    <a:pt x="333277" y="148537"/>
                  </a:lnTo>
                  <a:lnTo>
                    <a:pt x="332603" y="143278"/>
                  </a:lnTo>
                  <a:lnTo>
                    <a:pt x="331762" y="138043"/>
                  </a:lnTo>
                  <a:lnTo>
                    <a:pt x="330755" y="132837"/>
                  </a:lnTo>
                  <a:lnTo>
                    <a:pt x="329584" y="127665"/>
                  </a:lnTo>
                  <a:lnTo>
                    <a:pt x="328250" y="122534"/>
                  </a:lnTo>
                  <a:lnTo>
                    <a:pt x="326753" y="117447"/>
                  </a:lnTo>
                  <a:lnTo>
                    <a:pt x="325096" y="112410"/>
                  </a:lnTo>
                  <a:lnTo>
                    <a:pt x="323280" y="107429"/>
                  </a:lnTo>
                  <a:lnTo>
                    <a:pt x="321307" y="102507"/>
                  </a:lnTo>
                  <a:lnTo>
                    <a:pt x="319179" y="97651"/>
                  </a:lnTo>
                  <a:lnTo>
                    <a:pt x="316897" y="92864"/>
                  </a:lnTo>
                  <a:lnTo>
                    <a:pt x="314466" y="88152"/>
                  </a:lnTo>
                  <a:lnTo>
                    <a:pt x="311886" y="83520"/>
                  </a:lnTo>
                  <a:lnTo>
                    <a:pt x="309160" y="78972"/>
                  </a:lnTo>
                  <a:lnTo>
                    <a:pt x="306291" y="74512"/>
                  </a:lnTo>
                  <a:lnTo>
                    <a:pt x="303283" y="70146"/>
                  </a:lnTo>
                  <a:lnTo>
                    <a:pt x="300137" y="65878"/>
                  </a:lnTo>
                  <a:lnTo>
                    <a:pt x="296858" y="61711"/>
                  </a:lnTo>
                  <a:lnTo>
                    <a:pt x="293448" y="57650"/>
                  </a:lnTo>
                  <a:lnTo>
                    <a:pt x="289912" y="53700"/>
                  </a:lnTo>
                  <a:lnTo>
                    <a:pt x="286251" y="49864"/>
                  </a:lnTo>
                  <a:lnTo>
                    <a:pt x="282471" y="46145"/>
                  </a:lnTo>
                  <a:lnTo>
                    <a:pt x="278575" y="42549"/>
                  </a:lnTo>
                  <a:lnTo>
                    <a:pt x="274567" y="39078"/>
                  </a:lnTo>
                  <a:lnTo>
                    <a:pt x="270450" y="35736"/>
                  </a:lnTo>
                  <a:lnTo>
                    <a:pt x="266230" y="32526"/>
                  </a:lnTo>
                  <a:lnTo>
                    <a:pt x="261910" y="29451"/>
                  </a:lnTo>
                  <a:lnTo>
                    <a:pt x="257495" y="26515"/>
                  </a:lnTo>
                  <a:lnTo>
                    <a:pt x="252989" y="23721"/>
                  </a:lnTo>
                  <a:lnTo>
                    <a:pt x="248396" y="21071"/>
                  </a:lnTo>
                  <a:lnTo>
                    <a:pt x="243722" y="18567"/>
                  </a:lnTo>
                  <a:lnTo>
                    <a:pt x="238971" y="16214"/>
                  </a:lnTo>
                  <a:lnTo>
                    <a:pt x="234147" y="14012"/>
                  </a:lnTo>
                  <a:lnTo>
                    <a:pt x="229256" y="11964"/>
                  </a:lnTo>
                  <a:lnTo>
                    <a:pt x="224303" y="10073"/>
                  </a:lnTo>
                  <a:lnTo>
                    <a:pt x="219292" y="8339"/>
                  </a:lnTo>
                  <a:lnTo>
                    <a:pt x="214228" y="6765"/>
                  </a:lnTo>
                  <a:lnTo>
                    <a:pt x="209117" y="5353"/>
                  </a:lnTo>
                  <a:lnTo>
                    <a:pt x="203964" y="4103"/>
                  </a:lnTo>
                  <a:lnTo>
                    <a:pt x="198774" y="3018"/>
                  </a:lnTo>
                  <a:lnTo>
                    <a:pt x="193553" y="2098"/>
                  </a:lnTo>
                  <a:lnTo>
                    <a:pt x="188304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9948" y="2126963"/>
              <a:ext cx="21339" cy="167167"/>
            </a:xfrm>
            <a:custGeom>
              <a:avLst/>
              <a:pathLst>
                <a:path w="21339" h="167167">
                  <a:moveTo>
                    <a:pt x="21339" y="0"/>
                  </a:moveTo>
                  <a:lnTo>
                    <a:pt x="14208" y="152"/>
                  </a:lnTo>
                  <a:lnTo>
                    <a:pt x="7091" y="608"/>
                  </a:lnTo>
                  <a:lnTo>
                    <a:pt x="0" y="1367"/>
                  </a:lnTo>
                  <a:lnTo>
                    <a:pt x="2133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948" y="2128331"/>
              <a:ext cx="21339" cy="165799"/>
            </a:xfrm>
            <a:custGeom>
              <a:avLst/>
              <a:pathLst>
                <a:path w="21339" h="165799">
                  <a:moveTo>
                    <a:pt x="0" y="0"/>
                  </a:moveTo>
                  <a:lnTo>
                    <a:pt x="21339" y="165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948" y="2128331"/>
              <a:ext cx="21339" cy="165799"/>
            </a:xfrm>
            <a:custGeom>
              <a:avLst/>
              <a:pathLst>
                <a:path w="21339" h="165799">
                  <a:moveTo>
                    <a:pt x="0" y="0"/>
                  </a:moveTo>
                  <a:lnTo>
                    <a:pt x="21339" y="165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948" y="2128331"/>
              <a:ext cx="21339" cy="165799"/>
            </a:xfrm>
            <a:custGeom>
              <a:avLst/>
              <a:pathLst>
                <a:path w="21339" h="165799">
                  <a:moveTo>
                    <a:pt x="0" y="0"/>
                  </a:moveTo>
                  <a:lnTo>
                    <a:pt x="21339" y="165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948" y="2128331"/>
              <a:ext cx="21339" cy="165799"/>
            </a:xfrm>
            <a:custGeom>
              <a:avLst/>
              <a:pathLst>
                <a:path w="21339" h="165799">
                  <a:moveTo>
                    <a:pt x="0" y="0"/>
                  </a:moveTo>
                  <a:lnTo>
                    <a:pt x="21339" y="165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948" y="2128331"/>
              <a:ext cx="21339" cy="165799"/>
            </a:xfrm>
            <a:custGeom>
              <a:avLst/>
              <a:pathLst>
                <a:path w="21339" h="165799">
                  <a:moveTo>
                    <a:pt x="0" y="0"/>
                  </a:moveTo>
                  <a:lnTo>
                    <a:pt x="21339" y="1657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948" y="2128331"/>
              <a:ext cx="21339" cy="165799"/>
            </a:xfrm>
            <a:custGeom>
              <a:avLst/>
              <a:pathLst>
                <a:path w="21339" h="165799">
                  <a:moveTo>
                    <a:pt x="0" y="0"/>
                  </a:moveTo>
                  <a:lnTo>
                    <a:pt x="21339" y="1657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948" y="2128331"/>
              <a:ext cx="21339" cy="165799"/>
            </a:xfrm>
            <a:custGeom>
              <a:avLst/>
              <a:pathLst>
                <a:path w="21339" h="165799">
                  <a:moveTo>
                    <a:pt x="0" y="0"/>
                  </a:moveTo>
                  <a:lnTo>
                    <a:pt x="21339" y="1657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948" y="2128331"/>
              <a:ext cx="21339" cy="165799"/>
            </a:xfrm>
            <a:custGeom>
              <a:avLst/>
              <a:pathLst>
                <a:path w="21339" h="165799">
                  <a:moveTo>
                    <a:pt x="0" y="0"/>
                  </a:moveTo>
                  <a:lnTo>
                    <a:pt x="21339" y="1657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948" y="2128331"/>
              <a:ext cx="21339" cy="165799"/>
            </a:xfrm>
            <a:custGeom>
              <a:avLst/>
              <a:pathLst>
                <a:path w="21339" h="165799">
                  <a:moveTo>
                    <a:pt x="0" y="0"/>
                  </a:moveTo>
                  <a:lnTo>
                    <a:pt x="21339" y="165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948" y="2128331"/>
              <a:ext cx="21339" cy="165799"/>
            </a:xfrm>
            <a:custGeom>
              <a:avLst/>
              <a:pathLst>
                <a:path w="21339" h="165799">
                  <a:moveTo>
                    <a:pt x="0" y="0"/>
                  </a:moveTo>
                  <a:lnTo>
                    <a:pt x="21339" y="165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9948" y="2128331"/>
              <a:ext cx="21339" cy="165799"/>
            </a:xfrm>
            <a:custGeom>
              <a:avLst/>
              <a:pathLst>
                <a:path w="21339" h="165799">
                  <a:moveTo>
                    <a:pt x="0" y="0"/>
                  </a:moveTo>
                  <a:lnTo>
                    <a:pt x="21339" y="165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9948" y="2128331"/>
              <a:ext cx="21339" cy="165799"/>
            </a:xfrm>
            <a:custGeom>
              <a:avLst/>
              <a:pathLst>
                <a:path w="21339" h="165799">
                  <a:moveTo>
                    <a:pt x="0" y="0"/>
                  </a:moveTo>
                  <a:lnTo>
                    <a:pt x="21339" y="165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9948" y="2128331"/>
              <a:ext cx="21339" cy="165799"/>
            </a:xfrm>
            <a:custGeom>
              <a:avLst/>
              <a:pathLst>
                <a:path w="21339" h="165799">
                  <a:moveTo>
                    <a:pt x="0" y="0"/>
                  </a:moveTo>
                  <a:lnTo>
                    <a:pt x="21339" y="1657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9948" y="2128331"/>
              <a:ext cx="21339" cy="165799"/>
            </a:xfrm>
            <a:custGeom>
              <a:avLst/>
              <a:pathLst>
                <a:path w="21339" h="165799">
                  <a:moveTo>
                    <a:pt x="0" y="0"/>
                  </a:moveTo>
                  <a:lnTo>
                    <a:pt x="21339" y="1657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14132" y="2128331"/>
              <a:ext cx="334322" cy="332960"/>
            </a:xfrm>
            <a:custGeom>
              <a:avLst/>
              <a:pathLst>
                <a:path w="334322" h="332960">
                  <a:moveTo>
                    <a:pt x="145816" y="0"/>
                  </a:moveTo>
                  <a:lnTo>
                    <a:pt x="140584" y="757"/>
                  </a:lnTo>
                  <a:lnTo>
                    <a:pt x="135378" y="1680"/>
                  </a:lnTo>
                  <a:lnTo>
                    <a:pt x="130205" y="2767"/>
                  </a:lnTo>
                  <a:lnTo>
                    <a:pt x="125068" y="4017"/>
                  </a:lnTo>
                  <a:lnTo>
                    <a:pt x="119974" y="5428"/>
                  </a:lnTo>
                  <a:lnTo>
                    <a:pt x="114926" y="7000"/>
                  </a:lnTo>
                  <a:lnTo>
                    <a:pt x="109931" y="8731"/>
                  </a:lnTo>
                  <a:lnTo>
                    <a:pt x="104993" y="10619"/>
                  </a:lnTo>
                  <a:lnTo>
                    <a:pt x="100118" y="12662"/>
                  </a:lnTo>
                  <a:lnTo>
                    <a:pt x="95309" y="14859"/>
                  </a:lnTo>
                  <a:lnTo>
                    <a:pt x="90572" y="17206"/>
                  </a:lnTo>
                  <a:lnTo>
                    <a:pt x="85912" y="19702"/>
                  </a:lnTo>
                  <a:lnTo>
                    <a:pt x="81333" y="22344"/>
                  </a:lnTo>
                  <a:lnTo>
                    <a:pt x="76840" y="25129"/>
                  </a:lnTo>
                  <a:lnTo>
                    <a:pt x="72437" y="28055"/>
                  </a:lnTo>
                  <a:lnTo>
                    <a:pt x="68129" y="31119"/>
                  </a:lnTo>
                  <a:lnTo>
                    <a:pt x="63920" y="34318"/>
                  </a:lnTo>
                  <a:lnTo>
                    <a:pt x="59814" y="37648"/>
                  </a:lnTo>
                  <a:lnTo>
                    <a:pt x="55815" y="41106"/>
                  </a:lnTo>
                  <a:lnTo>
                    <a:pt x="51928" y="44689"/>
                  </a:lnTo>
                  <a:lnTo>
                    <a:pt x="48156" y="48393"/>
                  </a:lnTo>
                  <a:lnTo>
                    <a:pt x="44504" y="52214"/>
                  </a:lnTo>
                  <a:lnTo>
                    <a:pt x="40973" y="56149"/>
                  </a:lnTo>
                  <a:lnTo>
                    <a:pt x="37569" y="60194"/>
                  </a:lnTo>
                  <a:lnTo>
                    <a:pt x="34295" y="64344"/>
                  </a:lnTo>
                  <a:lnTo>
                    <a:pt x="31153" y="68596"/>
                  </a:lnTo>
                  <a:lnTo>
                    <a:pt x="28148" y="72945"/>
                  </a:lnTo>
                  <a:lnTo>
                    <a:pt x="25281" y="77387"/>
                  </a:lnTo>
                  <a:lnTo>
                    <a:pt x="22556" y="81917"/>
                  </a:lnTo>
                  <a:lnTo>
                    <a:pt x="19976" y="86531"/>
                  </a:lnTo>
                  <a:lnTo>
                    <a:pt x="17544" y="91225"/>
                  </a:lnTo>
                  <a:lnTo>
                    <a:pt x="15260" y="95993"/>
                  </a:lnTo>
                  <a:lnTo>
                    <a:pt x="13129" y="100831"/>
                  </a:lnTo>
                  <a:lnTo>
                    <a:pt x="11152" y="105733"/>
                  </a:lnTo>
                  <a:lnTo>
                    <a:pt x="9330" y="110696"/>
                  </a:lnTo>
                  <a:lnTo>
                    <a:pt x="7667" y="115714"/>
                  </a:lnTo>
                  <a:lnTo>
                    <a:pt x="6163" y="120782"/>
                  </a:lnTo>
                  <a:lnTo>
                    <a:pt x="4820" y="125895"/>
                  </a:lnTo>
                  <a:lnTo>
                    <a:pt x="3639" y="131048"/>
                  </a:lnTo>
                  <a:lnTo>
                    <a:pt x="2622" y="136236"/>
                  </a:lnTo>
                  <a:lnTo>
                    <a:pt x="1770" y="141453"/>
                  </a:lnTo>
                  <a:lnTo>
                    <a:pt x="1083" y="146695"/>
                  </a:lnTo>
                  <a:lnTo>
                    <a:pt x="562" y="151956"/>
                  </a:lnTo>
                  <a:lnTo>
                    <a:pt x="207" y="157230"/>
                  </a:lnTo>
                  <a:lnTo>
                    <a:pt x="20" y="162513"/>
                  </a:lnTo>
                  <a:lnTo>
                    <a:pt x="0" y="167800"/>
                  </a:lnTo>
                  <a:lnTo>
                    <a:pt x="146" y="173084"/>
                  </a:lnTo>
                  <a:lnTo>
                    <a:pt x="460" y="178362"/>
                  </a:lnTo>
                  <a:lnTo>
                    <a:pt x="941" y="183626"/>
                  </a:lnTo>
                  <a:lnTo>
                    <a:pt x="1588" y="188873"/>
                  </a:lnTo>
                  <a:lnTo>
                    <a:pt x="2400" y="194097"/>
                  </a:lnTo>
                  <a:lnTo>
                    <a:pt x="3377" y="199292"/>
                  </a:lnTo>
                  <a:lnTo>
                    <a:pt x="4518" y="204454"/>
                  </a:lnTo>
                  <a:lnTo>
                    <a:pt x="5822" y="209577"/>
                  </a:lnTo>
                  <a:lnTo>
                    <a:pt x="7287" y="214657"/>
                  </a:lnTo>
                  <a:lnTo>
                    <a:pt x="8911" y="219687"/>
                  </a:lnTo>
                  <a:lnTo>
                    <a:pt x="10694" y="224664"/>
                  </a:lnTo>
                  <a:lnTo>
                    <a:pt x="12634" y="229582"/>
                  </a:lnTo>
                  <a:lnTo>
                    <a:pt x="14728" y="234436"/>
                  </a:lnTo>
                  <a:lnTo>
                    <a:pt x="16975" y="239221"/>
                  </a:lnTo>
                  <a:lnTo>
                    <a:pt x="19371" y="243933"/>
                  </a:lnTo>
                  <a:lnTo>
                    <a:pt x="21916" y="248567"/>
                  </a:lnTo>
                  <a:lnTo>
                    <a:pt x="24605" y="253118"/>
                  </a:lnTo>
                  <a:lnTo>
                    <a:pt x="27438" y="257582"/>
                  </a:lnTo>
                  <a:lnTo>
                    <a:pt x="30410" y="261954"/>
                  </a:lnTo>
                  <a:lnTo>
                    <a:pt x="33519" y="266230"/>
                  </a:lnTo>
                  <a:lnTo>
                    <a:pt x="36761" y="270405"/>
                  </a:lnTo>
                  <a:lnTo>
                    <a:pt x="40134" y="274476"/>
                  </a:lnTo>
                  <a:lnTo>
                    <a:pt x="43634" y="278438"/>
                  </a:lnTo>
                  <a:lnTo>
                    <a:pt x="47257" y="282287"/>
                  </a:lnTo>
                  <a:lnTo>
                    <a:pt x="51000" y="286020"/>
                  </a:lnTo>
                  <a:lnTo>
                    <a:pt x="54860" y="289633"/>
                  </a:lnTo>
                  <a:lnTo>
                    <a:pt x="58832" y="293122"/>
                  </a:lnTo>
                  <a:lnTo>
                    <a:pt x="62912" y="296483"/>
                  </a:lnTo>
                  <a:lnTo>
                    <a:pt x="67096" y="299714"/>
                  </a:lnTo>
                  <a:lnTo>
                    <a:pt x="71381" y="302811"/>
                  </a:lnTo>
                  <a:lnTo>
                    <a:pt x="75761" y="305771"/>
                  </a:lnTo>
                  <a:lnTo>
                    <a:pt x="80232" y="308591"/>
                  </a:lnTo>
                  <a:lnTo>
                    <a:pt x="84791" y="311268"/>
                  </a:lnTo>
                  <a:lnTo>
                    <a:pt x="89432" y="313800"/>
                  </a:lnTo>
                  <a:lnTo>
                    <a:pt x="94150" y="316183"/>
                  </a:lnTo>
                  <a:lnTo>
                    <a:pt x="98942" y="318416"/>
                  </a:lnTo>
                  <a:lnTo>
                    <a:pt x="103802" y="320497"/>
                  </a:lnTo>
                  <a:lnTo>
                    <a:pt x="108725" y="322423"/>
                  </a:lnTo>
                  <a:lnTo>
                    <a:pt x="113707" y="324192"/>
                  </a:lnTo>
                  <a:lnTo>
                    <a:pt x="118742" y="325803"/>
                  </a:lnTo>
                  <a:lnTo>
                    <a:pt x="123825" y="327254"/>
                  </a:lnTo>
                  <a:lnTo>
                    <a:pt x="128952" y="328543"/>
                  </a:lnTo>
                  <a:lnTo>
                    <a:pt x="134117" y="329670"/>
                  </a:lnTo>
                  <a:lnTo>
                    <a:pt x="139315" y="330632"/>
                  </a:lnTo>
                  <a:lnTo>
                    <a:pt x="144541" y="331430"/>
                  </a:lnTo>
                  <a:lnTo>
                    <a:pt x="149790" y="332062"/>
                  </a:lnTo>
                  <a:lnTo>
                    <a:pt x="155056" y="332528"/>
                  </a:lnTo>
                  <a:lnTo>
                    <a:pt x="160334" y="332828"/>
                  </a:lnTo>
                  <a:lnTo>
                    <a:pt x="165619" y="332960"/>
                  </a:lnTo>
                  <a:lnTo>
                    <a:pt x="170905" y="332925"/>
                  </a:lnTo>
                  <a:lnTo>
                    <a:pt x="176188" y="332723"/>
                  </a:lnTo>
                  <a:lnTo>
                    <a:pt x="181461" y="332353"/>
                  </a:lnTo>
                  <a:lnTo>
                    <a:pt x="186721" y="331818"/>
                  </a:lnTo>
                  <a:lnTo>
                    <a:pt x="191960" y="331116"/>
                  </a:lnTo>
                  <a:lnTo>
                    <a:pt x="197175" y="330249"/>
                  </a:lnTo>
                  <a:lnTo>
                    <a:pt x="202360" y="329218"/>
                  </a:lnTo>
                  <a:lnTo>
                    <a:pt x="207510" y="328023"/>
                  </a:lnTo>
                  <a:lnTo>
                    <a:pt x="212619" y="326666"/>
                  </a:lnTo>
                  <a:lnTo>
                    <a:pt x="217683" y="325148"/>
                  </a:lnTo>
                  <a:lnTo>
                    <a:pt x="222696" y="323470"/>
                  </a:lnTo>
                  <a:lnTo>
                    <a:pt x="227654" y="321635"/>
                  </a:lnTo>
                  <a:lnTo>
                    <a:pt x="232551" y="319644"/>
                  </a:lnTo>
                  <a:lnTo>
                    <a:pt x="237383" y="317500"/>
                  </a:lnTo>
                  <a:lnTo>
                    <a:pt x="242145" y="315203"/>
                  </a:lnTo>
                  <a:lnTo>
                    <a:pt x="246832" y="312757"/>
                  </a:lnTo>
                  <a:lnTo>
                    <a:pt x="251438" y="310164"/>
                  </a:lnTo>
                  <a:lnTo>
                    <a:pt x="255961" y="307427"/>
                  </a:lnTo>
                  <a:lnTo>
                    <a:pt x="260395" y="304548"/>
                  </a:lnTo>
                  <a:lnTo>
                    <a:pt x="264736" y="301531"/>
                  </a:lnTo>
                  <a:lnTo>
                    <a:pt x="268979" y="298377"/>
                  </a:lnTo>
                  <a:lnTo>
                    <a:pt x="273120" y="295091"/>
                  </a:lnTo>
                  <a:lnTo>
                    <a:pt x="277155" y="291676"/>
                  </a:lnTo>
                  <a:lnTo>
                    <a:pt x="281080" y="288135"/>
                  </a:lnTo>
                  <a:lnTo>
                    <a:pt x="284892" y="284471"/>
                  </a:lnTo>
                  <a:lnTo>
                    <a:pt x="288585" y="280689"/>
                  </a:lnTo>
                  <a:lnTo>
                    <a:pt x="292157" y="276792"/>
                  </a:lnTo>
                  <a:lnTo>
                    <a:pt x="295604" y="272784"/>
                  </a:lnTo>
                  <a:lnTo>
                    <a:pt x="298923" y="268669"/>
                  </a:lnTo>
                  <a:lnTo>
                    <a:pt x="302110" y="264451"/>
                  </a:lnTo>
                  <a:lnTo>
                    <a:pt x="305162" y="260134"/>
                  </a:lnTo>
                  <a:lnTo>
                    <a:pt x="308076" y="255723"/>
                  </a:lnTo>
                  <a:lnTo>
                    <a:pt x="310848" y="251223"/>
                  </a:lnTo>
                  <a:lnTo>
                    <a:pt x="313478" y="246636"/>
                  </a:lnTo>
                  <a:lnTo>
                    <a:pt x="315961" y="241969"/>
                  </a:lnTo>
                  <a:lnTo>
                    <a:pt x="318295" y="237226"/>
                  </a:lnTo>
                  <a:lnTo>
                    <a:pt x="320478" y="232411"/>
                  </a:lnTo>
                  <a:lnTo>
                    <a:pt x="322507" y="227530"/>
                  </a:lnTo>
                  <a:lnTo>
                    <a:pt x="324381" y="222587"/>
                  </a:lnTo>
                  <a:lnTo>
                    <a:pt x="326098" y="217587"/>
                  </a:lnTo>
                  <a:lnTo>
                    <a:pt x="327656" y="212535"/>
                  </a:lnTo>
                  <a:lnTo>
                    <a:pt x="329054" y="207437"/>
                  </a:lnTo>
                  <a:lnTo>
                    <a:pt x="330290" y="202297"/>
                  </a:lnTo>
                  <a:lnTo>
                    <a:pt x="331362" y="197120"/>
                  </a:lnTo>
                  <a:lnTo>
                    <a:pt x="332270" y="191912"/>
                  </a:lnTo>
                  <a:lnTo>
                    <a:pt x="333013" y="186678"/>
                  </a:lnTo>
                  <a:lnTo>
                    <a:pt x="333591" y="181423"/>
                  </a:lnTo>
                  <a:lnTo>
                    <a:pt x="334001" y="176153"/>
                  </a:lnTo>
                  <a:lnTo>
                    <a:pt x="334245" y="170872"/>
                  </a:lnTo>
                  <a:lnTo>
                    <a:pt x="334322" y="165586"/>
                  </a:lnTo>
                  <a:lnTo>
                    <a:pt x="334232" y="160300"/>
                  </a:lnTo>
                  <a:lnTo>
                    <a:pt x="333975" y="155020"/>
                  </a:lnTo>
                  <a:lnTo>
                    <a:pt x="333550" y="149750"/>
                  </a:lnTo>
                  <a:lnTo>
                    <a:pt x="332960" y="144497"/>
                  </a:lnTo>
                  <a:lnTo>
                    <a:pt x="332203" y="139265"/>
                  </a:lnTo>
                  <a:lnTo>
                    <a:pt x="331282" y="134059"/>
                  </a:lnTo>
                  <a:lnTo>
                    <a:pt x="330196" y="128886"/>
                  </a:lnTo>
                  <a:lnTo>
                    <a:pt x="328947" y="123749"/>
                  </a:lnTo>
                  <a:lnTo>
                    <a:pt x="327537" y="118654"/>
                  </a:lnTo>
                  <a:lnTo>
                    <a:pt x="325966" y="113606"/>
                  </a:lnTo>
                  <a:lnTo>
                    <a:pt x="324236" y="108611"/>
                  </a:lnTo>
                  <a:lnTo>
                    <a:pt x="322349" y="103672"/>
                  </a:lnTo>
                  <a:lnTo>
                    <a:pt x="320307" y="98796"/>
                  </a:lnTo>
                  <a:lnTo>
                    <a:pt x="318112" y="93987"/>
                  </a:lnTo>
                  <a:lnTo>
                    <a:pt x="315766" y="89250"/>
                  </a:lnTo>
                  <a:lnTo>
                    <a:pt x="313271" y="84589"/>
                  </a:lnTo>
                  <a:lnTo>
                    <a:pt x="310630" y="80009"/>
                  </a:lnTo>
                  <a:lnTo>
                    <a:pt x="307845" y="75516"/>
                  </a:lnTo>
                  <a:lnTo>
                    <a:pt x="304920" y="71112"/>
                  </a:lnTo>
                  <a:lnTo>
                    <a:pt x="301857" y="66803"/>
                  </a:lnTo>
                  <a:lnTo>
                    <a:pt x="298660" y="62594"/>
                  </a:lnTo>
                  <a:lnTo>
                    <a:pt x="295331" y="58487"/>
                  </a:lnTo>
                  <a:lnTo>
                    <a:pt x="291873" y="54488"/>
                  </a:lnTo>
                  <a:lnTo>
                    <a:pt x="288291" y="50600"/>
                  </a:lnTo>
                  <a:lnTo>
                    <a:pt x="284588" y="46827"/>
                  </a:lnTo>
                  <a:lnTo>
                    <a:pt x="280767" y="43173"/>
                  </a:lnTo>
                  <a:lnTo>
                    <a:pt x="276833" y="39642"/>
                  </a:lnTo>
                  <a:lnTo>
                    <a:pt x="272789" y="36237"/>
                  </a:lnTo>
                  <a:lnTo>
                    <a:pt x="268640" y="32962"/>
                  </a:lnTo>
                  <a:lnTo>
                    <a:pt x="264389" y="29819"/>
                  </a:lnTo>
                  <a:lnTo>
                    <a:pt x="260040" y="26813"/>
                  </a:lnTo>
                  <a:lnTo>
                    <a:pt x="255599" y="23945"/>
                  </a:lnTo>
                  <a:lnTo>
                    <a:pt x="251070" y="21220"/>
                  </a:lnTo>
                  <a:lnTo>
                    <a:pt x="246456" y="18639"/>
                  </a:lnTo>
                  <a:lnTo>
                    <a:pt x="241763" y="16205"/>
                  </a:lnTo>
                  <a:lnTo>
                    <a:pt x="236996" y="13920"/>
                  </a:lnTo>
                  <a:lnTo>
                    <a:pt x="232158" y="11788"/>
                  </a:lnTo>
                  <a:lnTo>
                    <a:pt x="227256" y="9809"/>
                  </a:lnTo>
                  <a:lnTo>
                    <a:pt x="222293" y="7987"/>
                  </a:lnTo>
                  <a:lnTo>
                    <a:pt x="217276" y="6323"/>
                  </a:lnTo>
                  <a:lnTo>
                    <a:pt x="212208" y="4817"/>
                  </a:lnTo>
                  <a:lnTo>
                    <a:pt x="207095" y="3473"/>
                  </a:lnTo>
                  <a:lnTo>
                    <a:pt x="201943" y="2292"/>
                  </a:lnTo>
                  <a:lnTo>
                    <a:pt x="167155" y="1657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34787" cy="167167"/>
            </a:xfrm>
            <a:custGeom>
              <a:avLst/>
              <a:pathLst>
                <a:path w="34787" h="167167">
                  <a:moveTo>
                    <a:pt x="34787" y="3659"/>
                  </a:moveTo>
                  <a:lnTo>
                    <a:pt x="27903" y="2345"/>
                  </a:lnTo>
                  <a:lnTo>
                    <a:pt x="20970" y="1320"/>
                  </a:lnTo>
                  <a:lnTo>
                    <a:pt x="14001" y="587"/>
                  </a:lnTo>
                  <a:lnTo>
                    <a:pt x="7006" y="1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913" y="2633064"/>
              <a:ext cx="3835" cy="167167"/>
            </a:xfrm>
            <a:custGeom>
              <a:avLst/>
              <a:pathLst>
                <a:path w="3835" h="167167">
                  <a:moveTo>
                    <a:pt x="3835" y="0"/>
                  </a:moveTo>
                  <a:lnTo>
                    <a:pt x="0" y="43"/>
                  </a:lnTo>
                  <a:lnTo>
                    <a:pt x="383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913" y="2633108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913" y="2633108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913" y="2633108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913" y="2633108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913" y="2633108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913" y="2633108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913" y="2633108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913" y="2633108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913" y="2633108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913" y="2633108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913" y="2633108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913" y="2633108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913" y="2633108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423584" y="2633108"/>
              <a:ext cx="334330" cy="334280"/>
            </a:xfrm>
            <a:custGeom>
              <a:avLst/>
              <a:pathLst>
                <a:path w="334330" h="334280">
                  <a:moveTo>
                    <a:pt x="163329" y="0"/>
                  </a:moveTo>
                  <a:lnTo>
                    <a:pt x="158032" y="205"/>
                  </a:lnTo>
                  <a:lnTo>
                    <a:pt x="152744" y="579"/>
                  </a:lnTo>
                  <a:lnTo>
                    <a:pt x="147471" y="1120"/>
                  </a:lnTo>
                  <a:lnTo>
                    <a:pt x="142217" y="1827"/>
                  </a:lnTo>
                  <a:lnTo>
                    <a:pt x="136989" y="2701"/>
                  </a:lnTo>
                  <a:lnTo>
                    <a:pt x="131791" y="3741"/>
                  </a:lnTo>
                  <a:lnTo>
                    <a:pt x="126629" y="4944"/>
                  </a:lnTo>
                  <a:lnTo>
                    <a:pt x="121507" y="6311"/>
                  </a:lnTo>
                  <a:lnTo>
                    <a:pt x="116431" y="7840"/>
                  </a:lnTo>
                  <a:lnTo>
                    <a:pt x="111406" y="9528"/>
                  </a:lnTo>
                  <a:lnTo>
                    <a:pt x="106438" y="11375"/>
                  </a:lnTo>
                  <a:lnTo>
                    <a:pt x="101530" y="13379"/>
                  </a:lnTo>
                  <a:lnTo>
                    <a:pt x="96689" y="15537"/>
                  </a:lnTo>
                  <a:lnTo>
                    <a:pt x="91918" y="17848"/>
                  </a:lnTo>
                  <a:lnTo>
                    <a:pt x="87223" y="20309"/>
                  </a:lnTo>
                  <a:lnTo>
                    <a:pt x="82608" y="22917"/>
                  </a:lnTo>
                  <a:lnTo>
                    <a:pt x="78078" y="25671"/>
                  </a:lnTo>
                  <a:lnTo>
                    <a:pt x="73638" y="28567"/>
                  </a:lnTo>
                  <a:lnTo>
                    <a:pt x="69292" y="31602"/>
                  </a:lnTo>
                  <a:lnTo>
                    <a:pt x="65044" y="34773"/>
                  </a:lnTo>
                  <a:lnTo>
                    <a:pt x="60899" y="38077"/>
                  </a:lnTo>
                  <a:lnTo>
                    <a:pt x="56861" y="41511"/>
                  </a:lnTo>
                  <a:lnTo>
                    <a:pt x="52934" y="45072"/>
                  </a:lnTo>
                  <a:lnTo>
                    <a:pt x="49122" y="48755"/>
                  </a:lnTo>
                  <a:lnTo>
                    <a:pt x="45428" y="52557"/>
                  </a:lnTo>
                  <a:lnTo>
                    <a:pt x="41857" y="56474"/>
                  </a:lnTo>
                  <a:lnTo>
                    <a:pt x="38412" y="60503"/>
                  </a:lnTo>
                  <a:lnTo>
                    <a:pt x="35096" y="64639"/>
                  </a:lnTo>
                  <a:lnTo>
                    <a:pt x="31913" y="68878"/>
                  </a:lnTo>
                  <a:lnTo>
                    <a:pt x="28866" y="73216"/>
                  </a:lnTo>
                  <a:lnTo>
                    <a:pt x="25958" y="77648"/>
                  </a:lnTo>
                  <a:lnTo>
                    <a:pt x="23192" y="82170"/>
                  </a:lnTo>
                  <a:lnTo>
                    <a:pt x="20571" y="86777"/>
                  </a:lnTo>
                  <a:lnTo>
                    <a:pt x="18097" y="91466"/>
                  </a:lnTo>
                  <a:lnTo>
                    <a:pt x="15773" y="96230"/>
                  </a:lnTo>
                  <a:lnTo>
                    <a:pt x="13602" y="101066"/>
                  </a:lnTo>
                  <a:lnTo>
                    <a:pt x="11584" y="105968"/>
                  </a:lnTo>
                  <a:lnTo>
                    <a:pt x="9724" y="110931"/>
                  </a:lnTo>
                  <a:lnTo>
                    <a:pt x="8021" y="115951"/>
                  </a:lnTo>
                  <a:lnTo>
                    <a:pt x="6479" y="121023"/>
                  </a:lnTo>
                  <a:lnTo>
                    <a:pt x="5098" y="126141"/>
                  </a:lnTo>
                  <a:lnTo>
                    <a:pt x="3880" y="131300"/>
                  </a:lnTo>
                  <a:lnTo>
                    <a:pt x="2826" y="136495"/>
                  </a:lnTo>
                  <a:lnTo>
                    <a:pt x="1938" y="141721"/>
                  </a:lnTo>
                  <a:lnTo>
                    <a:pt x="1215" y="146972"/>
                  </a:lnTo>
                  <a:lnTo>
                    <a:pt x="660" y="152244"/>
                  </a:lnTo>
                  <a:lnTo>
                    <a:pt x="272" y="157531"/>
                  </a:lnTo>
                  <a:lnTo>
                    <a:pt x="52" y="162827"/>
                  </a:lnTo>
                  <a:lnTo>
                    <a:pt x="0" y="168128"/>
                  </a:lnTo>
                  <a:lnTo>
                    <a:pt x="115" y="173427"/>
                  </a:lnTo>
                  <a:lnTo>
                    <a:pt x="399" y="178721"/>
                  </a:lnTo>
                  <a:lnTo>
                    <a:pt x="851" y="184002"/>
                  </a:lnTo>
                  <a:lnTo>
                    <a:pt x="1470" y="189267"/>
                  </a:lnTo>
                  <a:lnTo>
                    <a:pt x="2255" y="194509"/>
                  </a:lnTo>
                  <a:lnTo>
                    <a:pt x="3206" y="199724"/>
                  </a:lnTo>
                  <a:lnTo>
                    <a:pt x="4322" y="204906"/>
                  </a:lnTo>
                  <a:lnTo>
                    <a:pt x="5602" y="210050"/>
                  </a:lnTo>
                  <a:lnTo>
                    <a:pt x="7045" y="215151"/>
                  </a:lnTo>
                  <a:lnTo>
                    <a:pt x="8648" y="220204"/>
                  </a:lnTo>
                  <a:lnTo>
                    <a:pt x="10411" y="225203"/>
                  </a:lnTo>
                  <a:lnTo>
                    <a:pt x="12331" y="230144"/>
                  </a:lnTo>
                  <a:lnTo>
                    <a:pt x="14407" y="235022"/>
                  </a:lnTo>
                  <a:lnTo>
                    <a:pt x="16636" y="239831"/>
                  </a:lnTo>
                  <a:lnTo>
                    <a:pt x="19017" y="244567"/>
                  </a:lnTo>
                  <a:lnTo>
                    <a:pt x="21547" y="249225"/>
                  </a:lnTo>
                  <a:lnTo>
                    <a:pt x="24224" y="253801"/>
                  </a:lnTo>
                  <a:lnTo>
                    <a:pt x="27044" y="258289"/>
                  </a:lnTo>
                  <a:lnTo>
                    <a:pt x="30005" y="262686"/>
                  </a:lnTo>
                  <a:lnTo>
                    <a:pt x="33104" y="266987"/>
                  </a:lnTo>
                  <a:lnTo>
                    <a:pt x="36337" y="271187"/>
                  </a:lnTo>
                  <a:lnTo>
                    <a:pt x="39703" y="275283"/>
                  </a:lnTo>
                  <a:lnTo>
                    <a:pt x="43196" y="279270"/>
                  </a:lnTo>
                  <a:lnTo>
                    <a:pt x="46814" y="283144"/>
                  </a:lnTo>
                  <a:lnTo>
                    <a:pt x="50553" y="286902"/>
                  </a:lnTo>
                  <a:lnTo>
                    <a:pt x="54410" y="290539"/>
                  </a:lnTo>
                  <a:lnTo>
                    <a:pt x="58379" y="294052"/>
                  </a:lnTo>
                  <a:lnTo>
                    <a:pt x="62458" y="297437"/>
                  </a:lnTo>
                  <a:lnTo>
                    <a:pt x="66643" y="300691"/>
                  </a:lnTo>
                  <a:lnTo>
                    <a:pt x="70928" y="303811"/>
                  </a:lnTo>
                  <a:lnTo>
                    <a:pt x="75311" y="306794"/>
                  </a:lnTo>
                  <a:lnTo>
                    <a:pt x="79785" y="309636"/>
                  </a:lnTo>
                  <a:lnTo>
                    <a:pt x="84348" y="312335"/>
                  </a:lnTo>
                  <a:lnTo>
                    <a:pt x="88993" y="314887"/>
                  </a:lnTo>
                  <a:lnTo>
                    <a:pt x="93718" y="317292"/>
                  </a:lnTo>
                  <a:lnTo>
                    <a:pt x="98516" y="319545"/>
                  </a:lnTo>
                  <a:lnTo>
                    <a:pt x="103383" y="321645"/>
                  </a:lnTo>
                  <a:lnTo>
                    <a:pt x="108315" y="323589"/>
                  </a:lnTo>
                  <a:lnTo>
                    <a:pt x="113305" y="325376"/>
                  </a:lnTo>
                  <a:lnTo>
                    <a:pt x="118350" y="327005"/>
                  </a:lnTo>
                  <a:lnTo>
                    <a:pt x="123444" y="328472"/>
                  </a:lnTo>
                  <a:lnTo>
                    <a:pt x="128581" y="329777"/>
                  </a:lnTo>
                  <a:lnTo>
                    <a:pt x="133758" y="330919"/>
                  </a:lnTo>
                  <a:lnTo>
                    <a:pt x="138968" y="331895"/>
                  </a:lnTo>
                  <a:lnTo>
                    <a:pt x="144206" y="332706"/>
                  </a:lnTo>
                  <a:lnTo>
                    <a:pt x="149468" y="333351"/>
                  </a:lnTo>
                  <a:lnTo>
                    <a:pt x="154747" y="333829"/>
                  </a:lnTo>
                  <a:lnTo>
                    <a:pt x="160039" y="334138"/>
                  </a:lnTo>
                  <a:lnTo>
                    <a:pt x="165338" y="334280"/>
                  </a:lnTo>
                  <a:lnTo>
                    <a:pt x="170639" y="334254"/>
                  </a:lnTo>
                  <a:lnTo>
                    <a:pt x="175936" y="334060"/>
                  </a:lnTo>
                  <a:lnTo>
                    <a:pt x="181225" y="333698"/>
                  </a:lnTo>
                  <a:lnTo>
                    <a:pt x="186499" y="333168"/>
                  </a:lnTo>
                  <a:lnTo>
                    <a:pt x="191754" y="332472"/>
                  </a:lnTo>
                  <a:lnTo>
                    <a:pt x="196985" y="331609"/>
                  </a:lnTo>
                  <a:lnTo>
                    <a:pt x="202185" y="330581"/>
                  </a:lnTo>
                  <a:lnTo>
                    <a:pt x="207350" y="329388"/>
                  </a:lnTo>
                  <a:lnTo>
                    <a:pt x="212474" y="328033"/>
                  </a:lnTo>
                  <a:lnTo>
                    <a:pt x="217553" y="326515"/>
                  </a:lnTo>
                  <a:lnTo>
                    <a:pt x="222582" y="324837"/>
                  </a:lnTo>
                  <a:lnTo>
                    <a:pt x="227554" y="323001"/>
                  </a:lnTo>
                  <a:lnTo>
                    <a:pt x="232466" y="321008"/>
                  </a:lnTo>
                  <a:lnTo>
                    <a:pt x="237313" y="318860"/>
                  </a:lnTo>
                  <a:lnTo>
                    <a:pt x="242088" y="316559"/>
                  </a:lnTo>
                  <a:lnTo>
                    <a:pt x="246789" y="314109"/>
                  </a:lnTo>
                  <a:lnTo>
                    <a:pt x="251409" y="311510"/>
                  </a:lnTo>
                  <a:lnTo>
                    <a:pt x="255945" y="308767"/>
                  </a:lnTo>
                  <a:lnTo>
                    <a:pt x="260391" y="305880"/>
                  </a:lnTo>
                  <a:lnTo>
                    <a:pt x="264744" y="302855"/>
                  </a:lnTo>
                  <a:lnTo>
                    <a:pt x="268998" y="299693"/>
                  </a:lnTo>
                  <a:lnTo>
                    <a:pt x="273150" y="296397"/>
                  </a:lnTo>
                  <a:lnTo>
                    <a:pt x="277196" y="292972"/>
                  </a:lnTo>
                  <a:lnTo>
                    <a:pt x="281131" y="289420"/>
                  </a:lnTo>
                  <a:lnTo>
                    <a:pt x="284951" y="285745"/>
                  </a:lnTo>
                  <a:lnTo>
                    <a:pt x="288653" y="281951"/>
                  </a:lnTo>
                  <a:lnTo>
                    <a:pt x="292232" y="278041"/>
                  </a:lnTo>
                  <a:lnTo>
                    <a:pt x="295686" y="274020"/>
                  </a:lnTo>
                  <a:lnTo>
                    <a:pt x="299011" y="269891"/>
                  </a:lnTo>
                  <a:lnTo>
                    <a:pt x="302203" y="265659"/>
                  </a:lnTo>
                  <a:lnTo>
                    <a:pt x="305259" y="261328"/>
                  </a:lnTo>
                  <a:lnTo>
                    <a:pt x="308177" y="256902"/>
                  </a:lnTo>
                  <a:lnTo>
                    <a:pt x="310953" y="252386"/>
                  </a:lnTo>
                  <a:lnTo>
                    <a:pt x="313584" y="247784"/>
                  </a:lnTo>
                  <a:lnTo>
                    <a:pt x="316067" y="243101"/>
                  </a:lnTo>
                  <a:lnTo>
                    <a:pt x="318402" y="238342"/>
                  </a:lnTo>
                  <a:lnTo>
                    <a:pt x="320584" y="233511"/>
                  </a:lnTo>
                  <a:lnTo>
                    <a:pt x="322611" y="228613"/>
                  </a:lnTo>
                  <a:lnTo>
                    <a:pt x="324483" y="223654"/>
                  </a:lnTo>
                  <a:lnTo>
                    <a:pt x="326196" y="218637"/>
                  </a:lnTo>
                  <a:lnTo>
                    <a:pt x="327749" y="213569"/>
                  </a:lnTo>
                  <a:lnTo>
                    <a:pt x="329141" y="208454"/>
                  </a:lnTo>
                  <a:lnTo>
                    <a:pt x="330370" y="203298"/>
                  </a:lnTo>
                  <a:lnTo>
                    <a:pt x="331435" y="198105"/>
                  </a:lnTo>
                  <a:lnTo>
                    <a:pt x="332335" y="192881"/>
                  </a:lnTo>
                  <a:lnTo>
                    <a:pt x="333069" y="187631"/>
                  </a:lnTo>
                  <a:lnTo>
                    <a:pt x="333635" y="182360"/>
                  </a:lnTo>
                  <a:lnTo>
                    <a:pt x="334035" y="177074"/>
                  </a:lnTo>
                  <a:lnTo>
                    <a:pt x="334267" y="171779"/>
                  </a:lnTo>
                  <a:lnTo>
                    <a:pt x="334330" y="166478"/>
                  </a:lnTo>
                  <a:lnTo>
                    <a:pt x="334226" y="161178"/>
                  </a:lnTo>
                  <a:lnTo>
                    <a:pt x="333953" y="155884"/>
                  </a:lnTo>
                  <a:lnTo>
                    <a:pt x="333513" y="150602"/>
                  </a:lnTo>
                  <a:lnTo>
                    <a:pt x="332905" y="145336"/>
                  </a:lnTo>
                  <a:lnTo>
                    <a:pt x="332131" y="140092"/>
                  </a:lnTo>
                  <a:lnTo>
                    <a:pt x="331191" y="134875"/>
                  </a:lnTo>
                  <a:lnTo>
                    <a:pt x="330086" y="129690"/>
                  </a:lnTo>
                  <a:lnTo>
                    <a:pt x="328818" y="124543"/>
                  </a:lnTo>
                  <a:lnTo>
                    <a:pt x="327386" y="119439"/>
                  </a:lnTo>
                  <a:lnTo>
                    <a:pt x="325794" y="114383"/>
                  </a:lnTo>
                  <a:lnTo>
                    <a:pt x="324042" y="109380"/>
                  </a:lnTo>
                  <a:lnTo>
                    <a:pt x="322132" y="104435"/>
                  </a:lnTo>
                  <a:lnTo>
                    <a:pt x="320067" y="99553"/>
                  </a:lnTo>
                  <a:lnTo>
                    <a:pt x="317848" y="94739"/>
                  </a:lnTo>
                  <a:lnTo>
                    <a:pt x="315477" y="89998"/>
                  </a:lnTo>
                  <a:lnTo>
                    <a:pt x="312957" y="85335"/>
                  </a:lnTo>
                  <a:lnTo>
                    <a:pt x="310290" y="80753"/>
                  </a:lnTo>
                  <a:lnTo>
                    <a:pt x="307480" y="76259"/>
                  </a:lnTo>
                  <a:lnTo>
                    <a:pt x="304529" y="71855"/>
                  </a:lnTo>
                  <a:lnTo>
                    <a:pt x="301439" y="67548"/>
                  </a:lnTo>
                  <a:lnTo>
                    <a:pt x="298214" y="63341"/>
                  </a:lnTo>
                  <a:lnTo>
                    <a:pt x="294858" y="59238"/>
                  </a:lnTo>
                  <a:lnTo>
                    <a:pt x="291373" y="55243"/>
                  </a:lnTo>
                  <a:lnTo>
                    <a:pt x="287763" y="51361"/>
                  </a:lnTo>
                  <a:lnTo>
                    <a:pt x="284032" y="47596"/>
                  </a:lnTo>
                  <a:lnTo>
                    <a:pt x="280184" y="43950"/>
                  </a:lnTo>
                  <a:lnTo>
                    <a:pt x="276222" y="40429"/>
                  </a:lnTo>
                  <a:lnTo>
                    <a:pt x="272150" y="37035"/>
                  </a:lnTo>
                  <a:lnTo>
                    <a:pt x="267972" y="33772"/>
                  </a:lnTo>
                  <a:lnTo>
                    <a:pt x="263694" y="30642"/>
                  </a:lnTo>
                  <a:lnTo>
                    <a:pt x="259318" y="27650"/>
                  </a:lnTo>
                  <a:lnTo>
                    <a:pt x="254849" y="24799"/>
                  </a:lnTo>
                  <a:lnTo>
                    <a:pt x="250293" y="22090"/>
                  </a:lnTo>
                  <a:lnTo>
                    <a:pt x="167164" y="1671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83128" cy="167167"/>
            </a:xfrm>
            <a:custGeom>
              <a:avLst/>
              <a:pathLst>
                <a:path w="83128" h="167167">
                  <a:moveTo>
                    <a:pt x="83128" y="22134"/>
                  </a:moveTo>
                  <a:lnTo>
                    <a:pt x="78047" y="19338"/>
                  </a:lnTo>
                  <a:lnTo>
                    <a:pt x="72872" y="16719"/>
                  </a:lnTo>
                  <a:lnTo>
                    <a:pt x="67609" y="14282"/>
                  </a:lnTo>
                  <a:lnTo>
                    <a:pt x="62264" y="12028"/>
                  </a:lnTo>
                  <a:lnTo>
                    <a:pt x="56845" y="9962"/>
                  </a:lnTo>
                  <a:lnTo>
                    <a:pt x="51357" y="8084"/>
                  </a:lnTo>
                  <a:lnTo>
                    <a:pt x="45808" y="6398"/>
                  </a:lnTo>
                  <a:lnTo>
                    <a:pt x="40203" y="4906"/>
                  </a:lnTo>
                  <a:lnTo>
                    <a:pt x="34550" y="3609"/>
                  </a:lnTo>
                  <a:lnTo>
                    <a:pt x="28856" y="2509"/>
                  </a:lnTo>
                  <a:lnTo>
                    <a:pt x="23126" y="1607"/>
                  </a:lnTo>
                  <a:lnTo>
                    <a:pt x="17369" y="904"/>
                  </a:lnTo>
                  <a:lnTo>
                    <a:pt x="11591" y="402"/>
                  </a:lnTo>
                  <a:lnTo>
                    <a:pt x="579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8892" y="3170392"/>
              <a:ext cx="17088" cy="167167"/>
            </a:xfrm>
            <a:custGeom>
              <a:avLst/>
              <a:pathLst>
                <a:path w="17088" h="167167">
                  <a:moveTo>
                    <a:pt x="17088" y="0"/>
                  </a:moveTo>
                  <a:lnTo>
                    <a:pt x="8532" y="219"/>
                  </a:lnTo>
                  <a:lnTo>
                    <a:pt x="0" y="875"/>
                  </a:lnTo>
                  <a:lnTo>
                    <a:pt x="1708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8892" y="3171268"/>
              <a:ext cx="17088" cy="166291"/>
            </a:xfrm>
            <a:custGeom>
              <a:avLst/>
              <a:pathLst>
                <a:path w="17088" h="166291">
                  <a:moveTo>
                    <a:pt x="0" y="0"/>
                  </a:moveTo>
                  <a:lnTo>
                    <a:pt x="17088" y="1662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8892" y="3171268"/>
              <a:ext cx="17088" cy="166291"/>
            </a:xfrm>
            <a:custGeom>
              <a:avLst/>
              <a:pathLst>
                <a:path w="17088" h="166291">
                  <a:moveTo>
                    <a:pt x="0" y="0"/>
                  </a:moveTo>
                  <a:lnTo>
                    <a:pt x="17088" y="1662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8892" y="3171268"/>
              <a:ext cx="17088" cy="166291"/>
            </a:xfrm>
            <a:custGeom>
              <a:avLst/>
              <a:pathLst>
                <a:path w="17088" h="166291">
                  <a:moveTo>
                    <a:pt x="0" y="0"/>
                  </a:moveTo>
                  <a:lnTo>
                    <a:pt x="17088" y="1662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8892" y="3171268"/>
              <a:ext cx="17088" cy="166291"/>
            </a:xfrm>
            <a:custGeom>
              <a:avLst/>
              <a:pathLst>
                <a:path w="17088" h="166291">
                  <a:moveTo>
                    <a:pt x="0" y="0"/>
                  </a:moveTo>
                  <a:lnTo>
                    <a:pt x="17088" y="1662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8892" y="3171268"/>
              <a:ext cx="17088" cy="166291"/>
            </a:xfrm>
            <a:custGeom>
              <a:avLst/>
              <a:pathLst>
                <a:path w="17088" h="166291">
                  <a:moveTo>
                    <a:pt x="0" y="0"/>
                  </a:moveTo>
                  <a:lnTo>
                    <a:pt x="17088" y="1662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8892" y="3171268"/>
              <a:ext cx="17088" cy="166291"/>
            </a:xfrm>
            <a:custGeom>
              <a:avLst/>
              <a:pathLst>
                <a:path w="17088" h="166291">
                  <a:moveTo>
                    <a:pt x="0" y="0"/>
                  </a:moveTo>
                  <a:lnTo>
                    <a:pt x="17088" y="1662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8892" y="3171268"/>
              <a:ext cx="17088" cy="166291"/>
            </a:xfrm>
            <a:custGeom>
              <a:avLst/>
              <a:pathLst>
                <a:path w="17088" h="166291">
                  <a:moveTo>
                    <a:pt x="0" y="0"/>
                  </a:moveTo>
                  <a:lnTo>
                    <a:pt x="17088" y="1662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8892" y="3171268"/>
              <a:ext cx="17088" cy="166291"/>
            </a:xfrm>
            <a:custGeom>
              <a:avLst/>
              <a:pathLst>
                <a:path w="17088" h="166291">
                  <a:moveTo>
                    <a:pt x="0" y="0"/>
                  </a:moveTo>
                  <a:lnTo>
                    <a:pt x="17088" y="1662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8892" y="3171268"/>
              <a:ext cx="17088" cy="166291"/>
            </a:xfrm>
            <a:custGeom>
              <a:avLst/>
              <a:pathLst>
                <a:path w="17088" h="166291">
                  <a:moveTo>
                    <a:pt x="0" y="0"/>
                  </a:moveTo>
                  <a:lnTo>
                    <a:pt x="17088" y="1662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8892" y="3171268"/>
              <a:ext cx="17088" cy="166291"/>
            </a:xfrm>
            <a:custGeom>
              <a:avLst/>
              <a:pathLst>
                <a:path w="17088" h="166291">
                  <a:moveTo>
                    <a:pt x="0" y="0"/>
                  </a:moveTo>
                  <a:lnTo>
                    <a:pt x="17088" y="1662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8892" y="3171268"/>
              <a:ext cx="17088" cy="166291"/>
            </a:xfrm>
            <a:custGeom>
              <a:avLst/>
              <a:pathLst>
                <a:path w="17088" h="166291">
                  <a:moveTo>
                    <a:pt x="0" y="0"/>
                  </a:moveTo>
                  <a:lnTo>
                    <a:pt x="17088" y="1662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8892" y="3171268"/>
              <a:ext cx="17088" cy="166291"/>
            </a:xfrm>
            <a:custGeom>
              <a:avLst/>
              <a:pathLst>
                <a:path w="17088" h="166291">
                  <a:moveTo>
                    <a:pt x="0" y="0"/>
                  </a:moveTo>
                  <a:lnTo>
                    <a:pt x="17088" y="1662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358825" y="3171268"/>
              <a:ext cx="334309" cy="333459"/>
            </a:xfrm>
            <a:custGeom>
              <a:avLst/>
              <a:pathLst>
                <a:path w="334309" h="333459">
                  <a:moveTo>
                    <a:pt x="150067" y="0"/>
                  </a:moveTo>
                  <a:lnTo>
                    <a:pt x="144811" y="624"/>
                  </a:lnTo>
                  <a:lnTo>
                    <a:pt x="139578" y="1414"/>
                  </a:lnTo>
                  <a:lnTo>
                    <a:pt x="134372" y="2370"/>
                  </a:lnTo>
                  <a:lnTo>
                    <a:pt x="129199" y="3490"/>
                  </a:lnTo>
                  <a:lnTo>
                    <a:pt x="124064" y="4773"/>
                  </a:lnTo>
                  <a:lnTo>
                    <a:pt x="118973" y="6218"/>
                  </a:lnTo>
                  <a:lnTo>
                    <a:pt x="113930" y="7824"/>
                  </a:lnTo>
                  <a:lnTo>
                    <a:pt x="108940" y="9588"/>
                  </a:lnTo>
                  <a:lnTo>
                    <a:pt x="104008" y="11509"/>
                  </a:lnTo>
                  <a:lnTo>
                    <a:pt x="99140" y="13586"/>
                  </a:lnTo>
                  <a:lnTo>
                    <a:pt x="94340" y="15816"/>
                  </a:lnTo>
                  <a:lnTo>
                    <a:pt x="89613" y="18196"/>
                  </a:lnTo>
                  <a:lnTo>
                    <a:pt x="84963" y="20725"/>
                  </a:lnTo>
                  <a:lnTo>
                    <a:pt x="80396" y="23400"/>
                  </a:lnTo>
                  <a:lnTo>
                    <a:pt x="75916" y="26218"/>
                  </a:lnTo>
                  <a:lnTo>
                    <a:pt x="71528" y="29177"/>
                  </a:lnTo>
                  <a:lnTo>
                    <a:pt x="67235" y="32273"/>
                  </a:lnTo>
                  <a:lnTo>
                    <a:pt x="63042" y="35503"/>
                  </a:lnTo>
                  <a:lnTo>
                    <a:pt x="58954" y="38865"/>
                  </a:lnTo>
                  <a:lnTo>
                    <a:pt x="54975" y="42354"/>
                  </a:lnTo>
                  <a:lnTo>
                    <a:pt x="51107" y="45967"/>
                  </a:lnTo>
                  <a:lnTo>
                    <a:pt x="47356" y="49701"/>
                  </a:lnTo>
                  <a:lnTo>
                    <a:pt x="43726" y="53552"/>
                  </a:lnTo>
                  <a:lnTo>
                    <a:pt x="40218" y="57516"/>
                  </a:lnTo>
                  <a:lnTo>
                    <a:pt x="36839" y="61589"/>
                  </a:lnTo>
                  <a:lnTo>
                    <a:pt x="33589" y="65767"/>
                  </a:lnTo>
                  <a:lnTo>
                    <a:pt x="30474" y="70046"/>
                  </a:lnTo>
                  <a:lnTo>
                    <a:pt x="27496" y="74421"/>
                  </a:lnTo>
                  <a:lnTo>
                    <a:pt x="24657" y="78888"/>
                  </a:lnTo>
                  <a:lnTo>
                    <a:pt x="21962" y="83443"/>
                  </a:lnTo>
                  <a:lnTo>
                    <a:pt x="19412" y="88081"/>
                  </a:lnTo>
                  <a:lnTo>
                    <a:pt x="17010" y="92797"/>
                  </a:lnTo>
                  <a:lnTo>
                    <a:pt x="14759" y="97587"/>
                  </a:lnTo>
                  <a:lnTo>
                    <a:pt x="12660" y="102446"/>
                  </a:lnTo>
                  <a:lnTo>
                    <a:pt x="10716" y="107369"/>
                  </a:lnTo>
                  <a:lnTo>
                    <a:pt x="8929" y="112351"/>
                  </a:lnTo>
                  <a:lnTo>
                    <a:pt x="7301" y="117387"/>
                  </a:lnTo>
                  <a:lnTo>
                    <a:pt x="5833" y="122472"/>
                  </a:lnTo>
                  <a:lnTo>
                    <a:pt x="4527" y="127601"/>
                  </a:lnTo>
                  <a:lnTo>
                    <a:pt x="3383" y="132768"/>
                  </a:lnTo>
                  <a:lnTo>
                    <a:pt x="2404" y="137970"/>
                  </a:lnTo>
                  <a:lnTo>
                    <a:pt x="1590" y="143199"/>
                  </a:lnTo>
                  <a:lnTo>
                    <a:pt x="942" y="148452"/>
                  </a:lnTo>
                  <a:lnTo>
                    <a:pt x="461" y="153723"/>
                  </a:lnTo>
                  <a:lnTo>
                    <a:pt x="146" y="159006"/>
                  </a:lnTo>
                  <a:lnTo>
                    <a:pt x="0" y="164297"/>
                  </a:lnTo>
                  <a:lnTo>
                    <a:pt x="20" y="169590"/>
                  </a:lnTo>
                  <a:lnTo>
                    <a:pt x="208" y="174879"/>
                  </a:lnTo>
                  <a:lnTo>
                    <a:pt x="564" y="180160"/>
                  </a:lnTo>
                  <a:lnTo>
                    <a:pt x="1086" y="185426"/>
                  </a:lnTo>
                  <a:lnTo>
                    <a:pt x="1775" y="190674"/>
                  </a:lnTo>
                  <a:lnTo>
                    <a:pt x="2630" y="195897"/>
                  </a:lnTo>
                  <a:lnTo>
                    <a:pt x="3650" y="201091"/>
                  </a:lnTo>
                  <a:lnTo>
                    <a:pt x="4833" y="206249"/>
                  </a:lnTo>
                  <a:lnTo>
                    <a:pt x="6180" y="211368"/>
                  </a:lnTo>
                  <a:lnTo>
                    <a:pt x="7687" y="216441"/>
                  </a:lnTo>
                  <a:lnTo>
                    <a:pt x="9355" y="221464"/>
                  </a:lnTo>
                  <a:lnTo>
                    <a:pt x="11181" y="226432"/>
                  </a:lnTo>
                  <a:lnTo>
                    <a:pt x="13163" y="231340"/>
                  </a:lnTo>
                  <a:lnTo>
                    <a:pt x="15299" y="236182"/>
                  </a:lnTo>
                  <a:lnTo>
                    <a:pt x="17588" y="240954"/>
                  </a:lnTo>
                  <a:lnTo>
                    <a:pt x="20026" y="245652"/>
                  </a:lnTo>
                  <a:lnTo>
                    <a:pt x="22612" y="250270"/>
                  </a:lnTo>
                  <a:lnTo>
                    <a:pt x="25343" y="254803"/>
                  </a:lnTo>
                  <a:lnTo>
                    <a:pt x="28216" y="259248"/>
                  </a:lnTo>
                  <a:lnTo>
                    <a:pt x="31229" y="263600"/>
                  </a:lnTo>
                  <a:lnTo>
                    <a:pt x="34378" y="267854"/>
                  </a:lnTo>
                  <a:lnTo>
                    <a:pt x="37659" y="272007"/>
                  </a:lnTo>
                  <a:lnTo>
                    <a:pt x="41071" y="276053"/>
                  </a:lnTo>
                  <a:lnTo>
                    <a:pt x="44609" y="279990"/>
                  </a:lnTo>
                  <a:lnTo>
                    <a:pt x="48269" y="283812"/>
                  </a:lnTo>
                  <a:lnTo>
                    <a:pt x="52049" y="287517"/>
                  </a:lnTo>
                  <a:lnTo>
                    <a:pt x="55945" y="291100"/>
                  </a:lnTo>
                  <a:lnTo>
                    <a:pt x="59952" y="294558"/>
                  </a:lnTo>
                  <a:lnTo>
                    <a:pt x="64066" y="297887"/>
                  </a:lnTo>
                  <a:lnTo>
                    <a:pt x="68283" y="301085"/>
                  </a:lnTo>
                  <a:lnTo>
                    <a:pt x="72600" y="304147"/>
                  </a:lnTo>
                  <a:lnTo>
                    <a:pt x="77012" y="307072"/>
                  </a:lnTo>
                  <a:lnTo>
                    <a:pt x="81514" y="309855"/>
                  </a:lnTo>
                  <a:lnTo>
                    <a:pt x="86101" y="312494"/>
                  </a:lnTo>
                  <a:lnTo>
                    <a:pt x="90770" y="314987"/>
                  </a:lnTo>
                  <a:lnTo>
                    <a:pt x="95516" y="317330"/>
                  </a:lnTo>
                  <a:lnTo>
                    <a:pt x="100333" y="319522"/>
                  </a:lnTo>
                  <a:lnTo>
                    <a:pt x="105217" y="321561"/>
                  </a:lnTo>
                  <a:lnTo>
                    <a:pt x="110164" y="323444"/>
                  </a:lnTo>
                  <a:lnTo>
                    <a:pt x="115167" y="325169"/>
                  </a:lnTo>
                  <a:lnTo>
                    <a:pt x="120223" y="326735"/>
                  </a:lnTo>
                  <a:lnTo>
                    <a:pt x="125326" y="328141"/>
                  </a:lnTo>
                  <a:lnTo>
                    <a:pt x="130470" y="329384"/>
                  </a:lnTo>
                  <a:lnTo>
                    <a:pt x="135652" y="330463"/>
                  </a:lnTo>
                  <a:lnTo>
                    <a:pt x="140865" y="331378"/>
                  </a:lnTo>
                  <a:lnTo>
                    <a:pt x="146104" y="332128"/>
                  </a:lnTo>
                  <a:lnTo>
                    <a:pt x="151365" y="332711"/>
                  </a:lnTo>
                  <a:lnTo>
                    <a:pt x="156641" y="333128"/>
                  </a:lnTo>
                  <a:lnTo>
                    <a:pt x="161928" y="333377"/>
                  </a:lnTo>
                  <a:lnTo>
                    <a:pt x="167220" y="333459"/>
                  </a:lnTo>
                  <a:lnTo>
                    <a:pt x="172512" y="333373"/>
                  </a:lnTo>
                  <a:lnTo>
                    <a:pt x="177798" y="333120"/>
                  </a:lnTo>
                  <a:lnTo>
                    <a:pt x="183074" y="332699"/>
                  </a:lnTo>
                  <a:lnTo>
                    <a:pt x="188334" y="332112"/>
                  </a:lnTo>
                  <a:lnTo>
                    <a:pt x="193573" y="331358"/>
                  </a:lnTo>
                  <a:lnTo>
                    <a:pt x="198785" y="330439"/>
                  </a:lnTo>
                  <a:lnTo>
                    <a:pt x="203966" y="329355"/>
                  </a:lnTo>
                  <a:lnTo>
                    <a:pt x="209109" y="328108"/>
                  </a:lnTo>
                  <a:lnTo>
                    <a:pt x="214211" y="326699"/>
                  </a:lnTo>
                  <a:lnTo>
                    <a:pt x="219265" y="325129"/>
                  </a:lnTo>
                  <a:lnTo>
                    <a:pt x="224268" y="323400"/>
                  </a:lnTo>
                  <a:lnTo>
                    <a:pt x="229213" y="321513"/>
                  </a:lnTo>
                  <a:lnTo>
                    <a:pt x="234095" y="319471"/>
                  </a:lnTo>
                  <a:lnTo>
                    <a:pt x="238911" y="317275"/>
                  </a:lnTo>
                  <a:lnTo>
                    <a:pt x="243655" y="314928"/>
                  </a:lnTo>
                  <a:lnTo>
                    <a:pt x="248322" y="312431"/>
                  </a:lnTo>
                  <a:lnTo>
                    <a:pt x="252907" y="309789"/>
                  </a:lnTo>
                  <a:lnTo>
                    <a:pt x="257407" y="307002"/>
                  </a:lnTo>
                  <a:lnTo>
                    <a:pt x="261816" y="304074"/>
                  </a:lnTo>
                  <a:lnTo>
                    <a:pt x="266131" y="301009"/>
                  </a:lnTo>
                  <a:lnTo>
                    <a:pt x="270346" y="297808"/>
                  </a:lnTo>
                  <a:lnTo>
                    <a:pt x="274458" y="294475"/>
                  </a:lnTo>
                  <a:lnTo>
                    <a:pt x="278462" y="291014"/>
                  </a:lnTo>
                  <a:lnTo>
                    <a:pt x="282354" y="287428"/>
                  </a:lnTo>
                  <a:lnTo>
                    <a:pt x="286131" y="283720"/>
                  </a:lnTo>
                  <a:lnTo>
                    <a:pt x="289789" y="279895"/>
                  </a:lnTo>
                  <a:lnTo>
                    <a:pt x="293324" y="275956"/>
                  </a:lnTo>
                  <a:lnTo>
                    <a:pt x="296733" y="271907"/>
                  </a:lnTo>
                  <a:lnTo>
                    <a:pt x="300011" y="267752"/>
                  </a:lnTo>
                  <a:lnTo>
                    <a:pt x="303156" y="263495"/>
                  </a:lnTo>
                  <a:lnTo>
                    <a:pt x="306165" y="259141"/>
                  </a:lnTo>
                  <a:lnTo>
                    <a:pt x="309035" y="254694"/>
                  </a:lnTo>
                  <a:lnTo>
                    <a:pt x="311763" y="250158"/>
                  </a:lnTo>
                  <a:lnTo>
                    <a:pt x="314345" y="245538"/>
                  </a:lnTo>
                  <a:lnTo>
                    <a:pt x="316780" y="240839"/>
                  </a:lnTo>
                  <a:lnTo>
                    <a:pt x="319065" y="236065"/>
                  </a:lnTo>
                  <a:lnTo>
                    <a:pt x="321198" y="231221"/>
                  </a:lnTo>
                  <a:lnTo>
                    <a:pt x="323176" y="226312"/>
                  </a:lnTo>
                  <a:lnTo>
                    <a:pt x="324998" y="221343"/>
                  </a:lnTo>
                  <a:lnTo>
                    <a:pt x="326661" y="216318"/>
                  </a:lnTo>
                  <a:lnTo>
                    <a:pt x="328165" y="211244"/>
                  </a:lnTo>
                  <a:lnTo>
                    <a:pt x="329507" y="206124"/>
                  </a:lnTo>
                  <a:lnTo>
                    <a:pt x="330687" y="200964"/>
                  </a:lnTo>
                  <a:lnTo>
                    <a:pt x="331703" y="195770"/>
                  </a:lnTo>
                  <a:lnTo>
                    <a:pt x="332554" y="190546"/>
                  </a:lnTo>
                  <a:lnTo>
                    <a:pt x="333238" y="185298"/>
                  </a:lnTo>
                  <a:lnTo>
                    <a:pt x="333757" y="180031"/>
                  </a:lnTo>
                  <a:lnTo>
                    <a:pt x="334108" y="174750"/>
                  </a:lnTo>
                  <a:lnTo>
                    <a:pt x="334292" y="169460"/>
                  </a:lnTo>
                  <a:lnTo>
                    <a:pt x="334309" y="164168"/>
                  </a:lnTo>
                  <a:lnTo>
                    <a:pt x="334158" y="158877"/>
                  </a:lnTo>
                  <a:lnTo>
                    <a:pt x="333840" y="153594"/>
                  </a:lnTo>
                  <a:lnTo>
                    <a:pt x="333354" y="148324"/>
                  </a:lnTo>
                  <a:lnTo>
                    <a:pt x="332702" y="143071"/>
                  </a:lnTo>
                  <a:lnTo>
                    <a:pt x="331884" y="137842"/>
                  </a:lnTo>
                  <a:lnTo>
                    <a:pt x="330901" y="132642"/>
                  </a:lnTo>
                  <a:lnTo>
                    <a:pt x="329753" y="127475"/>
                  </a:lnTo>
                  <a:lnTo>
                    <a:pt x="328443" y="122347"/>
                  </a:lnTo>
                  <a:lnTo>
                    <a:pt x="326971" y="117263"/>
                  </a:lnTo>
                  <a:lnTo>
                    <a:pt x="325339" y="112228"/>
                  </a:lnTo>
                  <a:lnTo>
                    <a:pt x="323548" y="107248"/>
                  </a:lnTo>
                  <a:lnTo>
                    <a:pt x="321601" y="102326"/>
                  </a:lnTo>
                  <a:lnTo>
                    <a:pt x="319498" y="97469"/>
                  </a:lnTo>
                  <a:lnTo>
                    <a:pt x="317243" y="92681"/>
                  </a:lnTo>
                  <a:lnTo>
                    <a:pt x="314838" y="87967"/>
                  </a:lnTo>
                  <a:lnTo>
                    <a:pt x="312284" y="83331"/>
                  </a:lnTo>
                  <a:lnTo>
                    <a:pt x="309585" y="78778"/>
                  </a:lnTo>
                  <a:lnTo>
                    <a:pt x="306743" y="74313"/>
                  </a:lnTo>
                  <a:lnTo>
                    <a:pt x="303762" y="69940"/>
                  </a:lnTo>
                  <a:lnTo>
                    <a:pt x="300643" y="65664"/>
                  </a:lnTo>
                  <a:lnTo>
                    <a:pt x="297391" y="61488"/>
                  </a:lnTo>
                  <a:lnTo>
                    <a:pt x="294008" y="57418"/>
                  </a:lnTo>
                  <a:lnTo>
                    <a:pt x="290497" y="53457"/>
                  </a:lnTo>
                  <a:lnTo>
                    <a:pt x="286864" y="49609"/>
                  </a:lnTo>
                  <a:lnTo>
                    <a:pt x="167155" y="1662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119708" cy="167167"/>
            </a:xfrm>
            <a:custGeom>
              <a:avLst/>
              <a:pathLst>
                <a:path w="119708" h="167167">
                  <a:moveTo>
                    <a:pt x="119708" y="50484"/>
                  </a:moveTo>
                  <a:lnTo>
                    <a:pt x="115762" y="46568"/>
                  </a:lnTo>
                  <a:lnTo>
                    <a:pt x="111688" y="42786"/>
                  </a:lnTo>
                  <a:lnTo>
                    <a:pt x="107490" y="39141"/>
                  </a:lnTo>
                  <a:lnTo>
                    <a:pt x="103173" y="35637"/>
                  </a:lnTo>
                  <a:lnTo>
                    <a:pt x="98743" y="32279"/>
                  </a:lnTo>
                  <a:lnTo>
                    <a:pt x="94203" y="29070"/>
                  </a:lnTo>
                  <a:lnTo>
                    <a:pt x="89559" y="26014"/>
                  </a:lnTo>
                  <a:lnTo>
                    <a:pt x="84816" y="23114"/>
                  </a:lnTo>
                  <a:lnTo>
                    <a:pt x="79979" y="20374"/>
                  </a:lnTo>
                  <a:lnTo>
                    <a:pt x="75053" y="17795"/>
                  </a:lnTo>
                  <a:lnTo>
                    <a:pt x="70045" y="15382"/>
                  </a:lnTo>
                  <a:lnTo>
                    <a:pt x="64959" y="13137"/>
                  </a:lnTo>
                  <a:lnTo>
                    <a:pt x="59801" y="11062"/>
                  </a:lnTo>
                  <a:lnTo>
                    <a:pt x="54577" y="9160"/>
                  </a:lnTo>
                  <a:lnTo>
                    <a:pt x="49293" y="7432"/>
                  </a:lnTo>
                  <a:lnTo>
                    <a:pt x="43954" y="5882"/>
                  </a:lnTo>
                  <a:lnTo>
                    <a:pt x="38567" y="4509"/>
                  </a:lnTo>
                  <a:lnTo>
                    <a:pt x="33137" y="3317"/>
                  </a:lnTo>
                  <a:lnTo>
                    <a:pt x="27670" y="2306"/>
                  </a:lnTo>
                  <a:lnTo>
                    <a:pt x="22173" y="1477"/>
                  </a:lnTo>
                  <a:lnTo>
                    <a:pt x="16651" y="831"/>
                  </a:lnTo>
                  <a:lnTo>
                    <a:pt x="11111" y="369"/>
                  </a:lnTo>
                  <a:lnTo>
                    <a:pt x="5558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308" y="3707720"/>
              <a:ext cx="4440" cy="167167"/>
            </a:xfrm>
            <a:custGeom>
              <a:avLst/>
              <a:pathLst>
                <a:path w="4440" h="167167">
                  <a:moveTo>
                    <a:pt x="4440" y="0"/>
                  </a:moveTo>
                  <a:lnTo>
                    <a:pt x="0" y="58"/>
                  </a:lnTo>
                  <a:lnTo>
                    <a:pt x="444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308" y="3707779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308" y="3707779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308" y="3707779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308" y="3707779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308" y="3707779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308" y="3707779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308" y="3707779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308" y="3707779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308" y="3707779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308" y="3707779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308" y="3707779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423582" y="3707779"/>
              <a:ext cx="334323" cy="334264"/>
            </a:xfrm>
            <a:custGeom>
              <a:avLst/>
              <a:pathLst>
                <a:path w="334323" h="334264">
                  <a:moveTo>
                    <a:pt x="162725" y="0"/>
                  </a:moveTo>
                  <a:lnTo>
                    <a:pt x="157451" y="223"/>
                  </a:lnTo>
                  <a:lnTo>
                    <a:pt x="152185" y="613"/>
                  </a:lnTo>
                  <a:lnTo>
                    <a:pt x="146935" y="1169"/>
                  </a:lnTo>
                  <a:lnTo>
                    <a:pt x="141705" y="1891"/>
                  </a:lnTo>
                  <a:lnTo>
                    <a:pt x="136500" y="2777"/>
                  </a:lnTo>
                  <a:lnTo>
                    <a:pt x="131326" y="3828"/>
                  </a:lnTo>
                  <a:lnTo>
                    <a:pt x="126188" y="5041"/>
                  </a:lnTo>
                  <a:lnTo>
                    <a:pt x="121090" y="6416"/>
                  </a:lnTo>
                  <a:lnTo>
                    <a:pt x="116039" y="7951"/>
                  </a:lnTo>
                  <a:lnTo>
                    <a:pt x="111038" y="9645"/>
                  </a:lnTo>
                  <a:lnTo>
                    <a:pt x="106094" y="11496"/>
                  </a:lnTo>
                  <a:lnTo>
                    <a:pt x="101210" y="13502"/>
                  </a:lnTo>
                  <a:lnTo>
                    <a:pt x="96393" y="15661"/>
                  </a:lnTo>
                  <a:lnTo>
                    <a:pt x="91645" y="17972"/>
                  </a:lnTo>
                  <a:lnTo>
                    <a:pt x="86973" y="20431"/>
                  </a:lnTo>
                  <a:lnTo>
                    <a:pt x="82382" y="23037"/>
                  </a:lnTo>
                  <a:lnTo>
                    <a:pt x="77874" y="25786"/>
                  </a:lnTo>
                  <a:lnTo>
                    <a:pt x="73456" y="28676"/>
                  </a:lnTo>
                  <a:lnTo>
                    <a:pt x="69131" y="31704"/>
                  </a:lnTo>
                  <a:lnTo>
                    <a:pt x="64904" y="34868"/>
                  </a:lnTo>
                  <a:lnTo>
                    <a:pt x="60779" y="38163"/>
                  </a:lnTo>
                  <a:lnTo>
                    <a:pt x="56760" y="41587"/>
                  </a:lnTo>
                  <a:lnTo>
                    <a:pt x="52851" y="45136"/>
                  </a:lnTo>
                  <a:lnTo>
                    <a:pt x="49057" y="48807"/>
                  </a:lnTo>
                  <a:lnTo>
                    <a:pt x="45380" y="52596"/>
                  </a:lnTo>
                  <a:lnTo>
                    <a:pt x="41824" y="56499"/>
                  </a:lnTo>
                  <a:lnTo>
                    <a:pt x="38394" y="60512"/>
                  </a:lnTo>
                  <a:lnTo>
                    <a:pt x="35092" y="64631"/>
                  </a:lnTo>
                  <a:lnTo>
                    <a:pt x="31922" y="68853"/>
                  </a:lnTo>
                  <a:lnTo>
                    <a:pt x="28886" y="73173"/>
                  </a:lnTo>
                  <a:lnTo>
                    <a:pt x="25989" y="77587"/>
                  </a:lnTo>
                  <a:lnTo>
                    <a:pt x="23233" y="82090"/>
                  </a:lnTo>
                  <a:lnTo>
                    <a:pt x="20620" y="86677"/>
                  </a:lnTo>
                  <a:lnTo>
                    <a:pt x="18153" y="91345"/>
                  </a:lnTo>
                  <a:lnTo>
                    <a:pt x="15835" y="96089"/>
                  </a:lnTo>
                  <a:lnTo>
                    <a:pt x="13667" y="100903"/>
                  </a:lnTo>
                  <a:lnTo>
                    <a:pt x="11653" y="105783"/>
                  </a:lnTo>
                  <a:lnTo>
                    <a:pt x="9794" y="110725"/>
                  </a:lnTo>
                  <a:lnTo>
                    <a:pt x="8092" y="115723"/>
                  </a:lnTo>
                  <a:lnTo>
                    <a:pt x="6549" y="120772"/>
                  </a:lnTo>
                  <a:lnTo>
                    <a:pt x="5166" y="125867"/>
                  </a:lnTo>
                  <a:lnTo>
                    <a:pt x="3944" y="131003"/>
                  </a:lnTo>
                  <a:lnTo>
                    <a:pt x="2885" y="136176"/>
                  </a:lnTo>
                  <a:lnTo>
                    <a:pt x="1990" y="141379"/>
                  </a:lnTo>
                  <a:lnTo>
                    <a:pt x="1260" y="146608"/>
                  </a:lnTo>
                  <a:lnTo>
                    <a:pt x="696" y="151857"/>
                  </a:lnTo>
                  <a:lnTo>
                    <a:pt x="297" y="157122"/>
                  </a:lnTo>
                  <a:lnTo>
                    <a:pt x="65" y="162396"/>
                  </a:lnTo>
                  <a:lnTo>
                    <a:pt x="0" y="167675"/>
                  </a:lnTo>
                  <a:lnTo>
                    <a:pt x="101" y="172954"/>
                  </a:lnTo>
                  <a:lnTo>
                    <a:pt x="369" y="178227"/>
                  </a:lnTo>
                  <a:lnTo>
                    <a:pt x="803" y="183489"/>
                  </a:lnTo>
                  <a:lnTo>
                    <a:pt x="1403" y="188734"/>
                  </a:lnTo>
                  <a:lnTo>
                    <a:pt x="2169" y="193958"/>
                  </a:lnTo>
                  <a:lnTo>
                    <a:pt x="3099" y="199155"/>
                  </a:lnTo>
                  <a:lnTo>
                    <a:pt x="4193" y="204320"/>
                  </a:lnTo>
                  <a:lnTo>
                    <a:pt x="5449" y="209448"/>
                  </a:lnTo>
                  <a:lnTo>
                    <a:pt x="6867" y="214534"/>
                  </a:lnTo>
                  <a:lnTo>
                    <a:pt x="8445" y="219572"/>
                  </a:lnTo>
                  <a:lnTo>
                    <a:pt x="10180" y="224558"/>
                  </a:lnTo>
                  <a:lnTo>
                    <a:pt x="12073" y="229487"/>
                  </a:lnTo>
                  <a:lnTo>
                    <a:pt x="14120" y="234353"/>
                  </a:lnTo>
                  <a:lnTo>
                    <a:pt x="16320" y="239153"/>
                  </a:lnTo>
                  <a:lnTo>
                    <a:pt x="18670" y="243880"/>
                  </a:lnTo>
                  <a:lnTo>
                    <a:pt x="21169" y="248531"/>
                  </a:lnTo>
                  <a:lnTo>
                    <a:pt x="23813" y="253101"/>
                  </a:lnTo>
                  <a:lnTo>
                    <a:pt x="26600" y="257585"/>
                  </a:lnTo>
                  <a:lnTo>
                    <a:pt x="29527" y="261979"/>
                  </a:lnTo>
                  <a:lnTo>
                    <a:pt x="32592" y="266278"/>
                  </a:lnTo>
                  <a:lnTo>
                    <a:pt x="35791" y="270479"/>
                  </a:lnTo>
                  <a:lnTo>
                    <a:pt x="39121" y="274576"/>
                  </a:lnTo>
                  <a:lnTo>
                    <a:pt x="42578" y="278566"/>
                  </a:lnTo>
                  <a:lnTo>
                    <a:pt x="46160" y="282444"/>
                  </a:lnTo>
                  <a:lnTo>
                    <a:pt x="49863" y="286208"/>
                  </a:lnTo>
                  <a:lnTo>
                    <a:pt x="53682" y="289853"/>
                  </a:lnTo>
                  <a:lnTo>
                    <a:pt x="57615" y="293376"/>
                  </a:lnTo>
                  <a:lnTo>
                    <a:pt x="61657" y="296772"/>
                  </a:lnTo>
                  <a:lnTo>
                    <a:pt x="65804" y="300039"/>
                  </a:lnTo>
                  <a:lnTo>
                    <a:pt x="70052" y="303174"/>
                  </a:lnTo>
                  <a:lnTo>
                    <a:pt x="74398" y="306173"/>
                  </a:lnTo>
                  <a:lnTo>
                    <a:pt x="78836" y="309033"/>
                  </a:lnTo>
                  <a:lnTo>
                    <a:pt x="83361" y="311751"/>
                  </a:lnTo>
                  <a:lnTo>
                    <a:pt x="87971" y="314326"/>
                  </a:lnTo>
                  <a:lnTo>
                    <a:pt x="92659" y="316753"/>
                  </a:lnTo>
                  <a:lnTo>
                    <a:pt x="97422" y="319031"/>
                  </a:lnTo>
                  <a:lnTo>
                    <a:pt x="102255" y="321158"/>
                  </a:lnTo>
                  <a:lnTo>
                    <a:pt x="107152" y="323131"/>
                  </a:lnTo>
                  <a:lnTo>
                    <a:pt x="112109" y="324949"/>
                  </a:lnTo>
                  <a:lnTo>
                    <a:pt x="117121" y="326608"/>
                  </a:lnTo>
                  <a:lnTo>
                    <a:pt x="122182" y="328109"/>
                  </a:lnTo>
                  <a:lnTo>
                    <a:pt x="127289" y="329450"/>
                  </a:lnTo>
                  <a:lnTo>
                    <a:pt x="132435" y="330628"/>
                  </a:lnTo>
                  <a:lnTo>
                    <a:pt x="137617" y="331643"/>
                  </a:lnTo>
                  <a:lnTo>
                    <a:pt x="142827" y="332494"/>
                  </a:lnTo>
                  <a:lnTo>
                    <a:pt x="148062" y="333180"/>
                  </a:lnTo>
                  <a:lnTo>
                    <a:pt x="153316" y="333701"/>
                  </a:lnTo>
                  <a:lnTo>
                    <a:pt x="158584" y="334055"/>
                  </a:lnTo>
                  <a:lnTo>
                    <a:pt x="163860" y="334243"/>
                  </a:lnTo>
                  <a:lnTo>
                    <a:pt x="169139" y="334264"/>
                  </a:lnTo>
                  <a:lnTo>
                    <a:pt x="174417" y="334118"/>
                  </a:lnTo>
                  <a:lnTo>
                    <a:pt x="179687" y="333806"/>
                  </a:lnTo>
                  <a:lnTo>
                    <a:pt x="184945" y="333327"/>
                  </a:lnTo>
                  <a:lnTo>
                    <a:pt x="190186" y="332683"/>
                  </a:lnTo>
                  <a:lnTo>
                    <a:pt x="195403" y="331873"/>
                  </a:lnTo>
                  <a:lnTo>
                    <a:pt x="200592" y="330900"/>
                  </a:lnTo>
                  <a:lnTo>
                    <a:pt x="205747" y="329762"/>
                  </a:lnTo>
                  <a:lnTo>
                    <a:pt x="210865" y="328463"/>
                  </a:lnTo>
                  <a:lnTo>
                    <a:pt x="215938" y="327002"/>
                  </a:lnTo>
                  <a:lnTo>
                    <a:pt x="220963" y="325382"/>
                  </a:lnTo>
                  <a:lnTo>
                    <a:pt x="225935" y="323605"/>
                  </a:lnTo>
                  <a:lnTo>
                    <a:pt x="230847" y="321671"/>
                  </a:lnTo>
                  <a:lnTo>
                    <a:pt x="235696" y="319583"/>
                  </a:lnTo>
                  <a:lnTo>
                    <a:pt x="240477" y="317343"/>
                  </a:lnTo>
                  <a:lnTo>
                    <a:pt x="245185" y="314952"/>
                  </a:lnTo>
                  <a:lnTo>
                    <a:pt x="249815" y="312415"/>
                  </a:lnTo>
                  <a:lnTo>
                    <a:pt x="254362" y="309733"/>
                  </a:lnTo>
                  <a:lnTo>
                    <a:pt x="258823" y="306908"/>
                  </a:lnTo>
                  <a:lnTo>
                    <a:pt x="263192" y="303944"/>
                  </a:lnTo>
                  <a:lnTo>
                    <a:pt x="267465" y="300843"/>
                  </a:lnTo>
                  <a:lnTo>
                    <a:pt x="271638" y="297609"/>
                  </a:lnTo>
                  <a:lnTo>
                    <a:pt x="275707" y="294245"/>
                  </a:lnTo>
                  <a:lnTo>
                    <a:pt x="279668" y="290754"/>
                  </a:lnTo>
                  <a:lnTo>
                    <a:pt x="283516" y="287140"/>
                  </a:lnTo>
                  <a:lnTo>
                    <a:pt x="287249" y="283405"/>
                  </a:lnTo>
                  <a:lnTo>
                    <a:pt x="290861" y="279555"/>
                  </a:lnTo>
                  <a:lnTo>
                    <a:pt x="294351" y="275593"/>
                  </a:lnTo>
                  <a:lnTo>
                    <a:pt x="297713" y="271523"/>
                  </a:lnTo>
                  <a:lnTo>
                    <a:pt x="300945" y="267348"/>
                  </a:lnTo>
                  <a:lnTo>
                    <a:pt x="304044" y="263073"/>
                  </a:lnTo>
                  <a:lnTo>
                    <a:pt x="307006" y="258703"/>
                  </a:lnTo>
                  <a:lnTo>
                    <a:pt x="309829" y="254241"/>
                  </a:lnTo>
                  <a:lnTo>
                    <a:pt x="312509" y="249693"/>
                  </a:lnTo>
                  <a:lnTo>
                    <a:pt x="315045" y="245062"/>
                  </a:lnTo>
                  <a:lnTo>
                    <a:pt x="317433" y="240353"/>
                  </a:lnTo>
                  <a:lnTo>
                    <a:pt x="319671" y="235571"/>
                  </a:lnTo>
                  <a:lnTo>
                    <a:pt x="321757" y="230721"/>
                  </a:lnTo>
                  <a:lnTo>
                    <a:pt x="323688" y="225808"/>
                  </a:lnTo>
                  <a:lnTo>
                    <a:pt x="325464" y="220836"/>
                  </a:lnTo>
                  <a:lnTo>
                    <a:pt x="327082" y="215810"/>
                  </a:lnTo>
                  <a:lnTo>
                    <a:pt x="328540" y="210736"/>
                  </a:lnTo>
                  <a:lnTo>
                    <a:pt x="329837" y="205618"/>
                  </a:lnTo>
                  <a:lnTo>
                    <a:pt x="330972" y="200462"/>
                  </a:lnTo>
                  <a:lnTo>
                    <a:pt x="331944" y="195272"/>
                  </a:lnTo>
                  <a:lnTo>
                    <a:pt x="332751" y="190055"/>
                  </a:lnTo>
                  <a:lnTo>
                    <a:pt x="333393" y="184814"/>
                  </a:lnTo>
                  <a:lnTo>
                    <a:pt x="333869" y="179556"/>
                  </a:lnTo>
                  <a:lnTo>
                    <a:pt x="334179" y="174286"/>
                  </a:lnTo>
                  <a:lnTo>
                    <a:pt x="334323" y="169008"/>
                  </a:lnTo>
                  <a:lnTo>
                    <a:pt x="334299" y="163728"/>
                  </a:lnTo>
                  <a:lnTo>
                    <a:pt x="334109" y="158452"/>
                  </a:lnTo>
                  <a:lnTo>
                    <a:pt x="333753" y="153185"/>
                  </a:lnTo>
                  <a:lnTo>
                    <a:pt x="333230" y="147931"/>
                  </a:lnTo>
                  <a:lnTo>
                    <a:pt x="332541" y="142696"/>
                  </a:lnTo>
                  <a:lnTo>
                    <a:pt x="331688" y="137486"/>
                  </a:lnTo>
                  <a:lnTo>
                    <a:pt x="330671" y="132306"/>
                  </a:lnTo>
                  <a:lnTo>
                    <a:pt x="329490" y="127160"/>
                  </a:lnTo>
                  <a:lnTo>
                    <a:pt x="328148" y="122054"/>
                  </a:lnTo>
                  <a:lnTo>
                    <a:pt x="326644" y="116992"/>
                  </a:lnTo>
                  <a:lnTo>
                    <a:pt x="324982" y="111981"/>
                  </a:lnTo>
                  <a:lnTo>
                    <a:pt x="323163" y="107025"/>
                  </a:lnTo>
                  <a:lnTo>
                    <a:pt x="321188" y="102129"/>
                  </a:lnTo>
                  <a:lnTo>
                    <a:pt x="319059" y="97297"/>
                  </a:lnTo>
                  <a:lnTo>
                    <a:pt x="316779" y="92536"/>
                  </a:lnTo>
                  <a:lnTo>
                    <a:pt x="314349" y="87848"/>
                  </a:lnTo>
                  <a:lnTo>
                    <a:pt x="311773" y="83240"/>
                  </a:lnTo>
                  <a:lnTo>
                    <a:pt x="309052" y="78715"/>
                  </a:lnTo>
                  <a:lnTo>
                    <a:pt x="306190" y="74279"/>
                  </a:lnTo>
                  <a:lnTo>
                    <a:pt x="303189" y="69935"/>
                  </a:lnTo>
                  <a:lnTo>
                    <a:pt x="300053" y="65688"/>
                  </a:lnTo>
                  <a:lnTo>
                    <a:pt x="296784" y="61542"/>
                  </a:lnTo>
                  <a:lnTo>
                    <a:pt x="293385" y="57501"/>
                  </a:lnTo>
                  <a:lnTo>
                    <a:pt x="289861" y="53570"/>
                  </a:lnTo>
                  <a:lnTo>
                    <a:pt x="286215" y="49752"/>
                  </a:lnTo>
                  <a:lnTo>
                    <a:pt x="282449" y="46051"/>
                  </a:lnTo>
                  <a:lnTo>
                    <a:pt x="278569" y="42471"/>
                  </a:lnTo>
                  <a:lnTo>
                    <a:pt x="274577" y="39015"/>
                  </a:lnTo>
                  <a:lnTo>
                    <a:pt x="270479" y="35687"/>
                  </a:lnTo>
                  <a:lnTo>
                    <a:pt x="266277" y="32490"/>
                  </a:lnTo>
                  <a:lnTo>
                    <a:pt x="261977" y="29428"/>
                  </a:lnTo>
                  <a:lnTo>
                    <a:pt x="257582" y="26502"/>
                  </a:lnTo>
                  <a:lnTo>
                    <a:pt x="253096" y="23717"/>
                  </a:lnTo>
                  <a:lnTo>
                    <a:pt x="248525" y="21075"/>
                  </a:lnTo>
                  <a:lnTo>
                    <a:pt x="243873" y="18579"/>
                  </a:lnTo>
                  <a:lnTo>
                    <a:pt x="239145" y="16230"/>
                  </a:lnTo>
                  <a:lnTo>
                    <a:pt x="234344" y="14033"/>
                  </a:lnTo>
                  <a:lnTo>
                    <a:pt x="229477" y="11988"/>
                  </a:lnTo>
                  <a:lnTo>
                    <a:pt x="224547" y="10097"/>
                  </a:lnTo>
                  <a:lnTo>
                    <a:pt x="219560" y="8364"/>
                  </a:lnTo>
                  <a:lnTo>
                    <a:pt x="167166" y="1671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52394" cy="167167"/>
            </a:xfrm>
            <a:custGeom>
              <a:avLst/>
              <a:pathLst>
                <a:path w="52394" h="167167">
                  <a:moveTo>
                    <a:pt x="52394" y="8423"/>
                  </a:moveTo>
                  <a:lnTo>
                    <a:pt x="46739" y="6667"/>
                  </a:lnTo>
                  <a:lnTo>
                    <a:pt x="41026" y="5112"/>
                  </a:lnTo>
                  <a:lnTo>
                    <a:pt x="35261" y="3761"/>
                  </a:lnTo>
                  <a:lnTo>
                    <a:pt x="29452" y="2614"/>
                  </a:lnTo>
                  <a:lnTo>
                    <a:pt x="23606" y="1675"/>
                  </a:lnTo>
                  <a:lnTo>
                    <a:pt x="17730" y="942"/>
                  </a:lnTo>
                  <a:lnTo>
                    <a:pt x="11832" y="419"/>
                  </a:lnTo>
                  <a:lnTo>
                    <a:pt x="5920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6847" y="4213821"/>
              <a:ext cx="4440" cy="167167"/>
            </a:xfrm>
            <a:custGeom>
              <a:avLst/>
              <a:pathLst>
                <a:path w="4440" h="167167">
                  <a:moveTo>
                    <a:pt x="4440" y="0"/>
                  </a:moveTo>
                  <a:lnTo>
                    <a:pt x="0" y="58"/>
                  </a:lnTo>
                  <a:lnTo>
                    <a:pt x="444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6847" y="4213880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6847" y="4213880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6847" y="4213880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6847" y="4213880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6847" y="4213880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6847" y="4213880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847" y="4213880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847" y="4213880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847" y="4213880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847" y="4213880"/>
              <a:ext cx="4440" cy="167108"/>
            </a:xfrm>
            <a:custGeom>
              <a:avLst/>
              <a:pathLst>
                <a:path w="4440" h="167108">
                  <a:moveTo>
                    <a:pt x="0" y="0"/>
                  </a:moveTo>
                  <a:lnTo>
                    <a:pt x="4440" y="1671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14121" y="4213880"/>
              <a:ext cx="334323" cy="334264"/>
            </a:xfrm>
            <a:custGeom>
              <a:avLst/>
              <a:pathLst>
                <a:path w="334323" h="334264">
                  <a:moveTo>
                    <a:pt x="162725" y="0"/>
                  </a:moveTo>
                  <a:lnTo>
                    <a:pt x="157451" y="223"/>
                  </a:lnTo>
                  <a:lnTo>
                    <a:pt x="152185" y="613"/>
                  </a:lnTo>
                  <a:lnTo>
                    <a:pt x="146935" y="1169"/>
                  </a:lnTo>
                  <a:lnTo>
                    <a:pt x="141705" y="1891"/>
                  </a:lnTo>
                  <a:lnTo>
                    <a:pt x="136500" y="2777"/>
                  </a:lnTo>
                  <a:lnTo>
                    <a:pt x="131326" y="3828"/>
                  </a:lnTo>
                  <a:lnTo>
                    <a:pt x="126188" y="5041"/>
                  </a:lnTo>
                  <a:lnTo>
                    <a:pt x="121090" y="6416"/>
                  </a:lnTo>
                  <a:lnTo>
                    <a:pt x="116039" y="7951"/>
                  </a:lnTo>
                  <a:lnTo>
                    <a:pt x="111038" y="9645"/>
                  </a:lnTo>
                  <a:lnTo>
                    <a:pt x="106094" y="11496"/>
                  </a:lnTo>
                  <a:lnTo>
                    <a:pt x="101210" y="13502"/>
                  </a:lnTo>
                  <a:lnTo>
                    <a:pt x="96393" y="15661"/>
                  </a:lnTo>
                  <a:lnTo>
                    <a:pt x="91645" y="17972"/>
                  </a:lnTo>
                  <a:lnTo>
                    <a:pt x="86973" y="20431"/>
                  </a:lnTo>
                  <a:lnTo>
                    <a:pt x="82382" y="23037"/>
                  </a:lnTo>
                  <a:lnTo>
                    <a:pt x="77874" y="25786"/>
                  </a:lnTo>
                  <a:lnTo>
                    <a:pt x="73456" y="28676"/>
                  </a:lnTo>
                  <a:lnTo>
                    <a:pt x="69131" y="31704"/>
                  </a:lnTo>
                  <a:lnTo>
                    <a:pt x="64904" y="34868"/>
                  </a:lnTo>
                  <a:lnTo>
                    <a:pt x="60779" y="38163"/>
                  </a:lnTo>
                  <a:lnTo>
                    <a:pt x="56760" y="41587"/>
                  </a:lnTo>
                  <a:lnTo>
                    <a:pt x="52851" y="45136"/>
                  </a:lnTo>
                  <a:lnTo>
                    <a:pt x="49057" y="48807"/>
                  </a:lnTo>
                  <a:lnTo>
                    <a:pt x="45380" y="52596"/>
                  </a:lnTo>
                  <a:lnTo>
                    <a:pt x="41824" y="56499"/>
                  </a:lnTo>
                  <a:lnTo>
                    <a:pt x="38394" y="60512"/>
                  </a:lnTo>
                  <a:lnTo>
                    <a:pt x="35092" y="64631"/>
                  </a:lnTo>
                  <a:lnTo>
                    <a:pt x="31922" y="68853"/>
                  </a:lnTo>
                  <a:lnTo>
                    <a:pt x="28886" y="73173"/>
                  </a:lnTo>
                  <a:lnTo>
                    <a:pt x="25989" y="77587"/>
                  </a:lnTo>
                  <a:lnTo>
                    <a:pt x="23233" y="82090"/>
                  </a:lnTo>
                  <a:lnTo>
                    <a:pt x="20620" y="86677"/>
                  </a:lnTo>
                  <a:lnTo>
                    <a:pt x="18153" y="91345"/>
                  </a:lnTo>
                  <a:lnTo>
                    <a:pt x="15835" y="96089"/>
                  </a:lnTo>
                  <a:lnTo>
                    <a:pt x="13667" y="100903"/>
                  </a:lnTo>
                  <a:lnTo>
                    <a:pt x="11653" y="105783"/>
                  </a:lnTo>
                  <a:lnTo>
                    <a:pt x="9794" y="110725"/>
                  </a:lnTo>
                  <a:lnTo>
                    <a:pt x="8092" y="115723"/>
                  </a:lnTo>
                  <a:lnTo>
                    <a:pt x="6549" y="120772"/>
                  </a:lnTo>
                  <a:lnTo>
                    <a:pt x="5166" y="125867"/>
                  </a:lnTo>
                  <a:lnTo>
                    <a:pt x="3944" y="131003"/>
                  </a:lnTo>
                  <a:lnTo>
                    <a:pt x="2885" y="136176"/>
                  </a:lnTo>
                  <a:lnTo>
                    <a:pt x="1990" y="141379"/>
                  </a:lnTo>
                  <a:lnTo>
                    <a:pt x="1260" y="146608"/>
                  </a:lnTo>
                  <a:lnTo>
                    <a:pt x="696" y="151857"/>
                  </a:lnTo>
                  <a:lnTo>
                    <a:pt x="297" y="157122"/>
                  </a:lnTo>
                  <a:lnTo>
                    <a:pt x="65" y="162396"/>
                  </a:lnTo>
                  <a:lnTo>
                    <a:pt x="0" y="167675"/>
                  </a:lnTo>
                  <a:lnTo>
                    <a:pt x="101" y="172954"/>
                  </a:lnTo>
                  <a:lnTo>
                    <a:pt x="369" y="178227"/>
                  </a:lnTo>
                  <a:lnTo>
                    <a:pt x="803" y="183489"/>
                  </a:lnTo>
                  <a:lnTo>
                    <a:pt x="1403" y="188734"/>
                  </a:lnTo>
                  <a:lnTo>
                    <a:pt x="2169" y="193958"/>
                  </a:lnTo>
                  <a:lnTo>
                    <a:pt x="3099" y="199155"/>
                  </a:lnTo>
                  <a:lnTo>
                    <a:pt x="4193" y="204320"/>
                  </a:lnTo>
                  <a:lnTo>
                    <a:pt x="5449" y="209448"/>
                  </a:lnTo>
                  <a:lnTo>
                    <a:pt x="6867" y="214534"/>
                  </a:lnTo>
                  <a:lnTo>
                    <a:pt x="8445" y="219572"/>
                  </a:lnTo>
                  <a:lnTo>
                    <a:pt x="10180" y="224558"/>
                  </a:lnTo>
                  <a:lnTo>
                    <a:pt x="12073" y="229487"/>
                  </a:lnTo>
                  <a:lnTo>
                    <a:pt x="14120" y="234353"/>
                  </a:lnTo>
                  <a:lnTo>
                    <a:pt x="16320" y="239153"/>
                  </a:lnTo>
                  <a:lnTo>
                    <a:pt x="18670" y="243880"/>
                  </a:lnTo>
                  <a:lnTo>
                    <a:pt x="21169" y="248531"/>
                  </a:lnTo>
                  <a:lnTo>
                    <a:pt x="23813" y="253101"/>
                  </a:lnTo>
                  <a:lnTo>
                    <a:pt x="26600" y="257585"/>
                  </a:lnTo>
                  <a:lnTo>
                    <a:pt x="29527" y="261979"/>
                  </a:lnTo>
                  <a:lnTo>
                    <a:pt x="32592" y="266278"/>
                  </a:lnTo>
                  <a:lnTo>
                    <a:pt x="35791" y="270479"/>
                  </a:lnTo>
                  <a:lnTo>
                    <a:pt x="39121" y="274576"/>
                  </a:lnTo>
                  <a:lnTo>
                    <a:pt x="42578" y="278566"/>
                  </a:lnTo>
                  <a:lnTo>
                    <a:pt x="46160" y="282444"/>
                  </a:lnTo>
                  <a:lnTo>
                    <a:pt x="49863" y="286208"/>
                  </a:lnTo>
                  <a:lnTo>
                    <a:pt x="53682" y="289853"/>
                  </a:lnTo>
                  <a:lnTo>
                    <a:pt x="57615" y="293376"/>
                  </a:lnTo>
                  <a:lnTo>
                    <a:pt x="61657" y="296772"/>
                  </a:lnTo>
                  <a:lnTo>
                    <a:pt x="65804" y="300039"/>
                  </a:lnTo>
                  <a:lnTo>
                    <a:pt x="70052" y="303174"/>
                  </a:lnTo>
                  <a:lnTo>
                    <a:pt x="74398" y="306173"/>
                  </a:lnTo>
                  <a:lnTo>
                    <a:pt x="78836" y="309033"/>
                  </a:lnTo>
                  <a:lnTo>
                    <a:pt x="83361" y="311751"/>
                  </a:lnTo>
                  <a:lnTo>
                    <a:pt x="87971" y="314326"/>
                  </a:lnTo>
                  <a:lnTo>
                    <a:pt x="92659" y="316753"/>
                  </a:lnTo>
                  <a:lnTo>
                    <a:pt x="97422" y="319031"/>
                  </a:lnTo>
                  <a:lnTo>
                    <a:pt x="102255" y="321158"/>
                  </a:lnTo>
                  <a:lnTo>
                    <a:pt x="107152" y="323131"/>
                  </a:lnTo>
                  <a:lnTo>
                    <a:pt x="112109" y="324949"/>
                  </a:lnTo>
                  <a:lnTo>
                    <a:pt x="117121" y="326608"/>
                  </a:lnTo>
                  <a:lnTo>
                    <a:pt x="122182" y="328109"/>
                  </a:lnTo>
                  <a:lnTo>
                    <a:pt x="127289" y="329450"/>
                  </a:lnTo>
                  <a:lnTo>
                    <a:pt x="132435" y="330628"/>
                  </a:lnTo>
                  <a:lnTo>
                    <a:pt x="137617" y="331643"/>
                  </a:lnTo>
                  <a:lnTo>
                    <a:pt x="142827" y="332494"/>
                  </a:lnTo>
                  <a:lnTo>
                    <a:pt x="148062" y="333180"/>
                  </a:lnTo>
                  <a:lnTo>
                    <a:pt x="153316" y="333701"/>
                  </a:lnTo>
                  <a:lnTo>
                    <a:pt x="158584" y="334055"/>
                  </a:lnTo>
                  <a:lnTo>
                    <a:pt x="163860" y="334243"/>
                  </a:lnTo>
                  <a:lnTo>
                    <a:pt x="169139" y="334264"/>
                  </a:lnTo>
                  <a:lnTo>
                    <a:pt x="174417" y="334118"/>
                  </a:lnTo>
                  <a:lnTo>
                    <a:pt x="179687" y="333806"/>
                  </a:lnTo>
                  <a:lnTo>
                    <a:pt x="184945" y="333327"/>
                  </a:lnTo>
                  <a:lnTo>
                    <a:pt x="190186" y="332683"/>
                  </a:lnTo>
                  <a:lnTo>
                    <a:pt x="195403" y="331873"/>
                  </a:lnTo>
                  <a:lnTo>
                    <a:pt x="200592" y="330900"/>
                  </a:lnTo>
                  <a:lnTo>
                    <a:pt x="205747" y="329762"/>
                  </a:lnTo>
                  <a:lnTo>
                    <a:pt x="210865" y="328463"/>
                  </a:lnTo>
                  <a:lnTo>
                    <a:pt x="215938" y="327002"/>
                  </a:lnTo>
                  <a:lnTo>
                    <a:pt x="220963" y="325382"/>
                  </a:lnTo>
                  <a:lnTo>
                    <a:pt x="225935" y="323605"/>
                  </a:lnTo>
                  <a:lnTo>
                    <a:pt x="230847" y="321671"/>
                  </a:lnTo>
                  <a:lnTo>
                    <a:pt x="235696" y="319583"/>
                  </a:lnTo>
                  <a:lnTo>
                    <a:pt x="240477" y="317343"/>
                  </a:lnTo>
                  <a:lnTo>
                    <a:pt x="245185" y="314952"/>
                  </a:lnTo>
                  <a:lnTo>
                    <a:pt x="249815" y="312415"/>
                  </a:lnTo>
                  <a:lnTo>
                    <a:pt x="254362" y="309733"/>
                  </a:lnTo>
                  <a:lnTo>
                    <a:pt x="258823" y="306908"/>
                  </a:lnTo>
                  <a:lnTo>
                    <a:pt x="263192" y="303944"/>
                  </a:lnTo>
                  <a:lnTo>
                    <a:pt x="267465" y="300843"/>
                  </a:lnTo>
                  <a:lnTo>
                    <a:pt x="271638" y="297609"/>
                  </a:lnTo>
                  <a:lnTo>
                    <a:pt x="275707" y="294245"/>
                  </a:lnTo>
                  <a:lnTo>
                    <a:pt x="279668" y="290754"/>
                  </a:lnTo>
                  <a:lnTo>
                    <a:pt x="283516" y="287140"/>
                  </a:lnTo>
                  <a:lnTo>
                    <a:pt x="287249" y="283405"/>
                  </a:lnTo>
                  <a:lnTo>
                    <a:pt x="290861" y="279555"/>
                  </a:lnTo>
                  <a:lnTo>
                    <a:pt x="294351" y="275593"/>
                  </a:lnTo>
                  <a:lnTo>
                    <a:pt x="297713" y="271523"/>
                  </a:lnTo>
                  <a:lnTo>
                    <a:pt x="300945" y="267348"/>
                  </a:lnTo>
                  <a:lnTo>
                    <a:pt x="304044" y="263073"/>
                  </a:lnTo>
                  <a:lnTo>
                    <a:pt x="307006" y="258703"/>
                  </a:lnTo>
                  <a:lnTo>
                    <a:pt x="309829" y="254241"/>
                  </a:lnTo>
                  <a:lnTo>
                    <a:pt x="312509" y="249693"/>
                  </a:lnTo>
                  <a:lnTo>
                    <a:pt x="315045" y="245062"/>
                  </a:lnTo>
                  <a:lnTo>
                    <a:pt x="317433" y="240353"/>
                  </a:lnTo>
                  <a:lnTo>
                    <a:pt x="319671" y="235571"/>
                  </a:lnTo>
                  <a:lnTo>
                    <a:pt x="321757" y="230721"/>
                  </a:lnTo>
                  <a:lnTo>
                    <a:pt x="323688" y="225808"/>
                  </a:lnTo>
                  <a:lnTo>
                    <a:pt x="325464" y="220836"/>
                  </a:lnTo>
                  <a:lnTo>
                    <a:pt x="327082" y="215810"/>
                  </a:lnTo>
                  <a:lnTo>
                    <a:pt x="328540" y="210736"/>
                  </a:lnTo>
                  <a:lnTo>
                    <a:pt x="329837" y="205618"/>
                  </a:lnTo>
                  <a:lnTo>
                    <a:pt x="330972" y="200462"/>
                  </a:lnTo>
                  <a:lnTo>
                    <a:pt x="331944" y="195272"/>
                  </a:lnTo>
                  <a:lnTo>
                    <a:pt x="332751" y="190055"/>
                  </a:lnTo>
                  <a:lnTo>
                    <a:pt x="333393" y="184814"/>
                  </a:lnTo>
                  <a:lnTo>
                    <a:pt x="333869" y="179556"/>
                  </a:lnTo>
                  <a:lnTo>
                    <a:pt x="334179" y="174286"/>
                  </a:lnTo>
                  <a:lnTo>
                    <a:pt x="334323" y="169008"/>
                  </a:lnTo>
                  <a:lnTo>
                    <a:pt x="334299" y="163728"/>
                  </a:lnTo>
                  <a:lnTo>
                    <a:pt x="334109" y="158452"/>
                  </a:lnTo>
                  <a:lnTo>
                    <a:pt x="333753" y="153185"/>
                  </a:lnTo>
                  <a:lnTo>
                    <a:pt x="333230" y="147931"/>
                  </a:lnTo>
                  <a:lnTo>
                    <a:pt x="332541" y="142696"/>
                  </a:lnTo>
                  <a:lnTo>
                    <a:pt x="331688" y="137486"/>
                  </a:lnTo>
                  <a:lnTo>
                    <a:pt x="330671" y="132306"/>
                  </a:lnTo>
                  <a:lnTo>
                    <a:pt x="329490" y="127160"/>
                  </a:lnTo>
                  <a:lnTo>
                    <a:pt x="328148" y="122054"/>
                  </a:lnTo>
                  <a:lnTo>
                    <a:pt x="326644" y="116992"/>
                  </a:lnTo>
                  <a:lnTo>
                    <a:pt x="324982" y="111981"/>
                  </a:lnTo>
                  <a:lnTo>
                    <a:pt x="323163" y="107025"/>
                  </a:lnTo>
                  <a:lnTo>
                    <a:pt x="321188" y="102129"/>
                  </a:lnTo>
                  <a:lnTo>
                    <a:pt x="319059" y="97297"/>
                  </a:lnTo>
                  <a:lnTo>
                    <a:pt x="316779" y="92536"/>
                  </a:lnTo>
                  <a:lnTo>
                    <a:pt x="314349" y="87848"/>
                  </a:lnTo>
                  <a:lnTo>
                    <a:pt x="311773" y="83240"/>
                  </a:lnTo>
                  <a:lnTo>
                    <a:pt x="309052" y="78715"/>
                  </a:lnTo>
                  <a:lnTo>
                    <a:pt x="306190" y="74279"/>
                  </a:lnTo>
                  <a:lnTo>
                    <a:pt x="303189" y="69935"/>
                  </a:lnTo>
                  <a:lnTo>
                    <a:pt x="300053" y="65688"/>
                  </a:lnTo>
                  <a:lnTo>
                    <a:pt x="296784" y="61542"/>
                  </a:lnTo>
                  <a:lnTo>
                    <a:pt x="293385" y="57501"/>
                  </a:lnTo>
                  <a:lnTo>
                    <a:pt x="289861" y="53570"/>
                  </a:lnTo>
                  <a:lnTo>
                    <a:pt x="286215" y="49752"/>
                  </a:lnTo>
                  <a:lnTo>
                    <a:pt x="282449" y="46051"/>
                  </a:lnTo>
                  <a:lnTo>
                    <a:pt x="278569" y="42471"/>
                  </a:lnTo>
                  <a:lnTo>
                    <a:pt x="274577" y="39015"/>
                  </a:lnTo>
                  <a:lnTo>
                    <a:pt x="270479" y="35687"/>
                  </a:lnTo>
                  <a:lnTo>
                    <a:pt x="266277" y="32490"/>
                  </a:lnTo>
                  <a:lnTo>
                    <a:pt x="261977" y="29428"/>
                  </a:lnTo>
                  <a:lnTo>
                    <a:pt x="257582" y="26502"/>
                  </a:lnTo>
                  <a:lnTo>
                    <a:pt x="253096" y="23717"/>
                  </a:lnTo>
                  <a:lnTo>
                    <a:pt x="248525" y="21075"/>
                  </a:lnTo>
                  <a:lnTo>
                    <a:pt x="243873" y="18579"/>
                  </a:lnTo>
                  <a:lnTo>
                    <a:pt x="239145" y="16230"/>
                  </a:lnTo>
                  <a:lnTo>
                    <a:pt x="234344" y="14033"/>
                  </a:lnTo>
                  <a:lnTo>
                    <a:pt x="229477" y="11988"/>
                  </a:lnTo>
                  <a:lnTo>
                    <a:pt x="224547" y="10097"/>
                  </a:lnTo>
                  <a:lnTo>
                    <a:pt x="219560" y="8364"/>
                  </a:lnTo>
                  <a:lnTo>
                    <a:pt x="167166" y="1671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4213821"/>
              <a:ext cx="52394" cy="167167"/>
            </a:xfrm>
            <a:custGeom>
              <a:avLst/>
              <a:pathLst>
                <a:path w="52394" h="167167">
                  <a:moveTo>
                    <a:pt x="52394" y="8423"/>
                  </a:moveTo>
                  <a:lnTo>
                    <a:pt x="46739" y="6667"/>
                  </a:lnTo>
                  <a:lnTo>
                    <a:pt x="41026" y="5112"/>
                  </a:lnTo>
                  <a:lnTo>
                    <a:pt x="35261" y="3761"/>
                  </a:lnTo>
                  <a:lnTo>
                    <a:pt x="29452" y="2614"/>
                  </a:lnTo>
                  <a:lnTo>
                    <a:pt x="23606" y="1675"/>
                  </a:lnTo>
                  <a:lnTo>
                    <a:pt x="17730" y="942"/>
                  </a:lnTo>
                  <a:lnTo>
                    <a:pt x="11832" y="419"/>
                  </a:lnTo>
                  <a:lnTo>
                    <a:pt x="5920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4748" y="4659281"/>
              <a:ext cx="1776" cy="167167"/>
            </a:xfrm>
            <a:custGeom>
              <a:avLst/>
              <a:pathLst>
                <a:path w="1776" h="167167">
                  <a:moveTo>
                    <a:pt x="1776" y="0"/>
                  </a:moveTo>
                  <a:lnTo>
                    <a:pt x="0" y="9"/>
                  </a:lnTo>
                  <a:lnTo>
                    <a:pt x="177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748" y="465929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21802" y="4659291"/>
              <a:ext cx="164722" cy="167158"/>
            </a:xfrm>
            <a:custGeom>
              <a:avLst/>
              <a:pathLst>
                <a:path w="164722" h="167158">
                  <a:moveTo>
                    <a:pt x="162946" y="0"/>
                  </a:moveTo>
                  <a:lnTo>
                    <a:pt x="157548" y="144"/>
                  </a:lnTo>
                  <a:lnTo>
                    <a:pt x="152158" y="463"/>
                  </a:lnTo>
                  <a:lnTo>
                    <a:pt x="146781" y="956"/>
                  </a:lnTo>
                  <a:lnTo>
                    <a:pt x="141423" y="1622"/>
                  </a:lnTo>
                  <a:lnTo>
                    <a:pt x="136089" y="2460"/>
                  </a:lnTo>
                  <a:lnTo>
                    <a:pt x="130785" y="3471"/>
                  </a:lnTo>
                  <a:lnTo>
                    <a:pt x="125517" y="4652"/>
                  </a:lnTo>
                  <a:lnTo>
                    <a:pt x="120289" y="6003"/>
                  </a:lnTo>
                  <a:lnTo>
                    <a:pt x="115108" y="7522"/>
                  </a:lnTo>
                  <a:lnTo>
                    <a:pt x="109978" y="9208"/>
                  </a:lnTo>
                  <a:lnTo>
                    <a:pt x="104906" y="11058"/>
                  </a:lnTo>
                  <a:lnTo>
                    <a:pt x="99896" y="13072"/>
                  </a:lnTo>
                  <a:lnTo>
                    <a:pt x="94953" y="15246"/>
                  </a:lnTo>
                  <a:lnTo>
                    <a:pt x="90084" y="17578"/>
                  </a:lnTo>
                  <a:lnTo>
                    <a:pt x="85292" y="20066"/>
                  </a:lnTo>
                  <a:lnTo>
                    <a:pt x="80583" y="22708"/>
                  </a:lnTo>
                  <a:lnTo>
                    <a:pt x="75962" y="25501"/>
                  </a:lnTo>
                  <a:lnTo>
                    <a:pt x="71433" y="28442"/>
                  </a:lnTo>
                  <a:lnTo>
                    <a:pt x="67002" y="31527"/>
                  </a:lnTo>
                  <a:lnTo>
                    <a:pt x="62673" y="34753"/>
                  </a:lnTo>
                  <a:lnTo>
                    <a:pt x="58450" y="38118"/>
                  </a:lnTo>
                  <a:lnTo>
                    <a:pt x="54338" y="41617"/>
                  </a:lnTo>
                  <a:lnTo>
                    <a:pt x="50341" y="45248"/>
                  </a:lnTo>
                  <a:lnTo>
                    <a:pt x="46464" y="49005"/>
                  </a:lnTo>
                  <a:lnTo>
                    <a:pt x="42710" y="52886"/>
                  </a:lnTo>
                  <a:lnTo>
                    <a:pt x="39083" y="56886"/>
                  </a:lnTo>
                  <a:lnTo>
                    <a:pt x="35587" y="61001"/>
                  </a:lnTo>
                  <a:lnTo>
                    <a:pt x="32226" y="65227"/>
                  </a:lnTo>
                  <a:lnTo>
                    <a:pt x="29004" y="69559"/>
                  </a:lnTo>
                  <a:lnTo>
                    <a:pt x="25922" y="73993"/>
                  </a:lnTo>
                  <a:lnTo>
                    <a:pt x="22986" y="78524"/>
                  </a:lnTo>
                  <a:lnTo>
                    <a:pt x="20198" y="83148"/>
                  </a:lnTo>
                  <a:lnTo>
                    <a:pt x="17560" y="87859"/>
                  </a:lnTo>
                  <a:lnTo>
                    <a:pt x="15076" y="92653"/>
                  </a:lnTo>
                  <a:lnTo>
                    <a:pt x="12748" y="97525"/>
                  </a:lnTo>
                  <a:lnTo>
                    <a:pt x="10578" y="102469"/>
                  </a:lnTo>
                  <a:lnTo>
                    <a:pt x="8569" y="107481"/>
                  </a:lnTo>
                  <a:lnTo>
                    <a:pt x="6724" y="112555"/>
                  </a:lnTo>
                  <a:lnTo>
                    <a:pt x="5043" y="117687"/>
                  </a:lnTo>
                  <a:lnTo>
                    <a:pt x="3528" y="122869"/>
                  </a:lnTo>
                  <a:lnTo>
                    <a:pt x="2182" y="128098"/>
                  </a:lnTo>
                  <a:lnTo>
                    <a:pt x="1005" y="133368"/>
                  </a:lnTo>
                  <a:lnTo>
                    <a:pt x="0" y="138673"/>
                  </a:lnTo>
                  <a:lnTo>
                    <a:pt x="164722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19370" y="4659281"/>
              <a:ext cx="334303" cy="334334"/>
            </a:xfrm>
            <a:custGeom>
              <a:avLst/>
              <a:pathLst>
                <a:path w="334303" h="334334">
                  <a:moveTo>
                    <a:pt x="2431" y="138682"/>
                  </a:moveTo>
                  <a:lnTo>
                    <a:pt x="1610" y="143919"/>
                  </a:lnTo>
                  <a:lnTo>
                    <a:pt x="957" y="149180"/>
                  </a:lnTo>
                  <a:lnTo>
                    <a:pt x="470" y="154458"/>
                  </a:lnTo>
                  <a:lnTo>
                    <a:pt x="151" y="159750"/>
                  </a:lnTo>
                  <a:lnTo>
                    <a:pt x="0" y="165048"/>
                  </a:lnTo>
                  <a:lnTo>
                    <a:pt x="16" y="170349"/>
                  </a:lnTo>
                  <a:lnTo>
                    <a:pt x="201" y="175647"/>
                  </a:lnTo>
                  <a:lnTo>
                    <a:pt x="554" y="180936"/>
                  </a:lnTo>
                  <a:lnTo>
                    <a:pt x="1074" y="186212"/>
                  </a:lnTo>
                  <a:lnTo>
                    <a:pt x="1762" y="191468"/>
                  </a:lnTo>
                  <a:lnTo>
                    <a:pt x="2615" y="196700"/>
                  </a:lnTo>
                  <a:lnTo>
                    <a:pt x="3635" y="201902"/>
                  </a:lnTo>
                  <a:lnTo>
                    <a:pt x="4818" y="207069"/>
                  </a:lnTo>
                  <a:lnTo>
                    <a:pt x="6165" y="212196"/>
                  </a:lnTo>
                  <a:lnTo>
                    <a:pt x="7674" y="217278"/>
                  </a:lnTo>
                  <a:lnTo>
                    <a:pt x="9343" y="222309"/>
                  </a:lnTo>
                  <a:lnTo>
                    <a:pt x="11170" y="227285"/>
                  </a:lnTo>
                  <a:lnTo>
                    <a:pt x="13155" y="232200"/>
                  </a:lnTo>
                  <a:lnTo>
                    <a:pt x="15294" y="237050"/>
                  </a:lnTo>
                  <a:lnTo>
                    <a:pt x="17586" y="241830"/>
                  </a:lnTo>
                  <a:lnTo>
                    <a:pt x="20029" y="246535"/>
                  </a:lnTo>
                  <a:lnTo>
                    <a:pt x="22619" y="251160"/>
                  </a:lnTo>
                  <a:lnTo>
                    <a:pt x="25355" y="255700"/>
                  </a:lnTo>
                  <a:lnTo>
                    <a:pt x="28233" y="260152"/>
                  </a:lnTo>
                  <a:lnTo>
                    <a:pt x="31252" y="264510"/>
                  </a:lnTo>
                  <a:lnTo>
                    <a:pt x="34406" y="268770"/>
                  </a:lnTo>
                  <a:lnTo>
                    <a:pt x="37694" y="272928"/>
                  </a:lnTo>
                  <a:lnTo>
                    <a:pt x="41113" y="276979"/>
                  </a:lnTo>
                  <a:lnTo>
                    <a:pt x="44658" y="280920"/>
                  </a:lnTo>
                  <a:lnTo>
                    <a:pt x="48326" y="284747"/>
                  </a:lnTo>
                  <a:lnTo>
                    <a:pt x="52114" y="288455"/>
                  </a:lnTo>
                  <a:lnTo>
                    <a:pt x="56018" y="292042"/>
                  </a:lnTo>
                  <a:lnTo>
                    <a:pt x="60033" y="295503"/>
                  </a:lnTo>
                  <a:lnTo>
                    <a:pt x="64156" y="298835"/>
                  </a:lnTo>
                  <a:lnTo>
                    <a:pt x="68382" y="302034"/>
                  </a:lnTo>
                  <a:lnTo>
                    <a:pt x="72708" y="305098"/>
                  </a:lnTo>
                  <a:lnTo>
                    <a:pt x="77129" y="308023"/>
                  </a:lnTo>
                  <a:lnTo>
                    <a:pt x="81640" y="310807"/>
                  </a:lnTo>
                  <a:lnTo>
                    <a:pt x="86238" y="313446"/>
                  </a:lnTo>
                  <a:lnTo>
                    <a:pt x="90916" y="315938"/>
                  </a:lnTo>
                  <a:lnTo>
                    <a:pt x="95672" y="318280"/>
                  </a:lnTo>
                  <a:lnTo>
                    <a:pt x="100499" y="320471"/>
                  </a:lnTo>
                  <a:lnTo>
                    <a:pt x="105393" y="322507"/>
                  </a:lnTo>
                  <a:lnTo>
                    <a:pt x="110349" y="324387"/>
                  </a:lnTo>
                  <a:lnTo>
                    <a:pt x="115363" y="326109"/>
                  </a:lnTo>
                  <a:lnTo>
                    <a:pt x="120428" y="327672"/>
                  </a:lnTo>
                  <a:lnTo>
                    <a:pt x="125541" y="329072"/>
                  </a:lnTo>
                  <a:lnTo>
                    <a:pt x="130695" y="330310"/>
                  </a:lnTo>
                  <a:lnTo>
                    <a:pt x="135886" y="331384"/>
                  </a:lnTo>
                  <a:lnTo>
                    <a:pt x="141109" y="332293"/>
                  </a:lnTo>
                  <a:lnTo>
                    <a:pt x="146358" y="333036"/>
                  </a:lnTo>
                  <a:lnTo>
                    <a:pt x="151627" y="333612"/>
                  </a:lnTo>
                  <a:lnTo>
                    <a:pt x="156912" y="334020"/>
                  </a:lnTo>
                  <a:lnTo>
                    <a:pt x="162208" y="334261"/>
                  </a:lnTo>
                  <a:lnTo>
                    <a:pt x="167508" y="334334"/>
                  </a:lnTo>
                  <a:lnTo>
                    <a:pt x="172808" y="334239"/>
                  </a:lnTo>
                  <a:lnTo>
                    <a:pt x="178103" y="333975"/>
                  </a:lnTo>
                  <a:lnTo>
                    <a:pt x="183386" y="333544"/>
                  </a:lnTo>
                  <a:lnTo>
                    <a:pt x="188653" y="332946"/>
                  </a:lnTo>
                  <a:lnTo>
                    <a:pt x="193899" y="332181"/>
                  </a:lnTo>
                  <a:lnTo>
                    <a:pt x="199117" y="331250"/>
                  </a:lnTo>
                  <a:lnTo>
                    <a:pt x="204304" y="330154"/>
                  </a:lnTo>
                  <a:lnTo>
                    <a:pt x="209453" y="328894"/>
                  </a:lnTo>
                  <a:lnTo>
                    <a:pt x="214559" y="327472"/>
                  </a:lnTo>
                  <a:lnTo>
                    <a:pt x="219618" y="325888"/>
                  </a:lnTo>
                  <a:lnTo>
                    <a:pt x="224624" y="324145"/>
                  </a:lnTo>
                  <a:lnTo>
                    <a:pt x="229573" y="322244"/>
                  </a:lnTo>
                  <a:lnTo>
                    <a:pt x="234458" y="320187"/>
                  </a:lnTo>
                  <a:lnTo>
                    <a:pt x="239276" y="317976"/>
                  </a:lnTo>
                  <a:lnTo>
                    <a:pt x="244021" y="315613"/>
                  </a:lnTo>
                  <a:lnTo>
                    <a:pt x="248690" y="313101"/>
                  </a:lnTo>
                  <a:lnTo>
                    <a:pt x="253276" y="310443"/>
                  </a:lnTo>
                  <a:lnTo>
                    <a:pt x="257775" y="307640"/>
                  </a:lnTo>
                  <a:lnTo>
                    <a:pt x="262183" y="304696"/>
                  </a:lnTo>
                  <a:lnTo>
                    <a:pt x="266496" y="301614"/>
                  </a:lnTo>
                  <a:lnTo>
                    <a:pt x="270709" y="298396"/>
                  </a:lnTo>
                  <a:lnTo>
                    <a:pt x="274818" y="295047"/>
                  </a:lnTo>
                  <a:lnTo>
                    <a:pt x="278818" y="291569"/>
                  </a:lnTo>
                  <a:lnTo>
                    <a:pt x="282707" y="287966"/>
                  </a:lnTo>
                  <a:lnTo>
                    <a:pt x="286479" y="284242"/>
                  </a:lnTo>
                  <a:lnTo>
                    <a:pt x="290131" y="280399"/>
                  </a:lnTo>
                  <a:lnTo>
                    <a:pt x="293659" y="276443"/>
                  </a:lnTo>
                  <a:lnTo>
                    <a:pt x="297060" y="272377"/>
                  </a:lnTo>
                  <a:lnTo>
                    <a:pt x="300331" y="268205"/>
                  </a:lnTo>
                  <a:lnTo>
                    <a:pt x="303467" y="263932"/>
                  </a:lnTo>
                  <a:lnTo>
                    <a:pt x="306467" y="259561"/>
                  </a:lnTo>
                  <a:lnTo>
                    <a:pt x="309326" y="255098"/>
                  </a:lnTo>
                  <a:lnTo>
                    <a:pt x="312043" y="250546"/>
                  </a:lnTo>
                  <a:lnTo>
                    <a:pt x="314614" y="245910"/>
                  </a:lnTo>
                  <a:lnTo>
                    <a:pt x="317036" y="241195"/>
                  </a:lnTo>
                  <a:lnTo>
                    <a:pt x="319308" y="236405"/>
                  </a:lnTo>
                  <a:lnTo>
                    <a:pt x="321427" y="231546"/>
                  </a:lnTo>
                  <a:lnTo>
                    <a:pt x="323390" y="226622"/>
                  </a:lnTo>
                  <a:lnTo>
                    <a:pt x="325197" y="221639"/>
                  </a:lnTo>
                  <a:lnTo>
                    <a:pt x="326845" y="216600"/>
                  </a:lnTo>
                  <a:lnTo>
                    <a:pt x="328332" y="211512"/>
                  </a:lnTo>
                  <a:lnTo>
                    <a:pt x="329657" y="206380"/>
                  </a:lnTo>
                  <a:lnTo>
                    <a:pt x="330818" y="201208"/>
                  </a:lnTo>
                  <a:lnTo>
                    <a:pt x="331815" y="196001"/>
                  </a:lnTo>
                  <a:lnTo>
                    <a:pt x="332647" y="190766"/>
                  </a:lnTo>
                  <a:lnTo>
                    <a:pt x="333312" y="185507"/>
                  </a:lnTo>
                  <a:lnTo>
                    <a:pt x="333810" y="180229"/>
                  </a:lnTo>
                  <a:lnTo>
                    <a:pt x="334140" y="174939"/>
                  </a:lnTo>
                  <a:lnTo>
                    <a:pt x="334303" y="169640"/>
                  </a:lnTo>
                  <a:lnTo>
                    <a:pt x="334297" y="164339"/>
                  </a:lnTo>
                  <a:lnTo>
                    <a:pt x="334123" y="159041"/>
                  </a:lnTo>
                  <a:lnTo>
                    <a:pt x="333782" y="153751"/>
                  </a:lnTo>
                  <a:lnTo>
                    <a:pt x="333273" y="148475"/>
                  </a:lnTo>
                  <a:lnTo>
                    <a:pt x="332596" y="143217"/>
                  </a:lnTo>
                  <a:lnTo>
                    <a:pt x="331754" y="137983"/>
                  </a:lnTo>
                  <a:lnTo>
                    <a:pt x="330746" y="132779"/>
                  </a:lnTo>
                  <a:lnTo>
                    <a:pt x="329573" y="127610"/>
                  </a:lnTo>
                  <a:lnTo>
                    <a:pt x="328237" y="122480"/>
                  </a:lnTo>
                  <a:lnTo>
                    <a:pt x="326739" y="117395"/>
                  </a:lnTo>
                  <a:lnTo>
                    <a:pt x="325081" y="112360"/>
                  </a:lnTo>
                  <a:lnTo>
                    <a:pt x="323264" y="107380"/>
                  </a:lnTo>
                  <a:lnTo>
                    <a:pt x="321290" y="102460"/>
                  </a:lnTo>
                  <a:lnTo>
                    <a:pt x="319161" y="97606"/>
                  </a:lnTo>
                  <a:lnTo>
                    <a:pt x="316879" y="92821"/>
                  </a:lnTo>
                  <a:lnTo>
                    <a:pt x="314446" y="88111"/>
                  </a:lnTo>
                  <a:lnTo>
                    <a:pt x="311866" y="83481"/>
                  </a:lnTo>
                  <a:lnTo>
                    <a:pt x="309139" y="78935"/>
                  </a:lnTo>
                  <a:lnTo>
                    <a:pt x="306271" y="74477"/>
                  </a:lnTo>
                  <a:lnTo>
                    <a:pt x="303262" y="70113"/>
                  </a:lnTo>
                  <a:lnTo>
                    <a:pt x="300116" y="65846"/>
                  </a:lnTo>
                  <a:lnTo>
                    <a:pt x="296837" y="61681"/>
                  </a:lnTo>
                  <a:lnTo>
                    <a:pt x="293427" y="57622"/>
                  </a:lnTo>
                  <a:lnTo>
                    <a:pt x="289890" y="53674"/>
                  </a:lnTo>
                  <a:lnTo>
                    <a:pt x="286230" y="49839"/>
                  </a:lnTo>
                  <a:lnTo>
                    <a:pt x="282450" y="46123"/>
                  </a:lnTo>
                  <a:lnTo>
                    <a:pt x="278554" y="42528"/>
                  </a:lnTo>
                  <a:lnTo>
                    <a:pt x="274546" y="39059"/>
                  </a:lnTo>
                  <a:lnTo>
                    <a:pt x="270430" y="35718"/>
                  </a:lnTo>
                  <a:lnTo>
                    <a:pt x="266211" y="32509"/>
                  </a:lnTo>
                  <a:lnTo>
                    <a:pt x="261891" y="29436"/>
                  </a:lnTo>
                  <a:lnTo>
                    <a:pt x="257477" y="26502"/>
                  </a:lnTo>
                  <a:lnTo>
                    <a:pt x="252971" y="23709"/>
                  </a:lnTo>
                  <a:lnTo>
                    <a:pt x="248380" y="21060"/>
                  </a:lnTo>
                  <a:lnTo>
                    <a:pt x="243706" y="18558"/>
                  </a:lnTo>
                  <a:lnTo>
                    <a:pt x="238956" y="16205"/>
                  </a:lnTo>
                  <a:lnTo>
                    <a:pt x="234133" y="14005"/>
                  </a:lnTo>
                  <a:lnTo>
                    <a:pt x="229243" y="11958"/>
                  </a:lnTo>
                  <a:lnTo>
                    <a:pt x="224291" y="10067"/>
                  </a:lnTo>
                  <a:lnTo>
                    <a:pt x="219281" y="8335"/>
                  </a:lnTo>
                  <a:lnTo>
                    <a:pt x="214219" y="6762"/>
                  </a:lnTo>
                  <a:lnTo>
                    <a:pt x="209110" y="5350"/>
                  </a:lnTo>
                  <a:lnTo>
                    <a:pt x="203958" y="4101"/>
                  </a:lnTo>
                  <a:lnTo>
                    <a:pt x="198769" y="3016"/>
                  </a:lnTo>
                  <a:lnTo>
                    <a:pt x="193549" y="2096"/>
                  </a:lnTo>
                  <a:lnTo>
                    <a:pt x="188301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282" y="0"/>
                  </a:moveTo>
                  <a:lnTo>
                    <a:pt x="0" y="0"/>
                  </a:lnTo>
                  <a:lnTo>
                    <a:pt x="28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438" y="5018213"/>
              <a:ext cx="282" cy="167167"/>
            </a:xfrm>
            <a:custGeom>
              <a:avLst/>
              <a:pathLst>
                <a:path w="282" h="167167">
                  <a:moveTo>
                    <a:pt x="0" y="0"/>
                  </a:moveTo>
                  <a:lnTo>
                    <a:pt x="28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321570" y="5018213"/>
              <a:ext cx="334300" cy="334334"/>
            </a:xfrm>
            <a:custGeom>
              <a:avLst/>
              <a:pathLst>
                <a:path w="334300" h="334334">
                  <a:moveTo>
                    <a:pt x="166867" y="0"/>
                  </a:moveTo>
                  <a:lnTo>
                    <a:pt x="161564" y="93"/>
                  </a:lnTo>
                  <a:lnTo>
                    <a:pt x="156266" y="354"/>
                  </a:lnTo>
                  <a:lnTo>
                    <a:pt x="150979" y="783"/>
                  </a:lnTo>
                  <a:lnTo>
                    <a:pt x="145708" y="1380"/>
                  </a:lnTo>
                  <a:lnTo>
                    <a:pt x="140459" y="2144"/>
                  </a:lnTo>
                  <a:lnTo>
                    <a:pt x="135237" y="3074"/>
                  </a:lnTo>
                  <a:lnTo>
                    <a:pt x="130047" y="4169"/>
                  </a:lnTo>
                  <a:lnTo>
                    <a:pt x="124895" y="5428"/>
                  </a:lnTo>
                  <a:lnTo>
                    <a:pt x="119784" y="6850"/>
                  </a:lnTo>
                  <a:lnTo>
                    <a:pt x="114722" y="8433"/>
                  </a:lnTo>
                  <a:lnTo>
                    <a:pt x="109712" y="10177"/>
                  </a:lnTo>
                  <a:lnTo>
                    <a:pt x="104761" y="12078"/>
                  </a:lnTo>
                  <a:lnTo>
                    <a:pt x="99872" y="14135"/>
                  </a:lnTo>
                  <a:lnTo>
                    <a:pt x="95050" y="16347"/>
                  </a:lnTo>
                  <a:lnTo>
                    <a:pt x="90302" y="18710"/>
                  </a:lnTo>
                  <a:lnTo>
                    <a:pt x="85630" y="21223"/>
                  </a:lnTo>
                  <a:lnTo>
                    <a:pt x="81041" y="23883"/>
                  </a:lnTo>
                  <a:lnTo>
                    <a:pt x="76538" y="26687"/>
                  </a:lnTo>
                  <a:lnTo>
                    <a:pt x="72127" y="29633"/>
                  </a:lnTo>
                  <a:lnTo>
                    <a:pt x="67812" y="32717"/>
                  </a:lnTo>
                  <a:lnTo>
                    <a:pt x="63596" y="35936"/>
                  </a:lnTo>
                  <a:lnTo>
                    <a:pt x="59485" y="39287"/>
                  </a:lnTo>
                  <a:lnTo>
                    <a:pt x="55482" y="42768"/>
                  </a:lnTo>
                  <a:lnTo>
                    <a:pt x="51591" y="46373"/>
                  </a:lnTo>
                  <a:lnTo>
                    <a:pt x="47817" y="50100"/>
                  </a:lnTo>
                  <a:lnTo>
                    <a:pt x="44163" y="53945"/>
                  </a:lnTo>
                  <a:lnTo>
                    <a:pt x="40633" y="57904"/>
                  </a:lnTo>
                  <a:lnTo>
                    <a:pt x="37230" y="61973"/>
                  </a:lnTo>
                  <a:lnTo>
                    <a:pt x="33958" y="66148"/>
                  </a:lnTo>
                  <a:lnTo>
                    <a:pt x="30820" y="70425"/>
                  </a:lnTo>
                  <a:lnTo>
                    <a:pt x="27819" y="74799"/>
                  </a:lnTo>
                  <a:lnTo>
                    <a:pt x="24959" y="79265"/>
                  </a:lnTo>
                  <a:lnTo>
                    <a:pt x="22242" y="83821"/>
                  </a:lnTo>
                  <a:lnTo>
                    <a:pt x="19670" y="88460"/>
                  </a:lnTo>
                  <a:lnTo>
                    <a:pt x="17247" y="93179"/>
                  </a:lnTo>
                  <a:lnTo>
                    <a:pt x="14976" y="97972"/>
                  </a:lnTo>
                  <a:lnTo>
                    <a:pt x="12857" y="102835"/>
                  </a:lnTo>
                  <a:lnTo>
                    <a:pt x="10893" y="107762"/>
                  </a:lnTo>
                  <a:lnTo>
                    <a:pt x="9087" y="112750"/>
                  </a:lnTo>
                  <a:lnTo>
                    <a:pt x="7441" y="117792"/>
                  </a:lnTo>
                  <a:lnTo>
                    <a:pt x="5954" y="122884"/>
                  </a:lnTo>
                  <a:lnTo>
                    <a:pt x="4631" y="128020"/>
                  </a:lnTo>
                  <a:lnTo>
                    <a:pt x="3471" y="133196"/>
                  </a:lnTo>
                  <a:lnTo>
                    <a:pt x="2475" y="138406"/>
                  </a:lnTo>
                  <a:lnTo>
                    <a:pt x="1646" y="143645"/>
                  </a:lnTo>
                  <a:lnTo>
                    <a:pt x="983" y="148908"/>
                  </a:lnTo>
                  <a:lnTo>
                    <a:pt x="487" y="154189"/>
                  </a:lnTo>
                  <a:lnTo>
                    <a:pt x="159" y="159483"/>
                  </a:lnTo>
                  <a:lnTo>
                    <a:pt x="0" y="164785"/>
                  </a:lnTo>
                  <a:lnTo>
                    <a:pt x="8" y="170090"/>
                  </a:lnTo>
                  <a:lnTo>
                    <a:pt x="185" y="175391"/>
                  </a:lnTo>
                  <a:lnTo>
                    <a:pt x="530" y="180684"/>
                  </a:lnTo>
                  <a:lnTo>
                    <a:pt x="1043" y="185963"/>
                  </a:lnTo>
                  <a:lnTo>
                    <a:pt x="1723" y="191224"/>
                  </a:lnTo>
                  <a:lnTo>
                    <a:pt x="2569" y="196460"/>
                  </a:lnTo>
                  <a:lnTo>
                    <a:pt x="3581" y="201667"/>
                  </a:lnTo>
                  <a:lnTo>
                    <a:pt x="4758" y="206839"/>
                  </a:lnTo>
                  <a:lnTo>
                    <a:pt x="6099" y="211971"/>
                  </a:lnTo>
                  <a:lnTo>
                    <a:pt x="7601" y="217058"/>
                  </a:lnTo>
                  <a:lnTo>
                    <a:pt x="9265" y="222095"/>
                  </a:lnTo>
                  <a:lnTo>
                    <a:pt x="11087" y="227077"/>
                  </a:lnTo>
                  <a:lnTo>
                    <a:pt x="13066" y="231998"/>
                  </a:lnTo>
                  <a:lnTo>
                    <a:pt x="15200" y="236854"/>
                  </a:lnTo>
                  <a:lnTo>
                    <a:pt x="17488" y="241640"/>
                  </a:lnTo>
                  <a:lnTo>
                    <a:pt x="19926" y="246350"/>
                  </a:lnTo>
                  <a:lnTo>
                    <a:pt x="22512" y="250981"/>
                  </a:lnTo>
                  <a:lnTo>
                    <a:pt x="25244" y="255528"/>
                  </a:lnTo>
                  <a:lnTo>
                    <a:pt x="28119" y="259986"/>
                  </a:lnTo>
                  <a:lnTo>
                    <a:pt x="31134" y="264350"/>
                  </a:lnTo>
                  <a:lnTo>
                    <a:pt x="34286" y="268616"/>
                  </a:lnTo>
                  <a:lnTo>
                    <a:pt x="37571" y="272781"/>
                  </a:lnTo>
                  <a:lnTo>
                    <a:pt x="40987" y="276838"/>
                  </a:lnTo>
                  <a:lnTo>
                    <a:pt x="44530" y="280786"/>
                  </a:lnTo>
                  <a:lnTo>
                    <a:pt x="48197" y="284619"/>
                  </a:lnTo>
                  <a:lnTo>
                    <a:pt x="51983" y="288334"/>
                  </a:lnTo>
                  <a:lnTo>
                    <a:pt x="55885" y="291927"/>
                  </a:lnTo>
                  <a:lnTo>
                    <a:pt x="59899" y="295394"/>
                  </a:lnTo>
                  <a:lnTo>
                    <a:pt x="64021" y="298732"/>
                  </a:lnTo>
                  <a:lnTo>
                    <a:pt x="68247" y="301938"/>
                  </a:lnTo>
                  <a:lnTo>
                    <a:pt x="72573" y="305008"/>
                  </a:lnTo>
                  <a:lnTo>
                    <a:pt x="76994" y="307939"/>
                  </a:lnTo>
                  <a:lnTo>
                    <a:pt x="81505" y="310728"/>
                  </a:lnTo>
                  <a:lnTo>
                    <a:pt x="86103" y="313373"/>
                  </a:lnTo>
                  <a:lnTo>
                    <a:pt x="90783" y="315871"/>
                  </a:lnTo>
                  <a:lnTo>
                    <a:pt x="95539" y="318219"/>
                  </a:lnTo>
                  <a:lnTo>
                    <a:pt x="100367" y="320415"/>
                  </a:lnTo>
                  <a:lnTo>
                    <a:pt x="105263" y="322457"/>
                  </a:lnTo>
                  <a:lnTo>
                    <a:pt x="110221" y="324342"/>
                  </a:lnTo>
                  <a:lnTo>
                    <a:pt x="115236" y="326069"/>
                  </a:lnTo>
                  <a:lnTo>
                    <a:pt x="120304" y="327636"/>
                  </a:lnTo>
                  <a:lnTo>
                    <a:pt x="125419" y="329041"/>
                  </a:lnTo>
                  <a:lnTo>
                    <a:pt x="130575" y="330284"/>
                  </a:lnTo>
                  <a:lnTo>
                    <a:pt x="135769" y="331362"/>
                  </a:lnTo>
                  <a:lnTo>
                    <a:pt x="140994" y="332275"/>
                  </a:lnTo>
                  <a:lnTo>
                    <a:pt x="146246" y="333022"/>
                  </a:lnTo>
                  <a:lnTo>
                    <a:pt x="151518" y="333602"/>
                  </a:lnTo>
                  <a:lnTo>
                    <a:pt x="156806" y="334014"/>
                  </a:lnTo>
                  <a:lnTo>
                    <a:pt x="162105" y="334258"/>
                  </a:lnTo>
                  <a:lnTo>
                    <a:pt x="167409" y="334334"/>
                  </a:lnTo>
                  <a:lnTo>
                    <a:pt x="172712" y="334242"/>
                  </a:lnTo>
                  <a:lnTo>
                    <a:pt x="178010" y="333981"/>
                  </a:lnTo>
                  <a:lnTo>
                    <a:pt x="183297" y="333552"/>
                  </a:lnTo>
                  <a:lnTo>
                    <a:pt x="188568" y="332956"/>
                  </a:lnTo>
                  <a:lnTo>
                    <a:pt x="193817" y="332193"/>
                  </a:lnTo>
                  <a:lnTo>
                    <a:pt x="199039" y="331264"/>
                  </a:lnTo>
                  <a:lnTo>
                    <a:pt x="204229" y="330170"/>
                  </a:lnTo>
                  <a:lnTo>
                    <a:pt x="209382" y="328912"/>
                  </a:lnTo>
                  <a:lnTo>
                    <a:pt x="214493" y="327490"/>
                  </a:lnTo>
                  <a:lnTo>
                    <a:pt x="219555" y="325907"/>
                  </a:lnTo>
                  <a:lnTo>
                    <a:pt x="224565" y="324165"/>
                  </a:lnTo>
                  <a:lnTo>
                    <a:pt x="229517" y="322264"/>
                  </a:lnTo>
                  <a:lnTo>
                    <a:pt x="234407" y="320208"/>
                  </a:lnTo>
                  <a:lnTo>
                    <a:pt x="239228" y="317997"/>
                  </a:lnTo>
                  <a:lnTo>
                    <a:pt x="243977" y="315634"/>
                  </a:lnTo>
                  <a:lnTo>
                    <a:pt x="248649" y="313122"/>
                  </a:lnTo>
                  <a:lnTo>
                    <a:pt x="253239" y="310463"/>
                  </a:lnTo>
                  <a:lnTo>
                    <a:pt x="257741" y="307659"/>
                  </a:lnTo>
                  <a:lnTo>
                    <a:pt x="262153" y="304714"/>
                  </a:lnTo>
                  <a:lnTo>
                    <a:pt x="266469" y="301631"/>
                  </a:lnTo>
                  <a:lnTo>
                    <a:pt x="270685" y="298412"/>
                  </a:lnTo>
                  <a:lnTo>
                    <a:pt x="274797" y="295061"/>
                  </a:lnTo>
                  <a:lnTo>
                    <a:pt x="278801" y="291582"/>
                  </a:lnTo>
                  <a:lnTo>
                    <a:pt x="282692" y="287977"/>
                  </a:lnTo>
                  <a:lnTo>
                    <a:pt x="286466" y="284250"/>
                  </a:lnTo>
                  <a:lnTo>
                    <a:pt x="290121" y="280406"/>
                  </a:lnTo>
                  <a:lnTo>
                    <a:pt x="293652" y="276447"/>
                  </a:lnTo>
                  <a:lnTo>
                    <a:pt x="297055" y="272379"/>
                  </a:lnTo>
                  <a:lnTo>
                    <a:pt x="300328" y="268204"/>
                  </a:lnTo>
                  <a:lnTo>
                    <a:pt x="303466" y="263928"/>
                  </a:lnTo>
                  <a:lnTo>
                    <a:pt x="306468" y="259555"/>
                  </a:lnTo>
                  <a:lnTo>
                    <a:pt x="309329" y="255088"/>
                  </a:lnTo>
                  <a:lnTo>
                    <a:pt x="312046" y="250533"/>
                  </a:lnTo>
                  <a:lnTo>
                    <a:pt x="314618" y="245894"/>
                  </a:lnTo>
                  <a:lnTo>
                    <a:pt x="317042" y="241176"/>
                  </a:lnTo>
                  <a:lnTo>
                    <a:pt x="319315" y="236383"/>
                  </a:lnTo>
                  <a:lnTo>
                    <a:pt x="321434" y="231520"/>
                  </a:lnTo>
                  <a:lnTo>
                    <a:pt x="323398" y="226593"/>
                  </a:lnTo>
                  <a:lnTo>
                    <a:pt x="325205" y="221606"/>
                  </a:lnTo>
                  <a:lnTo>
                    <a:pt x="326852" y="216564"/>
                  </a:lnTo>
                  <a:lnTo>
                    <a:pt x="328339" y="211472"/>
                  </a:lnTo>
                  <a:lnTo>
                    <a:pt x="329664" y="206336"/>
                  </a:lnTo>
                  <a:lnTo>
                    <a:pt x="330825" y="201161"/>
                  </a:lnTo>
                  <a:lnTo>
                    <a:pt x="331821" y="195951"/>
                  </a:lnTo>
                  <a:lnTo>
                    <a:pt x="332651" y="190712"/>
                  </a:lnTo>
                  <a:lnTo>
                    <a:pt x="333315" y="185449"/>
                  </a:lnTo>
                  <a:lnTo>
                    <a:pt x="333811" y="180168"/>
                  </a:lnTo>
                  <a:lnTo>
                    <a:pt x="334140" y="174874"/>
                  </a:lnTo>
                  <a:lnTo>
                    <a:pt x="334300" y="169572"/>
                  </a:lnTo>
                  <a:lnTo>
                    <a:pt x="334292" y="164268"/>
                  </a:lnTo>
                  <a:lnTo>
                    <a:pt x="334116" y="158966"/>
                  </a:lnTo>
                  <a:lnTo>
                    <a:pt x="333772" y="153673"/>
                  </a:lnTo>
                  <a:lnTo>
                    <a:pt x="333260" y="148394"/>
                  </a:lnTo>
                  <a:lnTo>
                    <a:pt x="332581" y="143133"/>
                  </a:lnTo>
                  <a:lnTo>
                    <a:pt x="331735" y="137897"/>
                  </a:lnTo>
                  <a:lnTo>
                    <a:pt x="330723" y="132690"/>
                  </a:lnTo>
                  <a:lnTo>
                    <a:pt x="329547" y="127517"/>
                  </a:lnTo>
                  <a:lnTo>
                    <a:pt x="328208" y="122385"/>
                  </a:lnTo>
                  <a:lnTo>
                    <a:pt x="326706" y="117298"/>
                  </a:lnTo>
                  <a:lnTo>
                    <a:pt x="325043" y="112261"/>
                  </a:lnTo>
                  <a:lnTo>
                    <a:pt x="323222" y="107279"/>
                  </a:lnTo>
                  <a:lnTo>
                    <a:pt x="321243" y="102358"/>
                  </a:lnTo>
                  <a:lnTo>
                    <a:pt x="319109" y="97501"/>
                  </a:lnTo>
                  <a:lnTo>
                    <a:pt x="316823" y="92715"/>
                  </a:lnTo>
                  <a:lnTo>
                    <a:pt x="314385" y="88004"/>
                  </a:lnTo>
                  <a:lnTo>
                    <a:pt x="311800" y="83373"/>
                  </a:lnTo>
                  <a:lnTo>
                    <a:pt x="309068" y="78826"/>
                  </a:lnTo>
                  <a:lnTo>
                    <a:pt x="306194" y="74368"/>
                  </a:lnTo>
                  <a:lnTo>
                    <a:pt x="303180" y="70003"/>
                  </a:lnTo>
                  <a:lnTo>
                    <a:pt x="300029" y="65736"/>
                  </a:lnTo>
                  <a:lnTo>
                    <a:pt x="296744" y="61571"/>
                  </a:lnTo>
                  <a:lnTo>
                    <a:pt x="293328" y="57513"/>
                  </a:lnTo>
                  <a:lnTo>
                    <a:pt x="289786" y="53565"/>
                  </a:lnTo>
                  <a:lnTo>
                    <a:pt x="286120" y="49731"/>
                  </a:lnTo>
                  <a:lnTo>
                    <a:pt x="282334" y="46016"/>
                  </a:lnTo>
                  <a:lnTo>
                    <a:pt x="278433" y="42423"/>
                  </a:lnTo>
                  <a:lnTo>
                    <a:pt x="274419" y="38955"/>
                  </a:lnTo>
                  <a:lnTo>
                    <a:pt x="270297" y="35616"/>
                  </a:lnTo>
                  <a:lnTo>
                    <a:pt x="266072" y="32410"/>
                  </a:lnTo>
                  <a:lnTo>
                    <a:pt x="261747" y="29339"/>
                  </a:lnTo>
                  <a:lnTo>
                    <a:pt x="257326" y="26407"/>
                  </a:lnTo>
                  <a:lnTo>
                    <a:pt x="252815" y="23617"/>
                  </a:lnTo>
                  <a:lnTo>
                    <a:pt x="248217" y="20972"/>
                  </a:lnTo>
                  <a:lnTo>
                    <a:pt x="243538" y="1847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76388" cy="167167"/>
            </a:xfrm>
            <a:custGeom>
              <a:avLst/>
              <a:pathLst>
                <a:path w="76388" h="167167">
                  <a:moveTo>
                    <a:pt x="76388" y="18473"/>
                  </a:moveTo>
                  <a:lnTo>
                    <a:pt x="71305" y="15970"/>
                  </a:lnTo>
                  <a:lnTo>
                    <a:pt x="66139" y="13640"/>
                  </a:lnTo>
                  <a:lnTo>
                    <a:pt x="60898" y="11487"/>
                  </a:lnTo>
                  <a:lnTo>
                    <a:pt x="55587" y="9512"/>
                  </a:lnTo>
                  <a:lnTo>
                    <a:pt x="50212" y="7719"/>
                  </a:lnTo>
                  <a:lnTo>
                    <a:pt x="44779" y="6109"/>
                  </a:lnTo>
                  <a:lnTo>
                    <a:pt x="39295" y="4684"/>
                  </a:lnTo>
                  <a:lnTo>
                    <a:pt x="33765" y="3445"/>
                  </a:lnTo>
                  <a:lnTo>
                    <a:pt x="28197" y="2395"/>
                  </a:lnTo>
                  <a:lnTo>
                    <a:pt x="22597" y="1534"/>
                  </a:lnTo>
                  <a:lnTo>
                    <a:pt x="16970" y="863"/>
                  </a:lnTo>
                  <a:lnTo>
                    <a:pt x="11324" y="384"/>
                  </a:lnTo>
                  <a:lnTo>
                    <a:pt x="5665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8620" y="5269756"/>
              <a:ext cx="165881" cy="167167"/>
            </a:xfrm>
            <a:custGeom>
              <a:avLst/>
              <a:pathLst>
                <a:path w="165881" h="167167">
                  <a:moveTo>
                    <a:pt x="165881" y="0"/>
                  </a:moveTo>
                  <a:lnTo>
                    <a:pt x="160507" y="86"/>
                  </a:lnTo>
                  <a:lnTo>
                    <a:pt x="155140" y="345"/>
                  </a:lnTo>
                  <a:lnTo>
                    <a:pt x="149783" y="776"/>
                  </a:lnTo>
                  <a:lnTo>
                    <a:pt x="144443" y="1380"/>
                  </a:lnTo>
                  <a:lnTo>
                    <a:pt x="139126" y="2154"/>
                  </a:lnTo>
                  <a:lnTo>
                    <a:pt x="133836" y="3100"/>
                  </a:lnTo>
                  <a:lnTo>
                    <a:pt x="128579" y="4214"/>
                  </a:lnTo>
                  <a:lnTo>
                    <a:pt x="123360" y="5498"/>
                  </a:lnTo>
                  <a:lnTo>
                    <a:pt x="118186" y="6948"/>
                  </a:lnTo>
                  <a:lnTo>
                    <a:pt x="113061" y="8564"/>
                  </a:lnTo>
                  <a:lnTo>
                    <a:pt x="107990" y="10343"/>
                  </a:lnTo>
                  <a:lnTo>
                    <a:pt x="102979" y="12285"/>
                  </a:lnTo>
                  <a:lnTo>
                    <a:pt x="98033" y="14387"/>
                  </a:lnTo>
                  <a:lnTo>
                    <a:pt x="93158" y="16647"/>
                  </a:lnTo>
                  <a:lnTo>
                    <a:pt x="88357" y="19062"/>
                  </a:lnTo>
                  <a:lnTo>
                    <a:pt x="83637" y="21630"/>
                  </a:lnTo>
                  <a:lnTo>
                    <a:pt x="79001" y="24349"/>
                  </a:lnTo>
                  <a:lnTo>
                    <a:pt x="74456" y="27215"/>
                  </a:lnTo>
                  <a:lnTo>
                    <a:pt x="70005" y="30226"/>
                  </a:lnTo>
                  <a:lnTo>
                    <a:pt x="65653" y="33379"/>
                  </a:lnTo>
                  <a:lnTo>
                    <a:pt x="61404" y="36669"/>
                  </a:lnTo>
                  <a:lnTo>
                    <a:pt x="57264" y="40095"/>
                  </a:lnTo>
                  <a:lnTo>
                    <a:pt x="53235" y="43652"/>
                  </a:lnTo>
                  <a:lnTo>
                    <a:pt x="49323" y="47336"/>
                  </a:lnTo>
                  <a:lnTo>
                    <a:pt x="45532" y="51145"/>
                  </a:lnTo>
                  <a:lnTo>
                    <a:pt x="41865" y="55073"/>
                  </a:lnTo>
                  <a:lnTo>
                    <a:pt x="38326" y="59117"/>
                  </a:lnTo>
                  <a:lnTo>
                    <a:pt x="34919" y="63273"/>
                  </a:lnTo>
                  <a:lnTo>
                    <a:pt x="31647" y="67536"/>
                  </a:lnTo>
                  <a:lnTo>
                    <a:pt x="28514" y="71902"/>
                  </a:lnTo>
                  <a:lnTo>
                    <a:pt x="25523" y="76366"/>
                  </a:lnTo>
                  <a:lnTo>
                    <a:pt x="22677" y="80925"/>
                  </a:lnTo>
                  <a:lnTo>
                    <a:pt x="19979" y="85572"/>
                  </a:lnTo>
                  <a:lnTo>
                    <a:pt x="17432" y="90304"/>
                  </a:lnTo>
                  <a:lnTo>
                    <a:pt x="15038" y="95115"/>
                  </a:lnTo>
                  <a:lnTo>
                    <a:pt x="12800" y="100001"/>
                  </a:lnTo>
                  <a:lnTo>
                    <a:pt x="10720" y="104956"/>
                  </a:lnTo>
                  <a:lnTo>
                    <a:pt x="8801" y="109975"/>
                  </a:lnTo>
                  <a:lnTo>
                    <a:pt x="7044" y="115054"/>
                  </a:lnTo>
                  <a:lnTo>
                    <a:pt x="5451" y="120186"/>
                  </a:lnTo>
                  <a:lnTo>
                    <a:pt x="4023" y="125367"/>
                  </a:lnTo>
                  <a:lnTo>
                    <a:pt x="2764" y="130591"/>
                  </a:lnTo>
                  <a:lnTo>
                    <a:pt x="1672" y="135853"/>
                  </a:lnTo>
                  <a:lnTo>
                    <a:pt x="751" y="141147"/>
                  </a:lnTo>
                  <a:lnTo>
                    <a:pt x="0" y="146468"/>
                  </a:lnTo>
                  <a:lnTo>
                    <a:pt x="16588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797334" y="5269756"/>
              <a:ext cx="334322" cy="334328"/>
            </a:xfrm>
            <a:custGeom>
              <a:avLst/>
              <a:pathLst>
                <a:path w="334322" h="334328">
                  <a:moveTo>
                    <a:pt x="1285" y="146468"/>
                  </a:moveTo>
                  <a:lnTo>
                    <a:pt x="711" y="151756"/>
                  </a:lnTo>
                  <a:lnTo>
                    <a:pt x="305" y="157060"/>
                  </a:lnTo>
                  <a:lnTo>
                    <a:pt x="67" y="162373"/>
                  </a:lnTo>
                  <a:lnTo>
                    <a:pt x="0" y="167692"/>
                  </a:lnTo>
                  <a:lnTo>
                    <a:pt x="101" y="173010"/>
                  </a:lnTo>
                  <a:lnTo>
                    <a:pt x="371" y="178322"/>
                  </a:lnTo>
                  <a:lnTo>
                    <a:pt x="811" y="183623"/>
                  </a:lnTo>
                  <a:lnTo>
                    <a:pt x="1418" y="188907"/>
                  </a:lnTo>
                  <a:lnTo>
                    <a:pt x="2194" y="194169"/>
                  </a:lnTo>
                  <a:lnTo>
                    <a:pt x="3136" y="199403"/>
                  </a:lnTo>
                  <a:lnTo>
                    <a:pt x="4245" y="204606"/>
                  </a:lnTo>
                  <a:lnTo>
                    <a:pt x="5518" y="209770"/>
                  </a:lnTo>
                  <a:lnTo>
                    <a:pt x="6956" y="214891"/>
                  </a:lnTo>
                  <a:lnTo>
                    <a:pt x="8555" y="219964"/>
                  </a:lnTo>
                  <a:lnTo>
                    <a:pt x="10315" y="224983"/>
                  </a:lnTo>
                  <a:lnTo>
                    <a:pt x="12234" y="229944"/>
                  </a:lnTo>
                  <a:lnTo>
                    <a:pt x="14309" y="234841"/>
                  </a:lnTo>
                  <a:lnTo>
                    <a:pt x="16540" y="239670"/>
                  </a:lnTo>
                  <a:lnTo>
                    <a:pt x="18923" y="244425"/>
                  </a:lnTo>
                  <a:lnTo>
                    <a:pt x="21455" y="249102"/>
                  </a:lnTo>
                  <a:lnTo>
                    <a:pt x="24136" y="253696"/>
                  </a:lnTo>
                  <a:lnTo>
                    <a:pt x="26961" y="258203"/>
                  </a:lnTo>
                  <a:lnTo>
                    <a:pt x="29928" y="262617"/>
                  </a:lnTo>
                  <a:lnTo>
                    <a:pt x="33034" y="266935"/>
                  </a:lnTo>
                  <a:lnTo>
                    <a:pt x="36276" y="271152"/>
                  </a:lnTo>
                  <a:lnTo>
                    <a:pt x="39651" y="275263"/>
                  </a:lnTo>
                  <a:lnTo>
                    <a:pt x="43154" y="279265"/>
                  </a:lnTo>
                  <a:lnTo>
                    <a:pt x="46783" y="283154"/>
                  </a:lnTo>
                  <a:lnTo>
                    <a:pt x="50534" y="286925"/>
                  </a:lnTo>
                  <a:lnTo>
                    <a:pt x="54403" y="290575"/>
                  </a:lnTo>
                  <a:lnTo>
                    <a:pt x="58386" y="294100"/>
                  </a:lnTo>
                  <a:lnTo>
                    <a:pt x="62480" y="297496"/>
                  </a:lnTo>
                  <a:lnTo>
                    <a:pt x="66679" y="300761"/>
                  </a:lnTo>
                  <a:lnTo>
                    <a:pt x="70980" y="303890"/>
                  </a:lnTo>
                  <a:lnTo>
                    <a:pt x="75378" y="306881"/>
                  </a:lnTo>
                  <a:lnTo>
                    <a:pt x="79870" y="309730"/>
                  </a:lnTo>
                  <a:lnTo>
                    <a:pt x="84449" y="312435"/>
                  </a:lnTo>
                  <a:lnTo>
                    <a:pt x="89113" y="314993"/>
                  </a:lnTo>
                  <a:lnTo>
                    <a:pt x="93855" y="317402"/>
                  </a:lnTo>
                  <a:lnTo>
                    <a:pt x="98672" y="319658"/>
                  </a:lnTo>
                  <a:lnTo>
                    <a:pt x="103558" y="321760"/>
                  </a:lnTo>
                  <a:lnTo>
                    <a:pt x="108508" y="323705"/>
                  </a:lnTo>
                  <a:lnTo>
                    <a:pt x="113518" y="325492"/>
                  </a:lnTo>
                  <a:lnTo>
                    <a:pt x="118582" y="327119"/>
                  </a:lnTo>
                  <a:lnTo>
                    <a:pt x="123695" y="328583"/>
                  </a:lnTo>
                  <a:lnTo>
                    <a:pt x="128853" y="329885"/>
                  </a:lnTo>
                  <a:lnTo>
                    <a:pt x="134049" y="331021"/>
                  </a:lnTo>
                  <a:lnTo>
                    <a:pt x="139278" y="331992"/>
                  </a:lnTo>
                  <a:lnTo>
                    <a:pt x="144536" y="332796"/>
                  </a:lnTo>
                  <a:lnTo>
                    <a:pt x="149817" y="333432"/>
                  </a:lnTo>
                  <a:lnTo>
                    <a:pt x="155115" y="333899"/>
                  </a:lnTo>
                  <a:lnTo>
                    <a:pt x="160426" y="334198"/>
                  </a:lnTo>
                  <a:lnTo>
                    <a:pt x="165743" y="334328"/>
                  </a:lnTo>
                  <a:lnTo>
                    <a:pt x="171062" y="334289"/>
                  </a:lnTo>
                  <a:lnTo>
                    <a:pt x="176377" y="334080"/>
                  </a:lnTo>
                  <a:lnTo>
                    <a:pt x="181682" y="333703"/>
                  </a:lnTo>
                  <a:lnTo>
                    <a:pt x="186973" y="333157"/>
                  </a:lnTo>
                  <a:lnTo>
                    <a:pt x="192244" y="332443"/>
                  </a:lnTo>
                  <a:lnTo>
                    <a:pt x="197489" y="331561"/>
                  </a:lnTo>
                  <a:lnTo>
                    <a:pt x="202704" y="330513"/>
                  </a:lnTo>
                  <a:lnTo>
                    <a:pt x="207882" y="329300"/>
                  </a:lnTo>
                  <a:lnTo>
                    <a:pt x="213020" y="327923"/>
                  </a:lnTo>
                  <a:lnTo>
                    <a:pt x="218111" y="326382"/>
                  </a:lnTo>
                  <a:lnTo>
                    <a:pt x="223150" y="324681"/>
                  </a:lnTo>
                  <a:lnTo>
                    <a:pt x="228133" y="322820"/>
                  </a:lnTo>
                  <a:lnTo>
                    <a:pt x="233054" y="320802"/>
                  </a:lnTo>
                  <a:lnTo>
                    <a:pt x="237909" y="318628"/>
                  </a:lnTo>
                  <a:lnTo>
                    <a:pt x="242691" y="316301"/>
                  </a:lnTo>
                  <a:lnTo>
                    <a:pt x="247398" y="313822"/>
                  </a:lnTo>
                  <a:lnTo>
                    <a:pt x="252023" y="311196"/>
                  </a:lnTo>
                  <a:lnTo>
                    <a:pt x="256562" y="308423"/>
                  </a:lnTo>
                  <a:lnTo>
                    <a:pt x="261011" y="305508"/>
                  </a:lnTo>
                  <a:lnTo>
                    <a:pt x="265364" y="302452"/>
                  </a:lnTo>
                  <a:lnTo>
                    <a:pt x="269618" y="299260"/>
                  </a:lnTo>
                  <a:lnTo>
                    <a:pt x="273769" y="295933"/>
                  </a:lnTo>
                  <a:lnTo>
                    <a:pt x="277812" y="292477"/>
                  </a:lnTo>
                  <a:lnTo>
                    <a:pt x="281742" y="288893"/>
                  </a:lnTo>
                  <a:lnTo>
                    <a:pt x="285557" y="285186"/>
                  </a:lnTo>
                  <a:lnTo>
                    <a:pt x="289251" y="281360"/>
                  </a:lnTo>
                  <a:lnTo>
                    <a:pt x="292823" y="277418"/>
                  </a:lnTo>
                  <a:lnTo>
                    <a:pt x="296267" y="273365"/>
                  </a:lnTo>
                  <a:lnTo>
                    <a:pt x="299580" y="269204"/>
                  </a:lnTo>
                  <a:lnTo>
                    <a:pt x="302759" y="264940"/>
                  </a:lnTo>
                  <a:lnTo>
                    <a:pt x="305801" y="260577"/>
                  </a:lnTo>
                  <a:lnTo>
                    <a:pt x="308702" y="256119"/>
                  </a:lnTo>
                  <a:lnTo>
                    <a:pt x="311461" y="251571"/>
                  </a:lnTo>
                  <a:lnTo>
                    <a:pt x="314073" y="246938"/>
                  </a:lnTo>
                  <a:lnTo>
                    <a:pt x="316536" y="242224"/>
                  </a:lnTo>
                  <a:lnTo>
                    <a:pt x="318849" y="237434"/>
                  </a:lnTo>
                  <a:lnTo>
                    <a:pt x="321007" y="232572"/>
                  </a:lnTo>
                  <a:lnTo>
                    <a:pt x="323010" y="227645"/>
                  </a:lnTo>
                  <a:lnTo>
                    <a:pt x="324855" y="222656"/>
                  </a:lnTo>
                  <a:lnTo>
                    <a:pt x="326541" y="217612"/>
                  </a:lnTo>
                  <a:lnTo>
                    <a:pt x="328065" y="212516"/>
                  </a:lnTo>
                  <a:lnTo>
                    <a:pt x="329426" y="207374"/>
                  </a:lnTo>
                  <a:lnTo>
                    <a:pt x="330623" y="202191"/>
                  </a:lnTo>
                  <a:lnTo>
                    <a:pt x="331655" y="196974"/>
                  </a:lnTo>
                  <a:lnTo>
                    <a:pt x="332520" y="191725"/>
                  </a:lnTo>
                  <a:lnTo>
                    <a:pt x="333217" y="186452"/>
                  </a:lnTo>
                  <a:lnTo>
                    <a:pt x="333747" y="181160"/>
                  </a:lnTo>
                  <a:lnTo>
                    <a:pt x="334108" y="175853"/>
                  </a:lnTo>
                  <a:lnTo>
                    <a:pt x="334300" y="170538"/>
                  </a:lnTo>
                  <a:lnTo>
                    <a:pt x="334322" y="165219"/>
                  </a:lnTo>
                  <a:lnTo>
                    <a:pt x="334176" y="159902"/>
                  </a:lnTo>
                  <a:lnTo>
                    <a:pt x="333860" y="154593"/>
                  </a:lnTo>
                  <a:lnTo>
                    <a:pt x="333376" y="149296"/>
                  </a:lnTo>
                  <a:lnTo>
                    <a:pt x="332723" y="144017"/>
                  </a:lnTo>
                  <a:lnTo>
                    <a:pt x="331903" y="138762"/>
                  </a:lnTo>
                  <a:lnTo>
                    <a:pt x="330915" y="133535"/>
                  </a:lnTo>
                  <a:lnTo>
                    <a:pt x="329763" y="128343"/>
                  </a:lnTo>
                  <a:lnTo>
                    <a:pt x="328445" y="123190"/>
                  </a:lnTo>
                  <a:lnTo>
                    <a:pt x="326964" y="118081"/>
                  </a:lnTo>
                  <a:lnTo>
                    <a:pt x="325322" y="113022"/>
                  </a:lnTo>
                  <a:lnTo>
                    <a:pt x="323519" y="108018"/>
                  </a:lnTo>
                  <a:lnTo>
                    <a:pt x="321558" y="103074"/>
                  </a:lnTo>
                  <a:lnTo>
                    <a:pt x="319441" y="98194"/>
                  </a:lnTo>
                  <a:lnTo>
                    <a:pt x="317170" y="93385"/>
                  </a:lnTo>
                  <a:lnTo>
                    <a:pt x="314747" y="88650"/>
                  </a:lnTo>
                  <a:lnTo>
                    <a:pt x="312174" y="83994"/>
                  </a:lnTo>
                  <a:lnTo>
                    <a:pt x="309455" y="79423"/>
                  </a:lnTo>
                  <a:lnTo>
                    <a:pt x="306591" y="74941"/>
                  </a:lnTo>
                  <a:lnTo>
                    <a:pt x="303586" y="70552"/>
                  </a:lnTo>
                  <a:lnTo>
                    <a:pt x="300444" y="66261"/>
                  </a:lnTo>
                  <a:lnTo>
                    <a:pt x="297166" y="62072"/>
                  </a:lnTo>
                  <a:lnTo>
                    <a:pt x="293757" y="57989"/>
                  </a:lnTo>
                  <a:lnTo>
                    <a:pt x="290219" y="54017"/>
                  </a:lnTo>
                  <a:lnTo>
                    <a:pt x="286557" y="50160"/>
                  </a:lnTo>
                  <a:lnTo>
                    <a:pt x="282774" y="46421"/>
                  </a:lnTo>
                  <a:lnTo>
                    <a:pt x="278874" y="42804"/>
                  </a:lnTo>
                  <a:lnTo>
                    <a:pt x="274861" y="39313"/>
                  </a:lnTo>
                  <a:lnTo>
                    <a:pt x="270739" y="35951"/>
                  </a:lnTo>
                  <a:lnTo>
                    <a:pt x="266512" y="32723"/>
                  </a:lnTo>
                  <a:lnTo>
                    <a:pt x="262185" y="29630"/>
                  </a:lnTo>
                  <a:lnTo>
                    <a:pt x="257761" y="26677"/>
                  </a:lnTo>
                  <a:lnTo>
                    <a:pt x="253246" y="23866"/>
                  </a:lnTo>
                  <a:lnTo>
                    <a:pt x="248643" y="21200"/>
                  </a:lnTo>
                  <a:lnTo>
                    <a:pt x="243958" y="18682"/>
                  </a:lnTo>
                  <a:lnTo>
                    <a:pt x="239195" y="16314"/>
                  </a:lnTo>
                  <a:lnTo>
                    <a:pt x="234360" y="14098"/>
                  </a:lnTo>
                  <a:lnTo>
                    <a:pt x="229456" y="12038"/>
                  </a:lnTo>
                  <a:lnTo>
                    <a:pt x="224489" y="10135"/>
                  </a:lnTo>
                  <a:lnTo>
                    <a:pt x="219465" y="8391"/>
                  </a:lnTo>
                  <a:lnTo>
                    <a:pt x="214387" y="6807"/>
                  </a:lnTo>
                  <a:lnTo>
                    <a:pt x="209261" y="5386"/>
                  </a:lnTo>
                  <a:lnTo>
                    <a:pt x="204093" y="4129"/>
                  </a:lnTo>
                  <a:lnTo>
                    <a:pt x="198887" y="3037"/>
                  </a:lnTo>
                  <a:lnTo>
                    <a:pt x="193650" y="2111"/>
                  </a:lnTo>
                  <a:lnTo>
                    <a:pt x="188385" y="1352"/>
                  </a:lnTo>
                  <a:lnTo>
                    <a:pt x="183099" y="761"/>
                  </a:lnTo>
                  <a:lnTo>
                    <a:pt x="177797" y="338"/>
                  </a:lnTo>
                  <a:lnTo>
                    <a:pt x="172484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1815" y="5399291"/>
              <a:ext cx="4400" cy="167167"/>
            </a:xfrm>
            <a:custGeom>
              <a:avLst/>
              <a:pathLst>
                <a:path w="4400" h="167167">
                  <a:moveTo>
                    <a:pt x="4400" y="0"/>
                  </a:moveTo>
                  <a:lnTo>
                    <a:pt x="0" y="57"/>
                  </a:lnTo>
                  <a:lnTo>
                    <a:pt x="440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1815" y="5399349"/>
              <a:ext cx="4400" cy="167109"/>
            </a:xfrm>
            <a:custGeom>
              <a:avLst/>
              <a:pathLst>
                <a:path w="4400" h="167109">
                  <a:moveTo>
                    <a:pt x="0" y="0"/>
                  </a:moveTo>
                  <a:lnTo>
                    <a:pt x="4400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1815" y="5399349"/>
              <a:ext cx="4400" cy="167109"/>
            </a:xfrm>
            <a:custGeom>
              <a:avLst/>
              <a:pathLst>
                <a:path w="4400" h="167109">
                  <a:moveTo>
                    <a:pt x="0" y="0"/>
                  </a:moveTo>
                  <a:lnTo>
                    <a:pt x="4400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1815" y="5399349"/>
              <a:ext cx="4400" cy="167109"/>
            </a:xfrm>
            <a:custGeom>
              <a:avLst/>
              <a:pathLst>
                <a:path w="4400" h="167109">
                  <a:moveTo>
                    <a:pt x="0" y="0"/>
                  </a:moveTo>
                  <a:lnTo>
                    <a:pt x="4400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1815" y="5399349"/>
              <a:ext cx="4400" cy="167109"/>
            </a:xfrm>
            <a:custGeom>
              <a:avLst/>
              <a:pathLst>
                <a:path w="4400" h="167109">
                  <a:moveTo>
                    <a:pt x="0" y="0"/>
                  </a:moveTo>
                  <a:lnTo>
                    <a:pt x="4400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1815" y="5399349"/>
              <a:ext cx="4400" cy="167109"/>
            </a:xfrm>
            <a:custGeom>
              <a:avLst/>
              <a:pathLst>
                <a:path w="4400" h="167109">
                  <a:moveTo>
                    <a:pt x="0" y="0"/>
                  </a:moveTo>
                  <a:lnTo>
                    <a:pt x="4400" y="1671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1815" y="5399349"/>
              <a:ext cx="4400" cy="167109"/>
            </a:xfrm>
            <a:custGeom>
              <a:avLst/>
              <a:pathLst>
                <a:path w="4400" h="167109">
                  <a:moveTo>
                    <a:pt x="0" y="0"/>
                  </a:moveTo>
                  <a:lnTo>
                    <a:pt x="4400" y="1671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319051" y="5399349"/>
              <a:ext cx="334331" cy="334260"/>
            </a:xfrm>
            <a:custGeom>
              <a:avLst/>
              <a:pathLst>
                <a:path w="334331" h="334260">
                  <a:moveTo>
                    <a:pt x="162764" y="0"/>
                  </a:moveTo>
                  <a:lnTo>
                    <a:pt x="157479" y="222"/>
                  </a:lnTo>
                  <a:lnTo>
                    <a:pt x="152203" y="612"/>
                  </a:lnTo>
                  <a:lnTo>
                    <a:pt x="146943" y="1169"/>
                  </a:lnTo>
                  <a:lnTo>
                    <a:pt x="141703" y="1892"/>
                  </a:lnTo>
                  <a:lnTo>
                    <a:pt x="136488" y="2780"/>
                  </a:lnTo>
                  <a:lnTo>
                    <a:pt x="131304" y="3833"/>
                  </a:lnTo>
                  <a:lnTo>
                    <a:pt x="126156" y="5049"/>
                  </a:lnTo>
                  <a:lnTo>
                    <a:pt x="121050" y="6428"/>
                  </a:lnTo>
                  <a:lnTo>
                    <a:pt x="115989" y="7967"/>
                  </a:lnTo>
                  <a:lnTo>
                    <a:pt x="110979" y="9666"/>
                  </a:lnTo>
                  <a:lnTo>
                    <a:pt x="106026" y="11523"/>
                  </a:lnTo>
                  <a:lnTo>
                    <a:pt x="101134" y="13535"/>
                  </a:lnTo>
                  <a:lnTo>
                    <a:pt x="96308" y="15701"/>
                  </a:lnTo>
                  <a:lnTo>
                    <a:pt x="91553" y="18018"/>
                  </a:lnTo>
                  <a:lnTo>
                    <a:pt x="86874" y="20485"/>
                  </a:lnTo>
                  <a:lnTo>
                    <a:pt x="82275" y="23099"/>
                  </a:lnTo>
                  <a:lnTo>
                    <a:pt x="77761" y="25857"/>
                  </a:lnTo>
                  <a:lnTo>
                    <a:pt x="73337" y="28756"/>
                  </a:lnTo>
                  <a:lnTo>
                    <a:pt x="69006" y="31794"/>
                  </a:lnTo>
                  <a:lnTo>
                    <a:pt x="64774" y="34968"/>
                  </a:lnTo>
                  <a:lnTo>
                    <a:pt x="60645" y="38273"/>
                  </a:lnTo>
                  <a:lnTo>
                    <a:pt x="56622" y="41708"/>
                  </a:lnTo>
                  <a:lnTo>
                    <a:pt x="52710" y="45268"/>
                  </a:lnTo>
                  <a:lnTo>
                    <a:pt x="48912" y="48950"/>
                  </a:lnTo>
                  <a:lnTo>
                    <a:pt x="45233" y="52751"/>
                  </a:lnTo>
                  <a:lnTo>
                    <a:pt x="41676" y="56666"/>
                  </a:lnTo>
                  <a:lnTo>
                    <a:pt x="38244" y="60692"/>
                  </a:lnTo>
                  <a:lnTo>
                    <a:pt x="34942" y="64824"/>
                  </a:lnTo>
                  <a:lnTo>
                    <a:pt x="31772" y="69059"/>
                  </a:lnTo>
                  <a:lnTo>
                    <a:pt x="28737" y="73391"/>
                  </a:lnTo>
                  <a:lnTo>
                    <a:pt x="25841" y="77818"/>
                  </a:lnTo>
                  <a:lnTo>
                    <a:pt x="23087" y="82334"/>
                  </a:lnTo>
                  <a:lnTo>
                    <a:pt x="20477" y="86935"/>
                  </a:lnTo>
                  <a:lnTo>
                    <a:pt x="18014" y="91616"/>
                  </a:lnTo>
                  <a:lnTo>
                    <a:pt x="15700" y="96373"/>
                  </a:lnTo>
                  <a:lnTo>
                    <a:pt x="13538" y="101201"/>
                  </a:lnTo>
                  <a:lnTo>
                    <a:pt x="11529" y="106094"/>
                  </a:lnTo>
                  <a:lnTo>
                    <a:pt x="9677" y="111049"/>
                  </a:lnTo>
                  <a:lnTo>
                    <a:pt x="7982" y="116060"/>
                  </a:lnTo>
                  <a:lnTo>
                    <a:pt x="6446" y="121122"/>
                  </a:lnTo>
                  <a:lnTo>
                    <a:pt x="5072" y="126230"/>
                  </a:lnTo>
                  <a:lnTo>
                    <a:pt x="3860" y="131379"/>
                  </a:lnTo>
                  <a:lnTo>
                    <a:pt x="2811" y="136563"/>
                  </a:lnTo>
                  <a:lnTo>
                    <a:pt x="1927" y="141779"/>
                  </a:lnTo>
                  <a:lnTo>
                    <a:pt x="1208" y="147019"/>
                  </a:lnTo>
                  <a:lnTo>
                    <a:pt x="655" y="152280"/>
                  </a:lnTo>
                  <a:lnTo>
                    <a:pt x="270" y="157556"/>
                  </a:lnTo>
                  <a:lnTo>
                    <a:pt x="51" y="162841"/>
                  </a:lnTo>
                  <a:lnTo>
                    <a:pt x="0" y="168130"/>
                  </a:lnTo>
                  <a:lnTo>
                    <a:pt x="116" y="173419"/>
                  </a:lnTo>
                  <a:lnTo>
                    <a:pt x="399" y="178701"/>
                  </a:lnTo>
                  <a:lnTo>
                    <a:pt x="849" y="183971"/>
                  </a:lnTo>
                  <a:lnTo>
                    <a:pt x="1466" y="189225"/>
                  </a:lnTo>
                  <a:lnTo>
                    <a:pt x="2248" y="194456"/>
                  </a:lnTo>
                  <a:lnTo>
                    <a:pt x="3196" y="199661"/>
                  </a:lnTo>
                  <a:lnTo>
                    <a:pt x="4308" y="204832"/>
                  </a:lnTo>
                  <a:lnTo>
                    <a:pt x="5583" y="209966"/>
                  </a:lnTo>
                  <a:lnTo>
                    <a:pt x="7020" y="215057"/>
                  </a:lnTo>
                  <a:lnTo>
                    <a:pt x="8617" y="220099"/>
                  </a:lnTo>
                  <a:lnTo>
                    <a:pt x="10373" y="225089"/>
                  </a:lnTo>
                  <a:lnTo>
                    <a:pt x="12286" y="230021"/>
                  </a:lnTo>
                  <a:lnTo>
                    <a:pt x="14354" y="234890"/>
                  </a:lnTo>
                  <a:lnTo>
                    <a:pt x="16575" y="239690"/>
                  </a:lnTo>
                  <a:lnTo>
                    <a:pt x="18947" y="244419"/>
                  </a:lnTo>
                  <a:lnTo>
                    <a:pt x="21467" y="249069"/>
                  </a:lnTo>
                  <a:lnTo>
                    <a:pt x="24133" y="253638"/>
                  </a:lnTo>
                  <a:lnTo>
                    <a:pt x="26943" y="258120"/>
                  </a:lnTo>
                  <a:lnTo>
                    <a:pt x="29893" y="262511"/>
                  </a:lnTo>
                  <a:lnTo>
                    <a:pt x="32980" y="266806"/>
                  </a:lnTo>
                  <a:lnTo>
                    <a:pt x="36201" y="271002"/>
                  </a:lnTo>
                  <a:lnTo>
                    <a:pt x="39554" y="275094"/>
                  </a:lnTo>
                  <a:lnTo>
                    <a:pt x="43034" y="279077"/>
                  </a:lnTo>
                  <a:lnTo>
                    <a:pt x="46639" y="282948"/>
                  </a:lnTo>
                  <a:lnTo>
                    <a:pt x="50364" y="286704"/>
                  </a:lnTo>
                  <a:lnTo>
                    <a:pt x="54207" y="290339"/>
                  </a:lnTo>
                  <a:lnTo>
                    <a:pt x="58162" y="293851"/>
                  </a:lnTo>
                  <a:lnTo>
                    <a:pt x="62227" y="297237"/>
                  </a:lnTo>
                  <a:lnTo>
                    <a:pt x="66397" y="300492"/>
                  </a:lnTo>
                  <a:lnTo>
                    <a:pt x="70667" y="303613"/>
                  </a:lnTo>
                  <a:lnTo>
                    <a:pt x="75034" y="306598"/>
                  </a:lnTo>
                  <a:lnTo>
                    <a:pt x="79494" y="309443"/>
                  </a:lnTo>
                  <a:lnTo>
                    <a:pt x="84041" y="312145"/>
                  </a:lnTo>
                  <a:lnTo>
                    <a:pt x="88671" y="314703"/>
                  </a:lnTo>
                  <a:lnTo>
                    <a:pt x="93380" y="317112"/>
                  </a:lnTo>
                  <a:lnTo>
                    <a:pt x="98163" y="319372"/>
                  </a:lnTo>
                  <a:lnTo>
                    <a:pt x="103015" y="321478"/>
                  </a:lnTo>
                  <a:lnTo>
                    <a:pt x="107932" y="323431"/>
                  </a:lnTo>
                  <a:lnTo>
                    <a:pt x="112907" y="325227"/>
                  </a:lnTo>
                  <a:lnTo>
                    <a:pt x="117937" y="326864"/>
                  </a:lnTo>
                  <a:lnTo>
                    <a:pt x="123016" y="328342"/>
                  </a:lnTo>
                  <a:lnTo>
                    <a:pt x="128140" y="329658"/>
                  </a:lnTo>
                  <a:lnTo>
                    <a:pt x="133302" y="330811"/>
                  </a:lnTo>
                  <a:lnTo>
                    <a:pt x="138498" y="331800"/>
                  </a:lnTo>
                  <a:lnTo>
                    <a:pt x="143724" y="332625"/>
                  </a:lnTo>
                  <a:lnTo>
                    <a:pt x="148972" y="333284"/>
                  </a:lnTo>
                  <a:lnTo>
                    <a:pt x="154239" y="333776"/>
                  </a:lnTo>
                  <a:lnTo>
                    <a:pt x="159518" y="334102"/>
                  </a:lnTo>
                  <a:lnTo>
                    <a:pt x="164806" y="334260"/>
                  </a:lnTo>
                  <a:lnTo>
                    <a:pt x="170096" y="334251"/>
                  </a:lnTo>
                  <a:lnTo>
                    <a:pt x="175382" y="334074"/>
                  </a:lnTo>
                  <a:lnTo>
                    <a:pt x="180661" y="333731"/>
                  </a:lnTo>
                  <a:lnTo>
                    <a:pt x="185926" y="333220"/>
                  </a:lnTo>
                  <a:lnTo>
                    <a:pt x="191172" y="332543"/>
                  </a:lnTo>
                  <a:lnTo>
                    <a:pt x="196394" y="331701"/>
                  </a:lnTo>
                  <a:lnTo>
                    <a:pt x="201587" y="330694"/>
                  </a:lnTo>
                  <a:lnTo>
                    <a:pt x="206746" y="329523"/>
                  </a:lnTo>
                  <a:lnTo>
                    <a:pt x="211865" y="328189"/>
                  </a:lnTo>
                  <a:lnTo>
                    <a:pt x="216939" y="326694"/>
                  </a:lnTo>
                  <a:lnTo>
                    <a:pt x="221963" y="325039"/>
                  </a:lnTo>
                  <a:lnTo>
                    <a:pt x="226932" y="323227"/>
                  </a:lnTo>
                  <a:lnTo>
                    <a:pt x="231842" y="321257"/>
                  </a:lnTo>
                  <a:lnTo>
                    <a:pt x="236686" y="319134"/>
                  </a:lnTo>
                  <a:lnTo>
                    <a:pt x="241462" y="316858"/>
                  </a:lnTo>
                  <a:lnTo>
                    <a:pt x="246162" y="314432"/>
                  </a:lnTo>
                  <a:lnTo>
                    <a:pt x="250784" y="311859"/>
                  </a:lnTo>
                  <a:lnTo>
                    <a:pt x="255322" y="309141"/>
                  </a:lnTo>
                  <a:lnTo>
                    <a:pt x="259772" y="306281"/>
                  </a:lnTo>
                  <a:lnTo>
                    <a:pt x="264128" y="303281"/>
                  </a:lnTo>
                  <a:lnTo>
                    <a:pt x="268388" y="300145"/>
                  </a:lnTo>
                  <a:lnTo>
                    <a:pt x="272547" y="296876"/>
                  </a:lnTo>
                  <a:lnTo>
                    <a:pt x="276600" y="293476"/>
                  </a:lnTo>
                  <a:lnTo>
                    <a:pt x="280543" y="289951"/>
                  </a:lnTo>
                  <a:lnTo>
                    <a:pt x="284373" y="286302"/>
                  </a:lnTo>
                  <a:lnTo>
                    <a:pt x="288085" y="282534"/>
                  </a:lnTo>
                  <a:lnTo>
                    <a:pt x="291677" y="278650"/>
                  </a:lnTo>
                  <a:lnTo>
                    <a:pt x="295144" y="274655"/>
                  </a:lnTo>
                  <a:lnTo>
                    <a:pt x="298482" y="270552"/>
                  </a:lnTo>
                  <a:lnTo>
                    <a:pt x="301689" y="266345"/>
                  </a:lnTo>
                  <a:lnTo>
                    <a:pt x="304762" y="262039"/>
                  </a:lnTo>
                  <a:lnTo>
                    <a:pt x="307696" y="257638"/>
                  </a:lnTo>
                  <a:lnTo>
                    <a:pt x="310490" y="253147"/>
                  </a:lnTo>
                  <a:lnTo>
                    <a:pt x="313141" y="248569"/>
                  </a:lnTo>
                  <a:lnTo>
                    <a:pt x="315645" y="243909"/>
                  </a:lnTo>
                  <a:lnTo>
                    <a:pt x="318001" y="239173"/>
                  </a:lnTo>
                  <a:lnTo>
                    <a:pt x="320205" y="234365"/>
                  </a:lnTo>
                  <a:lnTo>
                    <a:pt x="322256" y="229489"/>
                  </a:lnTo>
                  <a:lnTo>
                    <a:pt x="324152" y="224551"/>
                  </a:lnTo>
                  <a:lnTo>
                    <a:pt x="325891" y="219555"/>
                  </a:lnTo>
                  <a:lnTo>
                    <a:pt x="327471" y="214507"/>
                  </a:lnTo>
                  <a:lnTo>
                    <a:pt x="328890" y="209411"/>
                  </a:lnTo>
                  <a:lnTo>
                    <a:pt x="330148" y="204273"/>
                  </a:lnTo>
                  <a:lnTo>
                    <a:pt x="331242" y="199098"/>
                  </a:lnTo>
                  <a:lnTo>
                    <a:pt x="332172" y="193890"/>
                  </a:lnTo>
                  <a:lnTo>
                    <a:pt x="332937" y="188656"/>
                  </a:lnTo>
                  <a:lnTo>
                    <a:pt x="333536" y="183400"/>
                  </a:lnTo>
                  <a:lnTo>
                    <a:pt x="333968" y="178128"/>
                  </a:lnTo>
                  <a:lnTo>
                    <a:pt x="334233" y="172845"/>
                  </a:lnTo>
                  <a:lnTo>
                    <a:pt x="334331" y="167557"/>
                  </a:lnTo>
                  <a:lnTo>
                    <a:pt x="334261" y="162267"/>
                  </a:lnTo>
                  <a:lnTo>
                    <a:pt x="334024" y="156983"/>
                  </a:lnTo>
                  <a:lnTo>
                    <a:pt x="333620" y="151709"/>
                  </a:lnTo>
                  <a:lnTo>
                    <a:pt x="333050" y="146450"/>
                  </a:lnTo>
                  <a:lnTo>
                    <a:pt x="332313" y="141212"/>
                  </a:lnTo>
                  <a:lnTo>
                    <a:pt x="331411" y="135999"/>
                  </a:lnTo>
                  <a:lnTo>
                    <a:pt x="330345" y="130818"/>
                  </a:lnTo>
                  <a:lnTo>
                    <a:pt x="329115" y="125674"/>
                  </a:lnTo>
                  <a:lnTo>
                    <a:pt x="327723" y="120570"/>
                  </a:lnTo>
                  <a:lnTo>
                    <a:pt x="326170" y="115514"/>
                  </a:lnTo>
                  <a:lnTo>
                    <a:pt x="324458" y="110509"/>
                  </a:lnTo>
                  <a:lnTo>
                    <a:pt x="322588" y="105560"/>
                  </a:lnTo>
                  <a:lnTo>
                    <a:pt x="320563" y="100674"/>
                  </a:lnTo>
                  <a:lnTo>
                    <a:pt x="318384" y="95853"/>
                  </a:lnTo>
                  <a:lnTo>
                    <a:pt x="316054" y="91105"/>
                  </a:lnTo>
                  <a:lnTo>
                    <a:pt x="313575" y="86432"/>
                  </a:lnTo>
                  <a:lnTo>
                    <a:pt x="310949" y="81840"/>
                  </a:lnTo>
                  <a:lnTo>
                    <a:pt x="308179" y="77333"/>
                  </a:lnTo>
                  <a:lnTo>
                    <a:pt x="305268" y="72917"/>
                  </a:lnTo>
                  <a:lnTo>
                    <a:pt x="302219" y="68594"/>
                  </a:lnTo>
                  <a:lnTo>
                    <a:pt x="299034" y="64371"/>
                  </a:lnTo>
                  <a:lnTo>
                    <a:pt x="295718" y="60250"/>
                  </a:lnTo>
                  <a:lnTo>
                    <a:pt x="292272" y="56236"/>
                  </a:lnTo>
                  <a:lnTo>
                    <a:pt x="288702" y="52333"/>
                  </a:lnTo>
                  <a:lnTo>
                    <a:pt x="285009" y="48545"/>
                  </a:lnTo>
                  <a:lnTo>
                    <a:pt x="281199" y="44876"/>
                  </a:lnTo>
                  <a:lnTo>
                    <a:pt x="277275" y="41329"/>
                  </a:lnTo>
                  <a:lnTo>
                    <a:pt x="273240" y="37908"/>
                  </a:lnTo>
                  <a:lnTo>
                    <a:pt x="269099" y="34617"/>
                  </a:lnTo>
                  <a:lnTo>
                    <a:pt x="264856" y="31458"/>
                  </a:lnTo>
                  <a:lnTo>
                    <a:pt x="260515" y="28435"/>
                  </a:lnTo>
                  <a:lnTo>
                    <a:pt x="256081" y="25551"/>
                  </a:lnTo>
                  <a:lnTo>
                    <a:pt x="251558" y="22809"/>
                  </a:lnTo>
                  <a:lnTo>
                    <a:pt x="246950" y="20211"/>
                  </a:lnTo>
                  <a:lnTo>
                    <a:pt x="242262" y="17760"/>
                  </a:lnTo>
                  <a:lnTo>
                    <a:pt x="237499" y="15459"/>
                  </a:lnTo>
                  <a:lnTo>
                    <a:pt x="232666" y="13309"/>
                  </a:lnTo>
                  <a:lnTo>
                    <a:pt x="227767" y="11314"/>
                  </a:lnTo>
                  <a:lnTo>
                    <a:pt x="222808" y="9474"/>
                  </a:lnTo>
                  <a:lnTo>
                    <a:pt x="217792" y="7793"/>
                  </a:lnTo>
                  <a:lnTo>
                    <a:pt x="212726" y="6271"/>
                  </a:lnTo>
                  <a:lnTo>
                    <a:pt x="167164" y="1671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45562" cy="167167"/>
            </a:xfrm>
            <a:custGeom>
              <a:avLst/>
              <a:pathLst>
                <a:path w="45562" h="167167">
                  <a:moveTo>
                    <a:pt x="45562" y="6328"/>
                  </a:moveTo>
                  <a:lnTo>
                    <a:pt x="39185" y="4657"/>
                  </a:lnTo>
                  <a:lnTo>
                    <a:pt x="32748" y="3239"/>
                  </a:lnTo>
                  <a:lnTo>
                    <a:pt x="26260" y="2075"/>
                  </a:lnTo>
                  <a:lnTo>
                    <a:pt x="19730" y="1168"/>
                  </a:lnTo>
                  <a:lnTo>
                    <a:pt x="13171" y="519"/>
                  </a:lnTo>
                  <a:lnTo>
                    <a:pt x="6590" y="12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69924" y="5399291"/>
              <a:ext cx="53619" cy="167167"/>
            </a:xfrm>
            <a:custGeom>
              <a:avLst/>
              <a:pathLst>
                <a:path w="53619" h="167167">
                  <a:moveTo>
                    <a:pt x="53619" y="0"/>
                  </a:moveTo>
                  <a:lnTo>
                    <a:pt x="47555" y="110"/>
                  </a:lnTo>
                  <a:lnTo>
                    <a:pt x="41500" y="439"/>
                  </a:lnTo>
                  <a:lnTo>
                    <a:pt x="35460" y="989"/>
                  </a:lnTo>
                  <a:lnTo>
                    <a:pt x="29444" y="1757"/>
                  </a:lnTo>
                  <a:lnTo>
                    <a:pt x="23460" y="2742"/>
                  </a:lnTo>
                  <a:lnTo>
                    <a:pt x="17516" y="3945"/>
                  </a:lnTo>
                  <a:lnTo>
                    <a:pt x="11619" y="5362"/>
                  </a:lnTo>
                  <a:lnTo>
                    <a:pt x="5778" y="6991"/>
                  </a:lnTo>
                  <a:lnTo>
                    <a:pt x="0" y="8832"/>
                  </a:lnTo>
                  <a:lnTo>
                    <a:pt x="5361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69924" y="5408124"/>
              <a:ext cx="53619" cy="158334"/>
            </a:xfrm>
            <a:custGeom>
              <a:avLst/>
              <a:pathLst>
                <a:path w="53619" h="158334">
                  <a:moveTo>
                    <a:pt x="0" y="0"/>
                  </a:moveTo>
                  <a:lnTo>
                    <a:pt x="53619" y="1583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69924" y="5408124"/>
              <a:ext cx="53619" cy="158334"/>
            </a:xfrm>
            <a:custGeom>
              <a:avLst/>
              <a:pathLst>
                <a:path w="53619" h="158334">
                  <a:moveTo>
                    <a:pt x="0" y="0"/>
                  </a:moveTo>
                  <a:lnTo>
                    <a:pt x="53619" y="1583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69924" y="5408124"/>
              <a:ext cx="53619" cy="158334"/>
            </a:xfrm>
            <a:custGeom>
              <a:avLst/>
              <a:pathLst>
                <a:path w="53619" h="158334">
                  <a:moveTo>
                    <a:pt x="0" y="0"/>
                  </a:moveTo>
                  <a:lnTo>
                    <a:pt x="53619" y="1583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69924" y="5408124"/>
              <a:ext cx="53619" cy="158334"/>
            </a:xfrm>
            <a:custGeom>
              <a:avLst/>
              <a:pathLst>
                <a:path w="53619" h="158334">
                  <a:moveTo>
                    <a:pt x="0" y="0"/>
                  </a:moveTo>
                  <a:lnTo>
                    <a:pt x="53619" y="1583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69924" y="5408124"/>
              <a:ext cx="53619" cy="158334"/>
            </a:xfrm>
            <a:custGeom>
              <a:avLst/>
              <a:pathLst>
                <a:path w="53619" h="158334">
                  <a:moveTo>
                    <a:pt x="0" y="0"/>
                  </a:moveTo>
                  <a:lnTo>
                    <a:pt x="53619" y="1583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56377" y="5408124"/>
              <a:ext cx="177495" cy="325501"/>
            </a:xfrm>
            <a:custGeom>
              <a:avLst/>
              <a:pathLst>
                <a:path w="177495" h="325501">
                  <a:moveTo>
                    <a:pt x="113547" y="0"/>
                  </a:moveTo>
                  <a:lnTo>
                    <a:pt x="108514" y="1794"/>
                  </a:lnTo>
                  <a:lnTo>
                    <a:pt x="103541" y="3749"/>
                  </a:lnTo>
                  <a:lnTo>
                    <a:pt x="98633" y="5861"/>
                  </a:lnTo>
                  <a:lnTo>
                    <a:pt x="93795" y="8129"/>
                  </a:lnTo>
                  <a:lnTo>
                    <a:pt x="89032" y="10551"/>
                  </a:lnTo>
                  <a:lnTo>
                    <a:pt x="84348" y="13124"/>
                  </a:lnTo>
                  <a:lnTo>
                    <a:pt x="79750" y="15845"/>
                  </a:lnTo>
                  <a:lnTo>
                    <a:pt x="75241" y="18711"/>
                  </a:lnTo>
                  <a:lnTo>
                    <a:pt x="70825" y="21721"/>
                  </a:lnTo>
                  <a:lnTo>
                    <a:pt x="66508" y="24869"/>
                  </a:lnTo>
                  <a:lnTo>
                    <a:pt x="62294" y="28155"/>
                  </a:lnTo>
                  <a:lnTo>
                    <a:pt x="58187" y="31573"/>
                  </a:lnTo>
                  <a:lnTo>
                    <a:pt x="54191" y="35121"/>
                  </a:lnTo>
                  <a:lnTo>
                    <a:pt x="50311" y="38794"/>
                  </a:lnTo>
                  <a:lnTo>
                    <a:pt x="46550" y="42590"/>
                  </a:lnTo>
                  <a:lnTo>
                    <a:pt x="42913" y="46504"/>
                  </a:lnTo>
                  <a:lnTo>
                    <a:pt x="39402" y="50532"/>
                  </a:lnTo>
                  <a:lnTo>
                    <a:pt x="36022" y="54671"/>
                  </a:lnTo>
                  <a:lnTo>
                    <a:pt x="32776" y="58915"/>
                  </a:lnTo>
                  <a:lnTo>
                    <a:pt x="29667" y="63261"/>
                  </a:lnTo>
                  <a:lnTo>
                    <a:pt x="26699" y="67704"/>
                  </a:lnTo>
                  <a:lnTo>
                    <a:pt x="23874" y="72240"/>
                  </a:lnTo>
                  <a:lnTo>
                    <a:pt x="21196" y="76863"/>
                  </a:lnTo>
                  <a:lnTo>
                    <a:pt x="18667" y="81570"/>
                  </a:lnTo>
                  <a:lnTo>
                    <a:pt x="16289" y="86356"/>
                  </a:lnTo>
                  <a:lnTo>
                    <a:pt x="14066" y="91214"/>
                  </a:lnTo>
                  <a:lnTo>
                    <a:pt x="11999" y="96142"/>
                  </a:lnTo>
                  <a:lnTo>
                    <a:pt x="10090" y="101133"/>
                  </a:lnTo>
                  <a:lnTo>
                    <a:pt x="8342" y="106182"/>
                  </a:lnTo>
                  <a:lnTo>
                    <a:pt x="6757" y="111285"/>
                  </a:lnTo>
                  <a:lnTo>
                    <a:pt x="5335" y="116435"/>
                  </a:lnTo>
                  <a:lnTo>
                    <a:pt x="4079" y="121629"/>
                  </a:lnTo>
                  <a:lnTo>
                    <a:pt x="2989" y="126860"/>
                  </a:lnTo>
                  <a:lnTo>
                    <a:pt x="2067" y="132123"/>
                  </a:lnTo>
                  <a:lnTo>
                    <a:pt x="1313" y="137413"/>
                  </a:lnTo>
                  <a:lnTo>
                    <a:pt x="729" y="142725"/>
                  </a:lnTo>
                  <a:lnTo>
                    <a:pt x="316" y="148052"/>
                  </a:lnTo>
                  <a:lnTo>
                    <a:pt x="72" y="153390"/>
                  </a:lnTo>
                  <a:lnTo>
                    <a:pt x="0" y="158733"/>
                  </a:lnTo>
                  <a:lnTo>
                    <a:pt x="98" y="164075"/>
                  </a:lnTo>
                  <a:lnTo>
                    <a:pt x="366" y="169412"/>
                  </a:lnTo>
                  <a:lnTo>
                    <a:pt x="806" y="174737"/>
                  </a:lnTo>
                  <a:lnTo>
                    <a:pt x="1415" y="180045"/>
                  </a:lnTo>
                  <a:lnTo>
                    <a:pt x="2193" y="185332"/>
                  </a:lnTo>
                  <a:lnTo>
                    <a:pt x="3141" y="190591"/>
                  </a:lnTo>
                  <a:lnTo>
                    <a:pt x="4255" y="195816"/>
                  </a:lnTo>
                  <a:lnTo>
                    <a:pt x="5536" y="201004"/>
                  </a:lnTo>
                  <a:lnTo>
                    <a:pt x="6983" y="206148"/>
                  </a:lnTo>
                  <a:lnTo>
                    <a:pt x="8593" y="211243"/>
                  </a:lnTo>
                  <a:lnTo>
                    <a:pt x="10365" y="216284"/>
                  </a:lnTo>
                  <a:lnTo>
                    <a:pt x="12297" y="221266"/>
                  </a:lnTo>
                  <a:lnTo>
                    <a:pt x="14387" y="226183"/>
                  </a:lnTo>
                  <a:lnTo>
                    <a:pt x="16634" y="231031"/>
                  </a:lnTo>
                  <a:lnTo>
                    <a:pt x="19034" y="235805"/>
                  </a:lnTo>
                  <a:lnTo>
                    <a:pt x="21586" y="240500"/>
                  </a:lnTo>
                  <a:lnTo>
                    <a:pt x="24286" y="245111"/>
                  </a:lnTo>
                  <a:lnTo>
                    <a:pt x="27132" y="249633"/>
                  </a:lnTo>
                  <a:lnTo>
                    <a:pt x="30122" y="254062"/>
                  </a:lnTo>
                  <a:lnTo>
                    <a:pt x="33251" y="258393"/>
                  </a:lnTo>
                  <a:lnTo>
                    <a:pt x="36518" y="262622"/>
                  </a:lnTo>
                  <a:lnTo>
                    <a:pt x="39917" y="266744"/>
                  </a:lnTo>
                  <a:lnTo>
                    <a:pt x="43447" y="270755"/>
                  </a:lnTo>
                  <a:lnTo>
                    <a:pt x="47103" y="274652"/>
                  </a:lnTo>
                  <a:lnTo>
                    <a:pt x="50882" y="278430"/>
                  </a:lnTo>
                  <a:lnTo>
                    <a:pt x="54780" y="282085"/>
                  </a:lnTo>
                  <a:lnTo>
                    <a:pt x="58792" y="285614"/>
                  </a:lnTo>
                  <a:lnTo>
                    <a:pt x="62916" y="289012"/>
                  </a:lnTo>
                  <a:lnTo>
                    <a:pt x="67145" y="292277"/>
                  </a:lnTo>
                  <a:lnTo>
                    <a:pt x="71477" y="295406"/>
                  </a:lnTo>
                  <a:lnTo>
                    <a:pt x="75907" y="298394"/>
                  </a:lnTo>
                  <a:lnTo>
                    <a:pt x="80430" y="301239"/>
                  </a:lnTo>
                  <a:lnTo>
                    <a:pt x="85041" y="303938"/>
                  </a:lnTo>
                  <a:lnTo>
                    <a:pt x="89737" y="306488"/>
                  </a:lnTo>
                  <a:lnTo>
                    <a:pt x="94511" y="308887"/>
                  </a:lnTo>
                  <a:lnTo>
                    <a:pt x="99360" y="311132"/>
                  </a:lnTo>
                  <a:lnTo>
                    <a:pt x="104278" y="313221"/>
                  </a:lnTo>
                  <a:lnTo>
                    <a:pt x="109261" y="315152"/>
                  </a:lnTo>
                  <a:lnTo>
                    <a:pt x="114302" y="316923"/>
                  </a:lnTo>
                  <a:lnTo>
                    <a:pt x="119398" y="318531"/>
                  </a:lnTo>
                  <a:lnTo>
                    <a:pt x="124542" y="319976"/>
                  </a:lnTo>
                  <a:lnTo>
                    <a:pt x="129730" y="321256"/>
                  </a:lnTo>
                  <a:lnTo>
                    <a:pt x="134956" y="322369"/>
                  </a:lnTo>
                  <a:lnTo>
                    <a:pt x="140215" y="323315"/>
                  </a:lnTo>
                  <a:lnTo>
                    <a:pt x="145502" y="324092"/>
                  </a:lnTo>
                  <a:lnTo>
                    <a:pt x="150810" y="324700"/>
                  </a:lnTo>
                  <a:lnTo>
                    <a:pt x="156136" y="325137"/>
                  </a:lnTo>
                  <a:lnTo>
                    <a:pt x="161472" y="325405"/>
                  </a:lnTo>
                  <a:lnTo>
                    <a:pt x="166815" y="325501"/>
                  </a:lnTo>
                  <a:lnTo>
                    <a:pt x="172158" y="325427"/>
                  </a:lnTo>
                  <a:lnTo>
                    <a:pt x="177495" y="325182"/>
                  </a:lnTo>
                  <a:lnTo>
                    <a:pt x="167166" y="1583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167148" cy="334015"/>
            </a:xfrm>
            <a:custGeom>
              <a:avLst/>
              <a:pathLst>
                <a:path w="167148" h="334015">
                  <a:moveTo>
                    <a:pt x="10328" y="334015"/>
                  </a:moveTo>
                  <a:lnTo>
                    <a:pt x="15620" y="333603"/>
                  </a:lnTo>
                  <a:lnTo>
                    <a:pt x="20895" y="333023"/>
                  </a:lnTo>
                  <a:lnTo>
                    <a:pt x="26150" y="332276"/>
                  </a:lnTo>
                  <a:lnTo>
                    <a:pt x="31378" y="331363"/>
                  </a:lnTo>
                  <a:lnTo>
                    <a:pt x="36575" y="330284"/>
                  </a:lnTo>
                  <a:lnTo>
                    <a:pt x="41734" y="329041"/>
                  </a:lnTo>
                  <a:lnTo>
                    <a:pt x="46852" y="327634"/>
                  </a:lnTo>
                  <a:lnTo>
                    <a:pt x="51922" y="326066"/>
                  </a:lnTo>
                  <a:lnTo>
                    <a:pt x="56940" y="324338"/>
                  </a:lnTo>
                  <a:lnTo>
                    <a:pt x="61901" y="322451"/>
                  </a:lnTo>
                  <a:lnTo>
                    <a:pt x="66799" y="320408"/>
                  </a:lnTo>
                  <a:lnTo>
                    <a:pt x="71630" y="318210"/>
                  </a:lnTo>
                  <a:lnTo>
                    <a:pt x="76389" y="315860"/>
                  </a:lnTo>
                  <a:lnTo>
                    <a:pt x="81071" y="313360"/>
                  </a:lnTo>
                  <a:lnTo>
                    <a:pt x="85671" y="310713"/>
                  </a:lnTo>
                  <a:lnTo>
                    <a:pt x="90184" y="307921"/>
                  </a:lnTo>
                  <a:lnTo>
                    <a:pt x="94607" y="304987"/>
                  </a:lnTo>
                  <a:lnTo>
                    <a:pt x="98935" y="301914"/>
                  </a:lnTo>
                  <a:lnTo>
                    <a:pt x="103162" y="298706"/>
                  </a:lnTo>
                  <a:lnTo>
                    <a:pt x="107286" y="295364"/>
                  </a:lnTo>
                  <a:lnTo>
                    <a:pt x="111301" y="291894"/>
                  </a:lnTo>
                  <a:lnTo>
                    <a:pt x="115205" y="288298"/>
                  </a:lnTo>
                  <a:lnTo>
                    <a:pt x="118992" y="284580"/>
                  </a:lnTo>
                  <a:lnTo>
                    <a:pt x="122659" y="280743"/>
                  </a:lnTo>
                  <a:lnTo>
                    <a:pt x="126203" y="276792"/>
                  </a:lnTo>
                  <a:lnTo>
                    <a:pt x="129619" y="272730"/>
                  </a:lnTo>
                  <a:lnTo>
                    <a:pt x="132905" y="268562"/>
                  </a:lnTo>
                  <a:lnTo>
                    <a:pt x="136057" y="264292"/>
                  </a:lnTo>
                  <a:lnTo>
                    <a:pt x="139072" y="259924"/>
                  </a:lnTo>
                  <a:lnTo>
                    <a:pt x="141946" y="255463"/>
                  </a:lnTo>
                  <a:lnTo>
                    <a:pt x="144677" y="250912"/>
                  </a:lnTo>
                  <a:lnTo>
                    <a:pt x="147263" y="246277"/>
                  </a:lnTo>
                  <a:lnTo>
                    <a:pt x="149700" y="241562"/>
                  </a:lnTo>
                  <a:lnTo>
                    <a:pt x="151986" y="236773"/>
                  </a:lnTo>
                  <a:lnTo>
                    <a:pt x="154119" y="231913"/>
                  </a:lnTo>
                  <a:lnTo>
                    <a:pt x="156097" y="226988"/>
                  </a:lnTo>
                  <a:lnTo>
                    <a:pt x="157917" y="222002"/>
                  </a:lnTo>
                  <a:lnTo>
                    <a:pt x="159578" y="216962"/>
                  </a:lnTo>
                  <a:lnTo>
                    <a:pt x="161079" y="211871"/>
                  </a:lnTo>
                  <a:lnTo>
                    <a:pt x="162417" y="206735"/>
                  </a:lnTo>
                  <a:lnTo>
                    <a:pt x="163591" y="201559"/>
                  </a:lnTo>
                  <a:lnTo>
                    <a:pt x="164600" y="196348"/>
                  </a:lnTo>
                  <a:lnTo>
                    <a:pt x="165444" y="191108"/>
                  </a:lnTo>
                  <a:lnTo>
                    <a:pt x="166120" y="185844"/>
                  </a:lnTo>
                  <a:lnTo>
                    <a:pt x="166629" y="180561"/>
                  </a:lnTo>
                  <a:lnTo>
                    <a:pt x="166971" y="175265"/>
                  </a:lnTo>
                  <a:lnTo>
                    <a:pt x="167144" y="169960"/>
                  </a:lnTo>
                  <a:lnTo>
                    <a:pt x="167148" y="164653"/>
                  </a:lnTo>
                  <a:lnTo>
                    <a:pt x="166984" y="159348"/>
                  </a:lnTo>
                  <a:lnTo>
                    <a:pt x="166652" y="154051"/>
                  </a:lnTo>
                  <a:lnTo>
                    <a:pt x="166151" y="148768"/>
                  </a:lnTo>
                  <a:lnTo>
                    <a:pt x="165483" y="143502"/>
                  </a:lnTo>
                  <a:lnTo>
                    <a:pt x="164649" y="138261"/>
                  </a:lnTo>
                  <a:lnTo>
                    <a:pt x="163648" y="133049"/>
                  </a:lnTo>
                  <a:lnTo>
                    <a:pt x="162483" y="127871"/>
                  </a:lnTo>
                  <a:lnTo>
                    <a:pt x="161153" y="122733"/>
                  </a:lnTo>
                  <a:lnTo>
                    <a:pt x="159662" y="117639"/>
                  </a:lnTo>
                  <a:lnTo>
                    <a:pt x="158009" y="112596"/>
                  </a:lnTo>
                  <a:lnTo>
                    <a:pt x="156197" y="107607"/>
                  </a:lnTo>
                  <a:lnTo>
                    <a:pt x="154227" y="102679"/>
                  </a:lnTo>
                  <a:lnTo>
                    <a:pt x="152103" y="97816"/>
                  </a:lnTo>
                  <a:lnTo>
                    <a:pt x="149824" y="93022"/>
                  </a:lnTo>
                  <a:lnTo>
                    <a:pt x="147395" y="88303"/>
                  </a:lnTo>
                  <a:lnTo>
                    <a:pt x="144817" y="83664"/>
                  </a:lnTo>
                  <a:lnTo>
                    <a:pt x="142094" y="79109"/>
                  </a:lnTo>
                  <a:lnTo>
                    <a:pt x="139227" y="74642"/>
                  </a:lnTo>
                  <a:lnTo>
                    <a:pt x="136219" y="70269"/>
                  </a:lnTo>
                  <a:lnTo>
                    <a:pt x="133075" y="65994"/>
                  </a:lnTo>
                  <a:lnTo>
                    <a:pt x="129796" y="61820"/>
                  </a:lnTo>
                  <a:lnTo>
                    <a:pt x="126386" y="57753"/>
                  </a:lnTo>
                  <a:lnTo>
                    <a:pt x="122849" y="53796"/>
                  </a:lnTo>
                  <a:lnTo>
                    <a:pt x="119188" y="49954"/>
                  </a:lnTo>
                  <a:lnTo>
                    <a:pt x="115407" y="46229"/>
                  </a:lnTo>
                  <a:lnTo>
                    <a:pt x="111510" y="42626"/>
                  </a:lnTo>
                  <a:lnTo>
                    <a:pt x="107500" y="39149"/>
                  </a:lnTo>
                  <a:lnTo>
                    <a:pt x="103382" y="35801"/>
                  </a:lnTo>
                  <a:lnTo>
                    <a:pt x="99160" y="32585"/>
                  </a:lnTo>
                  <a:lnTo>
                    <a:pt x="94838" y="29505"/>
                  </a:lnTo>
                  <a:lnTo>
                    <a:pt x="90420" y="26564"/>
                  </a:lnTo>
                  <a:lnTo>
                    <a:pt x="85911" y="23765"/>
                  </a:lnTo>
                  <a:lnTo>
                    <a:pt x="81315" y="21110"/>
                  </a:lnTo>
                  <a:lnTo>
                    <a:pt x="76638" y="18602"/>
                  </a:lnTo>
                  <a:lnTo>
                    <a:pt x="71883" y="16244"/>
                  </a:lnTo>
                  <a:lnTo>
                    <a:pt x="67056" y="14038"/>
                  </a:lnTo>
                  <a:lnTo>
                    <a:pt x="62161" y="11987"/>
                  </a:lnTo>
                  <a:lnTo>
                    <a:pt x="57203" y="10092"/>
                  </a:lnTo>
                  <a:lnTo>
                    <a:pt x="52188" y="8355"/>
                  </a:lnTo>
                  <a:lnTo>
                    <a:pt x="47120" y="6778"/>
                  </a:lnTo>
                  <a:lnTo>
                    <a:pt x="42005" y="5363"/>
                  </a:lnTo>
                  <a:lnTo>
                    <a:pt x="36848" y="4111"/>
                  </a:lnTo>
                  <a:lnTo>
                    <a:pt x="31653" y="3024"/>
                  </a:lnTo>
                  <a:lnTo>
                    <a:pt x="26426" y="2102"/>
                  </a:lnTo>
                  <a:lnTo>
                    <a:pt x="21173" y="1346"/>
                  </a:lnTo>
                  <a:lnTo>
                    <a:pt x="15898" y="757"/>
                  </a:lnTo>
                  <a:lnTo>
                    <a:pt x="10608" y="336"/>
                  </a:lnTo>
                  <a:lnTo>
                    <a:pt x="5306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9013" y="5269756"/>
              <a:ext cx="16244" cy="167167"/>
            </a:xfrm>
            <a:custGeom>
              <a:avLst/>
              <a:pathLst>
                <a:path w="16244" h="167167">
                  <a:moveTo>
                    <a:pt x="16244" y="0"/>
                  </a:moveTo>
                  <a:lnTo>
                    <a:pt x="8112" y="197"/>
                  </a:lnTo>
                  <a:lnTo>
                    <a:pt x="0" y="791"/>
                  </a:lnTo>
                  <a:lnTo>
                    <a:pt x="1624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9013" y="5270547"/>
              <a:ext cx="16244" cy="166376"/>
            </a:xfrm>
            <a:custGeom>
              <a:avLst/>
              <a:pathLst>
                <a:path w="16244" h="166376">
                  <a:moveTo>
                    <a:pt x="0" y="0"/>
                  </a:moveTo>
                  <a:lnTo>
                    <a:pt x="16244" y="1663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9013" y="5270547"/>
              <a:ext cx="16244" cy="166376"/>
            </a:xfrm>
            <a:custGeom>
              <a:avLst/>
              <a:pathLst>
                <a:path w="16244" h="166376">
                  <a:moveTo>
                    <a:pt x="0" y="0"/>
                  </a:moveTo>
                  <a:lnTo>
                    <a:pt x="16244" y="1663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9013" y="5270547"/>
              <a:ext cx="16244" cy="166376"/>
            </a:xfrm>
            <a:custGeom>
              <a:avLst/>
              <a:pathLst>
                <a:path w="16244" h="166376">
                  <a:moveTo>
                    <a:pt x="0" y="0"/>
                  </a:moveTo>
                  <a:lnTo>
                    <a:pt x="16244" y="1663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9013" y="5270547"/>
              <a:ext cx="16244" cy="166376"/>
            </a:xfrm>
            <a:custGeom>
              <a:avLst/>
              <a:pathLst>
                <a:path w="16244" h="166376">
                  <a:moveTo>
                    <a:pt x="0" y="0"/>
                  </a:moveTo>
                  <a:lnTo>
                    <a:pt x="16244" y="1663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99468" y="5270547"/>
              <a:ext cx="145789" cy="166376"/>
            </a:xfrm>
            <a:custGeom>
              <a:avLst/>
              <a:pathLst>
                <a:path w="145789" h="166376">
                  <a:moveTo>
                    <a:pt x="129545" y="0"/>
                  </a:moveTo>
                  <a:lnTo>
                    <a:pt x="124034" y="630"/>
                  </a:lnTo>
                  <a:lnTo>
                    <a:pt x="118548" y="1443"/>
                  </a:lnTo>
                  <a:lnTo>
                    <a:pt x="113092" y="2437"/>
                  </a:lnTo>
                  <a:lnTo>
                    <a:pt x="107672" y="3612"/>
                  </a:lnTo>
                  <a:lnTo>
                    <a:pt x="102293" y="4966"/>
                  </a:lnTo>
                  <a:lnTo>
                    <a:pt x="96963" y="6498"/>
                  </a:lnTo>
                  <a:lnTo>
                    <a:pt x="91686" y="8206"/>
                  </a:lnTo>
                  <a:lnTo>
                    <a:pt x="86469" y="10087"/>
                  </a:lnTo>
                  <a:lnTo>
                    <a:pt x="81317" y="12141"/>
                  </a:lnTo>
                  <a:lnTo>
                    <a:pt x="76236" y="14365"/>
                  </a:lnTo>
                  <a:lnTo>
                    <a:pt x="71232" y="16756"/>
                  </a:lnTo>
                  <a:lnTo>
                    <a:pt x="66310" y="19311"/>
                  </a:lnTo>
                  <a:lnTo>
                    <a:pt x="61475" y="22029"/>
                  </a:lnTo>
                  <a:lnTo>
                    <a:pt x="56733" y="24905"/>
                  </a:lnTo>
                  <a:lnTo>
                    <a:pt x="52089" y="27937"/>
                  </a:lnTo>
                  <a:lnTo>
                    <a:pt x="47548" y="31122"/>
                  </a:lnTo>
                  <a:lnTo>
                    <a:pt x="43115" y="34455"/>
                  </a:lnTo>
                  <a:lnTo>
                    <a:pt x="38796" y="37934"/>
                  </a:lnTo>
                  <a:lnTo>
                    <a:pt x="34594" y="41554"/>
                  </a:lnTo>
                  <a:lnTo>
                    <a:pt x="30514" y="45311"/>
                  </a:lnTo>
                  <a:lnTo>
                    <a:pt x="26562" y="49202"/>
                  </a:lnTo>
                  <a:lnTo>
                    <a:pt x="22740" y="53221"/>
                  </a:lnTo>
                  <a:lnTo>
                    <a:pt x="19054" y="57365"/>
                  </a:lnTo>
                  <a:lnTo>
                    <a:pt x="15508" y="61630"/>
                  </a:lnTo>
                  <a:lnTo>
                    <a:pt x="12105" y="66009"/>
                  </a:lnTo>
                  <a:lnTo>
                    <a:pt x="8849" y="70499"/>
                  </a:lnTo>
                  <a:lnTo>
                    <a:pt x="5744" y="75094"/>
                  </a:lnTo>
                  <a:lnTo>
                    <a:pt x="2793" y="79790"/>
                  </a:lnTo>
                  <a:lnTo>
                    <a:pt x="0" y="84582"/>
                  </a:lnTo>
                  <a:lnTo>
                    <a:pt x="145789" y="1663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78092" y="5269756"/>
              <a:ext cx="334320" cy="334330"/>
            </a:xfrm>
            <a:custGeom>
              <a:avLst/>
              <a:pathLst>
                <a:path w="334320" h="334330">
                  <a:moveTo>
                    <a:pt x="21375" y="85373"/>
                  </a:moveTo>
                  <a:lnTo>
                    <a:pt x="18859" y="90028"/>
                  </a:lnTo>
                  <a:lnTo>
                    <a:pt x="16492" y="94761"/>
                  </a:lnTo>
                  <a:lnTo>
                    <a:pt x="14276" y="99567"/>
                  </a:lnTo>
                  <a:lnTo>
                    <a:pt x="12212" y="104440"/>
                  </a:lnTo>
                  <a:lnTo>
                    <a:pt x="10305" y="109377"/>
                  </a:lnTo>
                  <a:lnTo>
                    <a:pt x="8554" y="114371"/>
                  </a:lnTo>
                  <a:lnTo>
                    <a:pt x="6962" y="119418"/>
                  </a:lnTo>
                  <a:lnTo>
                    <a:pt x="5531" y="124513"/>
                  </a:lnTo>
                  <a:lnTo>
                    <a:pt x="4262" y="129650"/>
                  </a:lnTo>
                  <a:lnTo>
                    <a:pt x="3156" y="134825"/>
                  </a:lnTo>
                  <a:lnTo>
                    <a:pt x="2214" y="140033"/>
                  </a:lnTo>
                  <a:lnTo>
                    <a:pt x="1438" y="145268"/>
                  </a:lnTo>
                  <a:lnTo>
                    <a:pt x="828" y="150525"/>
                  </a:lnTo>
                  <a:lnTo>
                    <a:pt x="385" y="155798"/>
                  </a:lnTo>
                  <a:lnTo>
                    <a:pt x="108" y="161083"/>
                  </a:lnTo>
                  <a:lnTo>
                    <a:pt x="0" y="166374"/>
                  </a:lnTo>
                  <a:lnTo>
                    <a:pt x="58" y="171666"/>
                  </a:lnTo>
                  <a:lnTo>
                    <a:pt x="284" y="176953"/>
                  </a:lnTo>
                  <a:lnTo>
                    <a:pt x="678" y="182230"/>
                  </a:lnTo>
                  <a:lnTo>
                    <a:pt x="1238" y="187493"/>
                  </a:lnTo>
                  <a:lnTo>
                    <a:pt x="1964" y="192735"/>
                  </a:lnTo>
                  <a:lnTo>
                    <a:pt x="2857" y="197951"/>
                  </a:lnTo>
                  <a:lnTo>
                    <a:pt x="3913" y="203136"/>
                  </a:lnTo>
                  <a:lnTo>
                    <a:pt x="5134" y="208286"/>
                  </a:lnTo>
                  <a:lnTo>
                    <a:pt x="6516" y="213394"/>
                  </a:lnTo>
                  <a:lnTo>
                    <a:pt x="8060" y="218456"/>
                  </a:lnTo>
                  <a:lnTo>
                    <a:pt x="9763" y="223467"/>
                  </a:lnTo>
                  <a:lnTo>
                    <a:pt x="11624" y="228421"/>
                  </a:lnTo>
                  <a:lnTo>
                    <a:pt x="13641" y="233313"/>
                  </a:lnTo>
                  <a:lnTo>
                    <a:pt x="15812" y="238140"/>
                  </a:lnTo>
                  <a:lnTo>
                    <a:pt x="18134" y="242895"/>
                  </a:lnTo>
                  <a:lnTo>
                    <a:pt x="20606" y="247574"/>
                  </a:lnTo>
                  <a:lnTo>
                    <a:pt x="23224" y="252173"/>
                  </a:lnTo>
                  <a:lnTo>
                    <a:pt x="25987" y="256687"/>
                  </a:lnTo>
                  <a:lnTo>
                    <a:pt x="28892" y="261111"/>
                  </a:lnTo>
                  <a:lnTo>
                    <a:pt x="31935" y="265440"/>
                  </a:lnTo>
                  <a:lnTo>
                    <a:pt x="35113" y="269672"/>
                  </a:lnTo>
                  <a:lnTo>
                    <a:pt x="38424" y="273800"/>
                  </a:lnTo>
                  <a:lnTo>
                    <a:pt x="41864" y="277822"/>
                  </a:lnTo>
                  <a:lnTo>
                    <a:pt x="45429" y="281733"/>
                  </a:lnTo>
                  <a:lnTo>
                    <a:pt x="49116" y="285528"/>
                  </a:lnTo>
                  <a:lnTo>
                    <a:pt x="52922" y="289206"/>
                  </a:lnTo>
                  <a:lnTo>
                    <a:pt x="56842" y="292761"/>
                  </a:lnTo>
                  <a:lnTo>
                    <a:pt x="60873" y="296190"/>
                  </a:lnTo>
                  <a:lnTo>
                    <a:pt x="65010" y="299490"/>
                  </a:lnTo>
                  <a:lnTo>
                    <a:pt x="69250" y="302657"/>
                  </a:lnTo>
                  <a:lnTo>
                    <a:pt x="73588" y="305688"/>
                  </a:lnTo>
                  <a:lnTo>
                    <a:pt x="78019" y="308581"/>
                  </a:lnTo>
                  <a:lnTo>
                    <a:pt x="82540" y="311332"/>
                  </a:lnTo>
                  <a:lnTo>
                    <a:pt x="87146" y="313938"/>
                  </a:lnTo>
                  <a:lnTo>
                    <a:pt x="91832" y="316398"/>
                  </a:lnTo>
                  <a:lnTo>
                    <a:pt x="96593" y="318708"/>
                  </a:lnTo>
                  <a:lnTo>
                    <a:pt x="101425" y="320865"/>
                  </a:lnTo>
                  <a:lnTo>
                    <a:pt x="106323" y="322869"/>
                  </a:lnTo>
                  <a:lnTo>
                    <a:pt x="111282" y="324717"/>
                  </a:lnTo>
                  <a:lnTo>
                    <a:pt x="116297" y="326407"/>
                  </a:lnTo>
                  <a:lnTo>
                    <a:pt x="121363" y="327937"/>
                  </a:lnTo>
                  <a:lnTo>
                    <a:pt x="126475" y="329307"/>
                  </a:lnTo>
                  <a:lnTo>
                    <a:pt x="131628" y="330513"/>
                  </a:lnTo>
                  <a:lnTo>
                    <a:pt x="136816" y="331556"/>
                  </a:lnTo>
                  <a:lnTo>
                    <a:pt x="142035" y="332435"/>
                  </a:lnTo>
                  <a:lnTo>
                    <a:pt x="147279" y="333147"/>
                  </a:lnTo>
                  <a:lnTo>
                    <a:pt x="152542" y="333694"/>
                  </a:lnTo>
                  <a:lnTo>
                    <a:pt x="157821" y="334073"/>
                  </a:lnTo>
                  <a:lnTo>
                    <a:pt x="163109" y="334285"/>
                  </a:lnTo>
                  <a:lnTo>
                    <a:pt x="168400" y="334330"/>
                  </a:lnTo>
                  <a:lnTo>
                    <a:pt x="173691" y="334207"/>
                  </a:lnTo>
                  <a:lnTo>
                    <a:pt x="178975" y="333917"/>
                  </a:lnTo>
                  <a:lnTo>
                    <a:pt x="184247" y="333459"/>
                  </a:lnTo>
                  <a:lnTo>
                    <a:pt x="189503" y="332835"/>
                  </a:lnTo>
                  <a:lnTo>
                    <a:pt x="194735" y="332045"/>
                  </a:lnTo>
                  <a:lnTo>
                    <a:pt x="199941" y="331090"/>
                  </a:lnTo>
                  <a:lnTo>
                    <a:pt x="205113" y="329970"/>
                  </a:lnTo>
                  <a:lnTo>
                    <a:pt x="210247" y="328688"/>
                  </a:lnTo>
                  <a:lnTo>
                    <a:pt x="215338" y="327243"/>
                  </a:lnTo>
                  <a:lnTo>
                    <a:pt x="220381" y="325638"/>
                  </a:lnTo>
                  <a:lnTo>
                    <a:pt x="225370" y="323874"/>
                  </a:lnTo>
                  <a:lnTo>
                    <a:pt x="230302" y="321953"/>
                  </a:lnTo>
                  <a:lnTo>
                    <a:pt x="235169" y="319877"/>
                  </a:lnTo>
                  <a:lnTo>
                    <a:pt x="239969" y="317648"/>
                  </a:lnTo>
                  <a:lnTo>
                    <a:pt x="244696" y="315268"/>
                  </a:lnTo>
                  <a:lnTo>
                    <a:pt x="249345" y="312740"/>
                  </a:lnTo>
                  <a:lnTo>
                    <a:pt x="253912" y="310066"/>
                  </a:lnTo>
                  <a:lnTo>
                    <a:pt x="258391" y="307248"/>
                  </a:lnTo>
                  <a:lnTo>
                    <a:pt x="262780" y="304290"/>
                  </a:lnTo>
                  <a:lnTo>
                    <a:pt x="267072" y="301195"/>
                  </a:lnTo>
                  <a:lnTo>
                    <a:pt x="271264" y="297966"/>
                  </a:lnTo>
                  <a:lnTo>
                    <a:pt x="275353" y="294605"/>
                  </a:lnTo>
                  <a:lnTo>
                    <a:pt x="279332" y="291117"/>
                  </a:lnTo>
                  <a:lnTo>
                    <a:pt x="283199" y="287504"/>
                  </a:lnTo>
                  <a:lnTo>
                    <a:pt x="286950" y="283771"/>
                  </a:lnTo>
                  <a:lnTo>
                    <a:pt x="290581" y="279921"/>
                  </a:lnTo>
                  <a:lnTo>
                    <a:pt x="294088" y="275958"/>
                  </a:lnTo>
                  <a:lnTo>
                    <a:pt x="297468" y="271886"/>
                  </a:lnTo>
                  <a:lnTo>
                    <a:pt x="300718" y="267709"/>
                  </a:lnTo>
                  <a:lnTo>
                    <a:pt x="303833" y="263431"/>
                  </a:lnTo>
                  <a:lnTo>
                    <a:pt x="306812" y="259057"/>
                  </a:lnTo>
                  <a:lnTo>
                    <a:pt x="309651" y="254590"/>
                  </a:lnTo>
                  <a:lnTo>
                    <a:pt x="312346" y="250036"/>
                  </a:lnTo>
                  <a:lnTo>
                    <a:pt x="314897" y="245399"/>
                  </a:lnTo>
                  <a:lnTo>
                    <a:pt x="317299" y="240684"/>
                  </a:lnTo>
                  <a:lnTo>
                    <a:pt x="319551" y="235895"/>
                  </a:lnTo>
                  <a:lnTo>
                    <a:pt x="321650" y="231037"/>
                  </a:lnTo>
                  <a:lnTo>
                    <a:pt x="323594" y="226115"/>
                  </a:lnTo>
                  <a:lnTo>
                    <a:pt x="325382" y="221134"/>
                  </a:lnTo>
                  <a:lnTo>
                    <a:pt x="327011" y="216099"/>
                  </a:lnTo>
                  <a:lnTo>
                    <a:pt x="328479" y="211015"/>
                  </a:lnTo>
                  <a:lnTo>
                    <a:pt x="329787" y="205887"/>
                  </a:lnTo>
                  <a:lnTo>
                    <a:pt x="330931" y="200720"/>
                  </a:lnTo>
                  <a:lnTo>
                    <a:pt x="331911" y="195519"/>
                  </a:lnTo>
                  <a:lnTo>
                    <a:pt x="332726" y="190290"/>
                  </a:lnTo>
                  <a:lnTo>
                    <a:pt x="333375" y="185038"/>
                  </a:lnTo>
                  <a:lnTo>
                    <a:pt x="333857" y="179768"/>
                  </a:lnTo>
                  <a:lnTo>
                    <a:pt x="334172" y="174485"/>
                  </a:lnTo>
                  <a:lnTo>
                    <a:pt x="334320" y="169195"/>
                  </a:lnTo>
                  <a:lnTo>
                    <a:pt x="334301" y="163903"/>
                  </a:lnTo>
                  <a:lnTo>
                    <a:pt x="334114" y="158615"/>
                  </a:lnTo>
                  <a:lnTo>
                    <a:pt x="333759" y="153334"/>
                  </a:lnTo>
                  <a:lnTo>
                    <a:pt x="333238" y="148068"/>
                  </a:lnTo>
                  <a:lnTo>
                    <a:pt x="332550" y="142821"/>
                  </a:lnTo>
                  <a:lnTo>
                    <a:pt x="331697" y="137598"/>
                  </a:lnTo>
                  <a:lnTo>
                    <a:pt x="330678" y="132405"/>
                  </a:lnTo>
                  <a:lnTo>
                    <a:pt x="329496" y="127247"/>
                  </a:lnTo>
                  <a:lnTo>
                    <a:pt x="328151" y="122128"/>
                  </a:lnTo>
                  <a:lnTo>
                    <a:pt x="326645" y="117055"/>
                  </a:lnTo>
                  <a:lnTo>
                    <a:pt x="324979" y="112032"/>
                  </a:lnTo>
                  <a:lnTo>
                    <a:pt x="323154" y="107064"/>
                  </a:lnTo>
                  <a:lnTo>
                    <a:pt x="321174" y="102157"/>
                  </a:lnTo>
                  <a:lnTo>
                    <a:pt x="319039" y="97315"/>
                  </a:lnTo>
                  <a:lnTo>
                    <a:pt x="316752" y="92542"/>
                  </a:lnTo>
                  <a:lnTo>
                    <a:pt x="314315" y="87845"/>
                  </a:lnTo>
                  <a:lnTo>
                    <a:pt x="311730" y="83227"/>
                  </a:lnTo>
                  <a:lnTo>
                    <a:pt x="309001" y="78693"/>
                  </a:lnTo>
                  <a:lnTo>
                    <a:pt x="306129" y="74248"/>
                  </a:lnTo>
                  <a:lnTo>
                    <a:pt x="303118" y="69896"/>
                  </a:lnTo>
                  <a:lnTo>
                    <a:pt x="299971" y="65641"/>
                  </a:lnTo>
                  <a:lnTo>
                    <a:pt x="296691" y="61488"/>
                  </a:lnTo>
                  <a:lnTo>
                    <a:pt x="293281" y="57441"/>
                  </a:lnTo>
                  <a:lnTo>
                    <a:pt x="289745" y="53504"/>
                  </a:lnTo>
                  <a:lnTo>
                    <a:pt x="286085" y="49681"/>
                  </a:lnTo>
                  <a:lnTo>
                    <a:pt x="282307" y="45976"/>
                  </a:lnTo>
                  <a:lnTo>
                    <a:pt x="278413" y="42392"/>
                  </a:lnTo>
                  <a:lnTo>
                    <a:pt x="274408" y="38933"/>
                  </a:lnTo>
                  <a:lnTo>
                    <a:pt x="270295" y="35603"/>
                  </a:lnTo>
                  <a:lnTo>
                    <a:pt x="266079" y="32404"/>
                  </a:lnTo>
                  <a:lnTo>
                    <a:pt x="261764" y="29341"/>
                  </a:lnTo>
                  <a:lnTo>
                    <a:pt x="257354" y="26415"/>
                  </a:lnTo>
                  <a:lnTo>
                    <a:pt x="252853" y="23631"/>
                  </a:lnTo>
                  <a:lnTo>
                    <a:pt x="248267" y="20991"/>
                  </a:lnTo>
                  <a:lnTo>
                    <a:pt x="243599" y="18497"/>
                  </a:lnTo>
                  <a:lnTo>
                    <a:pt x="238855" y="16152"/>
                  </a:lnTo>
                  <a:lnTo>
                    <a:pt x="234039" y="13958"/>
                  </a:lnTo>
                  <a:lnTo>
                    <a:pt x="229156" y="11918"/>
                  </a:lnTo>
                  <a:lnTo>
                    <a:pt x="224211" y="10034"/>
                  </a:lnTo>
                  <a:lnTo>
                    <a:pt x="219208" y="8307"/>
                  </a:lnTo>
                  <a:lnTo>
                    <a:pt x="214154" y="6739"/>
                  </a:lnTo>
                  <a:lnTo>
                    <a:pt x="209052" y="5332"/>
                  </a:lnTo>
                  <a:lnTo>
                    <a:pt x="203909" y="4088"/>
                  </a:lnTo>
                  <a:lnTo>
                    <a:pt x="198728" y="3006"/>
                  </a:lnTo>
                  <a:lnTo>
                    <a:pt x="193516" y="2089"/>
                  </a:lnTo>
                  <a:lnTo>
                    <a:pt x="188278" y="1338"/>
                  </a:lnTo>
                  <a:lnTo>
                    <a:pt x="183018" y="753"/>
                  </a:lnTo>
                  <a:lnTo>
                    <a:pt x="177743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89972" y="5018213"/>
              <a:ext cx="31067" cy="167167"/>
            </a:xfrm>
            <a:custGeom>
              <a:avLst/>
              <a:pathLst>
                <a:path w="31067" h="167167">
                  <a:moveTo>
                    <a:pt x="31067" y="0"/>
                  </a:moveTo>
                  <a:lnTo>
                    <a:pt x="23257" y="182"/>
                  </a:lnTo>
                  <a:lnTo>
                    <a:pt x="15465" y="729"/>
                  </a:lnTo>
                  <a:lnTo>
                    <a:pt x="7707" y="1640"/>
                  </a:lnTo>
                  <a:lnTo>
                    <a:pt x="0" y="2912"/>
                  </a:lnTo>
                  <a:lnTo>
                    <a:pt x="310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9972" y="5021125"/>
              <a:ext cx="31067" cy="164255"/>
            </a:xfrm>
            <a:custGeom>
              <a:avLst/>
              <a:pathLst>
                <a:path w="31067" h="164255">
                  <a:moveTo>
                    <a:pt x="0" y="0"/>
                  </a:moveTo>
                  <a:lnTo>
                    <a:pt x="31067" y="1642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9972" y="5021125"/>
              <a:ext cx="31067" cy="164255"/>
            </a:xfrm>
            <a:custGeom>
              <a:avLst/>
              <a:pathLst>
                <a:path w="31067" h="164255">
                  <a:moveTo>
                    <a:pt x="0" y="0"/>
                  </a:moveTo>
                  <a:lnTo>
                    <a:pt x="31067" y="1642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89972" y="5021125"/>
              <a:ext cx="31067" cy="164255"/>
            </a:xfrm>
            <a:custGeom>
              <a:avLst/>
              <a:pathLst>
                <a:path w="31067" h="164255">
                  <a:moveTo>
                    <a:pt x="0" y="0"/>
                  </a:moveTo>
                  <a:lnTo>
                    <a:pt x="31067" y="1642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88" y="5021125"/>
              <a:ext cx="167150" cy="194449"/>
            </a:xfrm>
            <a:custGeom>
              <a:avLst/>
              <a:pathLst>
                <a:path w="167150" h="194449">
                  <a:moveTo>
                    <a:pt x="136083" y="0"/>
                  </a:moveTo>
                  <a:lnTo>
                    <a:pt x="130744" y="1100"/>
                  </a:lnTo>
                  <a:lnTo>
                    <a:pt x="125443" y="2374"/>
                  </a:lnTo>
                  <a:lnTo>
                    <a:pt x="120186" y="3820"/>
                  </a:lnTo>
                  <a:lnTo>
                    <a:pt x="114980" y="5437"/>
                  </a:lnTo>
                  <a:lnTo>
                    <a:pt x="109829" y="7222"/>
                  </a:lnTo>
                  <a:lnTo>
                    <a:pt x="104739" y="9175"/>
                  </a:lnTo>
                  <a:lnTo>
                    <a:pt x="99715" y="11293"/>
                  </a:lnTo>
                  <a:lnTo>
                    <a:pt x="94763" y="13573"/>
                  </a:lnTo>
                  <a:lnTo>
                    <a:pt x="89888" y="16014"/>
                  </a:lnTo>
                  <a:lnTo>
                    <a:pt x="85095" y="18612"/>
                  </a:lnTo>
                  <a:lnTo>
                    <a:pt x="80390" y="21365"/>
                  </a:lnTo>
                  <a:lnTo>
                    <a:pt x="75776" y="24270"/>
                  </a:lnTo>
                  <a:lnTo>
                    <a:pt x="71260" y="27324"/>
                  </a:lnTo>
                  <a:lnTo>
                    <a:pt x="66846" y="30524"/>
                  </a:lnTo>
                  <a:lnTo>
                    <a:pt x="62539" y="33866"/>
                  </a:lnTo>
                  <a:lnTo>
                    <a:pt x="58343" y="37346"/>
                  </a:lnTo>
                  <a:lnTo>
                    <a:pt x="54262" y="40962"/>
                  </a:lnTo>
                  <a:lnTo>
                    <a:pt x="50302" y="44708"/>
                  </a:lnTo>
                  <a:lnTo>
                    <a:pt x="46466" y="48582"/>
                  </a:lnTo>
                  <a:lnTo>
                    <a:pt x="42758" y="52579"/>
                  </a:lnTo>
                  <a:lnTo>
                    <a:pt x="39183" y="56695"/>
                  </a:lnTo>
                  <a:lnTo>
                    <a:pt x="35743" y="60925"/>
                  </a:lnTo>
                  <a:lnTo>
                    <a:pt x="32444" y="65265"/>
                  </a:lnTo>
                  <a:lnTo>
                    <a:pt x="29287" y="69710"/>
                  </a:lnTo>
                  <a:lnTo>
                    <a:pt x="26278" y="74256"/>
                  </a:lnTo>
                  <a:lnTo>
                    <a:pt x="23418" y="78897"/>
                  </a:lnTo>
                  <a:lnTo>
                    <a:pt x="20711" y="83629"/>
                  </a:lnTo>
                  <a:lnTo>
                    <a:pt x="18160" y="88447"/>
                  </a:lnTo>
                  <a:lnTo>
                    <a:pt x="15767" y="93346"/>
                  </a:lnTo>
                  <a:lnTo>
                    <a:pt x="13535" y="98320"/>
                  </a:lnTo>
                  <a:lnTo>
                    <a:pt x="11467" y="103364"/>
                  </a:lnTo>
                  <a:lnTo>
                    <a:pt x="9564" y="108473"/>
                  </a:lnTo>
                  <a:lnTo>
                    <a:pt x="7829" y="113642"/>
                  </a:lnTo>
                  <a:lnTo>
                    <a:pt x="6263" y="118864"/>
                  </a:lnTo>
                  <a:lnTo>
                    <a:pt x="4869" y="124134"/>
                  </a:lnTo>
                  <a:lnTo>
                    <a:pt x="3647" y="129447"/>
                  </a:lnTo>
                  <a:lnTo>
                    <a:pt x="2599" y="134797"/>
                  </a:lnTo>
                  <a:lnTo>
                    <a:pt x="1726" y="140179"/>
                  </a:lnTo>
                  <a:lnTo>
                    <a:pt x="1029" y="145586"/>
                  </a:lnTo>
                  <a:lnTo>
                    <a:pt x="508" y="151013"/>
                  </a:lnTo>
                  <a:lnTo>
                    <a:pt x="165" y="156454"/>
                  </a:lnTo>
                  <a:lnTo>
                    <a:pt x="0" y="161903"/>
                  </a:lnTo>
                  <a:lnTo>
                    <a:pt x="12" y="167355"/>
                  </a:lnTo>
                  <a:lnTo>
                    <a:pt x="202" y="172803"/>
                  </a:lnTo>
                  <a:lnTo>
                    <a:pt x="569" y="178243"/>
                  </a:lnTo>
                  <a:lnTo>
                    <a:pt x="1114" y="183667"/>
                  </a:lnTo>
                  <a:lnTo>
                    <a:pt x="1835" y="189071"/>
                  </a:lnTo>
                  <a:lnTo>
                    <a:pt x="2732" y="194449"/>
                  </a:lnTo>
                  <a:lnTo>
                    <a:pt x="167150" y="1642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6621" y="5018213"/>
              <a:ext cx="331570" cy="334332"/>
            </a:xfrm>
            <a:custGeom>
              <a:avLst/>
              <a:pathLst>
                <a:path w="331570" h="334332">
                  <a:moveTo>
                    <a:pt x="0" y="197361"/>
                  </a:moveTo>
                  <a:lnTo>
                    <a:pt x="1039" y="202554"/>
                  </a:lnTo>
                  <a:lnTo>
                    <a:pt x="2242" y="207712"/>
                  </a:lnTo>
                  <a:lnTo>
                    <a:pt x="3607" y="212829"/>
                  </a:lnTo>
                  <a:lnTo>
                    <a:pt x="5135" y="217900"/>
                  </a:lnTo>
                  <a:lnTo>
                    <a:pt x="6822" y="222921"/>
                  </a:lnTo>
                  <a:lnTo>
                    <a:pt x="8667" y="227885"/>
                  </a:lnTo>
                  <a:lnTo>
                    <a:pt x="10669" y="232789"/>
                  </a:lnTo>
                  <a:lnTo>
                    <a:pt x="12825" y="237626"/>
                  </a:lnTo>
                  <a:lnTo>
                    <a:pt x="15133" y="242393"/>
                  </a:lnTo>
                  <a:lnTo>
                    <a:pt x="17591" y="247084"/>
                  </a:lnTo>
                  <a:lnTo>
                    <a:pt x="20196" y="251696"/>
                  </a:lnTo>
                  <a:lnTo>
                    <a:pt x="22946" y="256222"/>
                  </a:lnTo>
                  <a:lnTo>
                    <a:pt x="25838" y="260659"/>
                  </a:lnTo>
                  <a:lnTo>
                    <a:pt x="28869" y="265002"/>
                  </a:lnTo>
                  <a:lnTo>
                    <a:pt x="32037" y="269247"/>
                  </a:lnTo>
                  <a:lnTo>
                    <a:pt x="35337" y="273389"/>
                  </a:lnTo>
                  <a:lnTo>
                    <a:pt x="38767" y="277425"/>
                  </a:lnTo>
                  <a:lnTo>
                    <a:pt x="42322" y="281350"/>
                  </a:lnTo>
                  <a:lnTo>
                    <a:pt x="46001" y="285160"/>
                  </a:lnTo>
                  <a:lnTo>
                    <a:pt x="49798" y="288852"/>
                  </a:lnTo>
                  <a:lnTo>
                    <a:pt x="53710" y="292422"/>
                  </a:lnTo>
                  <a:lnTo>
                    <a:pt x="57734" y="295866"/>
                  </a:lnTo>
                  <a:lnTo>
                    <a:pt x="61864" y="299181"/>
                  </a:lnTo>
                  <a:lnTo>
                    <a:pt x="66098" y="302364"/>
                  </a:lnTo>
                  <a:lnTo>
                    <a:pt x="70430" y="305411"/>
                  </a:lnTo>
                  <a:lnTo>
                    <a:pt x="74857" y="308319"/>
                  </a:lnTo>
                  <a:lnTo>
                    <a:pt x="79373" y="311085"/>
                  </a:lnTo>
                  <a:lnTo>
                    <a:pt x="83975" y="313707"/>
                  </a:lnTo>
                  <a:lnTo>
                    <a:pt x="88657" y="316182"/>
                  </a:lnTo>
                  <a:lnTo>
                    <a:pt x="93416" y="318507"/>
                  </a:lnTo>
                  <a:lnTo>
                    <a:pt x="98246" y="320680"/>
                  </a:lnTo>
                  <a:lnTo>
                    <a:pt x="103142" y="322699"/>
                  </a:lnTo>
                  <a:lnTo>
                    <a:pt x="108100" y="324562"/>
                  </a:lnTo>
                  <a:lnTo>
                    <a:pt x="113114" y="326267"/>
                  </a:lnTo>
                  <a:lnTo>
                    <a:pt x="118180" y="327813"/>
                  </a:lnTo>
                  <a:lnTo>
                    <a:pt x="123292" y="329197"/>
                  </a:lnTo>
                  <a:lnTo>
                    <a:pt x="128446" y="330418"/>
                  </a:lnTo>
                  <a:lnTo>
                    <a:pt x="133635" y="331476"/>
                  </a:lnTo>
                  <a:lnTo>
                    <a:pt x="138856" y="332368"/>
                  </a:lnTo>
                  <a:lnTo>
                    <a:pt x="144102" y="333095"/>
                  </a:lnTo>
                  <a:lnTo>
                    <a:pt x="149368" y="333656"/>
                  </a:lnTo>
                  <a:lnTo>
                    <a:pt x="154650" y="334049"/>
                  </a:lnTo>
                  <a:lnTo>
                    <a:pt x="159941" y="334274"/>
                  </a:lnTo>
                  <a:lnTo>
                    <a:pt x="165237" y="334332"/>
                  </a:lnTo>
                  <a:lnTo>
                    <a:pt x="170533" y="334223"/>
                  </a:lnTo>
                  <a:lnTo>
                    <a:pt x="175822" y="333945"/>
                  </a:lnTo>
                  <a:lnTo>
                    <a:pt x="181099" y="333500"/>
                  </a:lnTo>
                  <a:lnTo>
                    <a:pt x="186360" y="332888"/>
                  </a:lnTo>
                  <a:lnTo>
                    <a:pt x="191599" y="332110"/>
                  </a:lnTo>
                  <a:lnTo>
                    <a:pt x="196810" y="331166"/>
                  </a:lnTo>
                  <a:lnTo>
                    <a:pt x="201989" y="330057"/>
                  </a:lnTo>
                  <a:lnTo>
                    <a:pt x="207130" y="328786"/>
                  </a:lnTo>
                  <a:lnTo>
                    <a:pt x="212229" y="327351"/>
                  </a:lnTo>
                  <a:lnTo>
                    <a:pt x="217279" y="325756"/>
                  </a:lnTo>
                  <a:lnTo>
                    <a:pt x="222276" y="324002"/>
                  </a:lnTo>
                  <a:lnTo>
                    <a:pt x="227216" y="322091"/>
                  </a:lnTo>
                  <a:lnTo>
                    <a:pt x="232092" y="320024"/>
                  </a:lnTo>
                  <a:lnTo>
                    <a:pt x="236900" y="317803"/>
                  </a:lnTo>
                  <a:lnTo>
                    <a:pt x="241636" y="315431"/>
                  </a:lnTo>
                  <a:lnTo>
                    <a:pt x="246294" y="312911"/>
                  </a:lnTo>
                  <a:lnTo>
                    <a:pt x="250870" y="310244"/>
                  </a:lnTo>
                  <a:lnTo>
                    <a:pt x="255359" y="307433"/>
                  </a:lnTo>
                  <a:lnTo>
                    <a:pt x="259756" y="304482"/>
                  </a:lnTo>
                  <a:lnTo>
                    <a:pt x="264059" y="301393"/>
                  </a:lnTo>
                  <a:lnTo>
                    <a:pt x="268261" y="298169"/>
                  </a:lnTo>
                  <a:lnTo>
                    <a:pt x="272358" y="294814"/>
                  </a:lnTo>
                  <a:lnTo>
                    <a:pt x="276348" y="291330"/>
                  </a:lnTo>
                  <a:lnTo>
                    <a:pt x="280225" y="287722"/>
                  </a:lnTo>
                  <a:lnTo>
                    <a:pt x="283986" y="283993"/>
                  </a:lnTo>
                  <a:lnTo>
                    <a:pt x="287627" y="280147"/>
                  </a:lnTo>
                  <a:lnTo>
                    <a:pt x="291144" y="276187"/>
                  </a:lnTo>
                  <a:lnTo>
                    <a:pt x="294534" y="272118"/>
                  </a:lnTo>
                  <a:lnTo>
                    <a:pt x="297793" y="267943"/>
                  </a:lnTo>
                  <a:lnTo>
                    <a:pt x="300919" y="263668"/>
                  </a:lnTo>
                  <a:lnTo>
                    <a:pt x="303907" y="259295"/>
                  </a:lnTo>
                  <a:lnTo>
                    <a:pt x="306756" y="254830"/>
                  </a:lnTo>
                  <a:lnTo>
                    <a:pt x="309461" y="250277"/>
                  </a:lnTo>
                  <a:lnTo>
                    <a:pt x="312021" y="245640"/>
                  </a:lnTo>
                  <a:lnTo>
                    <a:pt x="314433" y="240925"/>
                  </a:lnTo>
                  <a:lnTo>
                    <a:pt x="316694" y="236136"/>
                  </a:lnTo>
                  <a:lnTo>
                    <a:pt x="318803" y="231277"/>
                  </a:lnTo>
                  <a:lnTo>
                    <a:pt x="320756" y="226355"/>
                  </a:lnTo>
                  <a:lnTo>
                    <a:pt x="322553" y="221372"/>
                  </a:lnTo>
                  <a:lnTo>
                    <a:pt x="324190" y="216336"/>
                  </a:lnTo>
                  <a:lnTo>
                    <a:pt x="325668" y="211250"/>
                  </a:lnTo>
                  <a:lnTo>
                    <a:pt x="326983" y="206119"/>
                  </a:lnTo>
                  <a:lnTo>
                    <a:pt x="328136" y="200950"/>
                  </a:lnTo>
                  <a:lnTo>
                    <a:pt x="329124" y="195747"/>
                  </a:lnTo>
                  <a:lnTo>
                    <a:pt x="329946" y="190515"/>
                  </a:lnTo>
                  <a:lnTo>
                    <a:pt x="330603" y="185259"/>
                  </a:lnTo>
                  <a:lnTo>
                    <a:pt x="331093" y="179986"/>
                  </a:lnTo>
                  <a:lnTo>
                    <a:pt x="331415" y="174699"/>
                  </a:lnTo>
                  <a:lnTo>
                    <a:pt x="331570" y="169405"/>
                  </a:lnTo>
                  <a:lnTo>
                    <a:pt x="331557" y="164109"/>
                  </a:lnTo>
                  <a:lnTo>
                    <a:pt x="331376" y="158816"/>
                  </a:lnTo>
                  <a:lnTo>
                    <a:pt x="331028" y="153531"/>
                  </a:lnTo>
                  <a:lnTo>
                    <a:pt x="330512" y="148260"/>
                  </a:lnTo>
                  <a:lnTo>
                    <a:pt x="329830" y="143008"/>
                  </a:lnTo>
                  <a:lnTo>
                    <a:pt x="328982" y="137780"/>
                  </a:lnTo>
                  <a:lnTo>
                    <a:pt x="327968" y="132581"/>
                  </a:lnTo>
                  <a:lnTo>
                    <a:pt x="326790" y="127418"/>
                  </a:lnTo>
                  <a:lnTo>
                    <a:pt x="325450" y="122294"/>
                  </a:lnTo>
                  <a:lnTo>
                    <a:pt x="323947" y="117215"/>
                  </a:lnTo>
                  <a:lnTo>
                    <a:pt x="322285" y="112187"/>
                  </a:lnTo>
                  <a:lnTo>
                    <a:pt x="320464" y="107213"/>
                  </a:lnTo>
                  <a:lnTo>
                    <a:pt x="318486" y="102300"/>
                  </a:lnTo>
                  <a:lnTo>
                    <a:pt x="316354" y="97452"/>
                  </a:lnTo>
                  <a:lnTo>
                    <a:pt x="314070" y="92674"/>
                  </a:lnTo>
                  <a:lnTo>
                    <a:pt x="311635" y="87971"/>
                  </a:lnTo>
                  <a:lnTo>
                    <a:pt x="309052" y="83347"/>
                  </a:lnTo>
                  <a:lnTo>
                    <a:pt x="306324" y="78807"/>
                  </a:lnTo>
                  <a:lnTo>
                    <a:pt x="303454" y="74356"/>
                  </a:lnTo>
                  <a:lnTo>
                    <a:pt x="300444" y="69998"/>
                  </a:lnTo>
                  <a:lnTo>
                    <a:pt x="297297" y="65738"/>
                  </a:lnTo>
                  <a:lnTo>
                    <a:pt x="294018" y="61579"/>
                  </a:lnTo>
                  <a:lnTo>
                    <a:pt x="290608" y="57527"/>
                  </a:lnTo>
                  <a:lnTo>
                    <a:pt x="287071" y="53584"/>
                  </a:lnTo>
                  <a:lnTo>
                    <a:pt x="283411" y="49756"/>
                  </a:lnTo>
                  <a:lnTo>
                    <a:pt x="279632" y="46045"/>
                  </a:lnTo>
                  <a:lnTo>
                    <a:pt x="275738" y="42456"/>
                  </a:lnTo>
                  <a:lnTo>
                    <a:pt x="271731" y="38992"/>
                  </a:lnTo>
                  <a:lnTo>
                    <a:pt x="267617" y="35657"/>
                  </a:lnTo>
                  <a:lnTo>
                    <a:pt x="263399" y="32454"/>
                  </a:lnTo>
                  <a:lnTo>
                    <a:pt x="259082" y="29386"/>
                  </a:lnTo>
                  <a:lnTo>
                    <a:pt x="254670" y="26456"/>
                  </a:lnTo>
                  <a:lnTo>
                    <a:pt x="250167" y="23668"/>
                  </a:lnTo>
                  <a:lnTo>
                    <a:pt x="245578" y="21023"/>
                  </a:lnTo>
                  <a:lnTo>
                    <a:pt x="240908" y="18526"/>
                  </a:lnTo>
                  <a:lnTo>
                    <a:pt x="236161" y="16177"/>
                  </a:lnTo>
                  <a:lnTo>
                    <a:pt x="231341" y="13980"/>
                  </a:lnTo>
                  <a:lnTo>
                    <a:pt x="226455" y="11937"/>
                  </a:lnTo>
                  <a:lnTo>
                    <a:pt x="221507" y="10050"/>
                  </a:lnTo>
                  <a:lnTo>
                    <a:pt x="216501" y="8320"/>
                  </a:lnTo>
                  <a:lnTo>
                    <a:pt x="211443" y="6750"/>
                  </a:lnTo>
                  <a:lnTo>
                    <a:pt x="206337" y="5341"/>
                  </a:lnTo>
                  <a:lnTo>
                    <a:pt x="201190" y="4094"/>
                  </a:lnTo>
                  <a:lnTo>
                    <a:pt x="196005" y="3011"/>
                  </a:lnTo>
                  <a:lnTo>
                    <a:pt x="190789" y="2093"/>
                  </a:lnTo>
                  <a:lnTo>
                    <a:pt x="185547" y="1340"/>
                  </a:lnTo>
                  <a:lnTo>
                    <a:pt x="180283" y="754"/>
                  </a:lnTo>
                  <a:lnTo>
                    <a:pt x="175003" y="335"/>
                  </a:lnTo>
                  <a:lnTo>
                    <a:pt x="169713" y="83"/>
                  </a:lnTo>
                  <a:lnTo>
                    <a:pt x="164418" y="0"/>
                  </a:lnTo>
                  <a:lnTo>
                    <a:pt x="16441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38883" y="4659281"/>
              <a:ext cx="84351" cy="167167"/>
            </a:xfrm>
            <a:custGeom>
              <a:avLst/>
              <a:pathLst>
                <a:path w="84351" h="167167">
                  <a:moveTo>
                    <a:pt x="84351" y="0"/>
                  </a:moveTo>
                  <a:lnTo>
                    <a:pt x="78458" y="103"/>
                  </a:lnTo>
                  <a:lnTo>
                    <a:pt x="72572" y="415"/>
                  </a:lnTo>
                  <a:lnTo>
                    <a:pt x="66701" y="934"/>
                  </a:lnTo>
                  <a:lnTo>
                    <a:pt x="60852" y="1659"/>
                  </a:lnTo>
                  <a:lnTo>
                    <a:pt x="55031" y="2591"/>
                  </a:lnTo>
                  <a:lnTo>
                    <a:pt x="49248" y="3727"/>
                  </a:lnTo>
                  <a:lnTo>
                    <a:pt x="43508" y="5066"/>
                  </a:lnTo>
                  <a:lnTo>
                    <a:pt x="37818" y="6607"/>
                  </a:lnTo>
                  <a:lnTo>
                    <a:pt x="32187" y="8347"/>
                  </a:lnTo>
                  <a:lnTo>
                    <a:pt x="26621" y="10284"/>
                  </a:lnTo>
                  <a:lnTo>
                    <a:pt x="21126" y="12417"/>
                  </a:lnTo>
                  <a:lnTo>
                    <a:pt x="15710" y="14742"/>
                  </a:lnTo>
                  <a:lnTo>
                    <a:pt x="10379" y="17257"/>
                  </a:lnTo>
                  <a:lnTo>
                    <a:pt x="5140" y="19958"/>
                  </a:lnTo>
                  <a:lnTo>
                    <a:pt x="0" y="22842"/>
                  </a:lnTo>
                  <a:lnTo>
                    <a:pt x="843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38883" y="4682124"/>
              <a:ext cx="84351" cy="144325"/>
            </a:xfrm>
            <a:custGeom>
              <a:avLst/>
              <a:pathLst>
                <a:path w="84351" h="144325">
                  <a:moveTo>
                    <a:pt x="0" y="0"/>
                  </a:moveTo>
                  <a:lnTo>
                    <a:pt x="84351" y="1443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38883" y="4682124"/>
              <a:ext cx="84351" cy="144325"/>
            </a:xfrm>
            <a:custGeom>
              <a:avLst/>
              <a:pathLst>
                <a:path w="84351" h="144325">
                  <a:moveTo>
                    <a:pt x="0" y="0"/>
                  </a:moveTo>
                  <a:lnTo>
                    <a:pt x="84351" y="1443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256075" y="4682124"/>
              <a:ext cx="275147" cy="311492"/>
            </a:xfrm>
            <a:custGeom>
              <a:avLst/>
              <a:pathLst>
                <a:path w="275147" h="311492">
                  <a:moveTo>
                    <a:pt x="82807" y="0"/>
                  </a:moveTo>
                  <a:lnTo>
                    <a:pt x="78250" y="2761"/>
                  </a:lnTo>
                  <a:lnTo>
                    <a:pt x="73784" y="5666"/>
                  </a:lnTo>
                  <a:lnTo>
                    <a:pt x="69412" y="8713"/>
                  </a:lnTo>
                  <a:lnTo>
                    <a:pt x="65140" y="11897"/>
                  </a:lnTo>
                  <a:lnTo>
                    <a:pt x="60971" y="15215"/>
                  </a:lnTo>
                  <a:lnTo>
                    <a:pt x="56911" y="18665"/>
                  </a:lnTo>
                  <a:lnTo>
                    <a:pt x="52962" y="22242"/>
                  </a:lnTo>
                  <a:lnTo>
                    <a:pt x="49129" y="25944"/>
                  </a:lnTo>
                  <a:lnTo>
                    <a:pt x="45416" y="29766"/>
                  </a:lnTo>
                  <a:lnTo>
                    <a:pt x="41827" y="33704"/>
                  </a:lnTo>
                  <a:lnTo>
                    <a:pt x="38365" y="37754"/>
                  </a:lnTo>
                  <a:lnTo>
                    <a:pt x="35035" y="41913"/>
                  </a:lnTo>
                  <a:lnTo>
                    <a:pt x="31838" y="46176"/>
                  </a:lnTo>
                  <a:lnTo>
                    <a:pt x="28779" y="50538"/>
                  </a:lnTo>
                  <a:lnTo>
                    <a:pt x="25860" y="54996"/>
                  </a:lnTo>
                  <a:lnTo>
                    <a:pt x="23085" y="59544"/>
                  </a:lnTo>
                  <a:lnTo>
                    <a:pt x="20456" y="64179"/>
                  </a:lnTo>
                  <a:lnTo>
                    <a:pt x="17976" y="68895"/>
                  </a:lnTo>
                  <a:lnTo>
                    <a:pt x="15648" y="73688"/>
                  </a:lnTo>
                  <a:lnTo>
                    <a:pt x="13474" y="78552"/>
                  </a:lnTo>
                  <a:lnTo>
                    <a:pt x="11456" y="83483"/>
                  </a:lnTo>
                  <a:lnTo>
                    <a:pt x="9596" y="88476"/>
                  </a:lnTo>
                  <a:lnTo>
                    <a:pt x="7896" y="93526"/>
                  </a:lnTo>
                  <a:lnTo>
                    <a:pt x="6358" y="98628"/>
                  </a:lnTo>
                  <a:lnTo>
                    <a:pt x="4984" y="103776"/>
                  </a:lnTo>
                  <a:lnTo>
                    <a:pt x="3774" y="108965"/>
                  </a:lnTo>
                  <a:lnTo>
                    <a:pt x="2730" y="114190"/>
                  </a:lnTo>
                  <a:lnTo>
                    <a:pt x="1853" y="119445"/>
                  </a:lnTo>
                  <a:lnTo>
                    <a:pt x="1144" y="124726"/>
                  </a:lnTo>
                  <a:lnTo>
                    <a:pt x="604" y="130027"/>
                  </a:lnTo>
                  <a:lnTo>
                    <a:pt x="233" y="135342"/>
                  </a:lnTo>
                  <a:lnTo>
                    <a:pt x="31" y="140666"/>
                  </a:lnTo>
                  <a:lnTo>
                    <a:pt x="0" y="145995"/>
                  </a:lnTo>
                  <a:lnTo>
                    <a:pt x="138" y="151321"/>
                  </a:lnTo>
                  <a:lnTo>
                    <a:pt x="445" y="156640"/>
                  </a:lnTo>
                  <a:lnTo>
                    <a:pt x="923" y="161947"/>
                  </a:lnTo>
                  <a:lnTo>
                    <a:pt x="1569" y="167236"/>
                  </a:lnTo>
                  <a:lnTo>
                    <a:pt x="2383" y="172502"/>
                  </a:lnTo>
                  <a:lnTo>
                    <a:pt x="3365" y="177739"/>
                  </a:lnTo>
                  <a:lnTo>
                    <a:pt x="4513" y="182942"/>
                  </a:lnTo>
                  <a:lnTo>
                    <a:pt x="5826" y="188106"/>
                  </a:lnTo>
                  <a:lnTo>
                    <a:pt x="7303" y="193225"/>
                  </a:lnTo>
                  <a:lnTo>
                    <a:pt x="8943" y="198295"/>
                  </a:lnTo>
                  <a:lnTo>
                    <a:pt x="10743" y="203310"/>
                  </a:lnTo>
                  <a:lnTo>
                    <a:pt x="12703" y="208265"/>
                  </a:lnTo>
                  <a:lnTo>
                    <a:pt x="14819" y="213155"/>
                  </a:lnTo>
                  <a:lnTo>
                    <a:pt x="17090" y="217975"/>
                  </a:lnTo>
                  <a:lnTo>
                    <a:pt x="19513" y="222720"/>
                  </a:lnTo>
                  <a:lnTo>
                    <a:pt x="22087" y="227385"/>
                  </a:lnTo>
                  <a:lnTo>
                    <a:pt x="24807" y="231967"/>
                  </a:lnTo>
                  <a:lnTo>
                    <a:pt x="27673" y="236459"/>
                  </a:lnTo>
                  <a:lnTo>
                    <a:pt x="30680" y="240857"/>
                  </a:lnTo>
                  <a:lnTo>
                    <a:pt x="33826" y="245158"/>
                  </a:lnTo>
                  <a:lnTo>
                    <a:pt x="37107" y="249356"/>
                  </a:lnTo>
                  <a:lnTo>
                    <a:pt x="40520" y="253447"/>
                  </a:lnTo>
                  <a:lnTo>
                    <a:pt x="44062" y="257428"/>
                  </a:lnTo>
                  <a:lnTo>
                    <a:pt x="47729" y="261293"/>
                  </a:lnTo>
                  <a:lnTo>
                    <a:pt x="51518" y="265040"/>
                  </a:lnTo>
                  <a:lnTo>
                    <a:pt x="55424" y="268664"/>
                  </a:lnTo>
                  <a:lnTo>
                    <a:pt x="59443" y="272162"/>
                  </a:lnTo>
                  <a:lnTo>
                    <a:pt x="63572" y="275530"/>
                  </a:lnTo>
                  <a:lnTo>
                    <a:pt x="67806" y="278764"/>
                  </a:lnTo>
                  <a:lnTo>
                    <a:pt x="72141" y="281862"/>
                  </a:lnTo>
                  <a:lnTo>
                    <a:pt x="76573" y="284821"/>
                  </a:lnTo>
                  <a:lnTo>
                    <a:pt x="81096" y="287636"/>
                  </a:lnTo>
                  <a:lnTo>
                    <a:pt x="85707" y="290306"/>
                  </a:lnTo>
                  <a:lnTo>
                    <a:pt x="90401" y="292828"/>
                  </a:lnTo>
                  <a:lnTo>
                    <a:pt x="95173" y="295199"/>
                  </a:lnTo>
                  <a:lnTo>
                    <a:pt x="100018" y="297416"/>
                  </a:lnTo>
                  <a:lnTo>
                    <a:pt x="104931" y="299478"/>
                  </a:lnTo>
                  <a:lnTo>
                    <a:pt x="109907" y="301383"/>
                  </a:lnTo>
                  <a:lnTo>
                    <a:pt x="114941" y="303127"/>
                  </a:lnTo>
                  <a:lnTo>
                    <a:pt x="120029" y="304711"/>
                  </a:lnTo>
                  <a:lnTo>
                    <a:pt x="125164" y="306131"/>
                  </a:lnTo>
                  <a:lnTo>
                    <a:pt x="130342" y="307388"/>
                  </a:lnTo>
                  <a:lnTo>
                    <a:pt x="135558" y="308478"/>
                  </a:lnTo>
                  <a:lnTo>
                    <a:pt x="140805" y="309402"/>
                  </a:lnTo>
                  <a:lnTo>
                    <a:pt x="146080" y="310158"/>
                  </a:lnTo>
                  <a:lnTo>
                    <a:pt x="151375" y="310745"/>
                  </a:lnTo>
                  <a:lnTo>
                    <a:pt x="156687" y="311164"/>
                  </a:lnTo>
                  <a:lnTo>
                    <a:pt x="162010" y="311413"/>
                  </a:lnTo>
                  <a:lnTo>
                    <a:pt x="167337" y="311492"/>
                  </a:lnTo>
                  <a:lnTo>
                    <a:pt x="172665" y="311401"/>
                  </a:lnTo>
                  <a:lnTo>
                    <a:pt x="177987" y="311141"/>
                  </a:lnTo>
                  <a:lnTo>
                    <a:pt x="183297" y="310711"/>
                  </a:lnTo>
                  <a:lnTo>
                    <a:pt x="188592" y="310112"/>
                  </a:lnTo>
                  <a:lnTo>
                    <a:pt x="193865" y="309345"/>
                  </a:lnTo>
                  <a:lnTo>
                    <a:pt x="199110" y="308410"/>
                  </a:lnTo>
                  <a:lnTo>
                    <a:pt x="204323" y="307308"/>
                  </a:lnTo>
                  <a:lnTo>
                    <a:pt x="209499" y="306041"/>
                  </a:lnTo>
                  <a:lnTo>
                    <a:pt x="214631" y="304610"/>
                  </a:lnTo>
                  <a:lnTo>
                    <a:pt x="219715" y="303015"/>
                  </a:lnTo>
                  <a:lnTo>
                    <a:pt x="224746" y="301260"/>
                  </a:lnTo>
                  <a:lnTo>
                    <a:pt x="229718" y="299345"/>
                  </a:lnTo>
                  <a:lnTo>
                    <a:pt x="234627" y="297272"/>
                  </a:lnTo>
                  <a:lnTo>
                    <a:pt x="239467" y="295045"/>
                  </a:lnTo>
                  <a:lnTo>
                    <a:pt x="244233" y="292664"/>
                  </a:lnTo>
                  <a:lnTo>
                    <a:pt x="248922" y="290132"/>
                  </a:lnTo>
                  <a:lnTo>
                    <a:pt x="253527" y="287452"/>
                  </a:lnTo>
                  <a:lnTo>
                    <a:pt x="258045" y="284627"/>
                  </a:lnTo>
                  <a:lnTo>
                    <a:pt x="262470" y="281659"/>
                  </a:lnTo>
                  <a:lnTo>
                    <a:pt x="266798" y="278552"/>
                  </a:lnTo>
                  <a:lnTo>
                    <a:pt x="271025" y="275308"/>
                  </a:lnTo>
                  <a:lnTo>
                    <a:pt x="275147" y="271931"/>
                  </a:lnTo>
                  <a:lnTo>
                    <a:pt x="167159" y="1443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167167" cy="294774"/>
            </a:xfrm>
            <a:custGeom>
              <a:avLst/>
              <a:pathLst>
                <a:path w="167167" h="294774">
                  <a:moveTo>
                    <a:pt x="107988" y="294774"/>
                  </a:moveTo>
                  <a:lnTo>
                    <a:pt x="112027" y="291243"/>
                  </a:lnTo>
                  <a:lnTo>
                    <a:pt x="115951" y="287584"/>
                  </a:lnTo>
                  <a:lnTo>
                    <a:pt x="119756" y="283801"/>
                  </a:lnTo>
                  <a:lnTo>
                    <a:pt x="123437" y="279898"/>
                  </a:lnTo>
                  <a:lnTo>
                    <a:pt x="126991" y="275879"/>
                  </a:lnTo>
                  <a:lnTo>
                    <a:pt x="130414" y="271747"/>
                  </a:lnTo>
                  <a:lnTo>
                    <a:pt x="133703" y="267508"/>
                  </a:lnTo>
                  <a:lnTo>
                    <a:pt x="136854" y="263166"/>
                  </a:lnTo>
                  <a:lnTo>
                    <a:pt x="139864" y="258725"/>
                  </a:lnTo>
                  <a:lnTo>
                    <a:pt x="142730" y="254190"/>
                  </a:lnTo>
                  <a:lnTo>
                    <a:pt x="145449" y="249565"/>
                  </a:lnTo>
                  <a:lnTo>
                    <a:pt x="148018" y="244855"/>
                  </a:lnTo>
                  <a:lnTo>
                    <a:pt x="150435" y="240065"/>
                  </a:lnTo>
                  <a:lnTo>
                    <a:pt x="152697" y="235200"/>
                  </a:lnTo>
                  <a:lnTo>
                    <a:pt x="154801" y="230265"/>
                  </a:lnTo>
                  <a:lnTo>
                    <a:pt x="156747" y="225264"/>
                  </a:lnTo>
                  <a:lnTo>
                    <a:pt x="158530" y="220204"/>
                  </a:lnTo>
                  <a:lnTo>
                    <a:pt x="160151" y="215090"/>
                  </a:lnTo>
                  <a:lnTo>
                    <a:pt x="161606" y="209926"/>
                  </a:lnTo>
                  <a:lnTo>
                    <a:pt x="162895" y="204718"/>
                  </a:lnTo>
                  <a:lnTo>
                    <a:pt x="164016" y="199471"/>
                  </a:lnTo>
                  <a:lnTo>
                    <a:pt x="164968" y="194191"/>
                  </a:lnTo>
                  <a:lnTo>
                    <a:pt x="165750" y="188883"/>
                  </a:lnTo>
                  <a:lnTo>
                    <a:pt x="166362" y="183553"/>
                  </a:lnTo>
                  <a:lnTo>
                    <a:pt x="166802" y="178206"/>
                  </a:lnTo>
                  <a:lnTo>
                    <a:pt x="167070" y="172848"/>
                  </a:lnTo>
                  <a:lnTo>
                    <a:pt x="167167" y="167484"/>
                  </a:lnTo>
                  <a:lnTo>
                    <a:pt x="167091" y="162119"/>
                  </a:lnTo>
                  <a:lnTo>
                    <a:pt x="166843" y="156760"/>
                  </a:lnTo>
                  <a:lnTo>
                    <a:pt x="166423" y="151411"/>
                  </a:lnTo>
                  <a:lnTo>
                    <a:pt x="165831" y="146078"/>
                  </a:lnTo>
                  <a:lnTo>
                    <a:pt x="165069" y="140768"/>
                  </a:lnTo>
                  <a:lnTo>
                    <a:pt x="164137" y="135484"/>
                  </a:lnTo>
                  <a:lnTo>
                    <a:pt x="163036" y="130233"/>
                  </a:lnTo>
                  <a:lnTo>
                    <a:pt x="161767" y="125020"/>
                  </a:lnTo>
                  <a:lnTo>
                    <a:pt x="160331" y="119851"/>
                  </a:lnTo>
                  <a:lnTo>
                    <a:pt x="158730" y="114730"/>
                  </a:lnTo>
                  <a:lnTo>
                    <a:pt x="156965" y="109664"/>
                  </a:lnTo>
                  <a:lnTo>
                    <a:pt x="155039" y="104656"/>
                  </a:lnTo>
                  <a:lnTo>
                    <a:pt x="152954" y="99713"/>
                  </a:lnTo>
                  <a:lnTo>
                    <a:pt x="150710" y="94840"/>
                  </a:lnTo>
                  <a:lnTo>
                    <a:pt x="148312" y="90040"/>
                  </a:lnTo>
                  <a:lnTo>
                    <a:pt x="145760" y="85321"/>
                  </a:lnTo>
                  <a:lnTo>
                    <a:pt x="143059" y="80685"/>
                  </a:lnTo>
                  <a:lnTo>
                    <a:pt x="140210" y="76139"/>
                  </a:lnTo>
                  <a:lnTo>
                    <a:pt x="137216" y="71687"/>
                  </a:lnTo>
                  <a:lnTo>
                    <a:pt x="134082" y="67333"/>
                  </a:lnTo>
                  <a:lnTo>
                    <a:pt x="130809" y="63081"/>
                  </a:lnTo>
                  <a:lnTo>
                    <a:pt x="127401" y="58937"/>
                  </a:lnTo>
                  <a:lnTo>
                    <a:pt x="123863" y="54905"/>
                  </a:lnTo>
                  <a:lnTo>
                    <a:pt x="120196" y="50988"/>
                  </a:lnTo>
                  <a:lnTo>
                    <a:pt x="116406" y="47190"/>
                  </a:lnTo>
                  <a:lnTo>
                    <a:pt x="112496" y="43517"/>
                  </a:lnTo>
                  <a:lnTo>
                    <a:pt x="108470" y="39970"/>
                  </a:lnTo>
                  <a:lnTo>
                    <a:pt x="104333" y="36555"/>
                  </a:lnTo>
                  <a:lnTo>
                    <a:pt x="100088" y="33274"/>
                  </a:lnTo>
                  <a:lnTo>
                    <a:pt x="95739" y="30131"/>
                  </a:lnTo>
                  <a:lnTo>
                    <a:pt x="91293" y="27129"/>
                  </a:lnTo>
                  <a:lnTo>
                    <a:pt x="86752" y="24272"/>
                  </a:lnTo>
                  <a:lnTo>
                    <a:pt x="82122" y="21562"/>
                  </a:lnTo>
                  <a:lnTo>
                    <a:pt x="77407" y="19001"/>
                  </a:lnTo>
                  <a:lnTo>
                    <a:pt x="72612" y="16594"/>
                  </a:lnTo>
                  <a:lnTo>
                    <a:pt x="67743" y="14341"/>
                  </a:lnTo>
                  <a:lnTo>
                    <a:pt x="62804" y="12246"/>
                  </a:lnTo>
                  <a:lnTo>
                    <a:pt x="57800" y="10310"/>
                  </a:lnTo>
                  <a:lnTo>
                    <a:pt x="52737" y="8536"/>
                  </a:lnTo>
                  <a:lnTo>
                    <a:pt x="47619" y="6925"/>
                  </a:lnTo>
                  <a:lnTo>
                    <a:pt x="42452" y="5480"/>
                  </a:lnTo>
                  <a:lnTo>
                    <a:pt x="37242" y="4201"/>
                  </a:lnTo>
                  <a:lnTo>
                    <a:pt x="31993" y="3090"/>
                  </a:lnTo>
                  <a:lnTo>
                    <a:pt x="26711" y="2147"/>
                  </a:lnTo>
                  <a:lnTo>
                    <a:pt x="21402" y="1375"/>
                  </a:lnTo>
                  <a:lnTo>
                    <a:pt x="16071" y="774"/>
                  </a:lnTo>
                  <a:lnTo>
                    <a:pt x="10723" y="344"/>
                  </a:lnTo>
                  <a:lnTo>
                    <a:pt x="536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24132" y="4213821"/>
              <a:ext cx="104339" cy="167167"/>
            </a:xfrm>
            <a:custGeom>
              <a:avLst/>
              <a:pathLst>
                <a:path w="104339" h="167167">
                  <a:moveTo>
                    <a:pt x="104339" y="0"/>
                  </a:moveTo>
                  <a:lnTo>
                    <a:pt x="98706" y="94"/>
                  </a:lnTo>
                  <a:lnTo>
                    <a:pt x="93080" y="379"/>
                  </a:lnTo>
                  <a:lnTo>
                    <a:pt x="87466" y="853"/>
                  </a:lnTo>
                  <a:lnTo>
                    <a:pt x="81871" y="1516"/>
                  </a:lnTo>
                  <a:lnTo>
                    <a:pt x="76302" y="2367"/>
                  </a:lnTo>
                  <a:lnTo>
                    <a:pt x="70765" y="3406"/>
                  </a:lnTo>
                  <a:lnTo>
                    <a:pt x="65266" y="4630"/>
                  </a:lnTo>
                  <a:lnTo>
                    <a:pt x="59811" y="6039"/>
                  </a:lnTo>
                  <a:lnTo>
                    <a:pt x="54407" y="7631"/>
                  </a:lnTo>
                  <a:lnTo>
                    <a:pt x="49059" y="9404"/>
                  </a:lnTo>
                  <a:lnTo>
                    <a:pt x="43775" y="11357"/>
                  </a:lnTo>
                  <a:lnTo>
                    <a:pt x="38559" y="13486"/>
                  </a:lnTo>
                  <a:lnTo>
                    <a:pt x="33418" y="15790"/>
                  </a:lnTo>
                  <a:lnTo>
                    <a:pt x="28357" y="18266"/>
                  </a:lnTo>
                  <a:lnTo>
                    <a:pt x="23383" y="20910"/>
                  </a:lnTo>
                  <a:lnTo>
                    <a:pt x="18500" y="23721"/>
                  </a:lnTo>
                  <a:lnTo>
                    <a:pt x="13715" y="26695"/>
                  </a:lnTo>
                  <a:lnTo>
                    <a:pt x="9033" y="29829"/>
                  </a:lnTo>
                  <a:lnTo>
                    <a:pt x="4460" y="33118"/>
                  </a:lnTo>
                  <a:lnTo>
                    <a:pt x="0" y="36560"/>
                  </a:lnTo>
                  <a:lnTo>
                    <a:pt x="10433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24132" y="4250382"/>
              <a:ext cx="104339" cy="130606"/>
            </a:xfrm>
            <a:custGeom>
              <a:avLst/>
              <a:pathLst>
                <a:path w="104339" h="130606">
                  <a:moveTo>
                    <a:pt x="0" y="0"/>
                  </a:moveTo>
                  <a:lnTo>
                    <a:pt x="104339" y="1306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561306" y="4250382"/>
              <a:ext cx="334324" cy="297760"/>
            </a:xfrm>
            <a:custGeom>
              <a:avLst/>
              <a:pathLst>
                <a:path w="334324" h="297760">
                  <a:moveTo>
                    <a:pt x="62826" y="0"/>
                  </a:moveTo>
                  <a:lnTo>
                    <a:pt x="58715" y="3392"/>
                  </a:lnTo>
                  <a:lnTo>
                    <a:pt x="54715" y="6913"/>
                  </a:lnTo>
                  <a:lnTo>
                    <a:pt x="50830" y="10561"/>
                  </a:lnTo>
                  <a:lnTo>
                    <a:pt x="47062" y="14330"/>
                  </a:lnTo>
                  <a:lnTo>
                    <a:pt x="43417" y="18218"/>
                  </a:lnTo>
                  <a:lnTo>
                    <a:pt x="39897" y="22219"/>
                  </a:lnTo>
                  <a:lnTo>
                    <a:pt x="36507" y="26331"/>
                  </a:lnTo>
                  <a:lnTo>
                    <a:pt x="33250" y="30549"/>
                  </a:lnTo>
                  <a:lnTo>
                    <a:pt x="30128" y="34869"/>
                  </a:lnTo>
                  <a:lnTo>
                    <a:pt x="27146" y="39286"/>
                  </a:lnTo>
                  <a:lnTo>
                    <a:pt x="24306" y="43795"/>
                  </a:lnTo>
                  <a:lnTo>
                    <a:pt x="21612" y="48393"/>
                  </a:lnTo>
                  <a:lnTo>
                    <a:pt x="19065" y="53075"/>
                  </a:lnTo>
                  <a:lnTo>
                    <a:pt x="16669" y="57835"/>
                  </a:lnTo>
                  <a:lnTo>
                    <a:pt x="14426" y="62669"/>
                  </a:lnTo>
                  <a:lnTo>
                    <a:pt x="12338" y="67572"/>
                  </a:lnTo>
                  <a:lnTo>
                    <a:pt x="10407" y="72540"/>
                  </a:lnTo>
                  <a:lnTo>
                    <a:pt x="8636" y="77566"/>
                  </a:lnTo>
                  <a:lnTo>
                    <a:pt x="7026" y="82646"/>
                  </a:lnTo>
                  <a:lnTo>
                    <a:pt x="5578" y="87775"/>
                  </a:lnTo>
                  <a:lnTo>
                    <a:pt x="4295" y="92948"/>
                  </a:lnTo>
                  <a:lnTo>
                    <a:pt x="3177" y="98159"/>
                  </a:lnTo>
                  <a:lnTo>
                    <a:pt x="2226" y="103402"/>
                  </a:lnTo>
                  <a:lnTo>
                    <a:pt x="1443" y="108674"/>
                  </a:lnTo>
                  <a:lnTo>
                    <a:pt x="828" y="113968"/>
                  </a:lnTo>
                  <a:lnTo>
                    <a:pt x="382" y="119278"/>
                  </a:lnTo>
                  <a:lnTo>
                    <a:pt x="106" y="124600"/>
                  </a:lnTo>
                  <a:lnTo>
                    <a:pt x="0" y="129929"/>
                  </a:lnTo>
                  <a:lnTo>
                    <a:pt x="63" y="135258"/>
                  </a:lnTo>
                  <a:lnTo>
                    <a:pt x="296" y="140582"/>
                  </a:lnTo>
                  <a:lnTo>
                    <a:pt x="699" y="145896"/>
                  </a:lnTo>
                  <a:lnTo>
                    <a:pt x="1271" y="151194"/>
                  </a:lnTo>
                  <a:lnTo>
                    <a:pt x="2011" y="156472"/>
                  </a:lnTo>
                  <a:lnTo>
                    <a:pt x="2920" y="161723"/>
                  </a:lnTo>
                  <a:lnTo>
                    <a:pt x="3995" y="166943"/>
                  </a:lnTo>
                  <a:lnTo>
                    <a:pt x="5236" y="172126"/>
                  </a:lnTo>
                  <a:lnTo>
                    <a:pt x="6642" y="177266"/>
                  </a:lnTo>
                  <a:lnTo>
                    <a:pt x="8211" y="182360"/>
                  </a:lnTo>
                  <a:lnTo>
                    <a:pt x="9941" y="187400"/>
                  </a:lnTo>
                  <a:lnTo>
                    <a:pt x="11832" y="192383"/>
                  </a:lnTo>
                  <a:lnTo>
                    <a:pt x="13880" y="197303"/>
                  </a:lnTo>
                  <a:lnTo>
                    <a:pt x="16084" y="202155"/>
                  </a:lnTo>
                  <a:lnTo>
                    <a:pt x="18441" y="206935"/>
                  </a:lnTo>
                  <a:lnTo>
                    <a:pt x="20950" y="211637"/>
                  </a:lnTo>
                  <a:lnTo>
                    <a:pt x="23607" y="216256"/>
                  </a:lnTo>
                  <a:lnTo>
                    <a:pt x="26410" y="220789"/>
                  </a:lnTo>
                  <a:lnTo>
                    <a:pt x="29356" y="225230"/>
                  </a:lnTo>
                  <a:lnTo>
                    <a:pt x="32443" y="229575"/>
                  </a:lnTo>
                  <a:lnTo>
                    <a:pt x="35666" y="233819"/>
                  </a:lnTo>
                  <a:lnTo>
                    <a:pt x="39023" y="237958"/>
                  </a:lnTo>
                  <a:lnTo>
                    <a:pt x="42510" y="241988"/>
                  </a:lnTo>
                  <a:lnTo>
                    <a:pt x="46124" y="245905"/>
                  </a:lnTo>
                  <a:lnTo>
                    <a:pt x="49860" y="249705"/>
                  </a:lnTo>
                  <a:lnTo>
                    <a:pt x="53716" y="253383"/>
                  </a:lnTo>
                  <a:lnTo>
                    <a:pt x="57688" y="256937"/>
                  </a:lnTo>
                  <a:lnTo>
                    <a:pt x="61770" y="260363"/>
                  </a:lnTo>
                  <a:lnTo>
                    <a:pt x="65960" y="263657"/>
                  </a:lnTo>
                  <a:lnTo>
                    <a:pt x="70252" y="266815"/>
                  </a:lnTo>
                  <a:lnTo>
                    <a:pt x="74644" y="269835"/>
                  </a:lnTo>
                  <a:lnTo>
                    <a:pt x="79129" y="272713"/>
                  </a:lnTo>
                  <a:lnTo>
                    <a:pt x="83703" y="275448"/>
                  </a:lnTo>
                  <a:lnTo>
                    <a:pt x="88363" y="278034"/>
                  </a:lnTo>
                  <a:lnTo>
                    <a:pt x="93102" y="280471"/>
                  </a:lnTo>
                  <a:lnTo>
                    <a:pt x="97917" y="282756"/>
                  </a:lnTo>
                  <a:lnTo>
                    <a:pt x="102802" y="284886"/>
                  </a:lnTo>
                  <a:lnTo>
                    <a:pt x="107752" y="286859"/>
                  </a:lnTo>
                  <a:lnTo>
                    <a:pt x="112763" y="288674"/>
                  </a:lnTo>
                  <a:lnTo>
                    <a:pt x="117830" y="290328"/>
                  </a:lnTo>
                  <a:lnTo>
                    <a:pt x="122946" y="291819"/>
                  </a:lnTo>
                  <a:lnTo>
                    <a:pt x="128107" y="293147"/>
                  </a:lnTo>
                  <a:lnTo>
                    <a:pt x="133308" y="294309"/>
                  </a:lnTo>
                  <a:lnTo>
                    <a:pt x="138544" y="295305"/>
                  </a:lnTo>
                  <a:lnTo>
                    <a:pt x="143808" y="296134"/>
                  </a:lnTo>
                  <a:lnTo>
                    <a:pt x="149096" y="296794"/>
                  </a:lnTo>
                  <a:lnTo>
                    <a:pt x="154403" y="297286"/>
                  </a:lnTo>
                  <a:lnTo>
                    <a:pt x="159723" y="297608"/>
                  </a:lnTo>
                  <a:lnTo>
                    <a:pt x="165050" y="297760"/>
                  </a:lnTo>
                  <a:lnTo>
                    <a:pt x="170379" y="297743"/>
                  </a:lnTo>
                  <a:lnTo>
                    <a:pt x="175705" y="297556"/>
                  </a:lnTo>
                  <a:lnTo>
                    <a:pt x="181022" y="297198"/>
                  </a:lnTo>
                  <a:lnTo>
                    <a:pt x="186326" y="296672"/>
                  </a:lnTo>
                  <a:lnTo>
                    <a:pt x="191609" y="295977"/>
                  </a:lnTo>
                  <a:lnTo>
                    <a:pt x="196868" y="295114"/>
                  </a:lnTo>
                  <a:lnTo>
                    <a:pt x="202097" y="294083"/>
                  </a:lnTo>
                  <a:lnTo>
                    <a:pt x="207290" y="292887"/>
                  </a:lnTo>
                  <a:lnTo>
                    <a:pt x="212443" y="291525"/>
                  </a:lnTo>
                  <a:lnTo>
                    <a:pt x="217549" y="290000"/>
                  </a:lnTo>
                  <a:lnTo>
                    <a:pt x="222605" y="288313"/>
                  </a:lnTo>
                  <a:lnTo>
                    <a:pt x="227604" y="286466"/>
                  </a:lnTo>
                  <a:lnTo>
                    <a:pt x="232541" y="284460"/>
                  </a:lnTo>
                  <a:lnTo>
                    <a:pt x="237412" y="282298"/>
                  </a:lnTo>
                  <a:lnTo>
                    <a:pt x="242212" y="279982"/>
                  </a:lnTo>
                  <a:lnTo>
                    <a:pt x="246935" y="277514"/>
                  </a:lnTo>
                  <a:lnTo>
                    <a:pt x="251577" y="274896"/>
                  </a:lnTo>
                  <a:lnTo>
                    <a:pt x="256134" y="272132"/>
                  </a:lnTo>
                  <a:lnTo>
                    <a:pt x="260600" y="269224"/>
                  </a:lnTo>
                  <a:lnTo>
                    <a:pt x="264971" y="266176"/>
                  </a:lnTo>
                  <a:lnTo>
                    <a:pt x="269243" y="262989"/>
                  </a:lnTo>
                  <a:lnTo>
                    <a:pt x="273411" y="259668"/>
                  </a:lnTo>
                  <a:lnTo>
                    <a:pt x="277471" y="256216"/>
                  </a:lnTo>
                  <a:lnTo>
                    <a:pt x="281419" y="252636"/>
                  </a:lnTo>
                  <a:lnTo>
                    <a:pt x="285250" y="248932"/>
                  </a:lnTo>
                  <a:lnTo>
                    <a:pt x="288962" y="245108"/>
                  </a:lnTo>
                  <a:lnTo>
                    <a:pt x="292550" y="241167"/>
                  </a:lnTo>
                  <a:lnTo>
                    <a:pt x="296011" y="237114"/>
                  </a:lnTo>
                  <a:lnTo>
                    <a:pt x="299340" y="232953"/>
                  </a:lnTo>
                  <a:lnTo>
                    <a:pt x="302535" y="228688"/>
                  </a:lnTo>
                  <a:lnTo>
                    <a:pt x="305593" y="224323"/>
                  </a:lnTo>
                  <a:lnTo>
                    <a:pt x="308510" y="219863"/>
                  </a:lnTo>
                  <a:lnTo>
                    <a:pt x="311283" y="215312"/>
                  </a:lnTo>
                  <a:lnTo>
                    <a:pt x="313910" y="210675"/>
                  </a:lnTo>
                  <a:lnTo>
                    <a:pt x="316388" y="205956"/>
                  </a:lnTo>
                  <a:lnTo>
                    <a:pt x="318714" y="201162"/>
                  </a:lnTo>
                  <a:lnTo>
                    <a:pt x="320886" y="196295"/>
                  </a:lnTo>
                  <a:lnTo>
                    <a:pt x="322902" y="191362"/>
                  </a:lnTo>
                  <a:lnTo>
                    <a:pt x="324759" y="186366"/>
                  </a:lnTo>
                  <a:lnTo>
                    <a:pt x="326457" y="181315"/>
                  </a:lnTo>
                  <a:lnTo>
                    <a:pt x="327992" y="176211"/>
                  </a:lnTo>
                  <a:lnTo>
                    <a:pt x="329364" y="171062"/>
                  </a:lnTo>
                  <a:lnTo>
                    <a:pt x="330571" y="165871"/>
                  </a:lnTo>
                  <a:lnTo>
                    <a:pt x="331612" y="160644"/>
                  </a:lnTo>
                  <a:lnTo>
                    <a:pt x="332486" y="155387"/>
                  </a:lnTo>
                  <a:lnTo>
                    <a:pt x="333192" y="150105"/>
                  </a:lnTo>
                  <a:lnTo>
                    <a:pt x="333729" y="144802"/>
                  </a:lnTo>
                  <a:lnTo>
                    <a:pt x="334097" y="139486"/>
                  </a:lnTo>
                  <a:lnTo>
                    <a:pt x="334295" y="134160"/>
                  </a:lnTo>
                  <a:lnTo>
                    <a:pt x="334324" y="128831"/>
                  </a:lnTo>
                  <a:lnTo>
                    <a:pt x="334182" y="123503"/>
                  </a:lnTo>
                  <a:lnTo>
                    <a:pt x="333871" y="118183"/>
                  </a:lnTo>
                  <a:lnTo>
                    <a:pt x="333390" y="112876"/>
                  </a:lnTo>
                  <a:lnTo>
                    <a:pt x="167166" y="1306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166224" cy="167167"/>
            </a:xfrm>
            <a:custGeom>
              <a:avLst/>
              <a:pathLst>
                <a:path w="166224" h="167167">
                  <a:moveTo>
                    <a:pt x="166224" y="149436"/>
                  </a:moveTo>
                  <a:lnTo>
                    <a:pt x="165559" y="144037"/>
                  </a:lnTo>
                  <a:lnTo>
                    <a:pt x="164719" y="138662"/>
                  </a:lnTo>
                  <a:lnTo>
                    <a:pt x="163704" y="133317"/>
                  </a:lnTo>
                  <a:lnTo>
                    <a:pt x="162516" y="128008"/>
                  </a:lnTo>
                  <a:lnTo>
                    <a:pt x="161156" y="122741"/>
                  </a:lnTo>
                  <a:lnTo>
                    <a:pt x="159625" y="117520"/>
                  </a:lnTo>
                  <a:lnTo>
                    <a:pt x="157925" y="112352"/>
                  </a:lnTo>
                  <a:lnTo>
                    <a:pt x="156057" y="107243"/>
                  </a:lnTo>
                  <a:lnTo>
                    <a:pt x="154025" y="102196"/>
                  </a:lnTo>
                  <a:lnTo>
                    <a:pt x="151829" y="97219"/>
                  </a:lnTo>
                  <a:lnTo>
                    <a:pt x="149473" y="92316"/>
                  </a:lnTo>
                  <a:lnTo>
                    <a:pt x="146958" y="87491"/>
                  </a:lnTo>
                  <a:lnTo>
                    <a:pt x="144287" y="82752"/>
                  </a:lnTo>
                  <a:lnTo>
                    <a:pt x="141464" y="78101"/>
                  </a:lnTo>
                  <a:lnTo>
                    <a:pt x="138491" y="73545"/>
                  </a:lnTo>
                  <a:lnTo>
                    <a:pt x="135371" y="69088"/>
                  </a:lnTo>
                  <a:lnTo>
                    <a:pt x="132108" y="64735"/>
                  </a:lnTo>
                  <a:lnTo>
                    <a:pt x="128705" y="60491"/>
                  </a:lnTo>
                  <a:lnTo>
                    <a:pt x="125166" y="56359"/>
                  </a:lnTo>
                  <a:lnTo>
                    <a:pt x="121494" y="52345"/>
                  </a:lnTo>
                  <a:lnTo>
                    <a:pt x="117694" y="48453"/>
                  </a:lnTo>
                  <a:lnTo>
                    <a:pt x="113768" y="44686"/>
                  </a:lnTo>
                  <a:lnTo>
                    <a:pt x="109723" y="41049"/>
                  </a:lnTo>
                  <a:lnTo>
                    <a:pt x="105561" y="37545"/>
                  </a:lnTo>
                  <a:lnTo>
                    <a:pt x="101287" y="34179"/>
                  </a:lnTo>
                  <a:lnTo>
                    <a:pt x="96906" y="30954"/>
                  </a:lnTo>
                  <a:lnTo>
                    <a:pt x="92422" y="27872"/>
                  </a:lnTo>
                  <a:lnTo>
                    <a:pt x="87841" y="24939"/>
                  </a:lnTo>
                  <a:lnTo>
                    <a:pt x="83166" y="22156"/>
                  </a:lnTo>
                  <a:lnTo>
                    <a:pt x="78404" y="19526"/>
                  </a:lnTo>
                  <a:lnTo>
                    <a:pt x="73558" y="17053"/>
                  </a:lnTo>
                  <a:lnTo>
                    <a:pt x="68635" y="14739"/>
                  </a:lnTo>
                  <a:lnTo>
                    <a:pt x="63638" y="12587"/>
                  </a:lnTo>
                  <a:lnTo>
                    <a:pt x="58575" y="10598"/>
                  </a:lnTo>
                  <a:lnTo>
                    <a:pt x="53449" y="8775"/>
                  </a:lnTo>
                  <a:lnTo>
                    <a:pt x="48267" y="7119"/>
                  </a:lnTo>
                  <a:lnTo>
                    <a:pt x="43033" y="5634"/>
                  </a:lnTo>
                  <a:lnTo>
                    <a:pt x="37754" y="4319"/>
                  </a:lnTo>
                  <a:lnTo>
                    <a:pt x="32435" y="3176"/>
                  </a:lnTo>
                  <a:lnTo>
                    <a:pt x="27082" y="2208"/>
                  </a:lnTo>
                  <a:lnTo>
                    <a:pt x="21700" y="1414"/>
                  </a:lnTo>
                  <a:lnTo>
                    <a:pt x="16295" y="796"/>
                  </a:lnTo>
                  <a:lnTo>
                    <a:pt x="10873" y="353"/>
                  </a:lnTo>
                  <a:lnTo>
                    <a:pt x="5439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7487" y="3707720"/>
              <a:ext cx="161523" cy="167167"/>
            </a:xfrm>
            <a:custGeom>
              <a:avLst/>
              <a:pathLst>
                <a:path w="161523" h="167167">
                  <a:moveTo>
                    <a:pt x="161523" y="0"/>
                  </a:moveTo>
                  <a:lnTo>
                    <a:pt x="156048" y="89"/>
                  </a:lnTo>
                  <a:lnTo>
                    <a:pt x="150580" y="358"/>
                  </a:lnTo>
                  <a:lnTo>
                    <a:pt x="145123" y="806"/>
                  </a:lnTo>
                  <a:lnTo>
                    <a:pt x="139683" y="1432"/>
                  </a:lnTo>
                  <a:lnTo>
                    <a:pt x="134267" y="2236"/>
                  </a:lnTo>
                  <a:lnTo>
                    <a:pt x="128881" y="3217"/>
                  </a:lnTo>
                  <a:lnTo>
                    <a:pt x="123529" y="4374"/>
                  </a:lnTo>
                  <a:lnTo>
                    <a:pt x="118218" y="5706"/>
                  </a:lnTo>
                  <a:lnTo>
                    <a:pt x="112953" y="7211"/>
                  </a:lnTo>
                  <a:lnTo>
                    <a:pt x="107741" y="8887"/>
                  </a:lnTo>
                  <a:lnTo>
                    <a:pt x="102586" y="10734"/>
                  </a:lnTo>
                  <a:lnTo>
                    <a:pt x="97495" y="12748"/>
                  </a:lnTo>
                  <a:lnTo>
                    <a:pt x="92472" y="14927"/>
                  </a:lnTo>
                  <a:lnTo>
                    <a:pt x="87523" y="17270"/>
                  </a:lnTo>
                  <a:lnTo>
                    <a:pt x="82654" y="19774"/>
                  </a:lnTo>
                  <a:lnTo>
                    <a:pt x="77869" y="22436"/>
                  </a:lnTo>
                  <a:lnTo>
                    <a:pt x="73174" y="25253"/>
                  </a:lnTo>
                  <a:lnTo>
                    <a:pt x="68574" y="28223"/>
                  </a:lnTo>
                  <a:lnTo>
                    <a:pt x="64074" y="31341"/>
                  </a:lnTo>
                  <a:lnTo>
                    <a:pt x="59678" y="34606"/>
                  </a:lnTo>
                  <a:lnTo>
                    <a:pt x="55391" y="38012"/>
                  </a:lnTo>
                  <a:lnTo>
                    <a:pt x="51218" y="41557"/>
                  </a:lnTo>
                  <a:lnTo>
                    <a:pt x="47164" y="45237"/>
                  </a:lnTo>
                  <a:lnTo>
                    <a:pt x="43232" y="49047"/>
                  </a:lnTo>
                  <a:lnTo>
                    <a:pt x="39427" y="52985"/>
                  </a:lnTo>
                  <a:lnTo>
                    <a:pt x="35753" y="57044"/>
                  </a:lnTo>
                  <a:lnTo>
                    <a:pt x="32214" y="61222"/>
                  </a:lnTo>
                  <a:lnTo>
                    <a:pt x="28814" y="65514"/>
                  </a:lnTo>
                  <a:lnTo>
                    <a:pt x="25556" y="69915"/>
                  </a:lnTo>
                  <a:lnTo>
                    <a:pt x="22444" y="74420"/>
                  </a:lnTo>
                  <a:lnTo>
                    <a:pt x="19481" y="79024"/>
                  </a:lnTo>
                  <a:lnTo>
                    <a:pt x="16671" y="83723"/>
                  </a:lnTo>
                  <a:lnTo>
                    <a:pt x="14016" y="88512"/>
                  </a:lnTo>
                  <a:lnTo>
                    <a:pt x="11519" y="93385"/>
                  </a:lnTo>
                  <a:lnTo>
                    <a:pt x="9183" y="98337"/>
                  </a:lnTo>
                  <a:lnTo>
                    <a:pt x="7011" y="103363"/>
                  </a:lnTo>
                  <a:lnTo>
                    <a:pt x="5004" y="108457"/>
                  </a:lnTo>
                  <a:lnTo>
                    <a:pt x="3166" y="113614"/>
                  </a:lnTo>
                  <a:lnTo>
                    <a:pt x="1497" y="118829"/>
                  </a:lnTo>
                  <a:lnTo>
                    <a:pt x="0" y="124096"/>
                  </a:lnTo>
                  <a:lnTo>
                    <a:pt x="16152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1847" y="3707736"/>
              <a:ext cx="334331" cy="334306"/>
            </a:xfrm>
            <a:custGeom>
              <a:avLst/>
              <a:pathLst>
                <a:path w="334331" h="334306">
                  <a:moveTo>
                    <a:pt x="5640" y="124081"/>
                  </a:moveTo>
                  <a:lnTo>
                    <a:pt x="4353" y="129237"/>
                  </a:lnTo>
                  <a:lnTo>
                    <a:pt x="3230" y="134431"/>
                  </a:lnTo>
                  <a:lnTo>
                    <a:pt x="2273" y="139658"/>
                  </a:lnTo>
                  <a:lnTo>
                    <a:pt x="1482" y="144913"/>
                  </a:lnTo>
                  <a:lnTo>
                    <a:pt x="859" y="150191"/>
                  </a:lnTo>
                  <a:lnTo>
                    <a:pt x="404" y="155486"/>
                  </a:lnTo>
                  <a:lnTo>
                    <a:pt x="117" y="160792"/>
                  </a:lnTo>
                  <a:lnTo>
                    <a:pt x="0" y="166105"/>
                  </a:lnTo>
                  <a:lnTo>
                    <a:pt x="51" y="171419"/>
                  </a:lnTo>
                  <a:lnTo>
                    <a:pt x="271" y="176729"/>
                  </a:lnTo>
                  <a:lnTo>
                    <a:pt x="660" y="182029"/>
                  </a:lnTo>
                  <a:lnTo>
                    <a:pt x="1217" y="187314"/>
                  </a:lnTo>
                  <a:lnTo>
                    <a:pt x="1941" y="192578"/>
                  </a:lnTo>
                  <a:lnTo>
                    <a:pt x="2833" y="197817"/>
                  </a:lnTo>
                  <a:lnTo>
                    <a:pt x="3891" y="203025"/>
                  </a:lnTo>
                  <a:lnTo>
                    <a:pt x="5114" y="208197"/>
                  </a:lnTo>
                  <a:lnTo>
                    <a:pt x="6500" y="213327"/>
                  </a:lnTo>
                  <a:lnTo>
                    <a:pt x="8049" y="218411"/>
                  </a:lnTo>
                  <a:lnTo>
                    <a:pt x="9759" y="223442"/>
                  </a:lnTo>
                  <a:lnTo>
                    <a:pt x="11628" y="228417"/>
                  </a:lnTo>
                  <a:lnTo>
                    <a:pt x="13654" y="233330"/>
                  </a:lnTo>
                  <a:lnTo>
                    <a:pt x="15835" y="238176"/>
                  </a:lnTo>
                  <a:lnTo>
                    <a:pt x="18169" y="242950"/>
                  </a:lnTo>
                  <a:lnTo>
                    <a:pt x="20653" y="247648"/>
                  </a:lnTo>
                  <a:lnTo>
                    <a:pt x="23286" y="252264"/>
                  </a:lnTo>
                  <a:lnTo>
                    <a:pt x="26064" y="256795"/>
                  </a:lnTo>
                  <a:lnTo>
                    <a:pt x="28985" y="261234"/>
                  </a:lnTo>
                  <a:lnTo>
                    <a:pt x="32045" y="265579"/>
                  </a:lnTo>
                  <a:lnTo>
                    <a:pt x="35242" y="269824"/>
                  </a:lnTo>
                  <a:lnTo>
                    <a:pt x="38572" y="273966"/>
                  </a:lnTo>
                  <a:lnTo>
                    <a:pt x="42032" y="277999"/>
                  </a:lnTo>
                  <a:lnTo>
                    <a:pt x="45619" y="281920"/>
                  </a:lnTo>
                  <a:lnTo>
                    <a:pt x="49328" y="285726"/>
                  </a:lnTo>
                  <a:lnTo>
                    <a:pt x="53157" y="289411"/>
                  </a:lnTo>
                  <a:lnTo>
                    <a:pt x="57101" y="292973"/>
                  </a:lnTo>
                  <a:lnTo>
                    <a:pt x="61156" y="296408"/>
                  </a:lnTo>
                  <a:lnTo>
                    <a:pt x="65318" y="299713"/>
                  </a:lnTo>
                  <a:lnTo>
                    <a:pt x="69583" y="302883"/>
                  </a:lnTo>
                  <a:lnTo>
                    <a:pt x="73947" y="305916"/>
                  </a:lnTo>
                  <a:lnTo>
                    <a:pt x="78404" y="308809"/>
                  </a:lnTo>
                  <a:lnTo>
                    <a:pt x="82952" y="311559"/>
                  </a:lnTo>
                  <a:lnTo>
                    <a:pt x="87585" y="314162"/>
                  </a:lnTo>
                  <a:lnTo>
                    <a:pt x="92298" y="316618"/>
                  </a:lnTo>
                  <a:lnTo>
                    <a:pt x="97087" y="318922"/>
                  </a:lnTo>
                  <a:lnTo>
                    <a:pt x="101946" y="321073"/>
                  </a:lnTo>
                  <a:lnTo>
                    <a:pt x="106872" y="323068"/>
                  </a:lnTo>
                  <a:lnTo>
                    <a:pt x="111858" y="324905"/>
                  </a:lnTo>
                  <a:lnTo>
                    <a:pt x="116900" y="326584"/>
                  </a:lnTo>
                  <a:lnTo>
                    <a:pt x="121993" y="328101"/>
                  </a:lnTo>
                  <a:lnTo>
                    <a:pt x="127132" y="329455"/>
                  </a:lnTo>
                  <a:lnTo>
                    <a:pt x="132311" y="330646"/>
                  </a:lnTo>
                  <a:lnTo>
                    <a:pt x="137526" y="331671"/>
                  </a:lnTo>
                  <a:lnTo>
                    <a:pt x="142770" y="332530"/>
                  </a:lnTo>
                  <a:lnTo>
                    <a:pt x="148039" y="333222"/>
                  </a:lnTo>
                  <a:lnTo>
                    <a:pt x="153328" y="333746"/>
                  </a:lnTo>
                  <a:lnTo>
                    <a:pt x="158630" y="334101"/>
                  </a:lnTo>
                  <a:lnTo>
                    <a:pt x="163941" y="334288"/>
                  </a:lnTo>
                  <a:lnTo>
                    <a:pt x="169255" y="334306"/>
                  </a:lnTo>
                  <a:lnTo>
                    <a:pt x="174567" y="334155"/>
                  </a:lnTo>
                  <a:lnTo>
                    <a:pt x="179872" y="333835"/>
                  </a:lnTo>
                  <a:lnTo>
                    <a:pt x="185164" y="333347"/>
                  </a:lnTo>
                  <a:lnTo>
                    <a:pt x="190437" y="332691"/>
                  </a:lnTo>
                  <a:lnTo>
                    <a:pt x="195687" y="331868"/>
                  </a:lnTo>
                  <a:lnTo>
                    <a:pt x="200909" y="330878"/>
                  </a:lnTo>
                  <a:lnTo>
                    <a:pt x="206096" y="329722"/>
                  </a:lnTo>
                  <a:lnTo>
                    <a:pt x="211244" y="328403"/>
                  </a:lnTo>
                  <a:lnTo>
                    <a:pt x="216347" y="326920"/>
                  </a:lnTo>
                  <a:lnTo>
                    <a:pt x="221400" y="325276"/>
                  </a:lnTo>
                  <a:lnTo>
                    <a:pt x="226399" y="323472"/>
                  </a:lnTo>
                  <a:lnTo>
                    <a:pt x="231338" y="321510"/>
                  </a:lnTo>
                  <a:lnTo>
                    <a:pt x="236212" y="319392"/>
                  </a:lnTo>
                  <a:lnTo>
                    <a:pt x="241016" y="317121"/>
                  </a:lnTo>
                  <a:lnTo>
                    <a:pt x="245746" y="314697"/>
                  </a:lnTo>
                  <a:lnTo>
                    <a:pt x="250396" y="312125"/>
                  </a:lnTo>
                  <a:lnTo>
                    <a:pt x="254962" y="309406"/>
                  </a:lnTo>
                  <a:lnTo>
                    <a:pt x="259440" y="306544"/>
                  </a:lnTo>
                  <a:lnTo>
                    <a:pt x="263824" y="303540"/>
                  </a:lnTo>
                  <a:lnTo>
                    <a:pt x="268110" y="300399"/>
                  </a:lnTo>
                  <a:lnTo>
                    <a:pt x="272294" y="297123"/>
                  </a:lnTo>
                  <a:lnTo>
                    <a:pt x="276373" y="293715"/>
                  </a:lnTo>
                  <a:lnTo>
                    <a:pt x="280340" y="290180"/>
                  </a:lnTo>
                  <a:lnTo>
                    <a:pt x="284194" y="286520"/>
                  </a:lnTo>
                  <a:lnTo>
                    <a:pt x="287929" y="282740"/>
                  </a:lnTo>
                  <a:lnTo>
                    <a:pt x="291542" y="278843"/>
                  </a:lnTo>
                  <a:lnTo>
                    <a:pt x="295029" y="274833"/>
                  </a:lnTo>
                  <a:lnTo>
                    <a:pt x="298388" y="270714"/>
                  </a:lnTo>
                  <a:lnTo>
                    <a:pt x="301613" y="266491"/>
                  </a:lnTo>
                  <a:lnTo>
                    <a:pt x="304703" y="262167"/>
                  </a:lnTo>
                  <a:lnTo>
                    <a:pt x="307653" y="257747"/>
                  </a:lnTo>
                  <a:lnTo>
                    <a:pt x="310462" y="253236"/>
                  </a:lnTo>
                  <a:lnTo>
                    <a:pt x="313126" y="248638"/>
                  </a:lnTo>
                  <a:lnTo>
                    <a:pt x="315642" y="243957"/>
                  </a:lnTo>
                  <a:lnTo>
                    <a:pt x="318009" y="239199"/>
                  </a:lnTo>
                  <a:lnTo>
                    <a:pt x="320222" y="234367"/>
                  </a:lnTo>
                  <a:lnTo>
                    <a:pt x="322282" y="229468"/>
                  </a:lnTo>
                  <a:lnTo>
                    <a:pt x="324184" y="224506"/>
                  </a:lnTo>
                  <a:lnTo>
                    <a:pt x="325928" y="219486"/>
                  </a:lnTo>
                  <a:lnTo>
                    <a:pt x="327511" y="214413"/>
                  </a:lnTo>
                  <a:lnTo>
                    <a:pt x="328932" y="209293"/>
                  </a:lnTo>
                  <a:lnTo>
                    <a:pt x="330190" y="204129"/>
                  </a:lnTo>
                  <a:lnTo>
                    <a:pt x="331283" y="198929"/>
                  </a:lnTo>
                  <a:lnTo>
                    <a:pt x="332210" y="193696"/>
                  </a:lnTo>
                  <a:lnTo>
                    <a:pt x="332971" y="188436"/>
                  </a:lnTo>
                  <a:lnTo>
                    <a:pt x="333563" y="183155"/>
                  </a:lnTo>
                  <a:lnTo>
                    <a:pt x="333988" y="177858"/>
                  </a:lnTo>
                  <a:lnTo>
                    <a:pt x="334244" y="172550"/>
                  </a:lnTo>
                  <a:lnTo>
                    <a:pt x="334331" y="167236"/>
                  </a:lnTo>
                  <a:lnTo>
                    <a:pt x="334249" y="161923"/>
                  </a:lnTo>
                  <a:lnTo>
                    <a:pt x="333999" y="156614"/>
                  </a:lnTo>
                  <a:lnTo>
                    <a:pt x="333579" y="151317"/>
                  </a:lnTo>
                  <a:lnTo>
                    <a:pt x="332992" y="146035"/>
                  </a:lnTo>
                  <a:lnTo>
                    <a:pt x="332237" y="140775"/>
                  </a:lnTo>
                  <a:lnTo>
                    <a:pt x="331315" y="135541"/>
                  </a:lnTo>
                  <a:lnTo>
                    <a:pt x="330227" y="130339"/>
                  </a:lnTo>
                  <a:lnTo>
                    <a:pt x="328975" y="125175"/>
                  </a:lnTo>
                  <a:lnTo>
                    <a:pt x="327559" y="120052"/>
                  </a:lnTo>
                  <a:lnTo>
                    <a:pt x="325981" y="114978"/>
                  </a:lnTo>
                  <a:lnTo>
                    <a:pt x="324242" y="109956"/>
                  </a:lnTo>
                  <a:lnTo>
                    <a:pt x="322345" y="104992"/>
                  </a:lnTo>
                  <a:lnTo>
                    <a:pt x="320290" y="100091"/>
                  </a:lnTo>
                  <a:lnTo>
                    <a:pt x="318081" y="95258"/>
                  </a:lnTo>
                  <a:lnTo>
                    <a:pt x="315720" y="90497"/>
                  </a:lnTo>
                  <a:lnTo>
                    <a:pt x="313208" y="85813"/>
                  </a:lnTo>
                  <a:lnTo>
                    <a:pt x="310549" y="81212"/>
                  </a:lnTo>
                  <a:lnTo>
                    <a:pt x="307745" y="76698"/>
                  </a:lnTo>
                  <a:lnTo>
                    <a:pt x="304799" y="72275"/>
                  </a:lnTo>
                  <a:lnTo>
                    <a:pt x="301714" y="67948"/>
                  </a:lnTo>
                  <a:lnTo>
                    <a:pt x="298492" y="63722"/>
                  </a:lnTo>
                  <a:lnTo>
                    <a:pt x="295138" y="59600"/>
                  </a:lnTo>
                  <a:lnTo>
                    <a:pt x="291655" y="55586"/>
                  </a:lnTo>
                  <a:lnTo>
                    <a:pt x="288046" y="51685"/>
                  </a:lnTo>
                  <a:lnTo>
                    <a:pt x="284315" y="47901"/>
                  </a:lnTo>
                  <a:lnTo>
                    <a:pt x="280465" y="44238"/>
                  </a:lnTo>
                  <a:lnTo>
                    <a:pt x="276501" y="40699"/>
                  </a:lnTo>
                  <a:lnTo>
                    <a:pt x="272426" y="37287"/>
                  </a:lnTo>
                  <a:lnTo>
                    <a:pt x="268245" y="34007"/>
                  </a:lnTo>
                  <a:lnTo>
                    <a:pt x="263962" y="30861"/>
                  </a:lnTo>
                  <a:lnTo>
                    <a:pt x="259581" y="27853"/>
                  </a:lnTo>
                  <a:lnTo>
                    <a:pt x="255106" y="24986"/>
                  </a:lnTo>
                  <a:lnTo>
                    <a:pt x="250543" y="22263"/>
                  </a:lnTo>
                  <a:lnTo>
                    <a:pt x="245895" y="19685"/>
                  </a:lnTo>
                  <a:lnTo>
                    <a:pt x="241168" y="17257"/>
                  </a:lnTo>
                  <a:lnTo>
                    <a:pt x="236366" y="14981"/>
                  </a:lnTo>
                  <a:lnTo>
                    <a:pt x="231494" y="12858"/>
                  </a:lnTo>
                  <a:lnTo>
                    <a:pt x="226557" y="10891"/>
                  </a:lnTo>
                  <a:lnTo>
                    <a:pt x="221561" y="9082"/>
                  </a:lnTo>
                  <a:lnTo>
                    <a:pt x="216509" y="7433"/>
                  </a:lnTo>
                  <a:lnTo>
                    <a:pt x="211407" y="5945"/>
                  </a:lnTo>
                  <a:lnTo>
                    <a:pt x="206260" y="4620"/>
                  </a:lnTo>
                  <a:lnTo>
                    <a:pt x="201074" y="3460"/>
                  </a:lnTo>
                  <a:lnTo>
                    <a:pt x="195854" y="2465"/>
                  </a:lnTo>
                  <a:lnTo>
                    <a:pt x="190605" y="1636"/>
                  </a:lnTo>
                  <a:lnTo>
                    <a:pt x="185332" y="974"/>
                  </a:lnTo>
                  <a:lnTo>
                    <a:pt x="180041" y="481"/>
                  </a:lnTo>
                  <a:lnTo>
                    <a:pt x="174736" y="156"/>
                  </a:lnTo>
                  <a:lnTo>
                    <a:pt x="169424" y="0"/>
                  </a:lnTo>
                  <a:lnTo>
                    <a:pt x="167164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2260" cy="167167"/>
            </a:xfrm>
            <a:custGeom>
              <a:avLst/>
              <a:pathLst>
                <a:path w="2260" h="167167">
                  <a:moveTo>
                    <a:pt x="2260" y="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2025-06-06T01:02:35Z</dcterms:modified>
  <cp:category/>
</cp:coreProperties>
</file>