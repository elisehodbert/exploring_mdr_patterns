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40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149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17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39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40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340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99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84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19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18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40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186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46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149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18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10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15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40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25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149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40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79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15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64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25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40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63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41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40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657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46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40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75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55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40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75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55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40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63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40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41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149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46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149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55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149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55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149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63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149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2257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62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15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10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46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790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25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172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39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609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40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2992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84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927834" y="3170392"/>
              <a:ext cx="55944" cy="167167"/>
            </a:xfrm>
            <a:custGeom>
              <a:avLst/>
              <a:pathLst>
                <a:path w="55944" h="167167">
                  <a:moveTo>
                    <a:pt x="55944" y="0"/>
                  </a:moveTo>
                  <a:lnTo>
                    <a:pt x="49607" y="120"/>
                  </a:lnTo>
                  <a:lnTo>
                    <a:pt x="43280" y="480"/>
                  </a:lnTo>
                  <a:lnTo>
                    <a:pt x="36970" y="1080"/>
                  </a:lnTo>
                  <a:lnTo>
                    <a:pt x="30688" y="1918"/>
                  </a:lnTo>
                  <a:lnTo>
                    <a:pt x="24442" y="2995"/>
                  </a:lnTo>
                  <a:lnTo>
                    <a:pt x="18241" y="4307"/>
                  </a:lnTo>
                  <a:lnTo>
                    <a:pt x="12095" y="5853"/>
                  </a:lnTo>
                  <a:lnTo>
                    <a:pt x="6011" y="7631"/>
                  </a:lnTo>
                  <a:lnTo>
                    <a:pt x="0" y="9639"/>
                  </a:lnTo>
                  <a:lnTo>
                    <a:pt x="5594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7834" y="3180031"/>
              <a:ext cx="55944" cy="157528"/>
            </a:xfrm>
            <a:custGeom>
              <a:avLst/>
              <a:pathLst>
                <a:path w="55944" h="157528">
                  <a:moveTo>
                    <a:pt x="0" y="0"/>
                  </a:moveTo>
                  <a:lnTo>
                    <a:pt x="55944" y="1575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816612" y="3170476"/>
              <a:ext cx="334326" cy="334237"/>
            </a:xfrm>
            <a:custGeom>
              <a:avLst/>
              <a:pathLst>
                <a:path w="334326" h="334237">
                  <a:moveTo>
                    <a:pt x="111221" y="9555"/>
                  </a:moveTo>
                  <a:lnTo>
                    <a:pt x="106271" y="11402"/>
                  </a:lnTo>
                  <a:lnTo>
                    <a:pt x="101382" y="13404"/>
                  </a:lnTo>
                  <a:lnTo>
                    <a:pt x="96559" y="15559"/>
                  </a:lnTo>
                  <a:lnTo>
                    <a:pt x="91806" y="17866"/>
                  </a:lnTo>
                  <a:lnTo>
                    <a:pt x="87128" y="20322"/>
                  </a:lnTo>
                  <a:lnTo>
                    <a:pt x="82530" y="22925"/>
                  </a:lnTo>
                  <a:lnTo>
                    <a:pt x="78017" y="25671"/>
                  </a:lnTo>
                  <a:lnTo>
                    <a:pt x="73593" y="28559"/>
                  </a:lnTo>
                  <a:lnTo>
                    <a:pt x="69262" y="31585"/>
                  </a:lnTo>
                  <a:lnTo>
                    <a:pt x="65029" y="34746"/>
                  </a:lnTo>
                  <a:lnTo>
                    <a:pt x="60898" y="38040"/>
                  </a:lnTo>
                  <a:lnTo>
                    <a:pt x="56874" y="41463"/>
                  </a:lnTo>
                  <a:lnTo>
                    <a:pt x="52959" y="45011"/>
                  </a:lnTo>
                  <a:lnTo>
                    <a:pt x="49158" y="48681"/>
                  </a:lnTo>
                  <a:lnTo>
                    <a:pt x="45476" y="52469"/>
                  </a:lnTo>
                  <a:lnTo>
                    <a:pt x="41915" y="56372"/>
                  </a:lnTo>
                  <a:lnTo>
                    <a:pt x="38479" y="60385"/>
                  </a:lnTo>
                  <a:lnTo>
                    <a:pt x="35171" y="64505"/>
                  </a:lnTo>
                  <a:lnTo>
                    <a:pt x="31996" y="68727"/>
                  </a:lnTo>
                  <a:lnTo>
                    <a:pt x="28955" y="73048"/>
                  </a:lnTo>
                  <a:lnTo>
                    <a:pt x="26053" y="77462"/>
                  </a:lnTo>
                  <a:lnTo>
                    <a:pt x="23291" y="81966"/>
                  </a:lnTo>
                  <a:lnTo>
                    <a:pt x="20673" y="86555"/>
                  </a:lnTo>
                  <a:lnTo>
                    <a:pt x="18202" y="91225"/>
                  </a:lnTo>
                  <a:lnTo>
                    <a:pt x="15879" y="95970"/>
                  </a:lnTo>
                  <a:lnTo>
                    <a:pt x="13707" y="100786"/>
                  </a:lnTo>
                  <a:lnTo>
                    <a:pt x="11689" y="105669"/>
                  </a:lnTo>
                  <a:lnTo>
                    <a:pt x="9826" y="110613"/>
                  </a:lnTo>
                  <a:lnTo>
                    <a:pt x="8120" y="115613"/>
                  </a:lnTo>
                  <a:lnTo>
                    <a:pt x="6573" y="120664"/>
                  </a:lnTo>
                  <a:lnTo>
                    <a:pt x="5186" y="125763"/>
                  </a:lnTo>
                  <a:lnTo>
                    <a:pt x="3961" y="130902"/>
                  </a:lnTo>
                  <a:lnTo>
                    <a:pt x="2899" y="136077"/>
                  </a:lnTo>
                  <a:lnTo>
                    <a:pt x="2002" y="141284"/>
                  </a:lnTo>
                  <a:lnTo>
                    <a:pt x="1269" y="146516"/>
                  </a:lnTo>
                  <a:lnTo>
                    <a:pt x="702" y="151768"/>
                  </a:lnTo>
                  <a:lnTo>
                    <a:pt x="301" y="157037"/>
                  </a:lnTo>
                  <a:lnTo>
                    <a:pt x="67" y="162315"/>
                  </a:lnTo>
                  <a:lnTo>
                    <a:pt x="0" y="167597"/>
                  </a:lnTo>
                  <a:lnTo>
                    <a:pt x="99" y="172880"/>
                  </a:lnTo>
                  <a:lnTo>
                    <a:pt x="366" y="178156"/>
                  </a:lnTo>
                  <a:lnTo>
                    <a:pt x="799" y="183422"/>
                  </a:lnTo>
                  <a:lnTo>
                    <a:pt x="1398" y="188671"/>
                  </a:lnTo>
                  <a:lnTo>
                    <a:pt x="2163" y="193898"/>
                  </a:lnTo>
                  <a:lnTo>
                    <a:pt x="3093" y="199099"/>
                  </a:lnTo>
                  <a:lnTo>
                    <a:pt x="4187" y="204268"/>
                  </a:lnTo>
                  <a:lnTo>
                    <a:pt x="5443" y="209399"/>
                  </a:lnTo>
                  <a:lnTo>
                    <a:pt x="6861" y="214489"/>
                  </a:lnTo>
                  <a:lnTo>
                    <a:pt x="8439" y="219531"/>
                  </a:lnTo>
                  <a:lnTo>
                    <a:pt x="10176" y="224521"/>
                  </a:lnTo>
                  <a:lnTo>
                    <a:pt x="12069" y="229453"/>
                  </a:lnTo>
                  <a:lnTo>
                    <a:pt x="14118" y="234323"/>
                  </a:lnTo>
                  <a:lnTo>
                    <a:pt x="16319" y="239126"/>
                  </a:lnTo>
                  <a:lnTo>
                    <a:pt x="18671" y="243857"/>
                  </a:lnTo>
                  <a:lnTo>
                    <a:pt x="21171" y="248511"/>
                  </a:lnTo>
                  <a:lnTo>
                    <a:pt x="23817" y="253084"/>
                  </a:lnTo>
                  <a:lnTo>
                    <a:pt x="26607" y="257570"/>
                  </a:lnTo>
                  <a:lnTo>
                    <a:pt x="29536" y="261967"/>
                  </a:lnTo>
                  <a:lnTo>
                    <a:pt x="32603" y="266269"/>
                  </a:lnTo>
                  <a:lnTo>
                    <a:pt x="35805" y="270472"/>
                  </a:lnTo>
                  <a:lnTo>
                    <a:pt x="39138" y="274571"/>
                  </a:lnTo>
                  <a:lnTo>
                    <a:pt x="42598" y="278563"/>
                  </a:lnTo>
                  <a:lnTo>
                    <a:pt x="46183" y="282444"/>
                  </a:lnTo>
                  <a:lnTo>
                    <a:pt x="49889" y="286209"/>
                  </a:lnTo>
                  <a:lnTo>
                    <a:pt x="53712" y="289856"/>
                  </a:lnTo>
                  <a:lnTo>
                    <a:pt x="57648" y="293380"/>
                  </a:lnTo>
                  <a:lnTo>
                    <a:pt x="61694" y="296777"/>
                  </a:lnTo>
                  <a:lnTo>
                    <a:pt x="65845" y="300046"/>
                  </a:lnTo>
                  <a:lnTo>
                    <a:pt x="70098" y="303181"/>
                  </a:lnTo>
                  <a:lnTo>
                    <a:pt x="74447" y="306180"/>
                  </a:lnTo>
                  <a:lnTo>
                    <a:pt x="78889" y="309041"/>
                  </a:lnTo>
                  <a:lnTo>
                    <a:pt x="83419" y="311760"/>
                  </a:lnTo>
                  <a:lnTo>
                    <a:pt x="88032" y="314334"/>
                  </a:lnTo>
                  <a:lnTo>
                    <a:pt x="92725" y="316761"/>
                  </a:lnTo>
                  <a:lnTo>
                    <a:pt x="97492" y="319039"/>
                  </a:lnTo>
                  <a:lnTo>
                    <a:pt x="102329" y="321165"/>
                  </a:lnTo>
                  <a:lnTo>
                    <a:pt x="107230" y="323136"/>
                  </a:lnTo>
                  <a:lnTo>
                    <a:pt x="112191" y="324953"/>
                  </a:lnTo>
                  <a:lnTo>
                    <a:pt x="117208" y="326611"/>
                  </a:lnTo>
                  <a:lnTo>
                    <a:pt x="122274" y="328110"/>
                  </a:lnTo>
                  <a:lnTo>
                    <a:pt x="127385" y="329448"/>
                  </a:lnTo>
                  <a:lnTo>
                    <a:pt x="132535" y="330624"/>
                  </a:lnTo>
                  <a:lnTo>
                    <a:pt x="137721" y="331637"/>
                  </a:lnTo>
                  <a:lnTo>
                    <a:pt x="142935" y="332485"/>
                  </a:lnTo>
                  <a:lnTo>
                    <a:pt x="148174" y="333168"/>
                  </a:lnTo>
                  <a:lnTo>
                    <a:pt x="153432" y="333685"/>
                  </a:lnTo>
                  <a:lnTo>
                    <a:pt x="158704" y="334036"/>
                  </a:lnTo>
                  <a:lnTo>
                    <a:pt x="163984" y="334220"/>
                  </a:lnTo>
                  <a:lnTo>
                    <a:pt x="169267" y="334237"/>
                  </a:lnTo>
                  <a:lnTo>
                    <a:pt x="174548" y="334088"/>
                  </a:lnTo>
                  <a:lnTo>
                    <a:pt x="179822" y="333771"/>
                  </a:lnTo>
                  <a:lnTo>
                    <a:pt x="185083" y="333288"/>
                  </a:lnTo>
                  <a:lnTo>
                    <a:pt x="190326" y="332639"/>
                  </a:lnTo>
                  <a:lnTo>
                    <a:pt x="195546" y="331824"/>
                  </a:lnTo>
                  <a:lnTo>
                    <a:pt x="200738" y="330845"/>
                  </a:lnTo>
                  <a:lnTo>
                    <a:pt x="205896" y="329702"/>
                  </a:lnTo>
                  <a:lnTo>
                    <a:pt x="211015" y="328397"/>
                  </a:lnTo>
                  <a:lnTo>
                    <a:pt x="216091" y="326931"/>
                  </a:lnTo>
                  <a:lnTo>
                    <a:pt x="221118" y="325305"/>
                  </a:lnTo>
                  <a:lnTo>
                    <a:pt x="226091" y="323521"/>
                  </a:lnTo>
                  <a:lnTo>
                    <a:pt x="231005" y="321581"/>
                  </a:lnTo>
                  <a:lnTo>
                    <a:pt x="235855" y="319486"/>
                  </a:lnTo>
                  <a:lnTo>
                    <a:pt x="240637" y="317240"/>
                  </a:lnTo>
                  <a:lnTo>
                    <a:pt x="245345" y="314843"/>
                  </a:lnTo>
                  <a:lnTo>
                    <a:pt x="249976" y="312299"/>
                  </a:lnTo>
                  <a:lnTo>
                    <a:pt x="254523" y="309609"/>
                  </a:lnTo>
                  <a:lnTo>
                    <a:pt x="258983" y="306778"/>
                  </a:lnTo>
                  <a:lnTo>
                    <a:pt x="263352" y="303806"/>
                  </a:lnTo>
                  <a:lnTo>
                    <a:pt x="267624" y="300699"/>
                  </a:lnTo>
                  <a:lnTo>
                    <a:pt x="271797" y="297457"/>
                  </a:lnTo>
                  <a:lnTo>
                    <a:pt x="275864" y="294086"/>
                  </a:lnTo>
                  <a:lnTo>
                    <a:pt x="279823" y="290587"/>
                  </a:lnTo>
                  <a:lnTo>
                    <a:pt x="283670" y="286966"/>
                  </a:lnTo>
                  <a:lnTo>
                    <a:pt x="287400" y="283224"/>
                  </a:lnTo>
                  <a:lnTo>
                    <a:pt x="291010" y="279367"/>
                  </a:lnTo>
                  <a:lnTo>
                    <a:pt x="294496" y="275397"/>
                  </a:lnTo>
                  <a:lnTo>
                    <a:pt x="297856" y="271319"/>
                  </a:lnTo>
                  <a:lnTo>
                    <a:pt x="301084" y="267138"/>
                  </a:lnTo>
                  <a:lnTo>
                    <a:pt x="304179" y="262856"/>
                  </a:lnTo>
                  <a:lnTo>
                    <a:pt x="307137" y="258478"/>
                  </a:lnTo>
                  <a:lnTo>
                    <a:pt x="309955" y="254009"/>
                  </a:lnTo>
                  <a:lnTo>
                    <a:pt x="312631" y="249454"/>
                  </a:lnTo>
                  <a:lnTo>
                    <a:pt x="315161" y="244816"/>
                  </a:lnTo>
                  <a:lnTo>
                    <a:pt x="317544" y="240100"/>
                  </a:lnTo>
                  <a:lnTo>
                    <a:pt x="319776" y="235312"/>
                  </a:lnTo>
                  <a:lnTo>
                    <a:pt x="321856" y="230455"/>
                  </a:lnTo>
                  <a:lnTo>
                    <a:pt x="323781" y="225535"/>
                  </a:lnTo>
                  <a:lnTo>
                    <a:pt x="325550" y="220557"/>
                  </a:lnTo>
                  <a:lnTo>
                    <a:pt x="327161" y="215525"/>
                  </a:lnTo>
                  <a:lnTo>
                    <a:pt x="328612" y="210445"/>
                  </a:lnTo>
                  <a:lnTo>
                    <a:pt x="329901" y="205322"/>
                  </a:lnTo>
                  <a:lnTo>
                    <a:pt x="331028" y="200160"/>
                  </a:lnTo>
                  <a:lnTo>
                    <a:pt x="331992" y="194966"/>
                  </a:lnTo>
                  <a:lnTo>
                    <a:pt x="332791" y="189743"/>
                  </a:lnTo>
                  <a:lnTo>
                    <a:pt x="333424" y="184498"/>
                  </a:lnTo>
                  <a:lnTo>
                    <a:pt x="333891" y="179235"/>
                  </a:lnTo>
                  <a:lnTo>
                    <a:pt x="334192" y="173961"/>
                  </a:lnTo>
                  <a:lnTo>
                    <a:pt x="334326" y="168679"/>
                  </a:lnTo>
                  <a:lnTo>
                    <a:pt x="334293" y="163396"/>
                  </a:lnTo>
                  <a:lnTo>
                    <a:pt x="334093" y="158117"/>
                  </a:lnTo>
                  <a:lnTo>
                    <a:pt x="333726" y="152846"/>
                  </a:lnTo>
                  <a:lnTo>
                    <a:pt x="333193" y="147590"/>
                  </a:lnTo>
                  <a:lnTo>
                    <a:pt x="332494" y="142353"/>
                  </a:lnTo>
                  <a:lnTo>
                    <a:pt x="331630" y="137141"/>
                  </a:lnTo>
                  <a:lnTo>
                    <a:pt x="330602" y="131959"/>
                  </a:lnTo>
                  <a:lnTo>
                    <a:pt x="329410" y="126812"/>
                  </a:lnTo>
                  <a:lnTo>
                    <a:pt x="328057" y="121705"/>
                  </a:lnTo>
                  <a:lnTo>
                    <a:pt x="326542" y="116643"/>
                  </a:lnTo>
                  <a:lnTo>
                    <a:pt x="324869" y="111632"/>
                  </a:lnTo>
                  <a:lnTo>
                    <a:pt x="323038" y="106676"/>
                  </a:lnTo>
                  <a:lnTo>
                    <a:pt x="321051" y="101781"/>
                  </a:lnTo>
                  <a:lnTo>
                    <a:pt x="318911" y="96951"/>
                  </a:lnTo>
                  <a:lnTo>
                    <a:pt x="316619" y="92190"/>
                  </a:lnTo>
                  <a:lnTo>
                    <a:pt x="314177" y="87505"/>
                  </a:lnTo>
                  <a:lnTo>
                    <a:pt x="311589" y="82899"/>
                  </a:lnTo>
                  <a:lnTo>
                    <a:pt x="308857" y="78377"/>
                  </a:lnTo>
                  <a:lnTo>
                    <a:pt x="305983" y="73944"/>
                  </a:lnTo>
                  <a:lnTo>
                    <a:pt x="302970" y="69604"/>
                  </a:lnTo>
                  <a:lnTo>
                    <a:pt x="299822" y="65361"/>
                  </a:lnTo>
                  <a:lnTo>
                    <a:pt x="296541" y="61220"/>
                  </a:lnTo>
                  <a:lnTo>
                    <a:pt x="293131" y="57185"/>
                  </a:lnTo>
                  <a:lnTo>
                    <a:pt x="289596" y="53259"/>
                  </a:lnTo>
                  <a:lnTo>
                    <a:pt x="285938" y="49447"/>
                  </a:lnTo>
                  <a:lnTo>
                    <a:pt x="282161" y="45752"/>
                  </a:lnTo>
                  <a:lnTo>
                    <a:pt x="278269" y="42179"/>
                  </a:lnTo>
                  <a:lnTo>
                    <a:pt x="274267" y="38731"/>
                  </a:lnTo>
                  <a:lnTo>
                    <a:pt x="270157" y="35410"/>
                  </a:lnTo>
                  <a:lnTo>
                    <a:pt x="265945" y="32221"/>
                  </a:lnTo>
                  <a:lnTo>
                    <a:pt x="261634" y="29167"/>
                  </a:lnTo>
                  <a:lnTo>
                    <a:pt x="257229" y="26251"/>
                  </a:lnTo>
                  <a:lnTo>
                    <a:pt x="252733" y="23475"/>
                  </a:lnTo>
                  <a:lnTo>
                    <a:pt x="248152" y="20843"/>
                  </a:lnTo>
                  <a:lnTo>
                    <a:pt x="243491" y="18357"/>
                  </a:lnTo>
                  <a:lnTo>
                    <a:pt x="238753" y="16019"/>
                  </a:lnTo>
                  <a:lnTo>
                    <a:pt x="233943" y="13833"/>
                  </a:lnTo>
                  <a:lnTo>
                    <a:pt x="229067" y="11799"/>
                  </a:lnTo>
                  <a:lnTo>
                    <a:pt x="224129" y="9920"/>
                  </a:lnTo>
                  <a:lnTo>
                    <a:pt x="219134" y="8199"/>
                  </a:lnTo>
                  <a:lnTo>
                    <a:pt x="214088" y="6636"/>
                  </a:lnTo>
                  <a:lnTo>
                    <a:pt x="208994" y="5233"/>
                  </a:lnTo>
                  <a:lnTo>
                    <a:pt x="203859" y="3992"/>
                  </a:lnTo>
                  <a:lnTo>
                    <a:pt x="198686" y="2914"/>
                  </a:lnTo>
                  <a:lnTo>
                    <a:pt x="193483" y="2000"/>
                  </a:lnTo>
                  <a:lnTo>
                    <a:pt x="188253" y="1251"/>
                  </a:lnTo>
                  <a:lnTo>
                    <a:pt x="183002" y="667"/>
                  </a:lnTo>
                  <a:lnTo>
                    <a:pt x="177735" y="250"/>
                  </a:lnTo>
                  <a:lnTo>
                    <a:pt x="172458" y="0"/>
                  </a:lnTo>
                  <a:lnTo>
                    <a:pt x="167166" y="1670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83779" y="3170392"/>
              <a:ext cx="5292" cy="167167"/>
            </a:xfrm>
            <a:custGeom>
              <a:avLst/>
              <a:pathLst>
                <a:path w="5292" h="167167">
                  <a:moveTo>
                    <a:pt x="5292" y="8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51849" y="2633064"/>
              <a:ext cx="167162" cy="182143"/>
            </a:xfrm>
            <a:custGeom>
              <a:avLst/>
              <a:pathLst>
                <a:path w="167162" h="182143">
                  <a:moveTo>
                    <a:pt x="167162" y="0"/>
                  </a:moveTo>
                  <a:lnTo>
                    <a:pt x="161720" y="88"/>
                  </a:lnTo>
                  <a:lnTo>
                    <a:pt x="156284" y="354"/>
                  </a:lnTo>
                  <a:lnTo>
                    <a:pt x="150859" y="796"/>
                  </a:lnTo>
                  <a:lnTo>
                    <a:pt x="145452" y="1415"/>
                  </a:lnTo>
                  <a:lnTo>
                    <a:pt x="140068" y="2210"/>
                  </a:lnTo>
                  <a:lnTo>
                    <a:pt x="134712" y="3179"/>
                  </a:lnTo>
                  <a:lnTo>
                    <a:pt x="129391" y="4322"/>
                  </a:lnTo>
                  <a:lnTo>
                    <a:pt x="124110" y="5638"/>
                  </a:lnTo>
                  <a:lnTo>
                    <a:pt x="118875" y="7125"/>
                  </a:lnTo>
                  <a:lnTo>
                    <a:pt x="113690" y="8782"/>
                  </a:lnTo>
                  <a:lnTo>
                    <a:pt x="108563" y="10607"/>
                  </a:lnTo>
                  <a:lnTo>
                    <a:pt x="103497" y="12597"/>
                  </a:lnTo>
                  <a:lnTo>
                    <a:pt x="98499" y="14752"/>
                  </a:lnTo>
                  <a:lnTo>
                    <a:pt x="93574" y="17068"/>
                  </a:lnTo>
                  <a:lnTo>
                    <a:pt x="88727" y="19543"/>
                  </a:lnTo>
                  <a:lnTo>
                    <a:pt x="83963" y="22174"/>
                  </a:lnTo>
                  <a:lnTo>
                    <a:pt x="79287" y="24959"/>
                  </a:lnTo>
                  <a:lnTo>
                    <a:pt x="74704" y="27895"/>
                  </a:lnTo>
                  <a:lnTo>
                    <a:pt x="70219" y="30979"/>
                  </a:lnTo>
                  <a:lnTo>
                    <a:pt x="65837" y="34207"/>
                  </a:lnTo>
                  <a:lnTo>
                    <a:pt x="61563" y="37576"/>
                  </a:lnTo>
                  <a:lnTo>
                    <a:pt x="57400" y="41082"/>
                  </a:lnTo>
                  <a:lnTo>
                    <a:pt x="53354" y="44722"/>
                  </a:lnTo>
                  <a:lnTo>
                    <a:pt x="49428" y="48492"/>
                  </a:lnTo>
                  <a:lnTo>
                    <a:pt x="45627" y="52387"/>
                  </a:lnTo>
                  <a:lnTo>
                    <a:pt x="41955" y="56404"/>
                  </a:lnTo>
                  <a:lnTo>
                    <a:pt x="38416" y="60539"/>
                  </a:lnTo>
                  <a:lnTo>
                    <a:pt x="35013" y="64787"/>
                  </a:lnTo>
                  <a:lnTo>
                    <a:pt x="31750" y="69143"/>
                  </a:lnTo>
                  <a:lnTo>
                    <a:pt x="28631" y="73603"/>
                  </a:lnTo>
                  <a:lnTo>
                    <a:pt x="25659" y="78162"/>
                  </a:lnTo>
                  <a:lnTo>
                    <a:pt x="22836" y="82815"/>
                  </a:lnTo>
                  <a:lnTo>
                    <a:pt x="20167" y="87558"/>
                  </a:lnTo>
                  <a:lnTo>
                    <a:pt x="17653" y="92386"/>
                  </a:lnTo>
                  <a:lnTo>
                    <a:pt x="15298" y="97292"/>
                  </a:lnTo>
                  <a:lnTo>
                    <a:pt x="13104" y="102273"/>
                  </a:lnTo>
                  <a:lnTo>
                    <a:pt x="11073" y="107322"/>
                  </a:lnTo>
                  <a:lnTo>
                    <a:pt x="9208" y="112435"/>
                  </a:lnTo>
                  <a:lnTo>
                    <a:pt x="7510" y="117606"/>
                  </a:lnTo>
                  <a:lnTo>
                    <a:pt x="5981" y="122830"/>
                  </a:lnTo>
                  <a:lnTo>
                    <a:pt x="4623" y="128100"/>
                  </a:lnTo>
                  <a:lnTo>
                    <a:pt x="3438" y="133412"/>
                  </a:lnTo>
                  <a:lnTo>
                    <a:pt x="2426" y="138760"/>
                  </a:lnTo>
                  <a:lnTo>
                    <a:pt x="1588" y="144137"/>
                  </a:lnTo>
                  <a:lnTo>
                    <a:pt x="926" y="149540"/>
                  </a:lnTo>
                  <a:lnTo>
                    <a:pt x="440" y="154960"/>
                  </a:lnTo>
                  <a:lnTo>
                    <a:pt x="131" y="160394"/>
                  </a:lnTo>
                  <a:lnTo>
                    <a:pt x="0" y="165835"/>
                  </a:lnTo>
                  <a:lnTo>
                    <a:pt x="45" y="171277"/>
                  </a:lnTo>
                  <a:lnTo>
                    <a:pt x="267" y="176715"/>
                  </a:lnTo>
                  <a:lnTo>
                    <a:pt x="666" y="182143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52516" y="2800231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52516" y="2800231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52516" y="2800231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2516" y="2800231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2516" y="2800231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2516" y="2800231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2516" y="2800231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2516" y="2800231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2516" y="2800231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2516" y="2800231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2516" y="2800231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2516" y="2800231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2516" y="2800231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2516" y="2800231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2516" y="2800231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2516" y="2800231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2516" y="2800231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2516" y="2800231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2516" y="2800231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2516" y="2800231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2516" y="2800231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2516" y="2800231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2516" y="2800231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2516" y="2800231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2516" y="2636183"/>
              <a:ext cx="333658" cy="331195"/>
            </a:xfrm>
            <a:custGeom>
              <a:avLst/>
              <a:pathLst>
                <a:path w="333658" h="331195">
                  <a:moveTo>
                    <a:pt x="0" y="179024"/>
                  </a:moveTo>
                  <a:lnTo>
                    <a:pt x="561" y="184321"/>
                  </a:lnTo>
                  <a:lnTo>
                    <a:pt x="1291" y="189597"/>
                  </a:lnTo>
                  <a:lnTo>
                    <a:pt x="2189" y="194847"/>
                  </a:lnTo>
                  <a:lnTo>
                    <a:pt x="3254" y="200066"/>
                  </a:lnTo>
                  <a:lnTo>
                    <a:pt x="4484" y="205249"/>
                  </a:lnTo>
                  <a:lnTo>
                    <a:pt x="5879" y="210389"/>
                  </a:lnTo>
                  <a:lnTo>
                    <a:pt x="7437" y="215483"/>
                  </a:lnTo>
                  <a:lnTo>
                    <a:pt x="9156" y="220524"/>
                  </a:lnTo>
                  <a:lnTo>
                    <a:pt x="11036" y="225508"/>
                  </a:lnTo>
                  <a:lnTo>
                    <a:pt x="13073" y="230430"/>
                  </a:lnTo>
                  <a:lnTo>
                    <a:pt x="15265" y="235284"/>
                  </a:lnTo>
                  <a:lnTo>
                    <a:pt x="17612" y="240066"/>
                  </a:lnTo>
                  <a:lnTo>
                    <a:pt x="20109" y="244771"/>
                  </a:lnTo>
                  <a:lnTo>
                    <a:pt x="22755" y="249393"/>
                  </a:lnTo>
                  <a:lnTo>
                    <a:pt x="25547" y="253929"/>
                  </a:lnTo>
                  <a:lnTo>
                    <a:pt x="28482" y="258374"/>
                  </a:lnTo>
                  <a:lnTo>
                    <a:pt x="31558" y="262723"/>
                  </a:lnTo>
                  <a:lnTo>
                    <a:pt x="34770" y="266972"/>
                  </a:lnTo>
                  <a:lnTo>
                    <a:pt x="38116" y="271117"/>
                  </a:lnTo>
                  <a:lnTo>
                    <a:pt x="41592" y="275152"/>
                  </a:lnTo>
                  <a:lnTo>
                    <a:pt x="45195" y="279075"/>
                  </a:lnTo>
                  <a:lnTo>
                    <a:pt x="48922" y="282881"/>
                  </a:lnTo>
                  <a:lnTo>
                    <a:pt x="52767" y="286567"/>
                  </a:lnTo>
                  <a:lnTo>
                    <a:pt x="56728" y="290128"/>
                  </a:lnTo>
                  <a:lnTo>
                    <a:pt x="60801" y="293561"/>
                  </a:lnTo>
                  <a:lnTo>
                    <a:pt x="64981" y="296863"/>
                  </a:lnTo>
                  <a:lnTo>
                    <a:pt x="69264" y="300029"/>
                  </a:lnTo>
                  <a:lnTo>
                    <a:pt x="73645" y="303058"/>
                  </a:lnTo>
                  <a:lnTo>
                    <a:pt x="78121" y="305946"/>
                  </a:lnTo>
                  <a:lnTo>
                    <a:pt x="82687" y="308689"/>
                  </a:lnTo>
                  <a:lnTo>
                    <a:pt x="87338" y="311286"/>
                  </a:lnTo>
                  <a:lnTo>
                    <a:pt x="92069" y="313733"/>
                  </a:lnTo>
                  <a:lnTo>
                    <a:pt x="96875" y="316028"/>
                  </a:lnTo>
                  <a:lnTo>
                    <a:pt x="101753" y="318169"/>
                  </a:lnTo>
                  <a:lnTo>
                    <a:pt x="106696" y="320153"/>
                  </a:lnTo>
                  <a:lnTo>
                    <a:pt x="111700" y="321979"/>
                  </a:lnTo>
                  <a:lnTo>
                    <a:pt x="116759" y="323645"/>
                  </a:lnTo>
                  <a:lnTo>
                    <a:pt x="121869" y="325148"/>
                  </a:lnTo>
                  <a:lnTo>
                    <a:pt x="127024" y="326488"/>
                  </a:lnTo>
                  <a:lnTo>
                    <a:pt x="132219" y="327663"/>
                  </a:lnTo>
                  <a:lnTo>
                    <a:pt x="137450" y="328672"/>
                  </a:lnTo>
                  <a:lnTo>
                    <a:pt x="142709" y="329514"/>
                  </a:lnTo>
                  <a:lnTo>
                    <a:pt x="147993" y="330188"/>
                  </a:lnTo>
                  <a:lnTo>
                    <a:pt x="153295" y="330693"/>
                  </a:lnTo>
                  <a:lnTo>
                    <a:pt x="158611" y="331029"/>
                  </a:lnTo>
                  <a:lnTo>
                    <a:pt x="163935" y="331195"/>
                  </a:lnTo>
                  <a:lnTo>
                    <a:pt x="169262" y="331192"/>
                  </a:lnTo>
                  <a:lnTo>
                    <a:pt x="174585" y="331019"/>
                  </a:lnTo>
                  <a:lnTo>
                    <a:pt x="179901" y="330676"/>
                  </a:lnTo>
                  <a:lnTo>
                    <a:pt x="185203" y="330165"/>
                  </a:lnTo>
                  <a:lnTo>
                    <a:pt x="190486" y="329484"/>
                  </a:lnTo>
                  <a:lnTo>
                    <a:pt x="195744" y="328636"/>
                  </a:lnTo>
                  <a:lnTo>
                    <a:pt x="200973" y="327621"/>
                  </a:lnTo>
                  <a:lnTo>
                    <a:pt x="206167" y="326439"/>
                  </a:lnTo>
                  <a:lnTo>
                    <a:pt x="211320" y="325093"/>
                  </a:lnTo>
                  <a:lnTo>
                    <a:pt x="216428" y="323583"/>
                  </a:lnTo>
                  <a:lnTo>
                    <a:pt x="221486" y="321911"/>
                  </a:lnTo>
                  <a:lnTo>
                    <a:pt x="226487" y="320079"/>
                  </a:lnTo>
                  <a:lnTo>
                    <a:pt x="231428" y="318088"/>
                  </a:lnTo>
                  <a:lnTo>
                    <a:pt x="236302" y="315942"/>
                  </a:lnTo>
                  <a:lnTo>
                    <a:pt x="241106" y="313640"/>
                  </a:lnTo>
                  <a:lnTo>
                    <a:pt x="245834" y="311187"/>
                  </a:lnTo>
                  <a:lnTo>
                    <a:pt x="250482" y="308585"/>
                  </a:lnTo>
                  <a:lnTo>
                    <a:pt x="255044" y="305836"/>
                  </a:lnTo>
                  <a:lnTo>
                    <a:pt x="259516" y="302943"/>
                  </a:lnTo>
                  <a:lnTo>
                    <a:pt x="263894" y="299909"/>
                  </a:lnTo>
                  <a:lnTo>
                    <a:pt x="268173" y="296737"/>
                  </a:lnTo>
                  <a:lnTo>
                    <a:pt x="272349" y="293430"/>
                  </a:lnTo>
                  <a:lnTo>
                    <a:pt x="276417" y="289992"/>
                  </a:lnTo>
                  <a:lnTo>
                    <a:pt x="280374" y="286426"/>
                  </a:lnTo>
                  <a:lnTo>
                    <a:pt x="284215" y="282736"/>
                  </a:lnTo>
                  <a:lnTo>
                    <a:pt x="287937" y="278925"/>
                  </a:lnTo>
                  <a:lnTo>
                    <a:pt x="291535" y="274997"/>
                  </a:lnTo>
                  <a:lnTo>
                    <a:pt x="295006" y="270957"/>
                  </a:lnTo>
                  <a:lnTo>
                    <a:pt x="298347" y="266809"/>
                  </a:lnTo>
                  <a:lnTo>
                    <a:pt x="301554" y="262556"/>
                  </a:lnTo>
                  <a:lnTo>
                    <a:pt x="304624" y="258203"/>
                  </a:lnTo>
                  <a:lnTo>
                    <a:pt x="307553" y="253755"/>
                  </a:lnTo>
                  <a:lnTo>
                    <a:pt x="310340" y="249215"/>
                  </a:lnTo>
                  <a:lnTo>
                    <a:pt x="312980" y="244589"/>
                  </a:lnTo>
                  <a:lnTo>
                    <a:pt x="315472" y="239881"/>
                  </a:lnTo>
                  <a:lnTo>
                    <a:pt x="317812" y="235096"/>
                  </a:lnTo>
                  <a:lnTo>
                    <a:pt x="319999" y="230239"/>
                  </a:lnTo>
                  <a:lnTo>
                    <a:pt x="322030" y="225315"/>
                  </a:lnTo>
                  <a:lnTo>
                    <a:pt x="323903" y="220329"/>
                  </a:lnTo>
                  <a:lnTo>
                    <a:pt x="325616" y="215286"/>
                  </a:lnTo>
                  <a:lnTo>
                    <a:pt x="327168" y="210190"/>
                  </a:lnTo>
                  <a:lnTo>
                    <a:pt x="328556" y="205048"/>
                  </a:lnTo>
                  <a:lnTo>
                    <a:pt x="329780" y="199864"/>
                  </a:lnTo>
                  <a:lnTo>
                    <a:pt x="330838" y="194643"/>
                  </a:lnTo>
                  <a:lnTo>
                    <a:pt x="331730" y="189392"/>
                  </a:lnTo>
                  <a:lnTo>
                    <a:pt x="332453" y="184115"/>
                  </a:lnTo>
                  <a:lnTo>
                    <a:pt x="333008" y="178817"/>
                  </a:lnTo>
                  <a:lnTo>
                    <a:pt x="333394" y="173505"/>
                  </a:lnTo>
                  <a:lnTo>
                    <a:pt x="333611" y="168183"/>
                  </a:lnTo>
                  <a:lnTo>
                    <a:pt x="333658" y="162856"/>
                  </a:lnTo>
                  <a:lnTo>
                    <a:pt x="333535" y="157531"/>
                  </a:lnTo>
                  <a:lnTo>
                    <a:pt x="333243" y="152213"/>
                  </a:lnTo>
                  <a:lnTo>
                    <a:pt x="332781" y="146906"/>
                  </a:lnTo>
                  <a:lnTo>
                    <a:pt x="332151" y="141617"/>
                  </a:lnTo>
                  <a:lnTo>
                    <a:pt x="331352" y="136351"/>
                  </a:lnTo>
                  <a:lnTo>
                    <a:pt x="330386" y="131113"/>
                  </a:lnTo>
                  <a:lnTo>
                    <a:pt x="329253" y="125908"/>
                  </a:lnTo>
                  <a:lnTo>
                    <a:pt x="327956" y="120742"/>
                  </a:lnTo>
                  <a:lnTo>
                    <a:pt x="326494" y="115620"/>
                  </a:lnTo>
                  <a:lnTo>
                    <a:pt x="324870" y="110547"/>
                  </a:lnTo>
                  <a:lnTo>
                    <a:pt x="323085" y="105529"/>
                  </a:lnTo>
                  <a:lnTo>
                    <a:pt x="321141" y="100570"/>
                  </a:lnTo>
                  <a:lnTo>
                    <a:pt x="319040" y="95675"/>
                  </a:lnTo>
                  <a:lnTo>
                    <a:pt x="316785" y="90850"/>
                  </a:lnTo>
                  <a:lnTo>
                    <a:pt x="314376" y="86099"/>
                  </a:lnTo>
                  <a:lnTo>
                    <a:pt x="311818" y="81427"/>
                  </a:lnTo>
                  <a:lnTo>
                    <a:pt x="309112" y="76839"/>
                  </a:lnTo>
                  <a:lnTo>
                    <a:pt x="306261" y="72339"/>
                  </a:lnTo>
                  <a:lnTo>
                    <a:pt x="303268" y="67933"/>
                  </a:lnTo>
                  <a:lnTo>
                    <a:pt x="300137" y="63624"/>
                  </a:lnTo>
                  <a:lnTo>
                    <a:pt x="296869" y="59418"/>
                  </a:lnTo>
                  <a:lnTo>
                    <a:pt x="293470" y="55317"/>
                  </a:lnTo>
                  <a:lnTo>
                    <a:pt x="289941" y="51327"/>
                  </a:lnTo>
                  <a:lnTo>
                    <a:pt x="286287" y="47451"/>
                  </a:lnTo>
                  <a:lnTo>
                    <a:pt x="282512" y="43694"/>
                  </a:lnTo>
                  <a:lnTo>
                    <a:pt x="278619" y="40059"/>
                  </a:lnTo>
                  <a:lnTo>
                    <a:pt x="274612" y="36550"/>
                  </a:lnTo>
                  <a:lnTo>
                    <a:pt x="270495" y="33170"/>
                  </a:lnTo>
                  <a:lnTo>
                    <a:pt x="266272" y="29923"/>
                  </a:lnTo>
                  <a:lnTo>
                    <a:pt x="261948" y="26812"/>
                  </a:lnTo>
                  <a:lnTo>
                    <a:pt x="257528" y="23841"/>
                  </a:lnTo>
                  <a:lnTo>
                    <a:pt x="253015" y="21012"/>
                  </a:lnTo>
                  <a:lnTo>
                    <a:pt x="248414" y="18328"/>
                  </a:lnTo>
                  <a:lnTo>
                    <a:pt x="243730" y="15792"/>
                  </a:lnTo>
                  <a:lnTo>
                    <a:pt x="238967" y="13406"/>
                  </a:lnTo>
                  <a:lnTo>
                    <a:pt x="234131" y="11174"/>
                  </a:lnTo>
                  <a:lnTo>
                    <a:pt x="229226" y="9097"/>
                  </a:lnTo>
                  <a:lnTo>
                    <a:pt x="224258" y="7177"/>
                  </a:lnTo>
                  <a:lnTo>
                    <a:pt x="219231" y="5416"/>
                  </a:lnTo>
                  <a:lnTo>
                    <a:pt x="214150" y="3817"/>
                  </a:lnTo>
                  <a:lnTo>
                    <a:pt x="209021" y="2380"/>
                  </a:lnTo>
                  <a:lnTo>
                    <a:pt x="203849" y="1107"/>
                  </a:lnTo>
                  <a:lnTo>
                    <a:pt x="198639" y="0"/>
                  </a:lnTo>
                  <a:lnTo>
                    <a:pt x="166495" y="1640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919011" y="2633064"/>
              <a:ext cx="32143" cy="167167"/>
            </a:xfrm>
            <a:custGeom>
              <a:avLst/>
              <a:pathLst>
                <a:path w="32143" h="167167">
                  <a:moveTo>
                    <a:pt x="32143" y="3119"/>
                  </a:moveTo>
                  <a:lnTo>
                    <a:pt x="25773" y="1998"/>
                  </a:lnTo>
                  <a:lnTo>
                    <a:pt x="19363" y="1125"/>
                  </a:lnTo>
                  <a:lnTo>
                    <a:pt x="12925" y="500"/>
                  </a:lnTo>
                  <a:lnTo>
                    <a:pt x="6467" y="1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644803" y="2126963"/>
              <a:ext cx="83668" cy="167167"/>
            </a:xfrm>
            <a:custGeom>
              <a:avLst/>
              <a:pathLst>
                <a:path w="83668" h="167167">
                  <a:moveTo>
                    <a:pt x="83668" y="0"/>
                  </a:moveTo>
                  <a:lnTo>
                    <a:pt x="77828" y="102"/>
                  </a:lnTo>
                  <a:lnTo>
                    <a:pt x="71994" y="408"/>
                  </a:lnTo>
                  <a:lnTo>
                    <a:pt x="66175" y="917"/>
                  </a:lnTo>
                  <a:lnTo>
                    <a:pt x="60377" y="1630"/>
                  </a:lnTo>
                  <a:lnTo>
                    <a:pt x="54608" y="2545"/>
                  </a:lnTo>
                  <a:lnTo>
                    <a:pt x="48874" y="3661"/>
                  </a:lnTo>
                  <a:lnTo>
                    <a:pt x="43182" y="4976"/>
                  </a:lnTo>
                  <a:lnTo>
                    <a:pt x="37540" y="6490"/>
                  </a:lnTo>
                  <a:lnTo>
                    <a:pt x="31955" y="8199"/>
                  </a:lnTo>
                  <a:lnTo>
                    <a:pt x="26432" y="10103"/>
                  </a:lnTo>
                  <a:lnTo>
                    <a:pt x="20979" y="12199"/>
                  </a:lnTo>
                  <a:lnTo>
                    <a:pt x="15603" y="14484"/>
                  </a:lnTo>
                  <a:lnTo>
                    <a:pt x="10310" y="16955"/>
                  </a:lnTo>
                  <a:lnTo>
                    <a:pt x="5107" y="19610"/>
                  </a:lnTo>
                  <a:lnTo>
                    <a:pt x="0" y="22445"/>
                  </a:lnTo>
                  <a:lnTo>
                    <a:pt x="8366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561324" y="2149408"/>
              <a:ext cx="167148" cy="296971"/>
            </a:xfrm>
            <a:custGeom>
              <a:avLst/>
              <a:pathLst>
                <a:path w="167148" h="296971">
                  <a:moveTo>
                    <a:pt x="83479" y="0"/>
                  </a:moveTo>
                  <a:lnTo>
                    <a:pt x="78859" y="2771"/>
                  </a:lnTo>
                  <a:lnTo>
                    <a:pt x="74330" y="5690"/>
                  </a:lnTo>
                  <a:lnTo>
                    <a:pt x="69898" y="8753"/>
                  </a:lnTo>
                  <a:lnTo>
                    <a:pt x="65567" y="11958"/>
                  </a:lnTo>
                  <a:lnTo>
                    <a:pt x="61341" y="15300"/>
                  </a:lnTo>
                  <a:lnTo>
                    <a:pt x="57225" y="18777"/>
                  </a:lnTo>
                  <a:lnTo>
                    <a:pt x="53224" y="22385"/>
                  </a:lnTo>
                  <a:lnTo>
                    <a:pt x="49341" y="26120"/>
                  </a:lnTo>
                  <a:lnTo>
                    <a:pt x="45580" y="29978"/>
                  </a:lnTo>
                  <a:lnTo>
                    <a:pt x="41945" y="33955"/>
                  </a:lnTo>
                  <a:lnTo>
                    <a:pt x="38441" y="38047"/>
                  </a:lnTo>
                  <a:lnTo>
                    <a:pt x="35070" y="42250"/>
                  </a:lnTo>
                  <a:lnTo>
                    <a:pt x="31836" y="46560"/>
                  </a:lnTo>
                  <a:lnTo>
                    <a:pt x="28743" y="50971"/>
                  </a:lnTo>
                  <a:lnTo>
                    <a:pt x="25794" y="55480"/>
                  </a:lnTo>
                  <a:lnTo>
                    <a:pt x="22991" y="60082"/>
                  </a:lnTo>
                  <a:lnTo>
                    <a:pt x="20339" y="64771"/>
                  </a:lnTo>
                  <a:lnTo>
                    <a:pt x="17838" y="69544"/>
                  </a:lnTo>
                  <a:lnTo>
                    <a:pt x="15493" y="74394"/>
                  </a:lnTo>
                  <a:lnTo>
                    <a:pt x="13306" y="79318"/>
                  </a:lnTo>
                  <a:lnTo>
                    <a:pt x="11278" y="84310"/>
                  </a:lnTo>
                  <a:lnTo>
                    <a:pt x="9412" y="89364"/>
                  </a:lnTo>
                  <a:lnTo>
                    <a:pt x="7710" y="94476"/>
                  </a:lnTo>
                  <a:lnTo>
                    <a:pt x="6174" y="99640"/>
                  </a:lnTo>
                  <a:lnTo>
                    <a:pt x="4805" y="104851"/>
                  </a:lnTo>
                  <a:lnTo>
                    <a:pt x="3604" y="110103"/>
                  </a:lnTo>
                  <a:lnTo>
                    <a:pt x="2573" y="115392"/>
                  </a:lnTo>
                  <a:lnTo>
                    <a:pt x="1714" y="120710"/>
                  </a:lnTo>
                  <a:lnTo>
                    <a:pt x="1026" y="126054"/>
                  </a:lnTo>
                  <a:lnTo>
                    <a:pt x="510" y="131417"/>
                  </a:lnTo>
                  <a:lnTo>
                    <a:pt x="168" y="136794"/>
                  </a:lnTo>
                  <a:lnTo>
                    <a:pt x="0" y="142179"/>
                  </a:lnTo>
                  <a:lnTo>
                    <a:pt x="4" y="147567"/>
                  </a:lnTo>
                  <a:lnTo>
                    <a:pt x="183" y="152952"/>
                  </a:lnTo>
                  <a:lnTo>
                    <a:pt x="535" y="158328"/>
                  </a:lnTo>
                  <a:lnTo>
                    <a:pt x="1060" y="163690"/>
                  </a:lnTo>
                  <a:lnTo>
                    <a:pt x="1757" y="169033"/>
                  </a:lnTo>
                  <a:lnTo>
                    <a:pt x="2627" y="174350"/>
                  </a:lnTo>
                  <a:lnTo>
                    <a:pt x="3667" y="179636"/>
                  </a:lnTo>
                  <a:lnTo>
                    <a:pt x="4877" y="184886"/>
                  </a:lnTo>
                  <a:lnTo>
                    <a:pt x="6256" y="190095"/>
                  </a:lnTo>
                  <a:lnTo>
                    <a:pt x="7801" y="195256"/>
                  </a:lnTo>
                  <a:lnTo>
                    <a:pt x="9513" y="200365"/>
                  </a:lnTo>
                  <a:lnTo>
                    <a:pt x="11388" y="205416"/>
                  </a:lnTo>
                  <a:lnTo>
                    <a:pt x="13424" y="210404"/>
                  </a:lnTo>
                  <a:lnTo>
                    <a:pt x="15621" y="215324"/>
                  </a:lnTo>
                  <a:lnTo>
                    <a:pt x="17975" y="220170"/>
                  </a:lnTo>
                  <a:lnTo>
                    <a:pt x="20484" y="224938"/>
                  </a:lnTo>
                  <a:lnTo>
                    <a:pt x="23145" y="229623"/>
                  </a:lnTo>
                  <a:lnTo>
                    <a:pt x="25956" y="234219"/>
                  </a:lnTo>
                  <a:lnTo>
                    <a:pt x="28913" y="238723"/>
                  </a:lnTo>
                  <a:lnTo>
                    <a:pt x="32014" y="243129"/>
                  </a:lnTo>
                  <a:lnTo>
                    <a:pt x="35256" y="247432"/>
                  </a:lnTo>
                  <a:lnTo>
                    <a:pt x="38634" y="251629"/>
                  </a:lnTo>
                  <a:lnTo>
                    <a:pt x="42146" y="255715"/>
                  </a:lnTo>
                  <a:lnTo>
                    <a:pt x="45788" y="259686"/>
                  </a:lnTo>
                  <a:lnTo>
                    <a:pt x="49555" y="263537"/>
                  </a:lnTo>
                  <a:lnTo>
                    <a:pt x="53445" y="267265"/>
                  </a:lnTo>
                  <a:lnTo>
                    <a:pt x="57454" y="270865"/>
                  </a:lnTo>
                  <a:lnTo>
                    <a:pt x="61576" y="274335"/>
                  </a:lnTo>
                  <a:lnTo>
                    <a:pt x="65807" y="277669"/>
                  </a:lnTo>
                  <a:lnTo>
                    <a:pt x="70144" y="280866"/>
                  </a:lnTo>
                  <a:lnTo>
                    <a:pt x="74582" y="283921"/>
                  </a:lnTo>
                  <a:lnTo>
                    <a:pt x="79116" y="286832"/>
                  </a:lnTo>
                  <a:lnTo>
                    <a:pt x="83741" y="289595"/>
                  </a:lnTo>
                  <a:lnTo>
                    <a:pt x="88453" y="292208"/>
                  </a:lnTo>
                  <a:lnTo>
                    <a:pt x="93247" y="294667"/>
                  </a:lnTo>
                  <a:lnTo>
                    <a:pt x="98117" y="296971"/>
                  </a:lnTo>
                  <a:lnTo>
                    <a:pt x="167148" y="1447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59442" y="2126963"/>
              <a:ext cx="236189" cy="334323"/>
            </a:xfrm>
            <a:custGeom>
              <a:avLst/>
              <a:pathLst>
                <a:path w="236189" h="334323">
                  <a:moveTo>
                    <a:pt x="0" y="319416"/>
                  </a:moveTo>
                  <a:lnTo>
                    <a:pt x="4883" y="321537"/>
                  </a:lnTo>
                  <a:lnTo>
                    <a:pt x="9831" y="323502"/>
                  </a:lnTo>
                  <a:lnTo>
                    <a:pt x="14840" y="325307"/>
                  </a:lnTo>
                  <a:lnTo>
                    <a:pt x="19903" y="326953"/>
                  </a:lnTo>
                  <a:lnTo>
                    <a:pt x="25017" y="328436"/>
                  </a:lnTo>
                  <a:lnTo>
                    <a:pt x="30175" y="329756"/>
                  </a:lnTo>
                  <a:lnTo>
                    <a:pt x="35372" y="330911"/>
                  </a:lnTo>
                  <a:lnTo>
                    <a:pt x="40604" y="331900"/>
                  </a:lnTo>
                  <a:lnTo>
                    <a:pt x="45864" y="332721"/>
                  </a:lnTo>
                  <a:lnTo>
                    <a:pt x="51148" y="333375"/>
                  </a:lnTo>
                  <a:lnTo>
                    <a:pt x="56450" y="333860"/>
                  </a:lnTo>
                  <a:lnTo>
                    <a:pt x="61765" y="334176"/>
                  </a:lnTo>
                  <a:lnTo>
                    <a:pt x="67087" y="334323"/>
                  </a:lnTo>
                  <a:lnTo>
                    <a:pt x="72411" y="334300"/>
                  </a:lnTo>
                  <a:lnTo>
                    <a:pt x="77732" y="334108"/>
                  </a:lnTo>
                  <a:lnTo>
                    <a:pt x="83044" y="333746"/>
                  </a:lnTo>
                  <a:lnTo>
                    <a:pt x="88341" y="333215"/>
                  </a:lnTo>
                  <a:lnTo>
                    <a:pt x="93619" y="332516"/>
                  </a:lnTo>
                  <a:lnTo>
                    <a:pt x="98872" y="331649"/>
                  </a:lnTo>
                  <a:lnTo>
                    <a:pt x="104095" y="330615"/>
                  </a:lnTo>
                  <a:lnTo>
                    <a:pt x="109283" y="329416"/>
                  </a:lnTo>
                  <a:lnTo>
                    <a:pt x="114429" y="328052"/>
                  </a:lnTo>
                  <a:lnTo>
                    <a:pt x="119529" y="326524"/>
                  </a:lnTo>
                  <a:lnTo>
                    <a:pt x="124579" y="324835"/>
                  </a:lnTo>
                  <a:lnTo>
                    <a:pt x="129571" y="322986"/>
                  </a:lnTo>
                  <a:lnTo>
                    <a:pt x="134503" y="320979"/>
                  </a:lnTo>
                  <a:lnTo>
                    <a:pt x="139368" y="318816"/>
                  </a:lnTo>
                  <a:lnTo>
                    <a:pt x="144161" y="316499"/>
                  </a:lnTo>
                  <a:lnTo>
                    <a:pt x="148879" y="314031"/>
                  </a:lnTo>
                  <a:lnTo>
                    <a:pt x="153515" y="311414"/>
                  </a:lnTo>
                  <a:lnTo>
                    <a:pt x="158066" y="308650"/>
                  </a:lnTo>
                  <a:lnTo>
                    <a:pt x="162526" y="305743"/>
                  </a:lnTo>
                  <a:lnTo>
                    <a:pt x="166892" y="302695"/>
                  </a:lnTo>
                  <a:lnTo>
                    <a:pt x="171158" y="299510"/>
                  </a:lnTo>
                  <a:lnTo>
                    <a:pt x="175321" y="296191"/>
                  </a:lnTo>
                  <a:lnTo>
                    <a:pt x="179376" y="292740"/>
                  </a:lnTo>
                  <a:lnTo>
                    <a:pt x="183319" y="289163"/>
                  </a:lnTo>
                  <a:lnTo>
                    <a:pt x="187146" y="285461"/>
                  </a:lnTo>
                  <a:lnTo>
                    <a:pt x="190853" y="281640"/>
                  </a:lnTo>
                  <a:lnTo>
                    <a:pt x="194437" y="277702"/>
                  </a:lnTo>
                  <a:lnTo>
                    <a:pt x="197893" y="273653"/>
                  </a:lnTo>
                  <a:lnTo>
                    <a:pt x="201219" y="269495"/>
                  </a:lnTo>
                  <a:lnTo>
                    <a:pt x="204410" y="265233"/>
                  </a:lnTo>
                  <a:lnTo>
                    <a:pt x="207465" y="260872"/>
                  </a:lnTo>
                  <a:lnTo>
                    <a:pt x="210379" y="256416"/>
                  </a:lnTo>
                  <a:lnTo>
                    <a:pt x="213149" y="251870"/>
                  </a:lnTo>
                  <a:lnTo>
                    <a:pt x="215773" y="247237"/>
                  </a:lnTo>
                  <a:lnTo>
                    <a:pt x="218249" y="242524"/>
                  </a:lnTo>
                  <a:lnTo>
                    <a:pt x="220573" y="237734"/>
                  </a:lnTo>
                  <a:lnTo>
                    <a:pt x="222743" y="232872"/>
                  </a:lnTo>
                  <a:lnTo>
                    <a:pt x="224758" y="227943"/>
                  </a:lnTo>
                  <a:lnTo>
                    <a:pt x="226614" y="222953"/>
                  </a:lnTo>
                  <a:lnTo>
                    <a:pt x="228311" y="217907"/>
                  </a:lnTo>
                  <a:lnTo>
                    <a:pt x="229846" y="212809"/>
                  </a:lnTo>
                  <a:lnTo>
                    <a:pt x="231218" y="207664"/>
                  </a:lnTo>
                  <a:lnTo>
                    <a:pt x="232425" y="202479"/>
                  </a:lnTo>
                  <a:lnTo>
                    <a:pt x="233467" y="197258"/>
                  </a:lnTo>
                  <a:lnTo>
                    <a:pt x="234342" y="192006"/>
                  </a:lnTo>
                  <a:lnTo>
                    <a:pt x="235049" y="186729"/>
                  </a:lnTo>
                  <a:lnTo>
                    <a:pt x="235587" y="181432"/>
                  </a:lnTo>
                  <a:lnTo>
                    <a:pt x="235957" y="176121"/>
                  </a:lnTo>
                  <a:lnTo>
                    <a:pt x="236158" y="170800"/>
                  </a:lnTo>
                  <a:lnTo>
                    <a:pt x="236189" y="165476"/>
                  </a:lnTo>
                  <a:lnTo>
                    <a:pt x="236050" y="160154"/>
                  </a:lnTo>
                  <a:lnTo>
                    <a:pt x="235742" y="154839"/>
                  </a:lnTo>
                  <a:lnTo>
                    <a:pt x="235265" y="149536"/>
                  </a:lnTo>
                  <a:lnTo>
                    <a:pt x="234619" y="144251"/>
                  </a:lnTo>
                  <a:lnTo>
                    <a:pt x="233805" y="138989"/>
                  </a:lnTo>
                  <a:lnTo>
                    <a:pt x="232824" y="133756"/>
                  </a:lnTo>
                  <a:lnTo>
                    <a:pt x="231677" y="128557"/>
                  </a:lnTo>
                  <a:lnTo>
                    <a:pt x="230365" y="123397"/>
                  </a:lnTo>
                  <a:lnTo>
                    <a:pt x="228890" y="118282"/>
                  </a:lnTo>
                  <a:lnTo>
                    <a:pt x="227252" y="113216"/>
                  </a:lnTo>
                  <a:lnTo>
                    <a:pt x="225453" y="108204"/>
                  </a:lnTo>
                  <a:lnTo>
                    <a:pt x="223496" y="103253"/>
                  </a:lnTo>
                  <a:lnTo>
                    <a:pt x="221383" y="98366"/>
                  </a:lnTo>
                  <a:lnTo>
                    <a:pt x="219114" y="93550"/>
                  </a:lnTo>
                  <a:lnTo>
                    <a:pt x="216694" y="88807"/>
                  </a:lnTo>
                  <a:lnTo>
                    <a:pt x="214124" y="84145"/>
                  </a:lnTo>
                  <a:lnTo>
                    <a:pt x="211406" y="79566"/>
                  </a:lnTo>
                  <a:lnTo>
                    <a:pt x="208544" y="75077"/>
                  </a:lnTo>
                  <a:lnTo>
                    <a:pt x="205541" y="70680"/>
                  </a:lnTo>
                  <a:lnTo>
                    <a:pt x="202399" y="66382"/>
                  </a:lnTo>
                  <a:lnTo>
                    <a:pt x="199122" y="62186"/>
                  </a:lnTo>
                  <a:lnTo>
                    <a:pt x="195713" y="58097"/>
                  </a:lnTo>
                  <a:lnTo>
                    <a:pt x="192175" y="54118"/>
                  </a:lnTo>
                  <a:lnTo>
                    <a:pt x="188513" y="50253"/>
                  </a:lnTo>
                  <a:lnTo>
                    <a:pt x="184729" y="46508"/>
                  </a:lnTo>
                  <a:lnTo>
                    <a:pt x="180828" y="42884"/>
                  </a:lnTo>
                  <a:lnTo>
                    <a:pt x="176813" y="39387"/>
                  </a:lnTo>
                  <a:lnTo>
                    <a:pt x="172689" y="36020"/>
                  </a:lnTo>
                  <a:lnTo>
                    <a:pt x="168460" y="32785"/>
                  </a:lnTo>
                  <a:lnTo>
                    <a:pt x="164131" y="29687"/>
                  </a:lnTo>
                  <a:lnTo>
                    <a:pt x="159704" y="26728"/>
                  </a:lnTo>
                  <a:lnTo>
                    <a:pt x="155186" y="23912"/>
                  </a:lnTo>
                  <a:lnTo>
                    <a:pt x="150580" y="21241"/>
                  </a:lnTo>
                  <a:lnTo>
                    <a:pt x="145892" y="18718"/>
                  </a:lnTo>
                  <a:lnTo>
                    <a:pt x="141125" y="16345"/>
                  </a:lnTo>
                  <a:lnTo>
                    <a:pt x="136286" y="14126"/>
                  </a:lnTo>
                  <a:lnTo>
                    <a:pt x="131378" y="12062"/>
                  </a:lnTo>
                  <a:lnTo>
                    <a:pt x="126407" y="10155"/>
                  </a:lnTo>
                  <a:lnTo>
                    <a:pt x="121378" y="8407"/>
                  </a:lnTo>
                  <a:lnTo>
                    <a:pt x="116296" y="6821"/>
                  </a:lnTo>
                  <a:lnTo>
                    <a:pt x="111165" y="5397"/>
                  </a:lnTo>
                  <a:lnTo>
                    <a:pt x="105992" y="4137"/>
                  </a:lnTo>
                  <a:lnTo>
                    <a:pt x="100782" y="3043"/>
                  </a:lnTo>
                  <a:lnTo>
                    <a:pt x="95539" y="2115"/>
                  </a:lnTo>
                  <a:lnTo>
                    <a:pt x="90270" y="1354"/>
                  </a:lnTo>
                  <a:lnTo>
                    <a:pt x="84979" y="762"/>
                  </a:lnTo>
                  <a:lnTo>
                    <a:pt x="79671" y="339"/>
                  </a:lnTo>
                  <a:lnTo>
                    <a:pt x="74353" y="84"/>
                  </a:lnTo>
                  <a:lnTo>
                    <a:pt x="69030" y="0"/>
                  </a:lnTo>
                  <a:lnTo>
                    <a:pt x="6903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391668" y="1681503"/>
              <a:ext cx="31566" cy="167167"/>
            </a:xfrm>
            <a:custGeom>
              <a:avLst/>
              <a:pathLst>
                <a:path w="31566" h="167167">
                  <a:moveTo>
                    <a:pt x="31566" y="0"/>
                  </a:moveTo>
                  <a:lnTo>
                    <a:pt x="25216" y="120"/>
                  </a:lnTo>
                  <a:lnTo>
                    <a:pt x="18875" y="482"/>
                  </a:lnTo>
                  <a:lnTo>
                    <a:pt x="12553" y="1084"/>
                  </a:lnTo>
                  <a:lnTo>
                    <a:pt x="6258" y="1926"/>
                  </a:lnTo>
                  <a:lnTo>
                    <a:pt x="0" y="3007"/>
                  </a:lnTo>
                  <a:lnTo>
                    <a:pt x="3156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256080" y="1684510"/>
              <a:ext cx="334319" cy="331323"/>
            </a:xfrm>
            <a:custGeom>
              <a:avLst/>
              <a:pathLst>
                <a:path w="334319" h="331323">
                  <a:moveTo>
                    <a:pt x="135588" y="0"/>
                  </a:moveTo>
                  <a:lnTo>
                    <a:pt x="130407" y="1081"/>
                  </a:lnTo>
                  <a:lnTo>
                    <a:pt x="125263" y="2326"/>
                  </a:lnTo>
                  <a:lnTo>
                    <a:pt x="120160" y="3733"/>
                  </a:lnTo>
                  <a:lnTo>
                    <a:pt x="115105" y="5301"/>
                  </a:lnTo>
                  <a:lnTo>
                    <a:pt x="110102" y="7029"/>
                  </a:lnTo>
                  <a:lnTo>
                    <a:pt x="105157" y="8914"/>
                  </a:lnTo>
                  <a:lnTo>
                    <a:pt x="100273" y="10954"/>
                  </a:lnTo>
                  <a:lnTo>
                    <a:pt x="95457" y="13148"/>
                  </a:lnTo>
                  <a:lnTo>
                    <a:pt x="90712" y="15494"/>
                  </a:lnTo>
                  <a:lnTo>
                    <a:pt x="86044" y="17988"/>
                  </a:lnTo>
                  <a:lnTo>
                    <a:pt x="81457" y="20629"/>
                  </a:lnTo>
                  <a:lnTo>
                    <a:pt x="76957" y="23414"/>
                  </a:lnTo>
                  <a:lnTo>
                    <a:pt x="72546" y="26340"/>
                  </a:lnTo>
                  <a:lnTo>
                    <a:pt x="68231" y="29404"/>
                  </a:lnTo>
                  <a:lnTo>
                    <a:pt x="64014" y="32603"/>
                  </a:lnTo>
                  <a:lnTo>
                    <a:pt x="59901" y="35934"/>
                  </a:lnTo>
                  <a:lnTo>
                    <a:pt x="55896" y="39393"/>
                  </a:lnTo>
                  <a:lnTo>
                    <a:pt x="52002" y="42978"/>
                  </a:lnTo>
                  <a:lnTo>
                    <a:pt x="48224" y="46684"/>
                  </a:lnTo>
                  <a:lnTo>
                    <a:pt x="44564" y="50508"/>
                  </a:lnTo>
                  <a:lnTo>
                    <a:pt x="41028" y="54446"/>
                  </a:lnTo>
                  <a:lnTo>
                    <a:pt x="37618" y="58494"/>
                  </a:lnTo>
                  <a:lnTo>
                    <a:pt x="34338" y="62647"/>
                  </a:lnTo>
                  <a:lnTo>
                    <a:pt x="31191" y="66903"/>
                  </a:lnTo>
                  <a:lnTo>
                    <a:pt x="28180" y="71256"/>
                  </a:lnTo>
                  <a:lnTo>
                    <a:pt x="25309" y="75702"/>
                  </a:lnTo>
                  <a:lnTo>
                    <a:pt x="22579" y="80236"/>
                  </a:lnTo>
                  <a:lnTo>
                    <a:pt x="19995" y="84855"/>
                  </a:lnTo>
                  <a:lnTo>
                    <a:pt x="17558" y="89554"/>
                  </a:lnTo>
                  <a:lnTo>
                    <a:pt x="15272" y="94327"/>
                  </a:lnTo>
                  <a:lnTo>
                    <a:pt x="13137" y="99170"/>
                  </a:lnTo>
                  <a:lnTo>
                    <a:pt x="11157" y="104078"/>
                  </a:lnTo>
                  <a:lnTo>
                    <a:pt x="9333" y="109047"/>
                  </a:lnTo>
                  <a:lnTo>
                    <a:pt x="7667" y="114070"/>
                  </a:lnTo>
                  <a:lnTo>
                    <a:pt x="6162" y="119144"/>
                  </a:lnTo>
                  <a:lnTo>
                    <a:pt x="4817" y="124264"/>
                  </a:lnTo>
                  <a:lnTo>
                    <a:pt x="3636" y="129423"/>
                  </a:lnTo>
                  <a:lnTo>
                    <a:pt x="2618" y="134616"/>
                  </a:lnTo>
                  <a:lnTo>
                    <a:pt x="1765" y="139840"/>
                  </a:lnTo>
                  <a:lnTo>
                    <a:pt x="1078" y="145088"/>
                  </a:lnTo>
                  <a:lnTo>
                    <a:pt x="558" y="150355"/>
                  </a:lnTo>
                  <a:lnTo>
                    <a:pt x="204" y="155636"/>
                  </a:lnTo>
                  <a:lnTo>
                    <a:pt x="18" y="160925"/>
                  </a:lnTo>
                  <a:lnTo>
                    <a:pt x="0" y="166218"/>
                  </a:lnTo>
                  <a:lnTo>
                    <a:pt x="148" y="171508"/>
                  </a:lnTo>
                  <a:lnTo>
                    <a:pt x="465" y="176792"/>
                  </a:lnTo>
                  <a:lnTo>
                    <a:pt x="948" y="182062"/>
                  </a:lnTo>
                  <a:lnTo>
                    <a:pt x="1598" y="187315"/>
                  </a:lnTo>
                  <a:lnTo>
                    <a:pt x="2414" y="192544"/>
                  </a:lnTo>
                  <a:lnTo>
                    <a:pt x="3395" y="197745"/>
                  </a:lnTo>
                  <a:lnTo>
                    <a:pt x="4541" y="202912"/>
                  </a:lnTo>
                  <a:lnTo>
                    <a:pt x="5849" y="208041"/>
                  </a:lnTo>
                  <a:lnTo>
                    <a:pt x="7319" y="213125"/>
                  </a:lnTo>
                  <a:lnTo>
                    <a:pt x="8949" y="218160"/>
                  </a:lnTo>
                  <a:lnTo>
                    <a:pt x="10738" y="223142"/>
                  </a:lnTo>
                  <a:lnTo>
                    <a:pt x="12684" y="228064"/>
                  </a:lnTo>
                  <a:lnTo>
                    <a:pt x="14784" y="232922"/>
                  </a:lnTo>
                  <a:lnTo>
                    <a:pt x="17037" y="237711"/>
                  </a:lnTo>
                  <a:lnTo>
                    <a:pt x="19441" y="242426"/>
                  </a:lnTo>
                  <a:lnTo>
                    <a:pt x="21993" y="247063"/>
                  </a:lnTo>
                  <a:lnTo>
                    <a:pt x="24690" y="251617"/>
                  </a:lnTo>
                  <a:lnTo>
                    <a:pt x="27530" y="256083"/>
                  </a:lnTo>
                  <a:lnTo>
                    <a:pt x="30510" y="260457"/>
                  </a:lnTo>
                  <a:lnTo>
                    <a:pt x="33627" y="264735"/>
                  </a:lnTo>
                  <a:lnTo>
                    <a:pt x="36878" y="268911"/>
                  </a:lnTo>
                  <a:lnTo>
                    <a:pt x="40259" y="272983"/>
                  </a:lnTo>
                  <a:lnTo>
                    <a:pt x="43768" y="276946"/>
                  </a:lnTo>
                  <a:lnTo>
                    <a:pt x="47400" y="280795"/>
                  </a:lnTo>
                  <a:lnTo>
                    <a:pt x="51152" y="284528"/>
                  </a:lnTo>
                  <a:lnTo>
                    <a:pt x="55021" y="288140"/>
                  </a:lnTo>
                  <a:lnTo>
                    <a:pt x="59002" y="291627"/>
                  </a:lnTo>
                  <a:lnTo>
                    <a:pt x="63091" y="294987"/>
                  </a:lnTo>
                  <a:lnTo>
                    <a:pt x="67285" y="298216"/>
                  </a:lnTo>
                  <a:lnTo>
                    <a:pt x="71579" y="301310"/>
                  </a:lnTo>
                  <a:lnTo>
                    <a:pt x="75969" y="304267"/>
                  </a:lnTo>
                  <a:lnTo>
                    <a:pt x="80450" y="307084"/>
                  </a:lnTo>
                  <a:lnTo>
                    <a:pt x="85018" y="309757"/>
                  </a:lnTo>
                  <a:lnTo>
                    <a:pt x="89668" y="312284"/>
                  </a:lnTo>
                  <a:lnTo>
                    <a:pt x="94396" y="314663"/>
                  </a:lnTo>
                  <a:lnTo>
                    <a:pt x="99197" y="316890"/>
                  </a:lnTo>
                  <a:lnTo>
                    <a:pt x="104066" y="318965"/>
                  </a:lnTo>
                  <a:lnTo>
                    <a:pt x="108998" y="320885"/>
                  </a:lnTo>
                  <a:lnTo>
                    <a:pt x="113989" y="322647"/>
                  </a:lnTo>
                  <a:lnTo>
                    <a:pt x="119033" y="324251"/>
                  </a:lnTo>
                  <a:lnTo>
                    <a:pt x="124125" y="325694"/>
                  </a:lnTo>
                  <a:lnTo>
                    <a:pt x="129260" y="326975"/>
                  </a:lnTo>
                  <a:lnTo>
                    <a:pt x="134433" y="328093"/>
                  </a:lnTo>
                  <a:lnTo>
                    <a:pt x="139639" y="329047"/>
                  </a:lnTo>
                  <a:lnTo>
                    <a:pt x="144873" y="329835"/>
                  </a:lnTo>
                  <a:lnTo>
                    <a:pt x="150129" y="330458"/>
                  </a:lnTo>
                  <a:lnTo>
                    <a:pt x="155402" y="330913"/>
                  </a:lnTo>
                  <a:lnTo>
                    <a:pt x="160687" y="331202"/>
                  </a:lnTo>
                  <a:lnTo>
                    <a:pt x="165978" y="331323"/>
                  </a:lnTo>
                  <a:lnTo>
                    <a:pt x="171271" y="331276"/>
                  </a:lnTo>
                  <a:lnTo>
                    <a:pt x="176559" y="331062"/>
                  </a:lnTo>
                  <a:lnTo>
                    <a:pt x="181838" y="330681"/>
                  </a:lnTo>
                  <a:lnTo>
                    <a:pt x="187102" y="330133"/>
                  </a:lnTo>
                  <a:lnTo>
                    <a:pt x="192346" y="329418"/>
                  </a:lnTo>
                  <a:lnTo>
                    <a:pt x="197565" y="328538"/>
                  </a:lnTo>
                  <a:lnTo>
                    <a:pt x="202754" y="327492"/>
                  </a:lnTo>
                  <a:lnTo>
                    <a:pt x="207906" y="326284"/>
                  </a:lnTo>
                  <a:lnTo>
                    <a:pt x="213018" y="324912"/>
                  </a:lnTo>
                  <a:lnTo>
                    <a:pt x="218084" y="323380"/>
                  </a:lnTo>
                  <a:lnTo>
                    <a:pt x="223099" y="321688"/>
                  </a:lnTo>
                  <a:lnTo>
                    <a:pt x="228058" y="319838"/>
                  </a:lnTo>
                  <a:lnTo>
                    <a:pt x="232956" y="317832"/>
                  </a:lnTo>
                  <a:lnTo>
                    <a:pt x="237787" y="315672"/>
                  </a:lnTo>
                  <a:lnTo>
                    <a:pt x="242548" y="313360"/>
                  </a:lnTo>
                  <a:lnTo>
                    <a:pt x="247234" y="310898"/>
                  </a:lnTo>
                  <a:lnTo>
                    <a:pt x="251839" y="308289"/>
                  </a:lnTo>
                  <a:lnTo>
                    <a:pt x="256359" y="305536"/>
                  </a:lnTo>
                  <a:lnTo>
                    <a:pt x="260790" y="302642"/>
                  </a:lnTo>
                  <a:lnTo>
                    <a:pt x="265127" y="299608"/>
                  </a:lnTo>
                  <a:lnTo>
                    <a:pt x="269366" y="296438"/>
                  </a:lnTo>
                  <a:lnTo>
                    <a:pt x="273502" y="293136"/>
                  </a:lnTo>
                  <a:lnTo>
                    <a:pt x="277532" y="289705"/>
                  </a:lnTo>
                  <a:lnTo>
                    <a:pt x="281451" y="286148"/>
                  </a:lnTo>
                  <a:lnTo>
                    <a:pt x="285255" y="282469"/>
                  </a:lnTo>
                  <a:lnTo>
                    <a:pt x="288942" y="278671"/>
                  </a:lnTo>
                  <a:lnTo>
                    <a:pt x="292506" y="274758"/>
                  </a:lnTo>
                  <a:lnTo>
                    <a:pt x="295944" y="270734"/>
                  </a:lnTo>
                  <a:lnTo>
                    <a:pt x="299253" y="266604"/>
                  </a:lnTo>
                  <a:lnTo>
                    <a:pt x="302430" y="262370"/>
                  </a:lnTo>
                  <a:lnTo>
                    <a:pt x="305471" y="258039"/>
                  </a:lnTo>
                  <a:lnTo>
                    <a:pt x="308374" y="253613"/>
                  </a:lnTo>
                  <a:lnTo>
                    <a:pt x="311135" y="249098"/>
                  </a:lnTo>
                  <a:lnTo>
                    <a:pt x="313752" y="244497"/>
                  </a:lnTo>
                  <a:lnTo>
                    <a:pt x="316222" y="239816"/>
                  </a:lnTo>
                  <a:lnTo>
                    <a:pt x="318542" y="235059"/>
                  </a:lnTo>
                  <a:lnTo>
                    <a:pt x="320710" y="230231"/>
                  </a:lnTo>
                  <a:lnTo>
                    <a:pt x="322725" y="225337"/>
                  </a:lnTo>
                  <a:lnTo>
                    <a:pt x="324584" y="220381"/>
                  </a:lnTo>
                  <a:lnTo>
                    <a:pt x="326285" y="215369"/>
                  </a:lnTo>
                  <a:lnTo>
                    <a:pt x="327826" y="210306"/>
                  </a:lnTo>
                  <a:lnTo>
                    <a:pt x="329206" y="205197"/>
                  </a:lnTo>
                  <a:lnTo>
                    <a:pt x="330424" y="200046"/>
                  </a:lnTo>
                  <a:lnTo>
                    <a:pt x="331479" y="194859"/>
                  </a:lnTo>
                  <a:lnTo>
                    <a:pt x="332368" y="189642"/>
                  </a:lnTo>
                  <a:lnTo>
                    <a:pt x="333092" y="184399"/>
                  </a:lnTo>
                  <a:lnTo>
                    <a:pt x="333649" y="179136"/>
                  </a:lnTo>
                  <a:lnTo>
                    <a:pt x="334040" y="173858"/>
                  </a:lnTo>
                  <a:lnTo>
                    <a:pt x="334264" y="168570"/>
                  </a:lnTo>
                  <a:lnTo>
                    <a:pt x="334319" y="163277"/>
                  </a:lnTo>
                  <a:lnTo>
                    <a:pt x="334208" y="157986"/>
                  </a:lnTo>
                  <a:lnTo>
                    <a:pt x="333929" y="152701"/>
                  </a:lnTo>
                  <a:lnTo>
                    <a:pt x="333482" y="147427"/>
                  </a:lnTo>
                  <a:lnTo>
                    <a:pt x="332869" y="142170"/>
                  </a:lnTo>
                  <a:lnTo>
                    <a:pt x="332090" y="136935"/>
                  </a:lnTo>
                  <a:lnTo>
                    <a:pt x="331145" y="131727"/>
                  </a:lnTo>
                  <a:lnTo>
                    <a:pt x="330036" y="126552"/>
                  </a:lnTo>
                  <a:lnTo>
                    <a:pt x="328764" y="121414"/>
                  </a:lnTo>
                  <a:lnTo>
                    <a:pt x="327330" y="116320"/>
                  </a:lnTo>
                  <a:lnTo>
                    <a:pt x="325735" y="111273"/>
                  </a:lnTo>
                  <a:lnTo>
                    <a:pt x="323982" y="106279"/>
                  </a:lnTo>
                  <a:lnTo>
                    <a:pt x="322071" y="101344"/>
                  </a:lnTo>
                  <a:lnTo>
                    <a:pt x="320005" y="96471"/>
                  </a:lnTo>
                  <a:lnTo>
                    <a:pt x="317785" y="91666"/>
                  </a:lnTo>
                  <a:lnTo>
                    <a:pt x="315415" y="86934"/>
                  </a:lnTo>
                  <a:lnTo>
                    <a:pt x="312896" y="82279"/>
                  </a:lnTo>
                  <a:lnTo>
                    <a:pt x="310231" y="77706"/>
                  </a:lnTo>
                  <a:lnTo>
                    <a:pt x="307422" y="73220"/>
                  </a:lnTo>
                  <a:lnTo>
                    <a:pt x="304473" y="68826"/>
                  </a:lnTo>
                  <a:lnTo>
                    <a:pt x="301386" y="64526"/>
                  </a:lnTo>
                  <a:lnTo>
                    <a:pt x="298165" y="60327"/>
                  </a:lnTo>
                  <a:lnTo>
                    <a:pt x="294812" y="56232"/>
                  </a:lnTo>
                  <a:lnTo>
                    <a:pt x="291331" y="52244"/>
                  </a:lnTo>
                  <a:lnTo>
                    <a:pt x="287726" y="48369"/>
                  </a:lnTo>
                  <a:lnTo>
                    <a:pt x="284000" y="44611"/>
                  </a:lnTo>
                  <a:lnTo>
                    <a:pt x="280157" y="40971"/>
                  </a:lnTo>
                  <a:lnTo>
                    <a:pt x="276201" y="37456"/>
                  </a:lnTo>
                  <a:lnTo>
                    <a:pt x="272135" y="34067"/>
                  </a:lnTo>
                  <a:lnTo>
                    <a:pt x="267964" y="30809"/>
                  </a:lnTo>
                  <a:lnTo>
                    <a:pt x="263692" y="27685"/>
                  </a:lnTo>
                  <a:lnTo>
                    <a:pt x="259323" y="24697"/>
                  </a:lnTo>
                  <a:lnTo>
                    <a:pt x="254862" y="21849"/>
                  </a:lnTo>
                  <a:lnTo>
                    <a:pt x="167154" y="164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423235" y="1681503"/>
              <a:ext cx="87708" cy="167167"/>
            </a:xfrm>
            <a:custGeom>
              <a:avLst/>
              <a:pathLst>
                <a:path w="87708" h="167167">
                  <a:moveTo>
                    <a:pt x="87708" y="24857"/>
                  </a:moveTo>
                  <a:lnTo>
                    <a:pt x="82744" y="21914"/>
                  </a:lnTo>
                  <a:lnTo>
                    <a:pt x="77681" y="19145"/>
                  </a:lnTo>
                  <a:lnTo>
                    <a:pt x="72526" y="16552"/>
                  </a:lnTo>
                  <a:lnTo>
                    <a:pt x="67285" y="14139"/>
                  </a:lnTo>
                  <a:lnTo>
                    <a:pt x="61963" y="11907"/>
                  </a:lnTo>
                  <a:lnTo>
                    <a:pt x="56567" y="9861"/>
                  </a:lnTo>
                  <a:lnTo>
                    <a:pt x="51104" y="8003"/>
                  </a:lnTo>
                  <a:lnTo>
                    <a:pt x="45581" y="6334"/>
                  </a:lnTo>
                  <a:lnTo>
                    <a:pt x="40003" y="4856"/>
                  </a:lnTo>
                  <a:lnTo>
                    <a:pt x="34377" y="3572"/>
                  </a:lnTo>
                  <a:lnTo>
                    <a:pt x="28710" y="2483"/>
                  </a:lnTo>
                  <a:lnTo>
                    <a:pt x="23009" y="1591"/>
                  </a:lnTo>
                  <a:lnTo>
                    <a:pt x="17281" y="895"/>
                  </a:lnTo>
                  <a:lnTo>
                    <a:pt x="11532" y="398"/>
                  </a:lnTo>
                  <a:lnTo>
                    <a:pt x="5769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853892" y="1322571"/>
              <a:ext cx="334292" cy="334334"/>
            </a:xfrm>
            <a:custGeom>
              <a:avLst/>
              <a:pathLst>
                <a:path w="334292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5" y="756"/>
                  </a:lnTo>
                  <a:lnTo>
                    <a:pt x="145984" y="1344"/>
                  </a:lnTo>
                  <a:lnTo>
                    <a:pt x="140733" y="2099"/>
                  </a:lnTo>
                  <a:lnTo>
                    <a:pt x="135509" y="3021"/>
                  </a:lnTo>
                  <a:lnTo>
                    <a:pt x="130317" y="4107"/>
                  </a:lnTo>
                  <a:lnTo>
                    <a:pt x="125162" y="5358"/>
                  </a:lnTo>
                  <a:lnTo>
                    <a:pt x="120049" y="6771"/>
                  </a:lnTo>
                  <a:lnTo>
                    <a:pt x="114984" y="8346"/>
                  </a:lnTo>
                  <a:lnTo>
                    <a:pt x="109971" y="10081"/>
                  </a:lnTo>
                  <a:lnTo>
                    <a:pt x="105015" y="11974"/>
                  </a:lnTo>
                  <a:lnTo>
                    <a:pt x="100123" y="14024"/>
                  </a:lnTo>
                  <a:lnTo>
                    <a:pt x="95297" y="16227"/>
                  </a:lnTo>
                  <a:lnTo>
                    <a:pt x="90545" y="18583"/>
                  </a:lnTo>
                  <a:lnTo>
                    <a:pt x="85869" y="21088"/>
                  </a:lnTo>
                  <a:lnTo>
                    <a:pt x="81275" y="23741"/>
                  </a:lnTo>
                  <a:lnTo>
                    <a:pt x="76767" y="26537"/>
                  </a:lnTo>
                  <a:lnTo>
                    <a:pt x="72351" y="29476"/>
                  </a:lnTo>
                  <a:lnTo>
                    <a:pt x="68030" y="32553"/>
                  </a:lnTo>
                  <a:lnTo>
                    <a:pt x="63809" y="35765"/>
                  </a:lnTo>
                  <a:lnTo>
                    <a:pt x="59692" y="39110"/>
                  </a:lnTo>
                  <a:lnTo>
                    <a:pt x="55683" y="42584"/>
                  </a:lnTo>
                  <a:lnTo>
                    <a:pt x="51786" y="46183"/>
                  </a:lnTo>
                  <a:lnTo>
                    <a:pt x="48006" y="49904"/>
                  </a:lnTo>
                  <a:lnTo>
                    <a:pt x="44345" y="53743"/>
                  </a:lnTo>
                  <a:lnTo>
                    <a:pt x="40808" y="57697"/>
                  </a:lnTo>
                  <a:lnTo>
                    <a:pt x="37398" y="61760"/>
                  </a:lnTo>
                  <a:lnTo>
                    <a:pt x="34119" y="65930"/>
                  </a:lnTo>
                  <a:lnTo>
                    <a:pt x="30974" y="70202"/>
                  </a:lnTo>
                  <a:lnTo>
                    <a:pt x="27966" y="74571"/>
                  </a:lnTo>
                  <a:lnTo>
                    <a:pt x="25099" y="79034"/>
                  </a:lnTo>
                  <a:lnTo>
                    <a:pt x="22374" y="83585"/>
                  </a:lnTo>
                  <a:lnTo>
                    <a:pt x="19795" y="88220"/>
                  </a:lnTo>
                  <a:lnTo>
                    <a:pt x="17364" y="92935"/>
                  </a:lnTo>
                  <a:lnTo>
                    <a:pt x="15084" y="97725"/>
                  </a:lnTo>
                  <a:lnTo>
                    <a:pt x="12957" y="102585"/>
                  </a:lnTo>
                  <a:lnTo>
                    <a:pt x="10986" y="107509"/>
                  </a:lnTo>
                  <a:lnTo>
                    <a:pt x="9172" y="112494"/>
                  </a:lnTo>
                  <a:lnTo>
                    <a:pt x="7517" y="117534"/>
                  </a:lnTo>
                  <a:lnTo>
                    <a:pt x="6022" y="122624"/>
                  </a:lnTo>
                  <a:lnTo>
                    <a:pt x="4690" y="127758"/>
                  </a:lnTo>
                  <a:lnTo>
                    <a:pt x="3522" y="132932"/>
                  </a:lnTo>
                  <a:lnTo>
                    <a:pt x="2518" y="138141"/>
                  </a:lnTo>
                  <a:lnTo>
                    <a:pt x="1680" y="143379"/>
                  </a:lnTo>
                  <a:lnTo>
                    <a:pt x="1008" y="148641"/>
                  </a:lnTo>
                  <a:lnTo>
                    <a:pt x="504" y="153922"/>
                  </a:lnTo>
                  <a:lnTo>
                    <a:pt x="168" y="159216"/>
                  </a:lnTo>
                  <a:lnTo>
                    <a:pt x="0" y="164518"/>
                  </a:lnTo>
                  <a:lnTo>
                    <a:pt x="0" y="169822"/>
                  </a:lnTo>
                  <a:lnTo>
                    <a:pt x="168" y="175124"/>
                  </a:lnTo>
                  <a:lnTo>
                    <a:pt x="505" y="180418"/>
                  </a:lnTo>
                  <a:lnTo>
                    <a:pt x="1009" y="185699"/>
                  </a:lnTo>
                  <a:lnTo>
                    <a:pt x="1680" y="190961"/>
                  </a:lnTo>
                  <a:lnTo>
                    <a:pt x="2519" y="196199"/>
                  </a:lnTo>
                  <a:lnTo>
                    <a:pt x="3523" y="201407"/>
                  </a:lnTo>
                  <a:lnTo>
                    <a:pt x="4692" y="206582"/>
                  </a:lnTo>
                  <a:lnTo>
                    <a:pt x="6024" y="211716"/>
                  </a:lnTo>
                  <a:lnTo>
                    <a:pt x="7518" y="216806"/>
                  </a:lnTo>
                  <a:lnTo>
                    <a:pt x="9174" y="221845"/>
                  </a:lnTo>
                  <a:lnTo>
                    <a:pt x="10988" y="226830"/>
                  </a:lnTo>
                  <a:lnTo>
                    <a:pt x="12960" y="231755"/>
                  </a:lnTo>
                  <a:lnTo>
                    <a:pt x="15087" y="236614"/>
                  </a:lnTo>
                  <a:lnTo>
                    <a:pt x="17367" y="241404"/>
                  </a:lnTo>
                  <a:lnTo>
                    <a:pt x="19797" y="246119"/>
                  </a:lnTo>
                  <a:lnTo>
                    <a:pt x="22377" y="250754"/>
                  </a:lnTo>
                  <a:lnTo>
                    <a:pt x="25102" y="255305"/>
                  </a:lnTo>
                  <a:lnTo>
                    <a:pt x="27970" y="259768"/>
                  </a:lnTo>
                  <a:lnTo>
                    <a:pt x="30978" y="264137"/>
                  </a:lnTo>
                  <a:lnTo>
                    <a:pt x="34123" y="268409"/>
                  </a:lnTo>
                  <a:lnTo>
                    <a:pt x="37402" y="272578"/>
                  </a:lnTo>
                  <a:lnTo>
                    <a:pt x="40812" y="276642"/>
                  </a:lnTo>
                  <a:lnTo>
                    <a:pt x="44349" y="280595"/>
                  </a:lnTo>
                  <a:lnTo>
                    <a:pt x="48010" y="284434"/>
                  </a:lnTo>
                  <a:lnTo>
                    <a:pt x="51790" y="288155"/>
                  </a:lnTo>
                  <a:lnTo>
                    <a:pt x="55687" y="291754"/>
                  </a:lnTo>
                  <a:lnTo>
                    <a:pt x="59696" y="295228"/>
                  </a:lnTo>
                  <a:lnTo>
                    <a:pt x="63814" y="298572"/>
                  </a:lnTo>
                  <a:lnTo>
                    <a:pt x="68035" y="301785"/>
                  </a:lnTo>
                  <a:lnTo>
                    <a:pt x="72356" y="304862"/>
                  </a:lnTo>
                  <a:lnTo>
                    <a:pt x="76773" y="307800"/>
                  </a:lnTo>
                  <a:lnTo>
                    <a:pt x="81280" y="310596"/>
                  </a:lnTo>
                  <a:lnTo>
                    <a:pt x="85874" y="313249"/>
                  </a:lnTo>
                  <a:lnTo>
                    <a:pt x="90550" y="315754"/>
                  </a:lnTo>
                  <a:lnTo>
                    <a:pt x="95303" y="318109"/>
                  </a:lnTo>
                  <a:lnTo>
                    <a:pt x="100128" y="320313"/>
                  </a:lnTo>
                  <a:lnTo>
                    <a:pt x="105021" y="322362"/>
                  </a:lnTo>
                  <a:lnTo>
                    <a:pt x="109976" y="324255"/>
                  </a:lnTo>
                  <a:lnTo>
                    <a:pt x="114989" y="325990"/>
                  </a:lnTo>
                  <a:lnTo>
                    <a:pt x="120055" y="327564"/>
                  </a:lnTo>
                  <a:lnTo>
                    <a:pt x="125167" y="328978"/>
                  </a:lnTo>
                  <a:lnTo>
                    <a:pt x="130323" y="330228"/>
                  </a:lnTo>
                  <a:lnTo>
                    <a:pt x="135515" y="331315"/>
                  </a:lnTo>
                  <a:lnTo>
                    <a:pt x="140739" y="332235"/>
                  </a:lnTo>
                  <a:lnTo>
                    <a:pt x="145989" y="332990"/>
                  </a:lnTo>
                  <a:lnTo>
                    <a:pt x="151261" y="333578"/>
                  </a:lnTo>
                  <a:lnTo>
                    <a:pt x="156549" y="333998"/>
                  </a:lnTo>
                  <a:lnTo>
                    <a:pt x="161848" y="334250"/>
                  </a:lnTo>
                  <a:lnTo>
                    <a:pt x="167152" y="334334"/>
                  </a:lnTo>
                  <a:lnTo>
                    <a:pt x="172456" y="334250"/>
                  </a:lnTo>
                  <a:lnTo>
                    <a:pt x="177754" y="333997"/>
                  </a:lnTo>
                  <a:lnTo>
                    <a:pt x="183042" y="333577"/>
                  </a:lnTo>
                  <a:lnTo>
                    <a:pt x="188314" y="332989"/>
                  </a:lnTo>
                  <a:lnTo>
                    <a:pt x="193565" y="332234"/>
                  </a:lnTo>
                  <a:lnTo>
                    <a:pt x="198789" y="331312"/>
                  </a:lnTo>
                  <a:lnTo>
                    <a:pt x="203981" y="330226"/>
                  </a:lnTo>
                  <a:lnTo>
                    <a:pt x="209136" y="328975"/>
                  </a:lnTo>
                  <a:lnTo>
                    <a:pt x="214249" y="327561"/>
                  </a:lnTo>
                  <a:lnTo>
                    <a:pt x="219314" y="325986"/>
                  </a:lnTo>
                  <a:lnTo>
                    <a:pt x="224327" y="324251"/>
                  </a:lnTo>
                  <a:lnTo>
                    <a:pt x="229282" y="322357"/>
                  </a:lnTo>
                  <a:lnTo>
                    <a:pt x="234175" y="320308"/>
                  </a:lnTo>
                  <a:lnTo>
                    <a:pt x="239000" y="318104"/>
                  </a:lnTo>
                  <a:lnTo>
                    <a:pt x="243753" y="315748"/>
                  </a:lnTo>
                  <a:lnTo>
                    <a:pt x="248428" y="313243"/>
                  </a:lnTo>
                  <a:lnTo>
                    <a:pt x="253022" y="310590"/>
                  </a:lnTo>
                  <a:lnTo>
                    <a:pt x="257529" y="307793"/>
                  </a:lnTo>
                  <a:lnTo>
                    <a:pt x="261946" y="304855"/>
                  </a:lnTo>
                  <a:lnTo>
                    <a:pt x="266267" y="301778"/>
                  </a:lnTo>
                  <a:lnTo>
                    <a:pt x="270488" y="298565"/>
                  </a:lnTo>
                  <a:lnTo>
                    <a:pt x="274605" y="295220"/>
                  </a:lnTo>
                  <a:lnTo>
                    <a:pt x="278613" y="291746"/>
                  </a:lnTo>
                  <a:lnTo>
                    <a:pt x="282510" y="288147"/>
                  </a:lnTo>
                  <a:lnTo>
                    <a:pt x="286290" y="284425"/>
                  </a:lnTo>
                  <a:lnTo>
                    <a:pt x="289951" y="280586"/>
                  </a:lnTo>
                  <a:lnTo>
                    <a:pt x="293488" y="276633"/>
                  </a:lnTo>
                  <a:lnTo>
                    <a:pt x="296897" y="272569"/>
                  </a:lnTo>
                  <a:lnTo>
                    <a:pt x="300176" y="268399"/>
                  </a:lnTo>
                  <a:lnTo>
                    <a:pt x="303321" y="264127"/>
                  </a:lnTo>
                  <a:lnTo>
                    <a:pt x="306329" y="259758"/>
                  </a:lnTo>
                  <a:lnTo>
                    <a:pt x="309197" y="255295"/>
                  </a:lnTo>
                  <a:lnTo>
                    <a:pt x="311921" y="250744"/>
                  </a:lnTo>
                  <a:lnTo>
                    <a:pt x="314500" y="246108"/>
                  </a:lnTo>
                  <a:lnTo>
                    <a:pt x="316931" y="241393"/>
                  </a:lnTo>
                  <a:lnTo>
                    <a:pt x="319210" y="236603"/>
                  </a:lnTo>
                  <a:lnTo>
                    <a:pt x="321337" y="231744"/>
                  </a:lnTo>
                  <a:lnTo>
                    <a:pt x="323308" y="226819"/>
                  </a:lnTo>
                  <a:lnTo>
                    <a:pt x="325122" y="221834"/>
                  </a:lnTo>
                  <a:lnTo>
                    <a:pt x="326777" y="216794"/>
                  </a:lnTo>
                  <a:lnTo>
                    <a:pt x="328271" y="211705"/>
                  </a:lnTo>
                  <a:lnTo>
                    <a:pt x="329603" y="206570"/>
                  </a:lnTo>
                  <a:lnTo>
                    <a:pt x="330772" y="201396"/>
                  </a:lnTo>
                  <a:lnTo>
                    <a:pt x="331775" y="196187"/>
                  </a:lnTo>
                  <a:lnTo>
                    <a:pt x="332613" y="190949"/>
                  </a:lnTo>
                  <a:lnTo>
                    <a:pt x="333284" y="185687"/>
                  </a:lnTo>
                  <a:lnTo>
                    <a:pt x="333788" y="180406"/>
                  </a:lnTo>
                  <a:lnTo>
                    <a:pt x="334124" y="175112"/>
                  </a:lnTo>
                  <a:lnTo>
                    <a:pt x="334292" y="169810"/>
                  </a:lnTo>
                  <a:lnTo>
                    <a:pt x="334292" y="164506"/>
                  </a:lnTo>
                  <a:lnTo>
                    <a:pt x="334124" y="159204"/>
                  </a:lnTo>
                  <a:lnTo>
                    <a:pt x="333787" y="153910"/>
                  </a:lnTo>
                  <a:lnTo>
                    <a:pt x="333282" y="148629"/>
                  </a:lnTo>
                  <a:lnTo>
                    <a:pt x="332611" y="143367"/>
                  </a:lnTo>
                  <a:lnTo>
                    <a:pt x="331772" y="138129"/>
                  </a:lnTo>
                  <a:lnTo>
                    <a:pt x="330768" y="132921"/>
                  </a:lnTo>
                  <a:lnTo>
                    <a:pt x="329599" y="127747"/>
                  </a:lnTo>
                  <a:lnTo>
                    <a:pt x="328266" y="122612"/>
                  </a:lnTo>
                  <a:lnTo>
                    <a:pt x="326772" y="117522"/>
                  </a:lnTo>
                  <a:lnTo>
                    <a:pt x="325116" y="112483"/>
                  </a:lnTo>
                  <a:lnTo>
                    <a:pt x="323302" y="107498"/>
                  </a:lnTo>
                  <a:lnTo>
                    <a:pt x="321330" y="102574"/>
                  </a:lnTo>
                  <a:lnTo>
                    <a:pt x="319203" y="97714"/>
                  </a:lnTo>
                  <a:lnTo>
                    <a:pt x="316923" y="92925"/>
                  </a:lnTo>
                  <a:lnTo>
                    <a:pt x="314492" y="88210"/>
                  </a:lnTo>
                  <a:lnTo>
                    <a:pt x="311912" y="83575"/>
                  </a:lnTo>
                  <a:lnTo>
                    <a:pt x="309187" y="79024"/>
                  </a:lnTo>
                  <a:lnTo>
                    <a:pt x="306319" y="74561"/>
                  </a:lnTo>
                  <a:lnTo>
                    <a:pt x="303311" y="70192"/>
                  </a:lnTo>
                  <a:lnTo>
                    <a:pt x="300165" y="65921"/>
                  </a:lnTo>
                  <a:lnTo>
                    <a:pt x="296886" y="61751"/>
                  </a:lnTo>
                  <a:lnTo>
                    <a:pt x="293476" y="57688"/>
                  </a:lnTo>
                  <a:lnTo>
                    <a:pt x="289939" y="53735"/>
                  </a:lnTo>
                  <a:lnTo>
                    <a:pt x="286278" y="49896"/>
                  </a:lnTo>
                  <a:lnTo>
                    <a:pt x="282497" y="46175"/>
                  </a:lnTo>
                  <a:lnTo>
                    <a:pt x="278600" y="42576"/>
                  </a:lnTo>
                  <a:lnTo>
                    <a:pt x="274591" y="39102"/>
                  </a:lnTo>
                  <a:lnTo>
                    <a:pt x="270474" y="35758"/>
                  </a:lnTo>
                  <a:lnTo>
                    <a:pt x="266252" y="32546"/>
                  </a:lnTo>
                  <a:lnTo>
                    <a:pt x="261931" y="29469"/>
                  </a:lnTo>
                  <a:lnTo>
                    <a:pt x="257514" y="26531"/>
                  </a:lnTo>
                  <a:lnTo>
                    <a:pt x="253007" y="23734"/>
                  </a:lnTo>
                  <a:lnTo>
                    <a:pt x="248413" y="21082"/>
                  </a:lnTo>
                  <a:lnTo>
                    <a:pt x="243737" y="18578"/>
                  </a:lnTo>
                  <a:lnTo>
                    <a:pt x="238984" y="16222"/>
                  </a:lnTo>
                  <a:lnTo>
                    <a:pt x="234158" y="14019"/>
                  </a:lnTo>
                  <a:lnTo>
                    <a:pt x="229265" y="11970"/>
                  </a:lnTo>
                  <a:lnTo>
                    <a:pt x="224310" y="10077"/>
                  </a:lnTo>
                  <a:lnTo>
                    <a:pt x="219297" y="8342"/>
                  </a:lnTo>
                  <a:lnTo>
                    <a:pt x="214232" y="6768"/>
                  </a:lnTo>
                  <a:lnTo>
                    <a:pt x="209119" y="5355"/>
                  </a:lnTo>
                  <a:lnTo>
                    <a:pt x="203963" y="4104"/>
                  </a:lnTo>
                  <a:lnTo>
                    <a:pt x="198771" y="3018"/>
                  </a:lnTo>
                  <a:lnTo>
                    <a:pt x="193547" y="2097"/>
                  </a:lnTo>
                  <a:lnTo>
                    <a:pt x="188296" y="1343"/>
                  </a:lnTo>
                  <a:lnTo>
                    <a:pt x="183025" y="755"/>
                  </a:lnTo>
                  <a:lnTo>
                    <a:pt x="177737" y="335"/>
                  </a:lnTo>
                  <a:lnTo>
                    <a:pt x="172438" y="83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571"/>
              <a:ext cx="5292" cy="167167"/>
            </a:xfrm>
            <a:custGeom>
              <a:avLst/>
              <a:pathLst>
                <a:path w="5292" h="167167">
                  <a:moveTo>
                    <a:pt x="5292" y="8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378100" y="1071028"/>
              <a:ext cx="334325" cy="334324"/>
            </a:xfrm>
            <a:custGeom>
              <a:avLst/>
              <a:pathLst>
                <a:path w="334325" h="334324">
                  <a:moveTo>
                    <a:pt x="167158" y="0"/>
                  </a:moveTo>
                  <a:lnTo>
                    <a:pt x="161873" y="83"/>
                  </a:lnTo>
                  <a:lnTo>
                    <a:pt x="156592" y="334"/>
                  </a:lnTo>
                  <a:lnTo>
                    <a:pt x="151323" y="751"/>
                  </a:lnTo>
                  <a:lnTo>
                    <a:pt x="146069" y="1335"/>
                  </a:lnTo>
                  <a:lnTo>
                    <a:pt x="140836" y="2085"/>
                  </a:lnTo>
                  <a:lnTo>
                    <a:pt x="135630" y="3000"/>
                  </a:lnTo>
                  <a:lnTo>
                    <a:pt x="130455" y="4078"/>
                  </a:lnTo>
                  <a:lnTo>
                    <a:pt x="125317" y="5320"/>
                  </a:lnTo>
                  <a:lnTo>
                    <a:pt x="120221" y="6724"/>
                  </a:lnTo>
                  <a:lnTo>
                    <a:pt x="115171" y="8289"/>
                  </a:lnTo>
                  <a:lnTo>
                    <a:pt x="110174" y="10012"/>
                  </a:lnTo>
                  <a:lnTo>
                    <a:pt x="105234" y="11892"/>
                  </a:lnTo>
                  <a:lnTo>
                    <a:pt x="100355" y="13927"/>
                  </a:lnTo>
                  <a:lnTo>
                    <a:pt x="95544" y="16116"/>
                  </a:lnTo>
                  <a:lnTo>
                    <a:pt x="90804" y="18456"/>
                  </a:lnTo>
                  <a:lnTo>
                    <a:pt x="86140" y="20944"/>
                  </a:lnTo>
                  <a:lnTo>
                    <a:pt x="81557" y="23579"/>
                  </a:lnTo>
                  <a:lnTo>
                    <a:pt x="77060" y="26357"/>
                  </a:lnTo>
                  <a:lnTo>
                    <a:pt x="72653" y="29277"/>
                  </a:lnTo>
                  <a:lnTo>
                    <a:pt x="68341" y="32333"/>
                  </a:lnTo>
                  <a:lnTo>
                    <a:pt x="64127" y="35525"/>
                  </a:lnTo>
                  <a:lnTo>
                    <a:pt x="60016" y="38849"/>
                  </a:lnTo>
                  <a:lnTo>
                    <a:pt x="56013" y="42300"/>
                  </a:lnTo>
                  <a:lnTo>
                    <a:pt x="52120" y="45877"/>
                  </a:lnTo>
                  <a:lnTo>
                    <a:pt x="48343" y="49575"/>
                  </a:lnTo>
                  <a:lnTo>
                    <a:pt x="44684" y="53390"/>
                  </a:lnTo>
                  <a:lnTo>
                    <a:pt x="41148" y="57320"/>
                  </a:lnTo>
                  <a:lnTo>
                    <a:pt x="37738" y="61359"/>
                  </a:lnTo>
                  <a:lnTo>
                    <a:pt x="34457" y="65503"/>
                  </a:lnTo>
                  <a:lnTo>
                    <a:pt x="31309" y="69750"/>
                  </a:lnTo>
                  <a:lnTo>
                    <a:pt x="28297" y="74094"/>
                  </a:lnTo>
                  <a:lnTo>
                    <a:pt x="25424" y="78531"/>
                  </a:lnTo>
                  <a:lnTo>
                    <a:pt x="22692" y="83056"/>
                  </a:lnTo>
                  <a:lnTo>
                    <a:pt x="20105" y="87666"/>
                  </a:lnTo>
                  <a:lnTo>
                    <a:pt x="17665" y="92355"/>
                  </a:lnTo>
                  <a:lnTo>
                    <a:pt x="15374" y="97119"/>
                  </a:lnTo>
                  <a:lnTo>
                    <a:pt x="13235" y="101953"/>
                  </a:lnTo>
                  <a:lnTo>
                    <a:pt x="11250" y="106853"/>
                  </a:lnTo>
                  <a:lnTo>
                    <a:pt x="9421" y="111812"/>
                  </a:lnTo>
                  <a:lnTo>
                    <a:pt x="7750" y="116827"/>
                  </a:lnTo>
                  <a:lnTo>
                    <a:pt x="6238" y="121892"/>
                  </a:lnTo>
                  <a:lnTo>
                    <a:pt x="4887" y="127003"/>
                  </a:lnTo>
                  <a:lnTo>
                    <a:pt x="3698" y="132154"/>
                  </a:lnTo>
                  <a:lnTo>
                    <a:pt x="2673" y="137339"/>
                  </a:lnTo>
                  <a:lnTo>
                    <a:pt x="1812" y="142555"/>
                  </a:lnTo>
                  <a:lnTo>
                    <a:pt x="1117" y="147795"/>
                  </a:lnTo>
                  <a:lnTo>
                    <a:pt x="587" y="153055"/>
                  </a:lnTo>
                  <a:lnTo>
                    <a:pt x="224" y="158328"/>
                  </a:lnTo>
                  <a:lnTo>
                    <a:pt x="28" y="163611"/>
                  </a:lnTo>
                  <a:lnTo>
                    <a:pt x="0" y="168897"/>
                  </a:lnTo>
                  <a:lnTo>
                    <a:pt x="138" y="174181"/>
                  </a:lnTo>
                  <a:lnTo>
                    <a:pt x="443" y="179458"/>
                  </a:lnTo>
                  <a:lnTo>
                    <a:pt x="915" y="184723"/>
                  </a:lnTo>
                  <a:lnTo>
                    <a:pt x="1553" y="189971"/>
                  </a:lnTo>
                  <a:lnTo>
                    <a:pt x="2357" y="195195"/>
                  </a:lnTo>
                  <a:lnTo>
                    <a:pt x="3326" y="200392"/>
                  </a:lnTo>
                  <a:lnTo>
                    <a:pt x="4458" y="205555"/>
                  </a:lnTo>
                  <a:lnTo>
                    <a:pt x="5753" y="210680"/>
                  </a:lnTo>
                  <a:lnTo>
                    <a:pt x="7210" y="215762"/>
                  </a:lnTo>
                  <a:lnTo>
                    <a:pt x="8826" y="220795"/>
                  </a:lnTo>
                  <a:lnTo>
                    <a:pt x="10601" y="225774"/>
                  </a:lnTo>
                  <a:lnTo>
                    <a:pt x="12532" y="230695"/>
                  </a:lnTo>
                  <a:lnTo>
                    <a:pt x="14618" y="235552"/>
                  </a:lnTo>
                  <a:lnTo>
                    <a:pt x="16856" y="240340"/>
                  </a:lnTo>
                  <a:lnTo>
                    <a:pt x="19245" y="245056"/>
                  </a:lnTo>
                  <a:lnTo>
                    <a:pt x="21782" y="249694"/>
                  </a:lnTo>
                  <a:lnTo>
                    <a:pt x="24464" y="254249"/>
                  </a:lnTo>
                  <a:lnTo>
                    <a:pt x="27288" y="258717"/>
                  </a:lnTo>
                  <a:lnTo>
                    <a:pt x="30253" y="263094"/>
                  </a:lnTo>
                  <a:lnTo>
                    <a:pt x="33354" y="267374"/>
                  </a:lnTo>
                  <a:lnTo>
                    <a:pt x="36589" y="271555"/>
                  </a:lnTo>
                  <a:lnTo>
                    <a:pt x="39955" y="275631"/>
                  </a:lnTo>
                  <a:lnTo>
                    <a:pt x="43448" y="279598"/>
                  </a:lnTo>
                  <a:lnTo>
                    <a:pt x="47065" y="283454"/>
                  </a:lnTo>
                  <a:lnTo>
                    <a:pt x="50802" y="287193"/>
                  </a:lnTo>
                  <a:lnTo>
                    <a:pt x="54655" y="290811"/>
                  </a:lnTo>
                  <a:lnTo>
                    <a:pt x="58620" y="294307"/>
                  </a:lnTo>
                  <a:lnTo>
                    <a:pt x="62694" y="297675"/>
                  </a:lnTo>
                  <a:lnTo>
                    <a:pt x="66873" y="300913"/>
                  </a:lnTo>
                  <a:lnTo>
                    <a:pt x="71152" y="304016"/>
                  </a:lnTo>
                  <a:lnTo>
                    <a:pt x="75527" y="306983"/>
                  </a:lnTo>
                  <a:lnTo>
                    <a:pt x="79993" y="309811"/>
                  </a:lnTo>
                  <a:lnTo>
                    <a:pt x="84547" y="312495"/>
                  </a:lnTo>
                  <a:lnTo>
                    <a:pt x="89183" y="315035"/>
                  </a:lnTo>
                  <a:lnTo>
                    <a:pt x="93897" y="317426"/>
                  </a:lnTo>
                  <a:lnTo>
                    <a:pt x="98685" y="319667"/>
                  </a:lnTo>
                  <a:lnTo>
                    <a:pt x="103541" y="321756"/>
                  </a:lnTo>
                  <a:lnTo>
                    <a:pt x="108460" y="323690"/>
                  </a:lnTo>
                  <a:lnTo>
                    <a:pt x="113438" y="325468"/>
                  </a:lnTo>
                  <a:lnTo>
                    <a:pt x="118470" y="327087"/>
                  </a:lnTo>
                  <a:lnTo>
                    <a:pt x="123551" y="328547"/>
                  </a:lnTo>
                  <a:lnTo>
                    <a:pt x="128675" y="329845"/>
                  </a:lnTo>
                  <a:lnTo>
                    <a:pt x="133838" y="330980"/>
                  </a:lnTo>
                  <a:lnTo>
                    <a:pt x="139034" y="331952"/>
                  </a:lnTo>
                  <a:lnTo>
                    <a:pt x="144258" y="332758"/>
                  </a:lnTo>
                  <a:lnTo>
                    <a:pt x="149505" y="333400"/>
                  </a:lnTo>
                  <a:lnTo>
                    <a:pt x="154770" y="333875"/>
                  </a:lnTo>
                  <a:lnTo>
                    <a:pt x="160047" y="334183"/>
                  </a:lnTo>
                  <a:lnTo>
                    <a:pt x="165331" y="334324"/>
                  </a:lnTo>
                  <a:lnTo>
                    <a:pt x="170617" y="334299"/>
                  </a:lnTo>
                  <a:lnTo>
                    <a:pt x="175900" y="334106"/>
                  </a:lnTo>
                  <a:lnTo>
                    <a:pt x="181174" y="333746"/>
                  </a:lnTo>
                  <a:lnTo>
                    <a:pt x="186434" y="333219"/>
                  </a:lnTo>
                  <a:lnTo>
                    <a:pt x="191674" y="332527"/>
                  </a:lnTo>
                  <a:lnTo>
                    <a:pt x="196890" y="331669"/>
                  </a:lnTo>
                  <a:lnTo>
                    <a:pt x="202076" y="330647"/>
                  </a:lnTo>
                  <a:lnTo>
                    <a:pt x="207228" y="329461"/>
                  </a:lnTo>
                  <a:lnTo>
                    <a:pt x="212339" y="328113"/>
                  </a:lnTo>
                  <a:lnTo>
                    <a:pt x="217405" y="326604"/>
                  </a:lnTo>
                  <a:lnTo>
                    <a:pt x="222421" y="324936"/>
                  </a:lnTo>
                  <a:lnTo>
                    <a:pt x="227382" y="323109"/>
                  </a:lnTo>
                  <a:lnTo>
                    <a:pt x="232282" y="321127"/>
                  </a:lnTo>
                  <a:lnTo>
                    <a:pt x="237118" y="318991"/>
                  </a:lnTo>
                  <a:lnTo>
                    <a:pt x="241883" y="316703"/>
                  </a:lnTo>
                  <a:lnTo>
                    <a:pt x="246573" y="314266"/>
                  </a:lnTo>
                  <a:lnTo>
                    <a:pt x="251185" y="311682"/>
                  </a:lnTo>
                  <a:lnTo>
                    <a:pt x="255712" y="308953"/>
                  </a:lnTo>
                  <a:lnTo>
                    <a:pt x="260151" y="306082"/>
                  </a:lnTo>
                  <a:lnTo>
                    <a:pt x="264496" y="303072"/>
                  </a:lnTo>
                  <a:lnTo>
                    <a:pt x="268745" y="299927"/>
                  </a:lnTo>
                  <a:lnTo>
                    <a:pt x="272891" y="296648"/>
                  </a:lnTo>
                  <a:lnTo>
                    <a:pt x="276932" y="293241"/>
                  </a:lnTo>
                  <a:lnTo>
                    <a:pt x="280864" y="289707"/>
                  </a:lnTo>
                  <a:lnTo>
                    <a:pt x="284681" y="286050"/>
                  </a:lnTo>
                  <a:lnTo>
                    <a:pt x="288381" y="282275"/>
                  </a:lnTo>
                  <a:lnTo>
                    <a:pt x="291960" y="278385"/>
                  </a:lnTo>
                  <a:lnTo>
                    <a:pt x="295414" y="274383"/>
                  </a:lnTo>
                  <a:lnTo>
                    <a:pt x="298740" y="270274"/>
                  </a:lnTo>
                  <a:lnTo>
                    <a:pt x="301934" y="266063"/>
                  </a:lnTo>
                  <a:lnTo>
                    <a:pt x="304994" y="261752"/>
                  </a:lnTo>
                  <a:lnTo>
                    <a:pt x="307915" y="257347"/>
                  </a:lnTo>
                  <a:lnTo>
                    <a:pt x="310696" y="252851"/>
                  </a:lnTo>
                  <a:lnTo>
                    <a:pt x="313333" y="248270"/>
                  </a:lnTo>
                  <a:lnTo>
                    <a:pt x="315825" y="243608"/>
                  </a:lnTo>
                  <a:lnTo>
                    <a:pt x="318167" y="238869"/>
                  </a:lnTo>
                  <a:lnTo>
                    <a:pt x="320359" y="234058"/>
                  </a:lnTo>
                  <a:lnTo>
                    <a:pt x="322397" y="229181"/>
                  </a:lnTo>
                  <a:lnTo>
                    <a:pt x="324280" y="224242"/>
                  </a:lnTo>
                  <a:lnTo>
                    <a:pt x="326006" y="219246"/>
                  </a:lnTo>
                  <a:lnTo>
                    <a:pt x="327573" y="214197"/>
                  </a:lnTo>
                  <a:lnTo>
                    <a:pt x="328980" y="209102"/>
                  </a:lnTo>
                  <a:lnTo>
                    <a:pt x="330225" y="203964"/>
                  </a:lnTo>
                  <a:lnTo>
                    <a:pt x="331307" y="198790"/>
                  </a:lnTo>
                  <a:lnTo>
                    <a:pt x="332225" y="193584"/>
                  </a:lnTo>
                  <a:lnTo>
                    <a:pt x="332978" y="188352"/>
                  </a:lnTo>
                  <a:lnTo>
                    <a:pt x="333565" y="183099"/>
                  </a:lnTo>
                  <a:lnTo>
                    <a:pt x="333985" y="177829"/>
                  </a:lnTo>
                  <a:lnTo>
                    <a:pt x="334239" y="172549"/>
                  </a:lnTo>
                  <a:lnTo>
                    <a:pt x="334325" y="167264"/>
                  </a:lnTo>
                  <a:lnTo>
                    <a:pt x="334245" y="161978"/>
                  </a:lnTo>
                  <a:lnTo>
                    <a:pt x="333997" y="156698"/>
                  </a:lnTo>
                  <a:lnTo>
                    <a:pt x="333583" y="151428"/>
                  </a:lnTo>
                  <a:lnTo>
                    <a:pt x="333002" y="146174"/>
                  </a:lnTo>
                  <a:lnTo>
                    <a:pt x="332255" y="140941"/>
                  </a:lnTo>
                  <a:lnTo>
                    <a:pt x="331344" y="135734"/>
                  </a:lnTo>
                  <a:lnTo>
                    <a:pt x="330268" y="130559"/>
                  </a:lnTo>
                  <a:lnTo>
                    <a:pt x="329029" y="125420"/>
                  </a:lnTo>
                  <a:lnTo>
                    <a:pt x="327628" y="120323"/>
                  </a:lnTo>
                  <a:lnTo>
                    <a:pt x="326067" y="115273"/>
                  </a:lnTo>
                  <a:lnTo>
                    <a:pt x="324346" y="110274"/>
                  </a:lnTo>
                  <a:lnTo>
                    <a:pt x="322469" y="105333"/>
                  </a:lnTo>
                  <a:lnTo>
                    <a:pt x="320436" y="100453"/>
                  </a:lnTo>
                  <a:lnTo>
                    <a:pt x="318250" y="95640"/>
                  </a:lnTo>
                  <a:lnTo>
                    <a:pt x="315913" y="90899"/>
                  </a:lnTo>
                  <a:lnTo>
                    <a:pt x="313427" y="86234"/>
                  </a:lnTo>
                  <a:lnTo>
                    <a:pt x="310795" y="81649"/>
                  </a:lnTo>
                  <a:lnTo>
                    <a:pt x="308020" y="77151"/>
                  </a:lnTo>
                  <a:lnTo>
                    <a:pt x="305103" y="72742"/>
                  </a:lnTo>
                  <a:lnTo>
                    <a:pt x="302049" y="68428"/>
                  </a:lnTo>
                  <a:lnTo>
                    <a:pt x="298859" y="64212"/>
                  </a:lnTo>
                  <a:lnTo>
                    <a:pt x="295538" y="60099"/>
                  </a:lnTo>
                  <a:lnTo>
                    <a:pt x="292089" y="56094"/>
                  </a:lnTo>
                  <a:lnTo>
                    <a:pt x="288515" y="52199"/>
                  </a:lnTo>
                  <a:lnTo>
                    <a:pt x="284819" y="48420"/>
                  </a:lnTo>
                  <a:lnTo>
                    <a:pt x="281006" y="44759"/>
                  </a:lnTo>
                  <a:lnTo>
                    <a:pt x="277078" y="41221"/>
                  </a:lnTo>
                  <a:lnTo>
                    <a:pt x="273041" y="37808"/>
                  </a:lnTo>
                  <a:lnTo>
                    <a:pt x="268898" y="34525"/>
                  </a:lnTo>
                  <a:lnTo>
                    <a:pt x="264654" y="31375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102404"/>
              <a:ext cx="97495" cy="135792"/>
            </a:xfrm>
            <a:custGeom>
              <a:avLst/>
              <a:pathLst>
                <a:path w="97495" h="135792">
                  <a:moveTo>
                    <a:pt x="97495" y="0"/>
                  </a:moveTo>
                  <a:lnTo>
                    <a:pt x="0" y="1357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102404"/>
              <a:ext cx="97495" cy="135792"/>
            </a:xfrm>
            <a:custGeom>
              <a:avLst/>
              <a:pathLst>
                <a:path w="97495" h="135792">
                  <a:moveTo>
                    <a:pt x="97495" y="0"/>
                  </a:moveTo>
                  <a:lnTo>
                    <a:pt x="0" y="1357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102404"/>
              <a:ext cx="97495" cy="135792"/>
            </a:xfrm>
            <a:custGeom>
              <a:avLst/>
              <a:pathLst>
                <a:path w="97495" h="135792">
                  <a:moveTo>
                    <a:pt x="97495" y="0"/>
                  </a:moveTo>
                  <a:lnTo>
                    <a:pt x="0" y="1357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102404"/>
              <a:ext cx="97495" cy="135792"/>
            </a:xfrm>
            <a:custGeom>
              <a:avLst/>
              <a:pathLst>
                <a:path w="97495" h="135792">
                  <a:moveTo>
                    <a:pt x="97495" y="0"/>
                  </a:moveTo>
                  <a:lnTo>
                    <a:pt x="0" y="1357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102404"/>
              <a:ext cx="97495" cy="135792"/>
            </a:xfrm>
            <a:custGeom>
              <a:avLst/>
              <a:pathLst>
                <a:path w="97495" h="135792">
                  <a:moveTo>
                    <a:pt x="97495" y="0"/>
                  </a:moveTo>
                  <a:lnTo>
                    <a:pt x="0" y="1357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102404"/>
              <a:ext cx="97495" cy="135792"/>
            </a:xfrm>
            <a:custGeom>
              <a:avLst/>
              <a:pathLst>
                <a:path w="97495" h="135792">
                  <a:moveTo>
                    <a:pt x="97495" y="0"/>
                  </a:moveTo>
                  <a:lnTo>
                    <a:pt x="0" y="1357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102404"/>
              <a:ext cx="97495" cy="135792"/>
            </a:xfrm>
            <a:custGeom>
              <a:avLst/>
              <a:pathLst>
                <a:path w="97495" h="135792">
                  <a:moveTo>
                    <a:pt x="97495" y="0"/>
                  </a:moveTo>
                  <a:lnTo>
                    <a:pt x="0" y="1357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102404"/>
              <a:ext cx="97495" cy="135792"/>
            </a:xfrm>
            <a:custGeom>
              <a:avLst/>
              <a:pathLst>
                <a:path w="97495" h="135792">
                  <a:moveTo>
                    <a:pt x="97495" y="0"/>
                  </a:moveTo>
                  <a:lnTo>
                    <a:pt x="0" y="1357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02404"/>
              <a:ext cx="97495" cy="135792"/>
            </a:xfrm>
            <a:custGeom>
              <a:avLst/>
              <a:pathLst>
                <a:path w="97495" h="135792">
                  <a:moveTo>
                    <a:pt x="97495" y="0"/>
                  </a:moveTo>
                  <a:lnTo>
                    <a:pt x="0" y="1357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02404"/>
              <a:ext cx="97495" cy="135792"/>
            </a:xfrm>
            <a:custGeom>
              <a:avLst/>
              <a:pathLst>
                <a:path w="97495" h="135792">
                  <a:moveTo>
                    <a:pt x="97495" y="0"/>
                  </a:moveTo>
                  <a:lnTo>
                    <a:pt x="0" y="1357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02404"/>
              <a:ext cx="97495" cy="135792"/>
            </a:xfrm>
            <a:custGeom>
              <a:avLst/>
              <a:pathLst>
                <a:path w="97495" h="135792">
                  <a:moveTo>
                    <a:pt x="97495" y="0"/>
                  </a:moveTo>
                  <a:lnTo>
                    <a:pt x="0" y="1357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02404"/>
              <a:ext cx="97495" cy="135792"/>
            </a:xfrm>
            <a:custGeom>
              <a:avLst/>
              <a:pathLst>
                <a:path w="97495" h="135792">
                  <a:moveTo>
                    <a:pt x="97495" y="0"/>
                  </a:moveTo>
                  <a:lnTo>
                    <a:pt x="0" y="1357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02404"/>
              <a:ext cx="97495" cy="135792"/>
            </a:xfrm>
            <a:custGeom>
              <a:avLst/>
              <a:pathLst>
                <a:path w="97495" h="135792">
                  <a:moveTo>
                    <a:pt x="97495" y="0"/>
                  </a:moveTo>
                  <a:lnTo>
                    <a:pt x="0" y="1357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02404"/>
              <a:ext cx="97495" cy="135792"/>
            </a:xfrm>
            <a:custGeom>
              <a:avLst/>
              <a:pathLst>
                <a:path w="97495" h="135792">
                  <a:moveTo>
                    <a:pt x="97495" y="0"/>
                  </a:moveTo>
                  <a:lnTo>
                    <a:pt x="0" y="1357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02404"/>
              <a:ext cx="97495" cy="135792"/>
            </a:xfrm>
            <a:custGeom>
              <a:avLst/>
              <a:pathLst>
                <a:path w="97495" h="135792">
                  <a:moveTo>
                    <a:pt x="97495" y="0"/>
                  </a:moveTo>
                  <a:lnTo>
                    <a:pt x="0" y="1357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02404"/>
              <a:ext cx="97495" cy="135792"/>
            </a:xfrm>
            <a:custGeom>
              <a:avLst/>
              <a:pathLst>
                <a:path w="97495" h="135792">
                  <a:moveTo>
                    <a:pt x="97495" y="0"/>
                  </a:moveTo>
                  <a:lnTo>
                    <a:pt x="0" y="1357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02404"/>
              <a:ext cx="97495" cy="135792"/>
            </a:xfrm>
            <a:custGeom>
              <a:avLst/>
              <a:pathLst>
                <a:path w="97495" h="135792">
                  <a:moveTo>
                    <a:pt x="97495" y="0"/>
                  </a:moveTo>
                  <a:lnTo>
                    <a:pt x="0" y="1357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02404"/>
              <a:ext cx="97495" cy="135792"/>
            </a:xfrm>
            <a:custGeom>
              <a:avLst/>
              <a:pathLst>
                <a:path w="97495" h="135792">
                  <a:moveTo>
                    <a:pt x="97495" y="0"/>
                  </a:moveTo>
                  <a:lnTo>
                    <a:pt x="0" y="1357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02404"/>
              <a:ext cx="97495" cy="135792"/>
            </a:xfrm>
            <a:custGeom>
              <a:avLst/>
              <a:pathLst>
                <a:path w="97495" h="135792">
                  <a:moveTo>
                    <a:pt x="97495" y="0"/>
                  </a:moveTo>
                  <a:lnTo>
                    <a:pt x="0" y="1357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02404"/>
              <a:ext cx="97495" cy="135792"/>
            </a:xfrm>
            <a:custGeom>
              <a:avLst/>
              <a:pathLst>
                <a:path w="97495" h="135792">
                  <a:moveTo>
                    <a:pt x="97495" y="0"/>
                  </a:moveTo>
                  <a:lnTo>
                    <a:pt x="0" y="1357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01045"/>
              <a:ext cx="97495" cy="137150"/>
            </a:xfrm>
            <a:custGeom>
              <a:avLst/>
              <a:pathLst>
                <a:path w="97495" h="137150">
                  <a:moveTo>
                    <a:pt x="97495" y="1358"/>
                  </a:moveTo>
                  <a:lnTo>
                    <a:pt x="95575" y="0"/>
                  </a:lnTo>
                  <a:lnTo>
                    <a:pt x="0" y="1371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071028"/>
              <a:ext cx="95575" cy="167167"/>
            </a:xfrm>
            <a:custGeom>
              <a:avLst/>
              <a:pathLst>
                <a:path w="95575" h="167167">
                  <a:moveTo>
                    <a:pt x="95575" y="30016"/>
                  </a:moveTo>
                  <a:lnTo>
                    <a:pt x="90884" y="26864"/>
                  </a:lnTo>
                  <a:lnTo>
                    <a:pt x="86089" y="23871"/>
                  </a:lnTo>
                  <a:lnTo>
                    <a:pt x="81195" y="21043"/>
                  </a:lnTo>
                  <a:lnTo>
                    <a:pt x="76209" y="18382"/>
                  </a:lnTo>
                  <a:lnTo>
                    <a:pt x="71136" y="15890"/>
                  </a:lnTo>
                  <a:lnTo>
                    <a:pt x="65981" y="13572"/>
                  </a:lnTo>
                  <a:lnTo>
                    <a:pt x="60751" y="11429"/>
                  </a:lnTo>
                  <a:lnTo>
                    <a:pt x="55451" y="9465"/>
                  </a:lnTo>
                  <a:lnTo>
                    <a:pt x="50089" y="7680"/>
                  </a:lnTo>
                  <a:lnTo>
                    <a:pt x="44668" y="6078"/>
                  </a:lnTo>
                  <a:lnTo>
                    <a:pt x="39197" y="4660"/>
                  </a:lnTo>
                  <a:lnTo>
                    <a:pt x="33681" y="3428"/>
                  </a:lnTo>
                  <a:lnTo>
                    <a:pt x="28126" y="2383"/>
                  </a:lnTo>
                  <a:lnTo>
                    <a:pt x="22540" y="1526"/>
                  </a:lnTo>
                  <a:lnTo>
                    <a:pt x="16927" y="859"/>
                  </a:lnTo>
                  <a:lnTo>
                    <a:pt x="11295" y="382"/>
                  </a:lnTo>
                  <a:lnTo>
                    <a:pt x="5651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910108" y="941493"/>
              <a:ext cx="113435" cy="167167"/>
            </a:xfrm>
            <a:custGeom>
              <a:avLst/>
              <a:pathLst>
                <a:path w="113435" h="167167">
                  <a:moveTo>
                    <a:pt x="113435" y="0"/>
                  </a:moveTo>
                  <a:lnTo>
                    <a:pt x="107769" y="96"/>
                  </a:lnTo>
                  <a:lnTo>
                    <a:pt x="102110" y="384"/>
                  </a:lnTo>
                  <a:lnTo>
                    <a:pt x="96463" y="863"/>
                  </a:lnTo>
                  <a:lnTo>
                    <a:pt x="90836" y="1534"/>
                  </a:lnTo>
                  <a:lnTo>
                    <a:pt x="85235" y="2395"/>
                  </a:lnTo>
                  <a:lnTo>
                    <a:pt x="79666" y="3446"/>
                  </a:lnTo>
                  <a:lnTo>
                    <a:pt x="74136" y="4684"/>
                  </a:lnTo>
                  <a:lnTo>
                    <a:pt x="68652" y="6110"/>
                  </a:lnTo>
                  <a:lnTo>
                    <a:pt x="63219" y="7720"/>
                  </a:lnTo>
                  <a:lnTo>
                    <a:pt x="57843" y="9514"/>
                  </a:lnTo>
                  <a:lnTo>
                    <a:pt x="52531" y="11489"/>
                  </a:lnTo>
                  <a:lnTo>
                    <a:pt x="47290" y="13642"/>
                  </a:lnTo>
                  <a:lnTo>
                    <a:pt x="42124" y="15973"/>
                  </a:lnTo>
                  <a:lnTo>
                    <a:pt x="37041" y="18477"/>
                  </a:lnTo>
                  <a:lnTo>
                    <a:pt x="32045" y="21151"/>
                  </a:lnTo>
                  <a:lnTo>
                    <a:pt x="27142" y="23994"/>
                  </a:lnTo>
                  <a:lnTo>
                    <a:pt x="22339" y="27001"/>
                  </a:lnTo>
                  <a:lnTo>
                    <a:pt x="17641" y="30169"/>
                  </a:lnTo>
                  <a:lnTo>
                    <a:pt x="13052" y="33495"/>
                  </a:lnTo>
                  <a:lnTo>
                    <a:pt x="8579" y="36974"/>
                  </a:lnTo>
                  <a:lnTo>
                    <a:pt x="4227" y="40603"/>
                  </a:lnTo>
                  <a:lnTo>
                    <a:pt x="0" y="44377"/>
                  </a:lnTo>
                  <a:lnTo>
                    <a:pt x="11343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910108" y="985871"/>
              <a:ext cx="113435" cy="122789"/>
            </a:xfrm>
            <a:custGeom>
              <a:avLst/>
              <a:pathLst>
                <a:path w="113435" h="122789">
                  <a:moveTo>
                    <a:pt x="0" y="0"/>
                  </a:moveTo>
                  <a:lnTo>
                    <a:pt x="113435" y="1227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910108" y="985871"/>
              <a:ext cx="113435" cy="122789"/>
            </a:xfrm>
            <a:custGeom>
              <a:avLst/>
              <a:pathLst>
                <a:path w="113435" h="122789">
                  <a:moveTo>
                    <a:pt x="0" y="0"/>
                  </a:moveTo>
                  <a:lnTo>
                    <a:pt x="113435" y="12278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910108" y="985871"/>
              <a:ext cx="113435" cy="122789"/>
            </a:xfrm>
            <a:custGeom>
              <a:avLst/>
              <a:pathLst>
                <a:path w="113435" h="122789">
                  <a:moveTo>
                    <a:pt x="0" y="0"/>
                  </a:moveTo>
                  <a:lnTo>
                    <a:pt x="113435" y="12278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10108" y="985871"/>
              <a:ext cx="113435" cy="122789"/>
            </a:xfrm>
            <a:custGeom>
              <a:avLst/>
              <a:pathLst>
                <a:path w="113435" h="122789">
                  <a:moveTo>
                    <a:pt x="0" y="0"/>
                  </a:moveTo>
                  <a:lnTo>
                    <a:pt x="113435" y="12278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10108" y="985871"/>
              <a:ext cx="113435" cy="122789"/>
            </a:xfrm>
            <a:custGeom>
              <a:avLst/>
              <a:pathLst>
                <a:path w="113435" h="122789">
                  <a:moveTo>
                    <a:pt x="0" y="0"/>
                  </a:moveTo>
                  <a:lnTo>
                    <a:pt x="113435" y="12278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10108" y="985871"/>
              <a:ext cx="113435" cy="122789"/>
            </a:xfrm>
            <a:custGeom>
              <a:avLst/>
              <a:pathLst>
                <a:path w="113435" h="122789">
                  <a:moveTo>
                    <a:pt x="0" y="0"/>
                  </a:moveTo>
                  <a:lnTo>
                    <a:pt x="113435" y="1227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10108" y="985871"/>
              <a:ext cx="113435" cy="122789"/>
            </a:xfrm>
            <a:custGeom>
              <a:avLst/>
              <a:pathLst>
                <a:path w="113435" h="122789">
                  <a:moveTo>
                    <a:pt x="0" y="0"/>
                  </a:moveTo>
                  <a:lnTo>
                    <a:pt x="113435" y="1227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10108" y="985871"/>
              <a:ext cx="113435" cy="122789"/>
            </a:xfrm>
            <a:custGeom>
              <a:avLst/>
              <a:pathLst>
                <a:path w="113435" h="122789">
                  <a:moveTo>
                    <a:pt x="0" y="0"/>
                  </a:moveTo>
                  <a:lnTo>
                    <a:pt x="113435" y="1227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10108" y="985871"/>
              <a:ext cx="113435" cy="122789"/>
            </a:xfrm>
            <a:custGeom>
              <a:avLst/>
              <a:pathLst>
                <a:path w="113435" h="122789">
                  <a:moveTo>
                    <a:pt x="0" y="0"/>
                  </a:moveTo>
                  <a:lnTo>
                    <a:pt x="113435" y="1227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10108" y="985871"/>
              <a:ext cx="113435" cy="122789"/>
            </a:xfrm>
            <a:custGeom>
              <a:avLst/>
              <a:pathLst>
                <a:path w="113435" h="122789">
                  <a:moveTo>
                    <a:pt x="0" y="0"/>
                  </a:moveTo>
                  <a:lnTo>
                    <a:pt x="113435" y="12278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10108" y="985871"/>
              <a:ext cx="113435" cy="122789"/>
            </a:xfrm>
            <a:custGeom>
              <a:avLst/>
              <a:pathLst>
                <a:path w="113435" h="122789">
                  <a:moveTo>
                    <a:pt x="0" y="0"/>
                  </a:moveTo>
                  <a:lnTo>
                    <a:pt x="113435" y="1227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10108" y="985871"/>
              <a:ext cx="113435" cy="122789"/>
            </a:xfrm>
            <a:custGeom>
              <a:avLst/>
              <a:pathLst>
                <a:path w="113435" h="122789">
                  <a:moveTo>
                    <a:pt x="0" y="0"/>
                  </a:moveTo>
                  <a:lnTo>
                    <a:pt x="113435" y="1227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10108" y="985871"/>
              <a:ext cx="113435" cy="122789"/>
            </a:xfrm>
            <a:custGeom>
              <a:avLst/>
              <a:pathLst>
                <a:path w="113435" h="122789">
                  <a:moveTo>
                    <a:pt x="0" y="0"/>
                  </a:moveTo>
                  <a:lnTo>
                    <a:pt x="113435" y="12278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10108" y="985871"/>
              <a:ext cx="113435" cy="122789"/>
            </a:xfrm>
            <a:custGeom>
              <a:avLst/>
              <a:pathLst>
                <a:path w="113435" h="122789">
                  <a:moveTo>
                    <a:pt x="0" y="0"/>
                  </a:moveTo>
                  <a:lnTo>
                    <a:pt x="113435" y="1227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10108" y="985871"/>
              <a:ext cx="113435" cy="122789"/>
            </a:xfrm>
            <a:custGeom>
              <a:avLst/>
              <a:pathLst>
                <a:path w="113435" h="122789">
                  <a:moveTo>
                    <a:pt x="0" y="0"/>
                  </a:moveTo>
                  <a:lnTo>
                    <a:pt x="113435" y="1227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10108" y="985871"/>
              <a:ext cx="113435" cy="122789"/>
            </a:xfrm>
            <a:custGeom>
              <a:avLst/>
              <a:pathLst>
                <a:path w="113435" h="122789">
                  <a:moveTo>
                    <a:pt x="0" y="0"/>
                  </a:moveTo>
                  <a:lnTo>
                    <a:pt x="113435" y="1227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10108" y="985871"/>
              <a:ext cx="113435" cy="122789"/>
            </a:xfrm>
            <a:custGeom>
              <a:avLst/>
              <a:pathLst>
                <a:path w="113435" h="122789">
                  <a:moveTo>
                    <a:pt x="0" y="0"/>
                  </a:moveTo>
                  <a:lnTo>
                    <a:pt x="113435" y="1227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10108" y="985871"/>
              <a:ext cx="113435" cy="122789"/>
            </a:xfrm>
            <a:custGeom>
              <a:avLst/>
              <a:pathLst>
                <a:path w="113435" h="122789">
                  <a:moveTo>
                    <a:pt x="0" y="0"/>
                  </a:moveTo>
                  <a:lnTo>
                    <a:pt x="113435" y="1227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10108" y="985871"/>
              <a:ext cx="113435" cy="122789"/>
            </a:xfrm>
            <a:custGeom>
              <a:avLst/>
              <a:pathLst>
                <a:path w="113435" h="122789">
                  <a:moveTo>
                    <a:pt x="0" y="0"/>
                  </a:moveTo>
                  <a:lnTo>
                    <a:pt x="113435" y="1227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856376" y="985871"/>
              <a:ext cx="334328" cy="289947"/>
            </a:xfrm>
            <a:custGeom>
              <a:avLst/>
              <a:pathLst>
                <a:path w="334328" h="289947">
                  <a:moveTo>
                    <a:pt x="53731" y="0"/>
                  </a:moveTo>
                  <a:lnTo>
                    <a:pt x="49884" y="3669"/>
                  </a:lnTo>
                  <a:lnTo>
                    <a:pt x="46156" y="7458"/>
                  </a:lnTo>
                  <a:lnTo>
                    <a:pt x="42550" y="11364"/>
                  </a:lnTo>
                  <a:lnTo>
                    <a:pt x="39069" y="15383"/>
                  </a:lnTo>
                  <a:lnTo>
                    <a:pt x="35719" y="19511"/>
                  </a:lnTo>
                  <a:lnTo>
                    <a:pt x="32501" y="23743"/>
                  </a:lnTo>
                  <a:lnTo>
                    <a:pt x="29420" y="28075"/>
                  </a:lnTo>
                  <a:lnTo>
                    <a:pt x="26478" y="32503"/>
                  </a:lnTo>
                  <a:lnTo>
                    <a:pt x="23678" y="37022"/>
                  </a:lnTo>
                  <a:lnTo>
                    <a:pt x="21024" y="41628"/>
                  </a:lnTo>
                  <a:lnTo>
                    <a:pt x="18517" y="46316"/>
                  </a:lnTo>
                  <a:lnTo>
                    <a:pt x="16160" y="51081"/>
                  </a:lnTo>
                  <a:lnTo>
                    <a:pt x="13957" y="55919"/>
                  </a:lnTo>
                  <a:lnTo>
                    <a:pt x="11908" y="60825"/>
                  </a:lnTo>
                  <a:lnTo>
                    <a:pt x="10016" y="65793"/>
                  </a:lnTo>
                  <a:lnTo>
                    <a:pt x="8283" y="70819"/>
                  </a:lnTo>
                  <a:lnTo>
                    <a:pt x="6711" y="75897"/>
                  </a:lnTo>
                  <a:lnTo>
                    <a:pt x="5301" y="81023"/>
                  </a:lnTo>
                  <a:lnTo>
                    <a:pt x="4055" y="86191"/>
                  </a:lnTo>
                  <a:lnTo>
                    <a:pt x="2973" y="91396"/>
                  </a:lnTo>
                  <a:lnTo>
                    <a:pt x="2058" y="96633"/>
                  </a:lnTo>
                  <a:lnTo>
                    <a:pt x="1310" y="101896"/>
                  </a:lnTo>
                  <a:lnTo>
                    <a:pt x="730" y="107180"/>
                  </a:lnTo>
                  <a:lnTo>
                    <a:pt x="317" y="112481"/>
                  </a:lnTo>
                  <a:lnTo>
                    <a:pt x="74" y="117791"/>
                  </a:lnTo>
                  <a:lnTo>
                    <a:pt x="0" y="123107"/>
                  </a:lnTo>
                  <a:lnTo>
                    <a:pt x="94" y="128422"/>
                  </a:lnTo>
                  <a:lnTo>
                    <a:pt x="358" y="133732"/>
                  </a:lnTo>
                  <a:lnTo>
                    <a:pt x="790" y="139030"/>
                  </a:lnTo>
                  <a:lnTo>
                    <a:pt x="1391" y="144313"/>
                  </a:lnTo>
                  <a:lnTo>
                    <a:pt x="2159" y="149573"/>
                  </a:lnTo>
                  <a:lnTo>
                    <a:pt x="3094" y="154806"/>
                  </a:lnTo>
                  <a:lnTo>
                    <a:pt x="4195" y="160007"/>
                  </a:lnTo>
                  <a:lnTo>
                    <a:pt x="5461" y="165170"/>
                  </a:lnTo>
                  <a:lnTo>
                    <a:pt x="6890" y="170291"/>
                  </a:lnTo>
                  <a:lnTo>
                    <a:pt x="8482" y="175363"/>
                  </a:lnTo>
                  <a:lnTo>
                    <a:pt x="10234" y="180382"/>
                  </a:lnTo>
                  <a:lnTo>
                    <a:pt x="12144" y="185343"/>
                  </a:lnTo>
                  <a:lnTo>
                    <a:pt x="14212" y="190241"/>
                  </a:lnTo>
                  <a:lnTo>
                    <a:pt x="16434" y="195071"/>
                  </a:lnTo>
                  <a:lnTo>
                    <a:pt x="18808" y="199827"/>
                  </a:lnTo>
                  <a:lnTo>
                    <a:pt x="21333" y="204505"/>
                  </a:lnTo>
                  <a:lnTo>
                    <a:pt x="24005" y="209101"/>
                  </a:lnTo>
                  <a:lnTo>
                    <a:pt x="26822" y="213610"/>
                  </a:lnTo>
                  <a:lnTo>
                    <a:pt x="29781" y="218026"/>
                  </a:lnTo>
                  <a:lnTo>
                    <a:pt x="32879" y="222347"/>
                  </a:lnTo>
                  <a:lnTo>
                    <a:pt x="36112" y="226567"/>
                  </a:lnTo>
                  <a:lnTo>
                    <a:pt x="39478" y="230681"/>
                  </a:lnTo>
                  <a:lnTo>
                    <a:pt x="42974" y="234687"/>
                  </a:lnTo>
                  <a:lnTo>
                    <a:pt x="46595" y="238579"/>
                  </a:lnTo>
                  <a:lnTo>
                    <a:pt x="50337" y="242355"/>
                  </a:lnTo>
                  <a:lnTo>
                    <a:pt x="54198" y="246009"/>
                  </a:lnTo>
                  <a:lnTo>
                    <a:pt x="58174" y="249539"/>
                  </a:lnTo>
                  <a:lnTo>
                    <a:pt x="62259" y="252941"/>
                  </a:lnTo>
                  <a:lnTo>
                    <a:pt x="66451" y="256210"/>
                  </a:lnTo>
                  <a:lnTo>
                    <a:pt x="70744" y="259346"/>
                  </a:lnTo>
                  <a:lnTo>
                    <a:pt x="75135" y="262343"/>
                  </a:lnTo>
                  <a:lnTo>
                    <a:pt x="79619" y="265198"/>
                  </a:lnTo>
                  <a:lnTo>
                    <a:pt x="84191" y="267910"/>
                  </a:lnTo>
                  <a:lnTo>
                    <a:pt x="88848" y="270475"/>
                  </a:lnTo>
                  <a:lnTo>
                    <a:pt x="93584" y="272891"/>
                  </a:lnTo>
                  <a:lnTo>
                    <a:pt x="98394" y="275155"/>
                  </a:lnTo>
                  <a:lnTo>
                    <a:pt x="103273" y="277264"/>
                  </a:lnTo>
                  <a:lnTo>
                    <a:pt x="108217" y="279218"/>
                  </a:lnTo>
                  <a:lnTo>
                    <a:pt x="113221" y="281013"/>
                  </a:lnTo>
                  <a:lnTo>
                    <a:pt x="118280" y="282649"/>
                  </a:lnTo>
                  <a:lnTo>
                    <a:pt x="123388" y="284122"/>
                  </a:lnTo>
                  <a:lnTo>
                    <a:pt x="128540" y="285433"/>
                  </a:lnTo>
                  <a:lnTo>
                    <a:pt x="133731" y="286579"/>
                  </a:lnTo>
                  <a:lnTo>
                    <a:pt x="138956" y="287559"/>
                  </a:lnTo>
                  <a:lnTo>
                    <a:pt x="144209" y="288373"/>
                  </a:lnTo>
                  <a:lnTo>
                    <a:pt x="149486" y="289019"/>
                  </a:lnTo>
                  <a:lnTo>
                    <a:pt x="154781" y="289497"/>
                  </a:lnTo>
                  <a:lnTo>
                    <a:pt x="160088" y="289807"/>
                  </a:lnTo>
                  <a:lnTo>
                    <a:pt x="165402" y="289947"/>
                  </a:lnTo>
                  <a:lnTo>
                    <a:pt x="170718" y="289919"/>
                  </a:lnTo>
                  <a:lnTo>
                    <a:pt x="176031" y="289721"/>
                  </a:lnTo>
                  <a:lnTo>
                    <a:pt x="181335" y="289355"/>
                  </a:lnTo>
                  <a:lnTo>
                    <a:pt x="186624" y="288820"/>
                  </a:lnTo>
                  <a:lnTo>
                    <a:pt x="191893" y="288118"/>
                  </a:lnTo>
                  <a:lnTo>
                    <a:pt x="197138" y="287248"/>
                  </a:lnTo>
                  <a:lnTo>
                    <a:pt x="202352" y="286212"/>
                  </a:lnTo>
                  <a:lnTo>
                    <a:pt x="207531" y="285010"/>
                  </a:lnTo>
                  <a:lnTo>
                    <a:pt x="212669" y="283645"/>
                  </a:lnTo>
                  <a:lnTo>
                    <a:pt x="217760" y="282117"/>
                  </a:lnTo>
                  <a:lnTo>
                    <a:pt x="222801" y="280427"/>
                  </a:lnTo>
                  <a:lnTo>
                    <a:pt x="227785" y="278579"/>
                  </a:lnTo>
                  <a:lnTo>
                    <a:pt x="232708" y="276572"/>
                  </a:lnTo>
                  <a:lnTo>
                    <a:pt x="237565" y="274410"/>
                  </a:lnTo>
                  <a:lnTo>
                    <a:pt x="242351" y="272095"/>
                  </a:lnTo>
                  <a:lnTo>
                    <a:pt x="247060" y="269629"/>
                  </a:lnTo>
                  <a:lnTo>
                    <a:pt x="251689" y="267014"/>
                  </a:lnTo>
                  <a:lnTo>
                    <a:pt x="256232" y="264254"/>
                  </a:lnTo>
                  <a:lnTo>
                    <a:pt x="260686" y="261350"/>
                  </a:lnTo>
                  <a:lnTo>
                    <a:pt x="265044" y="258307"/>
                  </a:lnTo>
                  <a:lnTo>
                    <a:pt x="269304" y="255126"/>
                  </a:lnTo>
                  <a:lnTo>
                    <a:pt x="273460" y="251811"/>
                  </a:lnTo>
                  <a:lnTo>
                    <a:pt x="277509" y="248366"/>
                  </a:lnTo>
                  <a:lnTo>
                    <a:pt x="281446" y="244794"/>
                  </a:lnTo>
                  <a:lnTo>
                    <a:pt x="285268" y="241098"/>
                  </a:lnTo>
                  <a:lnTo>
                    <a:pt x="288970" y="237283"/>
                  </a:lnTo>
                  <a:lnTo>
                    <a:pt x="292549" y="233352"/>
                  </a:lnTo>
                  <a:lnTo>
                    <a:pt x="296001" y="229310"/>
                  </a:lnTo>
                  <a:lnTo>
                    <a:pt x="299323" y="225159"/>
                  </a:lnTo>
                  <a:lnTo>
                    <a:pt x="302512" y="220905"/>
                  </a:lnTo>
                  <a:lnTo>
                    <a:pt x="305563" y="216552"/>
                  </a:lnTo>
                  <a:lnTo>
                    <a:pt x="308474" y="212104"/>
                  </a:lnTo>
                  <a:lnTo>
                    <a:pt x="311243" y="207565"/>
                  </a:lnTo>
                  <a:lnTo>
                    <a:pt x="313866" y="202941"/>
                  </a:lnTo>
                  <a:lnTo>
                    <a:pt x="316340" y="198236"/>
                  </a:lnTo>
                  <a:lnTo>
                    <a:pt x="318664" y="193454"/>
                  </a:lnTo>
                  <a:lnTo>
                    <a:pt x="320834" y="188601"/>
                  </a:lnTo>
                  <a:lnTo>
                    <a:pt x="322849" y="183682"/>
                  </a:lnTo>
                  <a:lnTo>
                    <a:pt x="324707" y="178701"/>
                  </a:lnTo>
                  <a:lnTo>
                    <a:pt x="326405" y="173663"/>
                  </a:lnTo>
                  <a:lnTo>
                    <a:pt x="327942" y="168574"/>
                  </a:lnTo>
                  <a:lnTo>
                    <a:pt x="329317" y="163439"/>
                  </a:lnTo>
                  <a:lnTo>
                    <a:pt x="330527" y="158262"/>
                  </a:lnTo>
                  <a:lnTo>
                    <a:pt x="331572" y="153050"/>
                  </a:lnTo>
                  <a:lnTo>
                    <a:pt x="332451" y="147807"/>
                  </a:lnTo>
                  <a:lnTo>
                    <a:pt x="333163" y="142538"/>
                  </a:lnTo>
                  <a:lnTo>
                    <a:pt x="333707" y="137250"/>
                  </a:lnTo>
                  <a:lnTo>
                    <a:pt x="334083" y="131947"/>
                  </a:lnTo>
                  <a:lnTo>
                    <a:pt x="334290" y="126635"/>
                  </a:lnTo>
                  <a:lnTo>
                    <a:pt x="334328" y="121319"/>
                  </a:lnTo>
                  <a:lnTo>
                    <a:pt x="334196" y="116004"/>
                  </a:lnTo>
                  <a:lnTo>
                    <a:pt x="333896" y="110697"/>
                  </a:lnTo>
                  <a:lnTo>
                    <a:pt x="333427" y="105401"/>
                  </a:lnTo>
                  <a:lnTo>
                    <a:pt x="332790" y="100123"/>
                  </a:lnTo>
                  <a:lnTo>
                    <a:pt x="331986" y="94868"/>
                  </a:lnTo>
                  <a:lnTo>
                    <a:pt x="331015" y="89642"/>
                  </a:lnTo>
                  <a:lnTo>
                    <a:pt x="329878" y="84448"/>
                  </a:lnTo>
                  <a:lnTo>
                    <a:pt x="328576" y="79294"/>
                  </a:lnTo>
                  <a:lnTo>
                    <a:pt x="327112" y="74184"/>
                  </a:lnTo>
                  <a:lnTo>
                    <a:pt x="325485" y="69122"/>
                  </a:lnTo>
                  <a:lnTo>
                    <a:pt x="323699" y="64115"/>
                  </a:lnTo>
                  <a:lnTo>
                    <a:pt x="321754" y="59168"/>
                  </a:lnTo>
                  <a:lnTo>
                    <a:pt x="319653" y="54284"/>
                  </a:lnTo>
                  <a:lnTo>
                    <a:pt x="317397" y="49470"/>
                  </a:lnTo>
                  <a:lnTo>
                    <a:pt x="314990" y="44730"/>
                  </a:lnTo>
                  <a:lnTo>
                    <a:pt x="312433" y="40069"/>
                  </a:lnTo>
                  <a:lnTo>
                    <a:pt x="309729" y="35492"/>
                  </a:lnTo>
                  <a:lnTo>
                    <a:pt x="306882" y="31003"/>
                  </a:lnTo>
                  <a:lnTo>
                    <a:pt x="303892" y="26607"/>
                  </a:lnTo>
                  <a:lnTo>
                    <a:pt x="300765" y="22308"/>
                  </a:lnTo>
                  <a:lnTo>
                    <a:pt x="297502" y="18111"/>
                  </a:lnTo>
                  <a:lnTo>
                    <a:pt x="294108" y="14019"/>
                  </a:lnTo>
                  <a:lnTo>
                    <a:pt x="290585" y="10038"/>
                  </a:lnTo>
                  <a:lnTo>
                    <a:pt x="286937" y="6171"/>
                  </a:lnTo>
                  <a:lnTo>
                    <a:pt x="283169" y="2421"/>
                  </a:lnTo>
                  <a:lnTo>
                    <a:pt x="167167" y="1227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5023544" y="941493"/>
              <a:ext cx="116001" cy="167167"/>
            </a:xfrm>
            <a:custGeom>
              <a:avLst/>
              <a:pathLst>
                <a:path w="116001" h="167167">
                  <a:moveTo>
                    <a:pt x="116001" y="46799"/>
                  </a:moveTo>
                  <a:lnTo>
                    <a:pt x="111924" y="42998"/>
                  </a:lnTo>
                  <a:lnTo>
                    <a:pt x="107722" y="39336"/>
                  </a:lnTo>
                  <a:lnTo>
                    <a:pt x="103401" y="35816"/>
                  </a:lnTo>
                  <a:lnTo>
                    <a:pt x="98964" y="32441"/>
                  </a:lnTo>
                  <a:lnTo>
                    <a:pt x="94418" y="29217"/>
                  </a:lnTo>
                  <a:lnTo>
                    <a:pt x="89766" y="26146"/>
                  </a:lnTo>
                  <a:lnTo>
                    <a:pt x="85015" y="23232"/>
                  </a:lnTo>
                  <a:lnTo>
                    <a:pt x="80169" y="20477"/>
                  </a:lnTo>
                  <a:lnTo>
                    <a:pt x="75234" y="17886"/>
                  </a:lnTo>
                  <a:lnTo>
                    <a:pt x="70215" y="15461"/>
                  </a:lnTo>
                  <a:lnTo>
                    <a:pt x="65119" y="13204"/>
                  </a:lnTo>
                  <a:lnTo>
                    <a:pt x="59950" y="11119"/>
                  </a:lnTo>
                  <a:lnTo>
                    <a:pt x="54714" y="9207"/>
                  </a:lnTo>
                  <a:lnTo>
                    <a:pt x="49417" y="7471"/>
                  </a:lnTo>
                  <a:lnTo>
                    <a:pt x="44066" y="5912"/>
                  </a:lnTo>
                  <a:lnTo>
                    <a:pt x="38665" y="4533"/>
                  </a:lnTo>
                  <a:lnTo>
                    <a:pt x="33222" y="3334"/>
                  </a:lnTo>
                  <a:lnTo>
                    <a:pt x="27741" y="2317"/>
                  </a:lnTo>
                  <a:lnTo>
                    <a:pt x="22230" y="1484"/>
                  </a:lnTo>
                  <a:lnTo>
                    <a:pt x="16694" y="835"/>
                  </a:lnTo>
                  <a:lnTo>
                    <a:pt x="11140" y="371"/>
                  </a:lnTo>
                  <a:lnTo>
                    <a:pt x="5573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319069" y="941493"/>
              <a:ext cx="167146" cy="167167"/>
            </a:xfrm>
            <a:custGeom>
              <a:avLst/>
              <a:pathLst>
                <a:path w="167146" h="167167">
                  <a:moveTo>
                    <a:pt x="167146" y="0"/>
                  </a:moveTo>
                  <a:lnTo>
                    <a:pt x="161732" y="87"/>
                  </a:lnTo>
                  <a:lnTo>
                    <a:pt x="156323" y="350"/>
                  </a:lnTo>
                  <a:lnTo>
                    <a:pt x="150925" y="788"/>
                  </a:lnTo>
                  <a:lnTo>
                    <a:pt x="145545" y="1401"/>
                  </a:lnTo>
                  <a:lnTo>
                    <a:pt x="140187" y="2188"/>
                  </a:lnTo>
                  <a:lnTo>
                    <a:pt x="134858" y="3147"/>
                  </a:lnTo>
                  <a:lnTo>
                    <a:pt x="129562" y="4279"/>
                  </a:lnTo>
                  <a:lnTo>
                    <a:pt x="124306" y="5582"/>
                  </a:lnTo>
                  <a:lnTo>
                    <a:pt x="119095" y="7054"/>
                  </a:lnTo>
                  <a:lnTo>
                    <a:pt x="113934" y="8695"/>
                  </a:lnTo>
                  <a:lnTo>
                    <a:pt x="108829" y="10501"/>
                  </a:lnTo>
                  <a:lnTo>
                    <a:pt x="103786" y="12472"/>
                  </a:lnTo>
                  <a:lnTo>
                    <a:pt x="98808" y="14606"/>
                  </a:lnTo>
                  <a:lnTo>
                    <a:pt x="93903" y="16899"/>
                  </a:lnTo>
                  <a:lnTo>
                    <a:pt x="89074" y="19350"/>
                  </a:lnTo>
                  <a:lnTo>
                    <a:pt x="84327" y="21957"/>
                  </a:lnTo>
                  <a:lnTo>
                    <a:pt x="79668" y="24715"/>
                  </a:lnTo>
                  <a:lnTo>
                    <a:pt x="75100" y="27623"/>
                  </a:lnTo>
                  <a:lnTo>
                    <a:pt x="70628" y="30678"/>
                  </a:lnTo>
                  <a:lnTo>
                    <a:pt x="66258" y="33876"/>
                  </a:lnTo>
                  <a:lnTo>
                    <a:pt x="61994" y="37213"/>
                  </a:lnTo>
                  <a:lnTo>
                    <a:pt x="57840" y="40687"/>
                  </a:lnTo>
                  <a:lnTo>
                    <a:pt x="53800" y="44294"/>
                  </a:lnTo>
                  <a:lnTo>
                    <a:pt x="49880" y="48030"/>
                  </a:lnTo>
                  <a:lnTo>
                    <a:pt x="46083" y="51890"/>
                  </a:lnTo>
                  <a:lnTo>
                    <a:pt x="42413" y="55872"/>
                  </a:lnTo>
                  <a:lnTo>
                    <a:pt x="38873" y="59971"/>
                  </a:lnTo>
                  <a:lnTo>
                    <a:pt x="35469" y="64181"/>
                  </a:lnTo>
                  <a:lnTo>
                    <a:pt x="32202" y="68500"/>
                  </a:lnTo>
                  <a:lnTo>
                    <a:pt x="29077" y="72923"/>
                  </a:lnTo>
                  <a:lnTo>
                    <a:pt x="26097" y="77444"/>
                  </a:lnTo>
                  <a:lnTo>
                    <a:pt x="23265" y="82060"/>
                  </a:lnTo>
                  <a:lnTo>
                    <a:pt x="20584" y="86765"/>
                  </a:lnTo>
                  <a:lnTo>
                    <a:pt x="18057" y="91554"/>
                  </a:lnTo>
                  <a:lnTo>
                    <a:pt x="15686" y="96423"/>
                  </a:lnTo>
                  <a:lnTo>
                    <a:pt x="13474" y="101366"/>
                  </a:lnTo>
                  <a:lnTo>
                    <a:pt x="11423" y="106377"/>
                  </a:lnTo>
                  <a:lnTo>
                    <a:pt x="9536" y="111453"/>
                  </a:lnTo>
                  <a:lnTo>
                    <a:pt x="7814" y="116587"/>
                  </a:lnTo>
                  <a:lnTo>
                    <a:pt x="6259" y="121774"/>
                  </a:lnTo>
                  <a:lnTo>
                    <a:pt x="4874" y="127009"/>
                  </a:lnTo>
                  <a:lnTo>
                    <a:pt x="3658" y="132286"/>
                  </a:lnTo>
                  <a:lnTo>
                    <a:pt x="2614" y="137600"/>
                  </a:lnTo>
                  <a:lnTo>
                    <a:pt x="1743" y="142944"/>
                  </a:lnTo>
                  <a:lnTo>
                    <a:pt x="1045" y="148314"/>
                  </a:lnTo>
                  <a:lnTo>
                    <a:pt x="522" y="153704"/>
                  </a:lnTo>
                  <a:lnTo>
                    <a:pt x="173" y="159108"/>
                  </a:lnTo>
                  <a:lnTo>
                    <a:pt x="0" y="164521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319069" y="1106014"/>
              <a:ext cx="167146" cy="2646"/>
            </a:xfrm>
            <a:custGeom>
              <a:avLst/>
              <a:pathLst>
                <a:path w="167146" h="2646">
                  <a:moveTo>
                    <a:pt x="0" y="0"/>
                  </a:moveTo>
                  <a:lnTo>
                    <a:pt x="167146" y="26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19069" y="1106014"/>
              <a:ext cx="167146" cy="2646"/>
            </a:xfrm>
            <a:custGeom>
              <a:avLst/>
              <a:pathLst>
                <a:path w="167146" h="2646">
                  <a:moveTo>
                    <a:pt x="0" y="0"/>
                  </a:moveTo>
                  <a:lnTo>
                    <a:pt x="167146" y="26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19069" y="1106014"/>
              <a:ext cx="167146" cy="2646"/>
            </a:xfrm>
            <a:custGeom>
              <a:avLst/>
              <a:pathLst>
                <a:path w="167146" h="2646">
                  <a:moveTo>
                    <a:pt x="0" y="0"/>
                  </a:moveTo>
                  <a:lnTo>
                    <a:pt x="167146" y="26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19069" y="1106014"/>
              <a:ext cx="167146" cy="2646"/>
            </a:xfrm>
            <a:custGeom>
              <a:avLst/>
              <a:pathLst>
                <a:path w="167146" h="2646">
                  <a:moveTo>
                    <a:pt x="0" y="0"/>
                  </a:moveTo>
                  <a:lnTo>
                    <a:pt x="167146" y="26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19069" y="1106014"/>
              <a:ext cx="167146" cy="2646"/>
            </a:xfrm>
            <a:custGeom>
              <a:avLst/>
              <a:pathLst>
                <a:path w="167146" h="2646">
                  <a:moveTo>
                    <a:pt x="0" y="0"/>
                  </a:moveTo>
                  <a:lnTo>
                    <a:pt x="167146" y="26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19069" y="1106014"/>
              <a:ext cx="167146" cy="2646"/>
            </a:xfrm>
            <a:custGeom>
              <a:avLst/>
              <a:pathLst>
                <a:path w="167146" h="2646">
                  <a:moveTo>
                    <a:pt x="0" y="0"/>
                  </a:moveTo>
                  <a:lnTo>
                    <a:pt x="167146" y="26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19069" y="1106014"/>
              <a:ext cx="167146" cy="2646"/>
            </a:xfrm>
            <a:custGeom>
              <a:avLst/>
              <a:pathLst>
                <a:path w="167146" h="2646">
                  <a:moveTo>
                    <a:pt x="0" y="0"/>
                  </a:moveTo>
                  <a:lnTo>
                    <a:pt x="167146" y="26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19069" y="1106014"/>
              <a:ext cx="167146" cy="2646"/>
            </a:xfrm>
            <a:custGeom>
              <a:avLst/>
              <a:pathLst>
                <a:path w="167146" h="2646">
                  <a:moveTo>
                    <a:pt x="0" y="0"/>
                  </a:moveTo>
                  <a:lnTo>
                    <a:pt x="167146" y="26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19069" y="1106014"/>
              <a:ext cx="167146" cy="2646"/>
            </a:xfrm>
            <a:custGeom>
              <a:avLst/>
              <a:pathLst>
                <a:path w="167146" h="2646">
                  <a:moveTo>
                    <a:pt x="0" y="0"/>
                  </a:moveTo>
                  <a:lnTo>
                    <a:pt x="167146" y="26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19069" y="1106014"/>
              <a:ext cx="167146" cy="2646"/>
            </a:xfrm>
            <a:custGeom>
              <a:avLst/>
              <a:pathLst>
                <a:path w="167146" h="2646">
                  <a:moveTo>
                    <a:pt x="0" y="0"/>
                  </a:moveTo>
                  <a:lnTo>
                    <a:pt x="167146" y="26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19069" y="1106014"/>
              <a:ext cx="167146" cy="2646"/>
            </a:xfrm>
            <a:custGeom>
              <a:avLst/>
              <a:pathLst>
                <a:path w="167146" h="2646">
                  <a:moveTo>
                    <a:pt x="0" y="0"/>
                  </a:moveTo>
                  <a:lnTo>
                    <a:pt x="167146" y="26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19069" y="1106014"/>
              <a:ext cx="167146" cy="2646"/>
            </a:xfrm>
            <a:custGeom>
              <a:avLst/>
              <a:pathLst>
                <a:path w="167146" h="2646">
                  <a:moveTo>
                    <a:pt x="0" y="0"/>
                  </a:moveTo>
                  <a:lnTo>
                    <a:pt x="167146" y="26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19069" y="1106014"/>
              <a:ext cx="167146" cy="2646"/>
            </a:xfrm>
            <a:custGeom>
              <a:avLst/>
              <a:pathLst>
                <a:path w="167146" h="2646">
                  <a:moveTo>
                    <a:pt x="0" y="0"/>
                  </a:moveTo>
                  <a:lnTo>
                    <a:pt x="167146" y="2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19069" y="1106014"/>
              <a:ext cx="167146" cy="2646"/>
            </a:xfrm>
            <a:custGeom>
              <a:avLst/>
              <a:pathLst>
                <a:path w="167146" h="2646">
                  <a:moveTo>
                    <a:pt x="0" y="0"/>
                  </a:moveTo>
                  <a:lnTo>
                    <a:pt x="167146" y="2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19069" y="1106014"/>
              <a:ext cx="167146" cy="2646"/>
            </a:xfrm>
            <a:custGeom>
              <a:avLst/>
              <a:pathLst>
                <a:path w="167146" h="2646">
                  <a:moveTo>
                    <a:pt x="0" y="0"/>
                  </a:moveTo>
                  <a:lnTo>
                    <a:pt x="167146" y="2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19069" y="1106014"/>
              <a:ext cx="167146" cy="2646"/>
            </a:xfrm>
            <a:custGeom>
              <a:avLst/>
              <a:pathLst>
                <a:path w="167146" h="2646">
                  <a:moveTo>
                    <a:pt x="0" y="0"/>
                  </a:moveTo>
                  <a:lnTo>
                    <a:pt x="167146" y="2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19069" y="1106014"/>
              <a:ext cx="167146" cy="2646"/>
            </a:xfrm>
            <a:custGeom>
              <a:avLst/>
              <a:pathLst>
                <a:path w="167146" h="2646">
                  <a:moveTo>
                    <a:pt x="0" y="0"/>
                  </a:moveTo>
                  <a:lnTo>
                    <a:pt x="167146" y="26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19069" y="1106014"/>
              <a:ext cx="167146" cy="2646"/>
            </a:xfrm>
            <a:custGeom>
              <a:avLst/>
              <a:pathLst>
                <a:path w="167146" h="2646">
                  <a:moveTo>
                    <a:pt x="0" y="0"/>
                  </a:moveTo>
                  <a:lnTo>
                    <a:pt x="167146" y="26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19069" y="1106014"/>
              <a:ext cx="167146" cy="164479"/>
            </a:xfrm>
            <a:custGeom>
              <a:avLst/>
              <a:pathLst>
                <a:path w="167146" h="164479">
                  <a:moveTo>
                    <a:pt x="0" y="0"/>
                  </a:moveTo>
                  <a:lnTo>
                    <a:pt x="2" y="5436"/>
                  </a:lnTo>
                  <a:lnTo>
                    <a:pt x="181" y="10869"/>
                  </a:lnTo>
                  <a:lnTo>
                    <a:pt x="537" y="16293"/>
                  </a:lnTo>
                  <a:lnTo>
                    <a:pt x="1068" y="21703"/>
                  </a:lnTo>
                  <a:lnTo>
                    <a:pt x="1776" y="27093"/>
                  </a:lnTo>
                  <a:lnTo>
                    <a:pt x="2658" y="32457"/>
                  </a:lnTo>
                  <a:lnTo>
                    <a:pt x="3714" y="37790"/>
                  </a:lnTo>
                  <a:lnTo>
                    <a:pt x="4944" y="43085"/>
                  </a:lnTo>
                  <a:lnTo>
                    <a:pt x="6344" y="48337"/>
                  </a:lnTo>
                  <a:lnTo>
                    <a:pt x="7915" y="53542"/>
                  </a:lnTo>
                  <a:lnTo>
                    <a:pt x="9654" y="58692"/>
                  </a:lnTo>
                  <a:lnTo>
                    <a:pt x="11559" y="63783"/>
                  </a:lnTo>
                  <a:lnTo>
                    <a:pt x="13630" y="68810"/>
                  </a:lnTo>
                  <a:lnTo>
                    <a:pt x="15862" y="73766"/>
                  </a:lnTo>
                  <a:lnTo>
                    <a:pt x="18254" y="78648"/>
                  </a:lnTo>
                  <a:lnTo>
                    <a:pt x="20804" y="83448"/>
                  </a:lnTo>
                  <a:lnTo>
                    <a:pt x="23509" y="88164"/>
                  </a:lnTo>
                  <a:lnTo>
                    <a:pt x="26365" y="92789"/>
                  </a:lnTo>
                  <a:lnTo>
                    <a:pt x="29371" y="97319"/>
                  </a:lnTo>
                  <a:lnTo>
                    <a:pt x="32522" y="101748"/>
                  </a:lnTo>
                  <a:lnTo>
                    <a:pt x="35815" y="106073"/>
                  </a:lnTo>
                  <a:lnTo>
                    <a:pt x="39248" y="110289"/>
                  </a:lnTo>
                  <a:lnTo>
                    <a:pt x="42815" y="114390"/>
                  </a:lnTo>
                  <a:lnTo>
                    <a:pt x="46514" y="118374"/>
                  </a:lnTo>
                  <a:lnTo>
                    <a:pt x="50341" y="122235"/>
                  </a:lnTo>
                  <a:lnTo>
                    <a:pt x="54291" y="125970"/>
                  </a:lnTo>
                  <a:lnTo>
                    <a:pt x="58361" y="129574"/>
                  </a:lnTo>
                  <a:lnTo>
                    <a:pt x="62545" y="133044"/>
                  </a:lnTo>
                  <a:lnTo>
                    <a:pt x="66840" y="136376"/>
                  </a:lnTo>
                  <a:lnTo>
                    <a:pt x="71241" y="139567"/>
                  </a:lnTo>
                  <a:lnTo>
                    <a:pt x="75744" y="142612"/>
                  </a:lnTo>
                  <a:lnTo>
                    <a:pt x="80343" y="145510"/>
                  </a:lnTo>
                  <a:lnTo>
                    <a:pt x="85034" y="148257"/>
                  </a:lnTo>
                  <a:lnTo>
                    <a:pt x="89812" y="150850"/>
                  </a:lnTo>
                  <a:lnTo>
                    <a:pt x="94672" y="153286"/>
                  </a:lnTo>
                  <a:lnTo>
                    <a:pt x="99608" y="155563"/>
                  </a:lnTo>
                  <a:lnTo>
                    <a:pt x="104616" y="157678"/>
                  </a:lnTo>
                  <a:lnTo>
                    <a:pt x="109690" y="159629"/>
                  </a:lnTo>
                  <a:lnTo>
                    <a:pt x="114825" y="161414"/>
                  </a:lnTo>
                  <a:lnTo>
                    <a:pt x="120014" y="163032"/>
                  </a:lnTo>
                  <a:lnTo>
                    <a:pt x="125254" y="164479"/>
                  </a:lnTo>
                  <a:lnTo>
                    <a:pt x="167146" y="26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444324" y="941493"/>
              <a:ext cx="209038" cy="334334"/>
            </a:xfrm>
            <a:custGeom>
              <a:avLst/>
              <a:pathLst>
                <a:path w="209038" h="334334">
                  <a:moveTo>
                    <a:pt x="0" y="329000"/>
                  </a:moveTo>
                  <a:lnTo>
                    <a:pt x="5154" y="330248"/>
                  </a:lnTo>
                  <a:lnTo>
                    <a:pt x="10346" y="331331"/>
                  </a:lnTo>
                  <a:lnTo>
                    <a:pt x="15570" y="332249"/>
                  </a:lnTo>
                  <a:lnTo>
                    <a:pt x="20820" y="333001"/>
                  </a:lnTo>
                  <a:lnTo>
                    <a:pt x="26091" y="333586"/>
                  </a:lnTo>
                  <a:lnTo>
                    <a:pt x="31378" y="334003"/>
                  </a:lnTo>
                  <a:lnTo>
                    <a:pt x="36676" y="334253"/>
                  </a:lnTo>
                  <a:lnTo>
                    <a:pt x="41979" y="334334"/>
                  </a:lnTo>
                  <a:lnTo>
                    <a:pt x="47282" y="334247"/>
                  </a:lnTo>
                  <a:lnTo>
                    <a:pt x="52580" y="333992"/>
                  </a:lnTo>
                  <a:lnTo>
                    <a:pt x="57866" y="333569"/>
                  </a:lnTo>
                  <a:lnTo>
                    <a:pt x="63137" y="332979"/>
                  </a:lnTo>
                  <a:lnTo>
                    <a:pt x="68386" y="332221"/>
                  </a:lnTo>
                  <a:lnTo>
                    <a:pt x="73609" y="331298"/>
                  </a:lnTo>
                  <a:lnTo>
                    <a:pt x="78800" y="330209"/>
                  </a:lnTo>
                  <a:lnTo>
                    <a:pt x="83953" y="328956"/>
                  </a:lnTo>
                  <a:lnTo>
                    <a:pt x="89064" y="327540"/>
                  </a:lnTo>
                  <a:lnTo>
                    <a:pt x="94128" y="325963"/>
                  </a:lnTo>
                  <a:lnTo>
                    <a:pt x="99139" y="324226"/>
                  </a:lnTo>
                  <a:lnTo>
                    <a:pt x="104093" y="322331"/>
                  </a:lnTo>
                  <a:lnTo>
                    <a:pt x="108984" y="320280"/>
                  </a:lnTo>
                  <a:lnTo>
                    <a:pt x="113807" y="318074"/>
                  </a:lnTo>
                  <a:lnTo>
                    <a:pt x="118558" y="315717"/>
                  </a:lnTo>
                  <a:lnTo>
                    <a:pt x="123232" y="313210"/>
                  </a:lnTo>
                  <a:lnTo>
                    <a:pt x="127824" y="310556"/>
                  </a:lnTo>
                  <a:lnTo>
                    <a:pt x="132329" y="307758"/>
                  </a:lnTo>
                  <a:lnTo>
                    <a:pt x="136744" y="304819"/>
                  </a:lnTo>
                  <a:lnTo>
                    <a:pt x="141063" y="301740"/>
                  </a:lnTo>
                  <a:lnTo>
                    <a:pt x="145282" y="298527"/>
                  </a:lnTo>
                  <a:lnTo>
                    <a:pt x="149397" y="295181"/>
                  </a:lnTo>
                  <a:lnTo>
                    <a:pt x="153404" y="291706"/>
                  </a:lnTo>
                  <a:lnTo>
                    <a:pt x="157298" y="288106"/>
                  </a:lnTo>
                  <a:lnTo>
                    <a:pt x="161077" y="284384"/>
                  </a:lnTo>
                  <a:lnTo>
                    <a:pt x="164735" y="280544"/>
                  </a:lnTo>
                  <a:lnTo>
                    <a:pt x="168270" y="276590"/>
                  </a:lnTo>
                  <a:lnTo>
                    <a:pt x="171677" y="272526"/>
                  </a:lnTo>
                  <a:lnTo>
                    <a:pt x="174954" y="268356"/>
                  </a:lnTo>
                  <a:lnTo>
                    <a:pt x="178097" y="264084"/>
                  </a:lnTo>
                  <a:lnTo>
                    <a:pt x="181103" y="259714"/>
                  </a:lnTo>
                  <a:lnTo>
                    <a:pt x="183969" y="255251"/>
                  </a:lnTo>
                  <a:lnTo>
                    <a:pt x="186692" y="250700"/>
                  </a:lnTo>
                  <a:lnTo>
                    <a:pt x="189269" y="246064"/>
                  </a:lnTo>
                  <a:lnTo>
                    <a:pt x="191697" y="241349"/>
                  </a:lnTo>
                  <a:lnTo>
                    <a:pt x="193975" y="236560"/>
                  </a:lnTo>
                  <a:lnTo>
                    <a:pt x="196100" y="231700"/>
                  </a:lnTo>
                  <a:lnTo>
                    <a:pt x="198070" y="226776"/>
                  </a:lnTo>
                  <a:lnTo>
                    <a:pt x="199882" y="221792"/>
                  </a:lnTo>
                  <a:lnTo>
                    <a:pt x="201535" y="216752"/>
                  </a:lnTo>
                  <a:lnTo>
                    <a:pt x="203028" y="211663"/>
                  </a:lnTo>
                  <a:lnTo>
                    <a:pt x="204358" y="206529"/>
                  </a:lnTo>
                  <a:lnTo>
                    <a:pt x="205525" y="201355"/>
                  </a:lnTo>
                  <a:lnTo>
                    <a:pt x="206528" y="196147"/>
                  </a:lnTo>
                  <a:lnTo>
                    <a:pt x="207364" y="190910"/>
                  </a:lnTo>
                  <a:lnTo>
                    <a:pt x="208034" y="185649"/>
                  </a:lnTo>
                  <a:lnTo>
                    <a:pt x="208537" y="180369"/>
                  </a:lnTo>
                  <a:lnTo>
                    <a:pt x="208872" y="175076"/>
                  </a:lnTo>
                  <a:lnTo>
                    <a:pt x="209038" y="169775"/>
                  </a:lnTo>
                  <a:lnTo>
                    <a:pt x="209037" y="164471"/>
                  </a:lnTo>
                  <a:lnTo>
                    <a:pt x="208867" y="159170"/>
                  </a:lnTo>
                  <a:lnTo>
                    <a:pt x="208530" y="153877"/>
                  </a:lnTo>
                  <a:lnTo>
                    <a:pt x="208024" y="148598"/>
                  </a:lnTo>
                  <a:lnTo>
                    <a:pt x="207351" y="143337"/>
                  </a:lnTo>
                  <a:lnTo>
                    <a:pt x="206512" y="138100"/>
                  </a:lnTo>
                  <a:lnTo>
                    <a:pt x="205507" y="132893"/>
                  </a:lnTo>
                  <a:lnTo>
                    <a:pt x="204338" y="127719"/>
                  </a:lnTo>
                  <a:lnTo>
                    <a:pt x="203005" y="122586"/>
                  </a:lnTo>
                  <a:lnTo>
                    <a:pt x="201509" y="117498"/>
                  </a:lnTo>
                  <a:lnTo>
                    <a:pt x="199853" y="112459"/>
                  </a:lnTo>
                  <a:lnTo>
                    <a:pt x="198038" y="107476"/>
                  </a:lnTo>
                  <a:lnTo>
                    <a:pt x="196066" y="102552"/>
                  </a:lnTo>
                  <a:lnTo>
                    <a:pt x="193939" y="97694"/>
                  </a:lnTo>
                  <a:lnTo>
                    <a:pt x="191658" y="92906"/>
                  </a:lnTo>
                  <a:lnTo>
                    <a:pt x="189227" y="88192"/>
                  </a:lnTo>
                  <a:lnTo>
                    <a:pt x="186648" y="83558"/>
                  </a:lnTo>
                  <a:lnTo>
                    <a:pt x="183923" y="79008"/>
                  </a:lnTo>
                  <a:lnTo>
                    <a:pt x="181055" y="74547"/>
                  </a:lnTo>
                  <a:lnTo>
                    <a:pt x="178046" y="70179"/>
                  </a:lnTo>
                  <a:lnTo>
                    <a:pt x="174901" y="65908"/>
                  </a:lnTo>
                  <a:lnTo>
                    <a:pt x="171622" y="61740"/>
                  </a:lnTo>
                  <a:lnTo>
                    <a:pt x="168212" y="57677"/>
                  </a:lnTo>
                  <a:lnTo>
                    <a:pt x="164675" y="53725"/>
                  </a:lnTo>
                  <a:lnTo>
                    <a:pt x="161015" y="49887"/>
                  </a:lnTo>
                  <a:lnTo>
                    <a:pt x="157235" y="46167"/>
                  </a:lnTo>
                  <a:lnTo>
                    <a:pt x="153338" y="42569"/>
                  </a:lnTo>
                  <a:lnTo>
                    <a:pt x="149329" y="39097"/>
                  </a:lnTo>
                  <a:lnTo>
                    <a:pt x="145213" y="35753"/>
                  </a:lnTo>
                  <a:lnTo>
                    <a:pt x="140992" y="32541"/>
                  </a:lnTo>
                  <a:lnTo>
                    <a:pt x="136671" y="29465"/>
                  </a:lnTo>
                  <a:lnTo>
                    <a:pt x="132255" y="26528"/>
                  </a:lnTo>
                  <a:lnTo>
                    <a:pt x="127748" y="23732"/>
                  </a:lnTo>
                  <a:lnTo>
                    <a:pt x="123155" y="21081"/>
                  </a:lnTo>
                  <a:lnTo>
                    <a:pt x="118480" y="18576"/>
                  </a:lnTo>
                  <a:lnTo>
                    <a:pt x="113728" y="16222"/>
                  </a:lnTo>
                  <a:lnTo>
                    <a:pt x="108903" y="14019"/>
                  </a:lnTo>
                  <a:lnTo>
                    <a:pt x="104011" y="11970"/>
                  </a:lnTo>
                  <a:lnTo>
                    <a:pt x="99057" y="10078"/>
                  </a:lnTo>
                  <a:lnTo>
                    <a:pt x="94045" y="8343"/>
                  </a:lnTo>
                  <a:lnTo>
                    <a:pt x="88980" y="6769"/>
                  </a:lnTo>
                  <a:lnTo>
                    <a:pt x="83868" y="5356"/>
                  </a:lnTo>
                  <a:lnTo>
                    <a:pt x="78714" y="4105"/>
                  </a:lnTo>
                  <a:lnTo>
                    <a:pt x="73523" y="3019"/>
                  </a:lnTo>
                  <a:lnTo>
                    <a:pt x="68300" y="2099"/>
                  </a:lnTo>
                  <a:lnTo>
                    <a:pt x="63050" y="1344"/>
                  </a:lnTo>
                  <a:lnTo>
                    <a:pt x="57779" y="756"/>
                  </a:lnTo>
                  <a:lnTo>
                    <a:pt x="52492" y="336"/>
                  </a:lnTo>
                  <a:lnTo>
                    <a:pt x="47194" y="84"/>
                  </a:lnTo>
                  <a:lnTo>
                    <a:pt x="41891" y="0"/>
                  </a:lnTo>
                  <a:lnTo>
                    <a:pt x="4189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797334" y="1071028"/>
              <a:ext cx="167167" cy="334333"/>
            </a:xfrm>
            <a:custGeom>
              <a:avLst/>
              <a:pathLst>
                <a:path w="167167" h="334333">
                  <a:moveTo>
                    <a:pt x="167167" y="0"/>
                  </a:moveTo>
                  <a:lnTo>
                    <a:pt x="161815" y="85"/>
                  </a:lnTo>
                  <a:lnTo>
                    <a:pt x="156468" y="342"/>
                  </a:lnTo>
                  <a:lnTo>
                    <a:pt x="151133" y="770"/>
                  </a:lnTo>
                  <a:lnTo>
                    <a:pt x="145814" y="1369"/>
                  </a:lnTo>
                  <a:lnTo>
                    <a:pt x="140516" y="2138"/>
                  </a:lnTo>
                  <a:lnTo>
                    <a:pt x="135247" y="3075"/>
                  </a:lnTo>
                  <a:lnTo>
                    <a:pt x="130009" y="4181"/>
                  </a:lnTo>
                  <a:lnTo>
                    <a:pt x="124810" y="5455"/>
                  </a:lnTo>
                  <a:lnTo>
                    <a:pt x="119655" y="6894"/>
                  </a:lnTo>
                  <a:lnTo>
                    <a:pt x="114548" y="8497"/>
                  </a:lnTo>
                  <a:lnTo>
                    <a:pt x="109495" y="10263"/>
                  </a:lnTo>
                  <a:lnTo>
                    <a:pt x="104501" y="12190"/>
                  </a:lnTo>
                  <a:lnTo>
                    <a:pt x="99571" y="14275"/>
                  </a:lnTo>
                  <a:lnTo>
                    <a:pt x="94711" y="16518"/>
                  </a:lnTo>
                  <a:lnTo>
                    <a:pt x="89925" y="18915"/>
                  </a:lnTo>
                  <a:lnTo>
                    <a:pt x="85218" y="21464"/>
                  </a:lnTo>
                  <a:lnTo>
                    <a:pt x="80596" y="24162"/>
                  </a:lnTo>
                  <a:lnTo>
                    <a:pt x="76062" y="27007"/>
                  </a:lnTo>
                  <a:lnTo>
                    <a:pt x="71621" y="29996"/>
                  </a:lnTo>
                  <a:lnTo>
                    <a:pt x="67278" y="33125"/>
                  </a:lnTo>
                  <a:lnTo>
                    <a:pt x="63038" y="36392"/>
                  </a:lnTo>
                  <a:lnTo>
                    <a:pt x="58905" y="39792"/>
                  </a:lnTo>
                  <a:lnTo>
                    <a:pt x="54882" y="43324"/>
                  </a:lnTo>
                  <a:lnTo>
                    <a:pt x="50975" y="46982"/>
                  </a:lnTo>
                  <a:lnTo>
                    <a:pt x="47186" y="50764"/>
                  </a:lnTo>
                  <a:lnTo>
                    <a:pt x="43521" y="54665"/>
                  </a:lnTo>
                  <a:lnTo>
                    <a:pt x="39983" y="58681"/>
                  </a:lnTo>
                  <a:lnTo>
                    <a:pt x="36575" y="62808"/>
                  </a:lnTo>
                  <a:lnTo>
                    <a:pt x="33301" y="67043"/>
                  </a:lnTo>
                  <a:lnTo>
                    <a:pt x="30164" y="71380"/>
                  </a:lnTo>
                  <a:lnTo>
                    <a:pt x="27167" y="75815"/>
                  </a:lnTo>
                  <a:lnTo>
                    <a:pt x="24314" y="80344"/>
                  </a:lnTo>
                  <a:lnTo>
                    <a:pt x="21608" y="84962"/>
                  </a:lnTo>
                  <a:lnTo>
                    <a:pt x="19051" y="89665"/>
                  </a:lnTo>
                  <a:lnTo>
                    <a:pt x="16645" y="94447"/>
                  </a:lnTo>
                  <a:lnTo>
                    <a:pt x="14394" y="99303"/>
                  </a:lnTo>
                  <a:lnTo>
                    <a:pt x="12300" y="104229"/>
                  </a:lnTo>
                  <a:lnTo>
                    <a:pt x="10364" y="109219"/>
                  </a:lnTo>
                  <a:lnTo>
                    <a:pt x="8589" y="114269"/>
                  </a:lnTo>
                  <a:lnTo>
                    <a:pt x="6977" y="119373"/>
                  </a:lnTo>
                  <a:lnTo>
                    <a:pt x="5529" y="124526"/>
                  </a:lnTo>
                  <a:lnTo>
                    <a:pt x="4247" y="129723"/>
                  </a:lnTo>
                  <a:lnTo>
                    <a:pt x="3131" y="134958"/>
                  </a:lnTo>
                  <a:lnTo>
                    <a:pt x="2184" y="140226"/>
                  </a:lnTo>
                  <a:lnTo>
                    <a:pt x="1406" y="145522"/>
                  </a:lnTo>
                  <a:lnTo>
                    <a:pt x="798" y="150840"/>
                  </a:lnTo>
                  <a:lnTo>
                    <a:pt x="361" y="156175"/>
                  </a:lnTo>
                  <a:lnTo>
                    <a:pt x="95" y="161521"/>
                  </a:lnTo>
                  <a:lnTo>
                    <a:pt x="0" y="166873"/>
                  </a:lnTo>
                  <a:lnTo>
                    <a:pt x="76" y="172225"/>
                  </a:lnTo>
                  <a:lnTo>
                    <a:pt x="323" y="177572"/>
                  </a:lnTo>
                  <a:lnTo>
                    <a:pt x="742" y="182908"/>
                  </a:lnTo>
                  <a:lnTo>
                    <a:pt x="1331" y="188228"/>
                  </a:lnTo>
                  <a:lnTo>
                    <a:pt x="2091" y="193527"/>
                  </a:lnTo>
                  <a:lnTo>
                    <a:pt x="3019" y="198798"/>
                  </a:lnTo>
                  <a:lnTo>
                    <a:pt x="4116" y="204037"/>
                  </a:lnTo>
                  <a:lnTo>
                    <a:pt x="5380" y="209239"/>
                  </a:lnTo>
                  <a:lnTo>
                    <a:pt x="6810" y="214397"/>
                  </a:lnTo>
                  <a:lnTo>
                    <a:pt x="8404" y="219507"/>
                  </a:lnTo>
                  <a:lnTo>
                    <a:pt x="10161" y="224563"/>
                  </a:lnTo>
                  <a:lnTo>
                    <a:pt x="12079" y="229560"/>
                  </a:lnTo>
                  <a:lnTo>
                    <a:pt x="14156" y="234493"/>
                  </a:lnTo>
                  <a:lnTo>
                    <a:pt x="16390" y="239357"/>
                  </a:lnTo>
                  <a:lnTo>
                    <a:pt x="18779" y="244148"/>
                  </a:lnTo>
                  <a:lnTo>
                    <a:pt x="21320" y="248859"/>
                  </a:lnTo>
                  <a:lnTo>
                    <a:pt x="24010" y="253486"/>
                  </a:lnTo>
                  <a:lnTo>
                    <a:pt x="26847" y="258025"/>
                  </a:lnTo>
                  <a:lnTo>
                    <a:pt x="29828" y="262471"/>
                  </a:lnTo>
                  <a:lnTo>
                    <a:pt x="32949" y="266819"/>
                  </a:lnTo>
                  <a:lnTo>
                    <a:pt x="36208" y="271065"/>
                  </a:lnTo>
                  <a:lnTo>
                    <a:pt x="39602" y="275205"/>
                  </a:lnTo>
                  <a:lnTo>
                    <a:pt x="43126" y="279234"/>
                  </a:lnTo>
                  <a:lnTo>
                    <a:pt x="46778" y="283147"/>
                  </a:lnTo>
                  <a:lnTo>
                    <a:pt x="50553" y="286942"/>
                  </a:lnTo>
                  <a:lnTo>
                    <a:pt x="54447" y="290614"/>
                  </a:lnTo>
                  <a:lnTo>
                    <a:pt x="58457" y="294160"/>
                  </a:lnTo>
                  <a:lnTo>
                    <a:pt x="62579" y="297575"/>
                  </a:lnTo>
                  <a:lnTo>
                    <a:pt x="66807" y="300857"/>
                  </a:lnTo>
                  <a:lnTo>
                    <a:pt x="71139" y="304001"/>
                  </a:lnTo>
                  <a:lnTo>
                    <a:pt x="75569" y="307006"/>
                  </a:lnTo>
                  <a:lnTo>
                    <a:pt x="80093" y="309866"/>
                  </a:lnTo>
                  <a:lnTo>
                    <a:pt x="84706" y="312581"/>
                  </a:lnTo>
                  <a:lnTo>
                    <a:pt x="89404" y="315146"/>
                  </a:lnTo>
                  <a:lnTo>
                    <a:pt x="94182" y="317560"/>
                  </a:lnTo>
                  <a:lnTo>
                    <a:pt x="99034" y="319820"/>
                  </a:lnTo>
                  <a:lnTo>
                    <a:pt x="103956" y="321923"/>
                  </a:lnTo>
                  <a:lnTo>
                    <a:pt x="108943" y="323867"/>
                  </a:lnTo>
                  <a:lnTo>
                    <a:pt x="113990" y="325651"/>
                  </a:lnTo>
                  <a:lnTo>
                    <a:pt x="119091" y="327272"/>
                  </a:lnTo>
                  <a:lnTo>
                    <a:pt x="124242" y="328729"/>
                  </a:lnTo>
                  <a:lnTo>
                    <a:pt x="129436" y="330021"/>
                  </a:lnTo>
                  <a:lnTo>
                    <a:pt x="134669" y="331145"/>
                  </a:lnTo>
                  <a:lnTo>
                    <a:pt x="139936" y="332102"/>
                  </a:lnTo>
                  <a:lnTo>
                    <a:pt x="145230" y="332889"/>
                  </a:lnTo>
                  <a:lnTo>
                    <a:pt x="150547" y="333506"/>
                  </a:lnTo>
                  <a:lnTo>
                    <a:pt x="155881" y="333953"/>
                  </a:lnTo>
                  <a:lnTo>
                    <a:pt x="161227" y="334229"/>
                  </a:lnTo>
                  <a:lnTo>
                    <a:pt x="166579" y="334333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3913" y="1071959"/>
              <a:ext cx="167751" cy="333403"/>
            </a:xfrm>
            <a:custGeom>
              <a:avLst/>
              <a:pathLst>
                <a:path w="167751" h="333403">
                  <a:moveTo>
                    <a:pt x="0" y="333403"/>
                  </a:moveTo>
                  <a:lnTo>
                    <a:pt x="5347" y="333336"/>
                  </a:lnTo>
                  <a:lnTo>
                    <a:pt x="10691" y="333099"/>
                  </a:lnTo>
                  <a:lnTo>
                    <a:pt x="16023" y="332690"/>
                  </a:lnTo>
                  <a:lnTo>
                    <a:pt x="21340" y="332111"/>
                  </a:lnTo>
                  <a:lnTo>
                    <a:pt x="26636" y="331362"/>
                  </a:lnTo>
                  <a:lnTo>
                    <a:pt x="31905" y="330445"/>
                  </a:lnTo>
                  <a:lnTo>
                    <a:pt x="37142" y="329359"/>
                  </a:lnTo>
                  <a:lnTo>
                    <a:pt x="42342" y="328106"/>
                  </a:lnTo>
                  <a:lnTo>
                    <a:pt x="47498" y="326687"/>
                  </a:lnTo>
                  <a:lnTo>
                    <a:pt x="52607" y="325104"/>
                  </a:lnTo>
                  <a:lnTo>
                    <a:pt x="57663" y="323359"/>
                  </a:lnTo>
                  <a:lnTo>
                    <a:pt x="62660" y="321453"/>
                  </a:lnTo>
                  <a:lnTo>
                    <a:pt x="67593" y="319388"/>
                  </a:lnTo>
                  <a:lnTo>
                    <a:pt x="72458" y="317166"/>
                  </a:lnTo>
                  <a:lnTo>
                    <a:pt x="77250" y="314789"/>
                  </a:lnTo>
                  <a:lnTo>
                    <a:pt x="81963" y="312261"/>
                  </a:lnTo>
                  <a:lnTo>
                    <a:pt x="86592" y="309583"/>
                  </a:lnTo>
                  <a:lnTo>
                    <a:pt x="91134" y="306758"/>
                  </a:lnTo>
                  <a:lnTo>
                    <a:pt x="95583" y="303790"/>
                  </a:lnTo>
                  <a:lnTo>
                    <a:pt x="99935" y="300680"/>
                  </a:lnTo>
                  <a:lnTo>
                    <a:pt x="104185" y="297434"/>
                  </a:lnTo>
                  <a:lnTo>
                    <a:pt x="108329" y="294052"/>
                  </a:lnTo>
                  <a:lnTo>
                    <a:pt x="112362" y="290540"/>
                  </a:lnTo>
                  <a:lnTo>
                    <a:pt x="116282" y="286901"/>
                  </a:lnTo>
                  <a:lnTo>
                    <a:pt x="120082" y="283138"/>
                  </a:lnTo>
                  <a:lnTo>
                    <a:pt x="123761" y="279256"/>
                  </a:lnTo>
                  <a:lnTo>
                    <a:pt x="127313" y="275257"/>
                  </a:lnTo>
                  <a:lnTo>
                    <a:pt x="130736" y="271148"/>
                  </a:lnTo>
                  <a:lnTo>
                    <a:pt x="134026" y="266931"/>
                  </a:lnTo>
                  <a:lnTo>
                    <a:pt x="137179" y="262610"/>
                  </a:lnTo>
                  <a:lnTo>
                    <a:pt x="140192" y="258191"/>
                  </a:lnTo>
                  <a:lnTo>
                    <a:pt x="143062" y="253678"/>
                  </a:lnTo>
                  <a:lnTo>
                    <a:pt x="145786" y="249076"/>
                  </a:lnTo>
                  <a:lnTo>
                    <a:pt x="148362" y="244389"/>
                  </a:lnTo>
                  <a:lnTo>
                    <a:pt x="150786" y="239621"/>
                  </a:lnTo>
                  <a:lnTo>
                    <a:pt x="153057" y="234779"/>
                  </a:lnTo>
                  <a:lnTo>
                    <a:pt x="155172" y="229866"/>
                  </a:lnTo>
                  <a:lnTo>
                    <a:pt x="157128" y="224889"/>
                  </a:lnTo>
                  <a:lnTo>
                    <a:pt x="158924" y="219851"/>
                  </a:lnTo>
                  <a:lnTo>
                    <a:pt x="160558" y="214758"/>
                  </a:lnTo>
                  <a:lnTo>
                    <a:pt x="162029" y="209616"/>
                  </a:lnTo>
                  <a:lnTo>
                    <a:pt x="163334" y="204429"/>
                  </a:lnTo>
                  <a:lnTo>
                    <a:pt x="164472" y="199204"/>
                  </a:lnTo>
                  <a:lnTo>
                    <a:pt x="165443" y="193944"/>
                  </a:lnTo>
                  <a:lnTo>
                    <a:pt x="166245" y="188656"/>
                  </a:lnTo>
                  <a:lnTo>
                    <a:pt x="166877" y="183345"/>
                  </a:lnTo>
                  <a:lnTo>
                    <a:pt x="167339" y="178017"/>
                  </a:lnTo>
                  <a:lnTo>
                    <a:pt x="167631" y="172676"/>
                  </a:lnTo>
                  <a:lnTo>
                    <a:pt x="167751" y="167329"/>
                  </a:lnTo>
                  <a:lnTo>
                    <a:pt x="167701" y="161981"/>
                  </a:lnTo>
                  <a:lnTo>
                    <a:pt x="167479" y="156637"/>
                  </a:lnTo>
                  <a:lnTo>
                    <a:pt x="167087" y="151304"/>
                  </a:lnTo>
                  <a:lnTo>
                    <a:pt x="166524" y="145985"/>
                  </a:lnTo>
                  <a:lnTo>
                    <a:pt x="165791" y="140687"/>
                  </a:lnTo>
                  <a:lnTo>
                    <a:pt x="164889" y="135415"/>
                  </a:lnTo>
                  <a:lnTo>
                    <a:pt x="163819" y="130175"/>
                  </a:lnTo>
                  <a:lnTo>
                    <a:pt x="162582" y="124972"/>
                  </a:lnTo>
                  <a:lnTo>
                    <a:pt x="161179" y="119811"/>
                  </a:lnTo>
                  <a:lnTo>
                    <a:pt x="159611" y="114697"/>
                  </a:lnTo>
                  <a:lnTo>
                    <a:pt x="157881" y="109636"/>
                  </a:lnTo>
                  <a:lnTo>
                    <a:pt x="155990" y="104633"/>
                  </a:lnTo>
                  <a:lnTo>
                    <a:pt x="153940" y="99694"/>
                  </a:lnTo>
                  <a:lnTo>
                    <a:pt x="151733" y="94822"/>
                  </a:lnTo>
                  <a:lnTo>
                    <a:pt x="149371" y="90023"/>
                  </a:lnTo>
                  <a:lnTo>
                    <a:pt x="146857" y="85303"/>
                  </a:lnTo>
                  <a:lnTo>
                    <a:pt x="144193" y="80665"/>
                  </a:lnTo>
                  <a:lnTo>
                    <a:pt x="141382" y="76115"/>
                  </a:lnTo>
                  <a:lnTo>
                    <a:pt x="138427" y="71657"/>
                  </a:lnTo>
                  <a:lnTo>
                    <a:pt x="135330" y="67296"/>
                  </a:lnTo>
                  <a:lnTo>
                    <a:pt x="132096" y="63036"/>
                  </a:lnTo>
                  <a:lnTo>
                    <a:pt x="128728" y="58882"/>
                  </a:lnTo>
                  <a:lnTo>
                    <a:pt x="125228" y="54838"/>
                  </a:lnTo>
                  <a:lnTo>
                    <a:pt x="121600" y="50907"/>
                  </a:lnTo>
                  <a:lnTo>
                    <a:pt x="117849" y="47095"/>
                  </a:lnTo>
                  <a:lnTo>
                    <a:pt x="113978" y="43405"/>
                  </a:lnTo>
                  <a:lnTo>
                    <a:pt x="109990" y="39841"/>
                  </a:lnTo>
                  <a:lnTo>
                    <a:pt x="105891" y="36405"/>
                  </a:lnTo>
                  <a:lnTo>
                    <a:pt x="101684" y="33103"/>
                  </a:lnTo>
                  <a:lnTo>
                    <a:pt x="97373" y="29937"/>
                  </a:lnTo>
                  <a:lnTo>
                    <a:pt x="92963" y="26911"/>
                  </a:lnTo>
                  <a:lnTo>
                    <a:pt x="88459" y="24027"/>
                  </a:lnTo>
                  <a:lnTo>
                    <a:pt x="83865" y="21289"/>
                  </a:lnTo>
                  <a:lnTo>
                    <a:pt x="79185" y="18699"/>
                  </a:lnTo>
                  <a:lnTo>
                    <a:pt x="74425" y="16260"/>
                  </a:lnTo>
                  <a:lnTo>
                    <a:pt x="69590" y="13975"/>
                  </a:lnTo>
                  <a:lnTo>
                    <a:pt x="64683" y="11845"/>
                  </a:lnTo>
                  <a:lnTo>
                    <a:pt x="59712" y="9874"/>
                  </a:lnTo>
                  <a:lnTo>
                    <a:pt x="54679" y="8063"/>
                  </a:lnTo>
                  <a:lnTo>
                    <a:pt x="49592" y="6413"/>
                  </a:lnTo>
                  <a:lnTo>
                    <a:pt x="44454" y="4927"/>
                  </a:lnTo>
                  <a:lnTo>
                    <a:pt x="39271" y="3607"/>
                  </a:lnTo>
                  <a:lnTo>
                    <a:pt x="34049" y="2452"/>
                  </a:lnTo>
                  <a:lnTo>
                    <a:pt x="28792" y="1466"/>
                  </a:lnTo>
                  <a:lnTo>
                    <a:pt x="23507" y="648"/>
                  </a:lnTo>
                  <a:lnTo>
                    <a:pt x="18198" y="0"/>
                  </a:lnTo>
                  <a:lnTo>
                    <a:pt x="588" y="1662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071028"/>
              <a:ext cx="17610" cy="167167"/>
            </a:xfrm>
            <a:custGeom>
              <a:avLst/>
              <a:pathLst>
                <a:path w="17610" h="167167">
                  <a:moveTo>
                    <a:pt x="17610" y="930"/>
                  </a:moveTo>
                  <a:lnTo>
                    <a:pt x="8817" y="23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374854" y="1322571"/>
              <a:ext cx="113866" cy="167167"/>
            </a:xfrm>
            <a:custGeom>
              <a:avLst/>
              <a:pathLst>
                <a:path w="113866" h="167167">
                  <a:moveTo>
                    <a:pt x="113866" y="0"/>
                  </a:moveTo>
                  <a:lnTo>
                    <a:pt x="108174" y="96"/>
                  </a:lnTo>
                  <a:lnTo>
                    <a:pt x="102487" y="387"/>
                  </a:lnTo>
                  <a:lnTo>
                    <a:pt x="96814" y="871"/>
                  </a:lnTo>
                  <a:lnTo>
                    <a:pt x="91161" y="1549"/>
                  </a:lnTo>
                  <a:lnTo>
                    <a:pt x="85534" y="2418"/>
                  </a:lnTo>
                  <a:lnTo>
                    <a:pt x="79940" y="3478"/>
                  </a:lnTo>
                  <a:lnTo>
                    <a:pt x="74386" y="4729"/>
                  </a:lnTo>
                  <a:lnTo>
                    <a:pt x="68877" y="6167"/>
                  </a:lnTo>
                  <a:lnTo>
                    <a:pt x="63420" y="7793"/>
                  </a:lnTo>
                  <a:lnTo>
                    <a:pt x="58022" y="9603"/>
                  </a:lnTo>
                  <a:lnTo>
                    <a:pt x="52689" y="11596"/>
                  </a:lnTo>
                  <a:lnTo>
                    <a:pt x="47427" y="13770"/>
                  </a:lnTo>
                  <a:lnTo>
                    <a:pt x="42241" y="16121"/>
                  </a:lnTo>
                  <a:lnTo>
                    <a:pt x="37139" y="18648"/>
                  </a:lnTo>
                  <a:lnTo>
                    <a:pt x="32126" y="21347"/>
                  </a:lnTo>
                  <a:lnTo>
                    <a:pt x="27208" y="24215"/>
                  </a:lnTo>
                  <a:lnTo>
                    <a:pt x="22390" y="27249"/>
                  </a:lnTo>
                  <a:lnTo>
                    <a:pt x="17678" y="30446"/>
                  </a:lnTo>
                  <a:lnTo>
                    <a:pt x="13078" y="33800"/>
                  </a:lnTo>
                  <a:lnTo>
                    <a:pt x="8595" y="37310"/>
                  </a:lnTo>
                  <a:lnTo>
                    <a:pt x="4233" y="40970"/>
                  </a:lnTo>
                  <a:lnTo>
                    <a:pt x="0" y="44777"/>
                  </a:lnTo>
                  <a:lnTo>
                    <a:pt x="11386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374854" y="1367349"/>
              <a:ext cx="113866" cy="122389"/>
            </a:xfrm>
            <a:custGeom>
              <a:avLst/>
              <a:pathLst>
                <a:path w="113866" h="122389">
                  <a:moveTo>
                    <a:pt x="0" y="0"/>
                  </a:moveTo>
                  <a:lnTo>
                    <a:pt x="113866" y="12238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74854" y="1367349"/>
              <a:ext cx="113866" cy="122389"/>
            </a:xfrm>
            <a:custGeom>
              <a:avLst/>
              <a:pathLst>
                <a:path w="113866" h="122389">
                  <a:moveTo>
                    <a:pt x="0" y="0"/>
                  </a:moveTo>
                  <a:lnTo>
                    <a:pt x="113866" y="12238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74854" y="1367349"/>
              <a:ext cx="113866" cy="122389"/>
            </a:xfrm>
            <a:custGeom>
              <a:avLst/>
              <a:pathLst>
                <a:path w="113866" h="122389">
                  <a:moveTo>
                    <a:pt x="0" y="0"/>
                  </a:moveTo>
                  <a:lnTo>
                    <a:pt x="113866" y="1223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74854" y="1367349"/>
              <a:ext cx="113866" cy="122389"/>
            </a:xfrm>
            <a:custGeom>
              <a:avLst/>
              <a:pathLst>
                <a:path w="113866" h="122389">
                  <a:moveTo>
                    <a:pt x="0" y="0"/>
                  </a:moveTo>
                  <a:lnTo>
                    <a:pt x="113866" y="1223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74854" y="1367349"/>
              <a:ext cx="113866" cy="122389"/>
            </a:xfrm>
            <a:custGeom>
              <a:avLst/>
              <a:pathLst>
                <a:path w="113866" h="122389">
                  <a:moveTo>
                    <a:pt x="0" y="0"/>
                  </a:moveTo>
                  <a:lnTo>
                    <a:pt x="113866" y="1223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74854" y="1367349"/>
              <a:ext cx="113866" cy="122389"/>
            </a:xfrm>
            <a:custGeom>
              <a:avLst/>
              <a:pathLst>
                <a:path w="113866" h="122389">
                  <a:moveTo>
                    <a:pt x="0" y="0"/>
                  </a:moveTo>
                  <a:lnTo>
                    <a:pt x="113866" y="1223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74854" y="1367349"/>
              <a:ext cx="113866" cy="122389"/>
            </a:xfrm>
            <a:custGeom>
              <a:avLst/>
              <a:pathLst>
                <a:path w="113866" h="122389">
                  <a:moveTo>
                    <a:pt x="0" y="0"/>
                  </a:moveTo>
                  <a:lnTo>
                    <a:pt x="113866" y="12238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74854" y="1367349"/>
              <a:ext cx="113866" cy="122389"/>
            </a:xfrm>
            <a:custGeom>
              <a:avLst/>
              <a:pathLst>
                <a:path w="113866" h="122389">
                  <a:moveTo>
                    <a:pt x="0" y="0"/>
                  </a:moveTo>
                  <a:lnTo>
                    <a:pt x="113866" y="1223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74854" y="1367349"/>
              <a:ext cx="113866" cy="122389"/>
            </a:xfrm>
            <a:custGeom>
              <a:avLst/>
              <a:pathLst>
                <a:path w="113866" h="122389">
                  <a:moveTo>
                    <a:pt x="0" y="0"/>
                  </a:moveTo>
                  <a:lnTo>
                    <a:pt x="113866" y="1223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74854" y="1367349"/>
              <a:ext cx="113866" cy="122389"/>
            </a:xfrm>
            <a:custGeom>
              <a:avLst/>
              <a:pathLst>
                <a:path w="113866" h="122389">
                  <a:moveTo>
                    <a:pt x="0" y="0"/>
                  </a:moveTo>
                  <a:lnTo>
                    <a:pt x="113866" y="12238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74854" y="1367349"/>
              <a:ext cx="113866" cy="122389"/>
            </a:xfrm>
            <a:custGeom>
              <a:avLst/>
              <a:pathLst>
                <a:path w="113866" h="122389">
                  <a:moveTo>
                    <a:pt x="0" y="0"/>
                  </a:moveTo>
                  <a:lnTo>
                    <a:pt x="113866" y="1223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74854" y="1367349"/>
              <a:ext cx="113866" cy="122389"/>
            </a:xfrm>
            <a:custGeom>
              <a:avLst/>
              <a:pathLst>
                <a:path w="113866" h="122389">
                  <a:moveTo>
                    <a:pt x="0" y="0"/>
                  </a:moveTo>
                  <a:lnTo>
                    <a:pt x="113866" y="1223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74854" y="1367349"/>
              <a:ext cx="113866" cy="122389"/>
            </a:xfrm>
            <a:custGeom>
              <a:avLst/>
              <a:pathLst>
                <a:path w="113866" h="122389">
                  <a:moveTo>
                    <a:pt x="0" y="0"/>
                  </a:moveTo>
                  <a:lnTo>
                    <a:pt x="113866" y="1223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74854" y="1367349"/>
              <a:ext cx="113866" cy="122389"/>
            </a:xfrm>
            <a:custGeom>
              <a:avLst/>
              <a:pathLst>
                <a:path w="113866" h="122389">
                  <a:moveTo>
                    <a:pt x="0" y="0"/>
                  </a:moveTo>
                  <a:lnTo>
                    <a:pt x="113866" y="1223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74854" y="1367349"/>
              <a:ext cx="113866" cy="122389"/>
            </a:xfrm>
            <a:custGeom>
              <a:avLst/>
              <a:pathLst>
                <a:path w="113866" h="122389">
                  <a:moveTo>
                    <a:pt x="0" y="0"/>
                  </a:moveTo>
                  <a:lnTo>
                    <a:pt x="113866" y="1223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74854" y="1367349"/>
              <a:ext cx="113866" cy="122389"/>
            </a:xfrm>
            <a:custGeom>
              <a:avLst/>
              <a:pathLst>
                <a:path w="113866" h="122389">
                  <a:moveTo>
                    <a:pt x="0" y="0"/>
                  </a:moveTo>
                  <a:lnTo>
                    <a:pt x="113866" y="1223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21555" y="1352588"/>
              <a:ext cx="334326" cy="304311"/>
            </a:xfrm>
            <a:custGeom>
              <a:avLst/>
              <a:pathLst>
                <a:path w="334326" h="304311">
                  <a:moveTo>
                    <a:pt x="53298" y="14760"/>
                  </a:moveTo>
                  <a:lnTo>
                    <a:pt x="49467" y="18440"/>
                  </a:lnTo>
                  <a:lnTo>
                    <a:pt x="45755" y="22239"/>
                  </a:lnTo>
                  <a:lnTo>
                    <a:pt x="42166" y="26154"/>
                  </a:lnTo>
                  <a:lnTo>
                    <a:pt x="38703" y="30181"/>
                  </a:lnTo>
                  <a:lnTo>
                    <a:pt x="35369" y="34317"/>
                  </a:lnTo>
                  <a:lnTo>
                    <a:pt x="32168" y="38556"/>
                  </a:lnTo>
                  <a:lnTo>
                    <a:pt x="29104" y="42895"/>
                  </a:lnTo>
                  <a:lnTo>
                    <a:pt x="26179" y="47328"/>
                  </a:lnTo>
                  <a:lnTo>
                    <a:pt x="23397" y="51853"/>
                  </a:lnTo>
                  <a:lnTo>
                    <a:pt x="20759" y="56463"/>
                  </a:lnTo>
                  <a:lnTo>
                    <a:pt x="18270" y="61156"/>
                  </a:lnTo>
                  <a:lnTo>
                    <a:pt x="15931" y="65924"/>
                  </a:lnTo>
                  <a:lnTo>
                    <a:pt x="13744" y="70765"/>
                  </a:lnTo>
                  <a:lnTo>
                    <a:pt x="11713" y="75673"/>
                  </a:lnTo>
                  <a:lnTo>
                    <a:pt x="9838" y="80643"/>
                  </a:lnTo>
                  <a:lnTo>
                    <a:pt x="8122" y="85669"/>
                  </a:lnTo>
                  <a:lnTo>
                    <a:pt x="6567" y="90748"/>
                  </a:lnTo>
                  <a:lnTo>
                    <a:pt x="5174" y="95874"/>
                  </a:lnTo>
                  <a:lnTo>
                    <a:pt x="3944" y="101041"/>
                  </a:lnTo>
                  <a:lnTo>
                    <a:pt x="2879" y="106245"/>
                  </a:lnTo>
                  <a:lnTo>
                    <a:pt x="1980" y="111480"/>
                  </a:lnTo>
                  <a:lnTo>
                    <a:pt x="1248" y="116741"/>
                  </a:lnTo>
                  <a:lnTo>
                    <a:pt x="684" y="122023"/>
                  </a:lnTo>
                  <a:lnTo>
                    <a:pt x="287" y="127319"/>
                  </a:lnTo>
                  <a:lnTo>
                    <a:pt x="59" y="132626"/>
                  </a:lnTo>
                  <a:lnTo>
                    <a:pt x="0" y="137938"/>
                  </a:lnTo>
                  <a:lnTo>
                    <a:pt x="109" y="143248"/>
                  </a:lnTo>
                  <a:lnTo>
                    <a:pt x="387" y="148552"/>
                  </a:lnTo>
                  <a:lnTo>
                    <a:pt x="833" y="153845"/>
                  </a:lnTo>
                  <a:lnTo>
                    <a:pt x="1448" y="159121"/>
                  </a:lnTo>
                  <a:lnTo>
                    <a:pt x="2229" y="164375"/>
                  </a:lnTo>
                  <a:lnTo>
                    <a:pt x="3178" y="169601"/>
                  </a:lnTo>
                  <a:lnTo>
                    <a:pt x="4291" y="174795"/>
                  </a:lnTo>
                  <a:lnTo>
                    <a:pt x="5570" y="179950"/>
                  </a:lnTo>
                  <a:lnTo>
                    <a:pt x="7011" y="185063"/>
                  </a:lnTo>
                  <a:lnTo>
                    <a:pt x="8614" y="190127"/>
                  </a:lnTo>
                  <a:lnTo>
                    <a:pt x="10377" y="195137"/>
                  </a:lnTo>
                  <a:lnTo>
                    <a:pt x="12299" y="200089"/>
                  </a:lnTo>
                  <a:lnTo>
                    <a:pt x="14376" y="204978"/>
                  </a:lnTo>
                  <a:lnTo>
                    <a:pt x="16608" y="209797"/>
                  </a:lnTo>
                  <a:lnTo>
                    <a:pt x="18992" y="214544"/>
                  </a:lnTo>
                  <a:lnTo>
                    <a:pt x="21526" y="219212"/>
                  </a:lnTo>
                  <a:lnTo>
                    <a:pt x="24207" y="223798"/>
                  </a:lnTo>
                  <a:lnTo>
                    <a:pt x="27032" y="228296"/>
                  </a:lnTo>
                  <a:lnTo>
                    <a:pt x="29998" y="232702"/>
                  </a:lnTo>
                  <a:lnTo>
                    <a:pt x="33103" y="237012"/>
                  </a:lnTo>
                  <a:lnTo>
                    <a:pt x="36343" y="241221"/>
                  </a:lnTo>
                  <a:lnTo>
                    <a:pt x="39716" y="245324"/>
                  </a:lnTo>
                  <a:lnTo>
                    <a:pt x="43217" y="249319"/>
                  </a:lnTo>
                  <a:lnTo>
                    <a:pt x="46843" y="253200"/>
                  </a:lnTo>
                  <a:lnTo>
                    <a:pt x="50591" y="256964"/>
                  </a:lnTo>
                  <a:lnTo>
                    <a:pt x="54456" y="260607"/>
                  </a:lnTo>
                  <a:lnTo>
                    <a:pt x="58435" y="264126"/>
                  </a:lnTo>
                  <a:lnTo>
                    <a:pt x="62524" y="267516"/>
                  </a:lnTo>
                  <a:lnTo>
                    <a:pt x="66719" y="270775"/>
                  </a:lnTo>
                  <a:lnTo>
                    <a:pt x="71015" y="273898"/>
                  </a:lnTo>
                  <a:lnTo>
                    <a:pt x="75408" y="276884"/>
                  </a:lnTo>
                  <a:lnTo>
                    <a:pt x="79894" y="279729"/>
                  </a:lnTo>
                  <a:lnTo>
                    <a:pt x="84467" y="282429"/>
                  </a:lnTo>
                  <a:lnTo>
                    <a:pt x="89125" y="284983"/>
                  </a:lnTo>
                  <a:lnTo>
                    <a:pt x="93861" y="287388"/>
                  </a:lnTo>
                  <a:lnTo>
                    <a:pt x="98671" y="289641"/>
                  </a:lnTo>
                  <a:lnTo>
                    <a:pt x="103550" y="291740"/>
                  </a:lnTo>
                  <a:lnTo>
                    <a:pt x="108494" y="293683"/>
                  </a:lnTo>
                  <a:lnTo>
                    <a:pt x="113496" y="295468"/>
                  </a:lnTo>
                  <a:lnTo>
                    <a:pt x="118553" y="297093"/>
                  </a:lnTo>
                  <a:lnTo>
                    <a:pt x="123659" y="298557"/>
                  </a:lnTo>
                  <a:lnTo>
                    <a:pt x="128809" y="299858"/>
                  </a:lnTo>
                  <a:lnTo>
                    <a:pt x="133998" y="300994"/>
                  </a:lnTo>
                  <a:lnTo>
                    <a:pt x="139220" y="301965"/>
                  </a:lnTo>
                  <a:lnTo>
                    <a:pt x="144470" y="302770"/>
                  </a:lnTo>
                  <a:lnTo>
                    <a:pt x="149744" y="303407"/>
                  </a:lnTo>
                  <a:lnTo>
                    <a:pt x="155034" y="303877"/>
                  </a:lnTo>
                  <a:lnTo>
                    <a:pt x="160337" y="304178"/>
                  </a:lnTo>
                  <a:lnTo>
                    <a:pt x="165647" y="304311"/>
                  </a:lnTo>
                  <a:lnTo>
                    <a:pt x="170959" y="304275"/>
                  </a:lnTo>
                  <a:lnTo>
                    <a:pt x="176267" y="304070"/>
                  </a:lnTo>
                  <a:lnTo>
                    <a:pt x="181565" y="303696"/>
                  </a:lnTo>
                  <a:lnTo>
                    <a:pt x="186849" y="303155"/>
                  </a:lnTo>
                  <a:lnTo>
                    <a:pt x="192113" y="302446"/>
                  </a:lnTo>
                  <a:lnTo>
                    <a:pt x="197352" y="301570"/>
                  </a:lnTo>
                  <a:lnTo>
                    <a:pt x="202560" y="300527"/>
                  </a:lnTo>
                  <a:lnTo>
                    <a:pt x="207733" y="299320"/>
                  </a:lnTo>
                  <a:lnTo>
                    <a:pt x="212865" y="297950"/>
                  </a:lnTo>
                  <a:lnTo>
                    <a:pt x="217950" y="296417"/>
                  </a:lnTo>
                  <a:lnTo>
                    <a:pt x="222985" y="294723"/>
                  </a:lnTo>
                  <a:lnTo>
                    <a:pt x="227963" y="292870"/>
                  </a:lnTo>
                  <a:lnTo>
                    <a:pt x="232879" y="290860"/>
                  </a:lnTo>
                  <a:lnTo>
                    <a:pt x="237730" y="288694"/>
                  </a:lnTo>
                  <a:lnTo>
                    <a:pt x="242508" y="286376"/>
                  </a:lnTo>
                  <a:lnTo>
                    <a:pt x="247211" y="283907"/>
                  </a:lnTo>
                  <a:lnTo>
                    <a:pt x="251834" y="281290"/>
                  </a:lnTo>
                  <a:lnTo>
                    <a:pt x="256370" y="278527"/>
                  </a:lnTo>
                  <a:lnTo>
                    <a:pt x="260817" y="275622"/>
                  </a:lnTo>
                  <a:lnTo>
                    <a:pt x="265169" y="272576"/>
                  </a:lnTo>
                  <a:lnTo>
                    <a:pt x="269422" y="269394"/>
                  </a:lnTo>
                  <a:lnTo>
                    <a:pt x="273572" y="266079"/>
                  </a:lnTo>
                  <a:lnTo>
                    <a:pt x="277614" y="262633"/>
                  </a:lnTo>
                  <a:lnTo>
                    <a:pt x="281545" y="259061"/>
                  </a:lnTo>
                  <a:lnTo>
                    <a:pt x="285360" y="255366"/>
                  </a:lnTo>
                  <a:lnTo>
                    <a:pt x="289056" y="251551"/>
                  </a:lnTo>
                  <a:lnTo>
                    <a:pt x="292629" y="247620"/>
                  </a:lnTo>
                  <a:lnTo>
                    <a:pt x="296076" y="243579"/>
                  </a:lnTo>
                  <a:lnTo>
                    <a:pt x="299392" y="239429"/>
                  </a:lnTo>
                  <a:lnTo>
                    <a:pt x="302575" y="235177"/>
                  </a:lnTo>
                  <a:lnTo>
                    <a:pt x="305621" y="230825"/>
                  </a:lnTo>
                  <a:lnTo>
                    <a:pt x="308527" y="226379"/>
                  </a:lnTo>
                  <a:lnTo>
                    <a:pt x="311290" y="221843"/>
                  </a:lnTo>
                  <a:lnTo>
                    <a:pt x="313908" y="217222"/>
                  </a:lnTo>
                  <a:lnTo>
                    <a:pt x="316378" y="212519"/>
                  </a:lnTo>
                  <a:lnTo>
                    <a:pt x="318697" y="207740"/>
                  </a:lnTo>
                  <a:lnTo>
                    <a:pt x="320863" y="202891"/>
                  </a:lnTo>
                  <a:lnTo>
                    <a:pt x="322874" y="197974"/>
                  </a:lnTo>
                  <a:lnTo>
                    <a:pt x="324728" y="192997"/>
                  </a:lnTo>
                  <a:lnTo>
                    <a:pt x="326423" y="187963"/>
                  </a:lnTo>
                  <a:lnTo>
                    <a:pt x="327957" y="182877"/>
                  </a:lnTo>
                  <a:lnTo>
                    <a:pt x="329328" y="177746"/>
                  </a:lnTo>
                  <a:lnTo>
                    <a:pt x="330536" y="172573"/>
                  </a:lnTo>
                  <a:lnTo>
                    <a:pt x="331579" y="167365"/>
                  </a:lnTo>
                  <a:lnTo>
                    <a:pt x="332456" y="162126"/>
                  </a:lnTo>
                  <a:lnTo>
                    <a:pt x="333166" y="156862"/>
                  </a:lnTo>
                  <a:lnTo>
                    <a:pt x="333709" y="151579"/>
                  </a:lnTo>
                  <a:lnTo>
                    <a:pt x="334083" y="146280"/>
                  </a:lnTo>
                  <a:lnTo>
                    <a:pt x="334289" y="140973"/>
                  </a:lnTo>
                  <a:lnTo>
                    <a:pt x="334326" y="135661"/>
                  </a:lnTo>
                  <a:lnTo>
                    <a:pt x="334194" y="130351"/>
                  </a:lnTo>
                  <a:lnTo>
                    <a:pt x="333894" y="125048"/>
                  </a:lnTo>
                  <a:lnTo>
                    <a:pt x="333425" y="119757"/>
                  </a:lnTo>
                  <a:lnTo>
                    <a:pt x="332789" y="114484"/>
                  </a:lnTo>
                  <a:lnTo>
                    <a:pt x="331985" y="109233"/>
                  </a:lnTo>
                  <a:lnTo>
                    <a:pt x="331015" y="104011"/>
                  </a:lnTo>
                  <a:lnTo>
                    <a:pt x="329879" y="98822"/>
                  </a:lnTo>
                  <a:lnTo>
                    <a:pt x="328579" y="93672"/>
                  </a:lnTo>
                  <a:lnTo>
                    <a:pt x="327117" y="88566"/>
                  </a:lnTo>
                  <a:lnTo>
                    <a:pt x="325492" y="83508"/>
                  </a:lnTo>
                  <a:lnTo>
                    <a:pt x="323708" y="78505"/>
                  </a:lnTo>
                  <a:lnTo>
                    <a:pt x="321766" y="73562"/>
                  </a:lnTo>
                  <a:lnTo>
                    <a:pt x="319668" y="68682"/>
                  </a:lnTo>
                  <a:lnTo>
                    <a:pt x="317415" y="63871"/>
                  </a:lnTo>
                  <a:lnTo>
                    <a:pt x="315012" y="59135"/>
                  </a:lnTo>
                  <a:lnTo>
                    <a:pt x="312458" y="54477"/>
                  </a:lnTo>
                  <a:lnTo>
                    <a:pt x="309758" y="49903"/>
                  </a:lnTo>
                  <a:lnTo>
                    <a:pt x="306915" y="45417"/>
                  </a:lnTo>
                  <a:lnTo>
                    <a:pt x="303930" y="41023"/>
                  </a:lnTo>
                  <a:lnTo>
                    <a:pt x="300807" y="36727"/>
                  </a:lnTo>
                  <a:lnTo>
                    <a:pt x="297549" y="32531"/>
                  </a:lnTo>
                  <a:lnTo>
                    <a:pt x="294159" y="28442"/>
                  </a:lnTo>
                  <a:lnTo>
                    <a:pt x="290641" y="24462"/>
                  </a:lnTo>
                  <a:lnTo>
                    <a:pt x="286999" y="20596"/>
                  </a:lnTo>
                  <a:lnTo>
                    <a:pt x="283235" y="16848"/>
                  </a:lnTo>
                  <a:lnTo>
                    <a:pt x="279355" y="13221"/>
                  </a:lnTo>
                  <a:lnTo>
                    <a:pt x="275361" y="9719"/>
                  </a:lnTo>
                  <a:lnTo>
                    <a:pt x="271258" y="6346"/>
                  </a:lnTo>
                  <a:lnTo>
                    <a:pt x="267049" y="3105"/>
                  </a:lnTo>
                  <a:lnTo>
                    <a:pt x="262740" y="0"/>
                  </a:lnTo>
                  <a:lnTo>
                    <a:pt x="167165" y="1371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488720" y="1322571"/>
              <a:ext cx="95575" cy="167167"/>
            </a:xfrm>
            <a:custGeom>
              <a:avLst/>
              <a:pathLst>
                <a:path w="95575" h="167167">
                  <a:moveTo>
                    <a:pt x="95575" y="30016"/>
                  </a:moveTo>
                  <a:lnTo>
                    <a:pt x="90884" y="26864"/>
                  </a:lnTo>
                  <a:lnTo>
                    <a:pt x="86089" y="23871"/>
                  </a:lnTo>
                  <a:lnTo>
                    <a:pt x="81195" y="21043"/>
                  </a:lnTo>
                  <a:lnTo>
                    <a:pt x="76209" y="18382"/>
                  </a:lnTo>
                  <a:lnTo>
                    <a:pt x="71136" y="15890"/>
                  </a:lnTo>
                  <a:lnTo>
                    <a:pt x="65981" y="13572"/>
                  </a:lnTo>
                  <a:lnTo>
                    <a:pt x="60751" y="11429"/>
                  </a:lnTo>
                  <a:lnTo>
                    <a:pt x="55451" y="9465"/>
                  </a:lnTo>
                  <a:lnTo>
                    <a:pt x="50089" y="7680"/>
                  </a:lnTo>
                  <a:lnTo>
                    <a:pt x="44668" y="6078"/>
                  </a:lnTo>
                  <a:lnTo>
                    <a:pt x="39197" y="4660"/>
                  </a:lnTo>
                  <a:lnTo>
                    <a:pt x="33681" y="3428"/>
                  </a:lnTo>
                  <a:lnTo>
                    <a:pt x="28126" y="2383"/>
                  </a:lnTo>
                  <a:lnTo>
                    <a:pt x="22540" y="1526"/>
                  </a:lnTo>
                  <a:lnTo>
                    <a:pt x="16927" y="859"/>
                  </a:lnTo>
                  <a:lnTo>
                    <a:pt x="11295" y="382"/>
                  </a:lnTo>
                  <a:lnTo>
                    <a:pt x="5651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996327" y="1681503"/>
              <a:ext cx="90197" cy="167167"/>
            </a:xfrm>
            <a:custGeom>
              <a:avLst/>
              <a:pathLst>
                <a:path w="90197" h="167167">
                  <a:moveTo>
                    <a:pt x="90197" y="0"/>
                  </a:moveTo>
                  <a:lnTo>
                    <a:pt x="84594" y="93"/>
                  </a:lnTo>
                  <a:lnTo>
                    <a:pt x="78997" y="375"/>
                  </a:lnTo>
                  <a:lnTo>
                    <a:pt x="73413" y="844"/>
                  </a:lnTo>
                  <a:lnTo>
                    <a:pt x="67847" y="1500"/>
                  </a:lnTo>
                  <a:lnTo>
                    <a:pt x="62307" y="2343"/>
                  </a:lnTo>
                  <a:lnTo>
                    <a:pt x="56798" y="3370"/>
                  </a:lnTo>
                  <a:lnTo>
                    <a:pt x="51327" y="4581"/>
                  </a:lnTo>
                  <a:lnTo>
                    <a:pt x="45899" y="5976"/>
                  </a:lnTo>
                  <a:lnTo>
                    <a:pt x="40521" y="7551"/>
                  </a:lnTo>
                  <a:lnTo>
                    <a:pt x="35199" y="9306"/>
                  </a:lnTo>
                  <a:lnTo>
                    <a:pt x="29938" y="11238"/>
                  </a:lnTo>
                  <a:lnTo>
                    <a:pt x="24746" y="13345"/>
                  </a:lnTo>
                  <a:lnTo>
                    <a:pt x="19627" y="15626"/>
                  </a:lnTo>
                  <a:lnTo>
                    <a:pt x="14587" y="18076"/>
                  </a:lnTo>
                  <a:lnTo>
                    <a:pt x="9632" y="20694"/>
                  </a:lnTo>
                  <a:lnTo>
                    <a:pt x="4768" y="23477"/>
                  </a:lnTo>
                  <a:lnTo>
                    <a:pt x="0" y="26421"/>
                  </a:lnTo>
                  <a:lnTo>
                    <a:pt x="9019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996327" y="170792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996327" y="170792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996327" y="170792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996327" y="170792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996327" y="170792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996327" y="170792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996327" y="170792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96327" y="170792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96327" y="170792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96327" y="170792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96327" y="170792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96327" y="170792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96327" y="170792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96327" y="170792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96327" y="170792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96327" y="170792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19375" y="1681503"/>
              <a:ext cx="334296" cy="334334"/>
            </a:xfrm>
            <a:custGeom>
              <a:avLst/>
              <a:pathLst>
                <a:path w="334296" h="334334">
                  <a:moveTo>
                    <a:pt x="76951" y="26421"/>
                  </a:moveTo>
                  <a:lnTo>
                    <a:pt x="72530" y="29355"/>
                  </a:lnTo>
                  <a:lnTo>
                    <a:pt x="68204" y="32427"/>
                  </a:lnTo>
                  <a:lnTo>
                    <a:pt x="63978" y="35635"/>
                  </a:lnTo>
                  <a:lnTo>
                    <a:pt x="59856" y="38975"/>
                  </a:lnTo>
                  <a:lnTo>
                    <a:pt x="55842" y="42444"/>
                  </a:lnTo>
                  <a:lnTo>
                    <a:pt x="51940" y="46040"/>
                  </a:lnTo>
                  <a:lnTo>
                    <a:pt x="48154" y="49757"/>
                  </a:lnTo>
                  <a:lnTo>
                    <a:pt x="44488" y="53592"/>
                  </a:lnTo>
                  <a:lnTo>
                    <a:pt x="40945" y="57542"/>
                  </a:lnTo>
                  <a:lnTo>
                    <a:pt x="37530" y="61602"/>
                  </a:lnTo>
                  <a:lnTo>
                    <a:pt x="34245" y="65769"/>
                  </a:lnTo>
                  <a:lnTo>
                    <a:pt x="31094" y="70038"/>
                  </a:lnTo>
                  <a:lnTo>
                    <a:pt x="28080" y="74404"/>
                  </a:lnTo>
                  <a:lnTo>
                    <a:pt x="25206" y="78864"/>
                  </a:lnTo>
                  <a:lnTo>
                    <a:pt x="22475" y="83414"/>
                  </a:lnTo>
                  <a:lnTo>
                    <a:pt x="19890" y="88047"/>
                  </a:lnTo>
                  <a:lnTo>
                    <a:pt x="17454" y="92760"/>
                  </a:lnTo>
                  <a:lnTo>
                    <a:pt x="15168" y="97548"/>
                  </a:lnTo>
                  <a:lnTo>
                    <a:pt x="13035" y="102406"/>
                  </a:lnTo>
                  <a:lnTo>
                    <a:pt x="11057" y="107330"/>
                  </a:lnTo>
                  <a:lnTo>
                    <a:pt x="9237" y="112313"/>
                  </a:lnTo>
                  <a:lnTo>
                    <a:pt x="7576" y="117352"/>
                  </a:lnTo>
                  <a:lnTo>
                    <a:pt x="6075" y="122441"/>
                  </a:lnTo>
                  <a:lnTo>
                    <a:pt x="4737" y="127576"/>
                  </a:lnTo>
                  <a:lnTo>
                    <a:pt x="3563" y="132750"/>
                  </a:lnTo>
                  <a:lnTo>
                    <a:pt x="2553" y="137958"/>
                  </a:lnTo>
                  <a:lnTo>
                    <a:pt x="1709" y="143197"/>
                  </a:lnTo>
                  <a:lnTo>
                    <a:pt x="1031" y="148459"/>
                  </a:lnTo>
                  <a:lnTo>
                    <a:pt x="521" y="153740"/>
                  </a:lnTo>
                  <a:lnTo>
                    <a:pt x="179" y="159035"/>
                  </a:lnTo>
                  <a:lnTo>
                    <a:pt x="5" y="164338"/>
                  </a:lnTo>
                  <a:lnTo>
                    <a:pt x="0" y="169643"/>
                  </a:lnTo>
                  <a:lnTo>
                    <a:pt x="162" y="174947"/>
                  </a:lnTo>
                  <a:lnTo>
                    <a:pt x="493" y="180242"/>
                  </a:lnTo>
                  <a:lnTo>
                    <a:pt x="992" y="185524"/>
                  </a:lnTo>
                  <a:lnTo>
                    <a:pt x="1658" y="190788"/>
                  </a:lnTo>
                  <a:lnTo>
                    <a:pt x="2491" y="196028"/>
                  </a:lnTo>
                  <a:lnTo>
                    <a:pt x="3490" y="201239"/>
                  </a:lnTo>
                  <a:lnTo>
                    <a:pt x="4654" y="206415"/>
                  </a:lnTo>
                  <a:lnTo>
                    <a:pt x="5981" y="211552"/>
                  </a:lnTo>
                  <a:lnTo>
                    <a:pt x="7471" y="216645"/>
                  </a:lnTo>
                  <a:lnTo>
                    <a:pt x="9122" y="221687"/>
                  </a:lnTo>
                  <a:lnTo>
                    <a:pt x="10931" y="226675"/>
                  </a:lnTo>
                  <a:lnTo>
                    <a:pt x="12899" y="231602"/>
                  </a:lnTo>
                  <a:lnTo>
                    <a:pt x="15021" y="236465"/>
                  </a:lnTo>
                  <a:lnTo>
                    <a:pt x="17297" y="241258"/>
                  </a:lnTo>
                  <a:lnTo>
                    <a:pt x="19724" y="245976"/>
                  </a:lnTo>
                  <a:lnTo>
                    <a:pt x="22299" y="250615"/>
                  </a:lnTo>
                  <a:lnTo>
                    <a:pt x="25020" y="255170"/>
                  </a:lnTo>
                  <a:lnTo>
                    <a:pt x="27885" y="259636"/>
                  </a:lnTo>
                  <a:lnTo>
                    <a:pt x="30889" y="264009"/>
                  </a:lnTo>
                  <a:lnTo>
                    <a:pt x="34031" y="268284"/>
                  </a:lnTo>
                  <a:lnTo>
                    <a:pt x="37307" y="272458"/>
                  </a:lnTo>
                  <a:lnTo>
                    <a:pt x="40714" y="276525"/>
                  </a:lnTo>
                  <a:lnTo>
                    <a:pt x="44248" y="280482"/>
                  </a:lnTo>
                  <a:lnTo>
                    <a:pt x="47906" y="284326"/>
                  </a:lnTo>
                  <a:lnTo>
                    <a:pt x="51684" y="288051"/>
                  </a:lnTo>
                  <a:lnTo>
                    <a:pt x="55579" y="291654"/>
                  </a:lnTo>
                  <a:lnTo>
                    <a:pt x="59585" y="295132"/>
                  </a:lnTo>
                  <a:lnTo>
                    <a:pt x="63701" y="298481"/>
                  </a:lnTo>
                  <a:lnTo>
                    <a:pt x="67920" y="301698"/>
                  </a:lnTo>
                  <a:lnTo>
                    <a:pt x="72239" y="304779"/>
                  </a:lnTo>
                  <a:lnTo>
                    <a:pt x="76654" y="307722"/>
                  </a:lnTo>
                  <a:lnTo>
                    <a:pt x="81160" y="310523"/>
                  </a:lnTo>
                  <a:lnTo>
                    <a:pt x="85753" y="313180"/>
                  </a:lnTo>
                  <a:lnTo>
                    <a:pt x="90428" y="315689"/>
                  </a:lnTo>
                  <a:lnTo>
                    <a:pt x="95180" y="318049"/>
                  </a:lnTo>
                  <a:lnTo>
                    <a:pt x="100004" y="320257"/>
                  </a:lnTo>
                  <a:lnTo>
                    <a:pt x="104896" y="322311"/>
                  </a:lnTo>
                  <a:lnTo>
                    <a:pt x="109851" y="324208"/>
                  </a:lnTo>
                  <a:lnTo>
                    <a:pt x="114864" y="325947"/>
                  </a:lnTo>
                  <a:lnTo>
                    <a:pt x="119929" y="327527"/>
                  </a:lnTo>
                  <a:lnTo>
                    <a:pt x="125042" y="328944"/>
                  </a:lnTo>
                  <a:lnTo>
                    <a:pt x="130197" y="330199"/>
                  </a:lnTo>
                  <a:lnTo>
                    <a:pt x="135389" y="331290"/>
                  </a:lnTo>
                  <a:lnTo>
                    <a:pt x="140614" y="332215"/>
                  </a:lnTo>
                  <a:lnTo>
                    <a:pt x="145865" y="332974"/>
                  </a:lnTo>
                  <a:lnTo>
                    <a:pt x="151138" y="333566"/>
                  </a:lnTo>
                  <a:lnTo>
                    <a:pt x="156426" y="333990"/>
                  </a:lnTo>
                  <a:lnTo>
                    <a:pt x="161726" y="334246"/>
                  </a:lnTo>
                  <a:lnTo>
                    <a:pt x="167031" y="334334"/>
                  </a:lnTo>
                  <a:lnTo>
                    <a:pt x="172336" y="334254"/>
                  </a:lnTo>
                  <a:lnTo>
                    <a:pt x="177636" y="334005"/>
                  </a:lnTo>
                  <a:lnTo>
                    <a:pt x="182925" y="333588"/>
                  </a:lnTo>
                  <a:lnTo>
                    <a:pt x="188199" y="333004"/>
                  </a:lnTo>
                  <a:lnTo>
                    <a:pt x="193451" y="332252"/>
                  </a:lnTo>
                  <a:lnTo>
                    <a:pt x="198677" y="331334"/>
                  </a:lnTo>
                  <a:lnTo>
                    <a:pt x="203871" y="330251"/>
                  </a:lnTo>
                  <a:lnTo>
                    <a:pt x="209028" y="329004"/>
                  </a:lnTo>
                  <a:lnTo>
                    <a:pt x="214143" y="327593"/>
                  </a:lnTo>
                  <a:lnTo>
                    <a:pt x="219210" y="326021"/>
                  </a:lnTo>
                  <a:lnTo>
                    <a:pt x="224225" y="324289"/>
                  </a:lnTo>
                  <a:lnTo>
                    <a:pt x="229182" y="322398"/>
                  </a:lnTo>
                  <a:lnTo>
                    <a:pt x="234078" y="320351"/>
                  </a:lnTo>
                  <a:lnTo>
                    <a:pt x="238905" y="318150"/>
                  </a:lnTo>
                  <a:lnTo>
                    <a:pt x="243660" y="315797"/>
                  </a:lnTo>
                  <a:lnTo>
                    <a:pt x="248339" y="313294"/>
                  </a:lnTo>
                  <a:lnTo>
                    <a:pt x="252935" y="310644"/>
                  </a:lnTo>
                  <a:lnTo>
                    <a:pt x="257445" y="307849"/>
                  </a:lnTo>
                  <a:lnTo>
                    <a:pt x="261864" y="304913"/>
                  </a:lnTo>
                  <a:lnTo>
                    <a:pt x="266188" y="301838"/>
                  </a:lnTo>
                  <a:lnTo>
                    <a:pt x="270412" y="298627"/>
                  </a:lnTo>
                  <a:lnTo>
                    <a:pt x="274532" y="295283"/>
                  </a:lnTo>
                  <a:lnTo>
                    <a:pt x="278543" y="291811"/>
                  </a:lnTo>
                  <a:lnTo>
                    <a:pt x="282443" y="288213"/>
                  </a:lnTo>
                  <a:lnTo>
                    <a:pt x="286226" y="284493"/>
                  </a:lnTo>
                  <a:lnTo>
                    <a:pt x="289890" y="280655"/>
                  </a:lnTo>
                  <a:lnTo>
                    <a:pt x="293429" y="276703"/>
                  </a:lnTo>
                  <a:lnTo>
                    <a:pt x="296842" y="272640"/>
                  </a:lnTo>
                  <a:lnTo>
                    <a:pt x="300124" y="268471"/>
                  </a:lnTo>
                  <a:lnTo>
                    <a:pt x="303272" y="264200"/>
                  </a:lnTo>
                  <a:lnTo>
                    <a:pt x="306282" y="259832"/>
                  </a:lnTo>
                  <a:lnTo>
                    <a:pt x="309153" y="255370"/>
                  </a:lnTo>
                  <a:lnTo>
                    <a:pt x="311881" y="250819"/>
                  </a:lnTo>
                  <a:lnTo>
                    <a:pt x="314462" y="246183"/>
                  </a:lnTo>
                  <a:lnTo>
                    <a:pt x="316896" y="241469"/>
                  </a:lnTo>
                  <a:lnTo>
                    <a:pt x="319178" y="236679"/>
                  </a:lnTo>
                  <a:lnTo>
                    <a:pt x="321308" y="231819"/>
                  </a:lnTo>
                  <a:lnTo>
                    <a:pt x="323282" y="226894"/>
                  </a:lnTo>
                  <a:lnTo>
                    <a:pt x="325099" y="221909"/>
                  </a:lnTo>
                  <a:lnTo>
                    <a:pt x="326756" y="216869"/>
                  </a:lnTo>
                  <a:lnTo>
                    <a:pt x="328253" y="211779"/>
                  </a:lnTo>
                  <a:lnTo>
                    <a:pt x="329588" y="206644"/>
                  </a:lnTo>
                  <a:lnTo>
                    <a:pt x="330759" y="201469"/>
                  </a:lnTo>
                  <a:lnTo>
                    <a:pt x="331765" y="196260"/>
                  </a:lnTo>
                  <a:lnTo>
                    <a:pt x="332605" y="191021"/>
                  </a:lnTo>
                  <a:lnTo>
                    <a:pt x="333279" y="185758"/>
                  </a:lnTo>
                  <a:lnTo>
                    <a:pt x="333785" y="180477"/>
                  </a:lnTo>
                  <a:lnTo>
                    <a:pt x="334124" y="175182"/>
                  </a:lnTo>
                  <a:lnTo>
                    <a:pt x="334294" y="169879"/>
                  </a:lnTo>
                  <a:lnTo>
                    <a:pt x="334296" y="164573"/>
                  </a:lnTo>
                  <a:lnTo>
                    <a:pt x="334129" y="159270"/>
                  </a:lnTo>
                  <a:lnTo>
                    <a:pt x="333795" y="153975"/>
                  </a:lnTo>
                  <a:lnTo>
                    <a:pt x="333292" y="148693"/>
                  </a:lnTo>
                  <a:lnTo>
                    <a:pt x="332622" y="143429"/>
                  </a:lnTo>
                  <a:lnTo>
                    <a:pt x="331785" y="138190"/>
                  </a:lnTo>
                  <a:lnTo>
                    <a:pt x="330783" y="132980"/>
                  </a:lnTo>
                  <a:lnTo>
                    <a:pt x="329616" y="127804"/>
                  </a:lnTo>
                  <a:lnTo>
                    <a:pt x="328285" y="122668"/>
                  </a:lnTo>
                  <a:lnTo>
                    <a:pt x="326791" y="117577"/>
                  </a:lnTo>
                  <a:lnTo>
                    <a:pt x="325137" y="112536"/>
                  </a:lnTo>
                  <a:lnTo>
                    <a:pt x="323324" y="107549"/>
                  </a:lnTo>
                  <a:lnTo>
                    <a:pt x="321353" y="102623"/>
                  </a:lnTo>
                  <a:lnTo>
                    <a:pt x="319227" y="97762"/>
                  </a:lnTo>
                  <a:lnTo>
                    <a:pt x="316948" y="92971"/>
                  </a:lnTo>
                  <a:lnTo>
                    <a:pt x="314518" y="88254"/>
                  </a:lnTo>
                  <a:lnTo>
                    <a:pt x="311939" y="83617"/>
                  </a:lnTo>
                  <a:lnTo>
                    <a:pt x="309215" y="79064"/>
                  </a:lnTo>
                  <a:lnTo>
                    <a:pt x="306348" y="74600"/>
                  </a:lnTo>
                  <a:lnTo>
                    <a:pt x="303340" y="70229"/>
                  </a:lnTo>
                  <a:lnTo>
                    <a:pt x="300195" y="65956"/>
                  </a:lnTo>
                  <a:lnTo>
                    <a:pt x="296916" y="61785"/>
                  </a:lnTo>
                  <a:lnTo>
                    <a:pt x="293506" y="57720"/>
                  </a:lnTo>
                  <a:lnTo>
                    <a:pt x="289969" y="53765"/>
                  </a:lnTo>
                  <a:lnTo>
                    <a:pt x="286309" y="49924"/>
                  </a:lnTo>
                  <a:lnTo>
                    <a:pt x="282528" y="46202"/>
                  </a:lnTo>
                  <a:lnTo>
                    <a:pt x="278631" y="42601"/>
                  </a:lnTo>
                  <a:lnTo>
                    <a:pt x="274622" y="39126"/>
                  </a:lnTo>
                  <a:lnTo>
                    <a:pt x="270504" y="35780"/>
                  </a:lnTo>
                  <a:lnTo>
                    <a:pt x="266283" y="32566"/>
                  </a:lnTo>
                  <a:lnTo>
                    <a:pt x="261961" y="29488"/>
                  </a:lnTo>
                  <a:lnTo>
                    <a:pt x="257544" y="26548"/>
                  </a:lnTo>
                  <a:lnTo>
                    <a:pt x="253036" y="23750"/>
                  </a:lnTo>
                  <a:lnTo>
                    <a:pt x="248441" y="21097"/>
                  </a:lnTo>
                  <a:lnTo>
                    <a:pt x="243765" y="18591"/>
                  </a:lnTo>
                  <a:lnTo>
                    <a:pt x="239011" y="16234"/>
                  </a:lnTo>
                  <a:lnTo>
                    <a:pt x="234185" y="14030"/>
                  </a:lnTo>
                  <a:lnTo>
                    <a:pt x="229292" y="11979"/>
                  </a:lnTo>
                  <a:lnTo>
                    <a:pt x="224336" y="10085"/>
                  </a:lnTo>
                  <a:lnTo>
                    <a:pt x="219322" y="8350"/>
                  </a:lnTo>
                  <a:lnTo>
                    <a:pt x="214255" y="6774"/>
                  </a:lnTo>
                  <a:lnTo>
                    <a:pt x="209142" y="5360"/>
                  </a:lnTo>
                  <a:lnTo>
                    <a:pt x="203985" y="4109"/>
                  </a:lnTo>
                  <a:lnTo>
                    <a:pt x="198792" y="3022"/>
                  </a:lnTo>
                  <a:lnTo>
                    <a:pt x="193567" y="2100"/>
                  </a:lnTo>
                  <a:lnTo>
                    <a:pt x="188315" y="1345"/>
                  </a:lnTo>
                  <a:lnTo>
                    <a:pt x="183042" y="757"/>
                  </a:lnTo>
                  <a:lnTo>
                    <a:pt x="177753" y="336"/>
                  </a:lnTo>
                  <a:lnTo>
                    <a:pt x="172454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79542" y="2126963"/>
              <a:ext cx="101745" cy="167167"/>
            </a:xfrm>
            <a:custGeom>
              <a:avLst/>
              <a:pathLst>
                <a:path w="101745" h="167167">
                  <a:moveTo>
                    <a:pt x="101745" y="0"/>
                  </a:moveTo>
                  <a:lnTo>
                    <a:pt x="95989" y="99"/>
                  </a:lnTo>
                  <a:lnTo>
                    <a:pt x="90240" y="396"/>
                  </a:lnTo>
                  <a:lnTo>
                    <a:pt x="84504" y="891"/>
                  </a:lnTo>
                  <a:lnTo>
                    <a:pt x="78789" y="1583"/>
                  </a:lnTo>
                  <a:lnTo>
                    <a:pt x="73101" y="2472"/>
                  </a:lnTo>
                  <a:lnTo>
                    <a:pt x="67447" y="3556"/>
                  </a:lnTo>
                  <a:lnTo>
                    <a:pt x="61834" y="4834"/>
                  </a:lnTo>
                  <a:lnTo>
                    <a:pt x="56268" y="6304"/>
                  </a:lnTo>
                  <a:lnTo>
                    <a:pt x="50756" y="7966"/>
                  </a:lnTo>
                  <a:lnTo>
                    <a:pt x="45305" y="9816"/>
                  </a:lnTo>
                  <a:lnTo>
                    <a:pt x="39920" y="11852"/>
                  </a:lnTo>
                  <a:lnTo>
                    <a:pt x="34609" y="14073"/>
                  </a:lnTo>
                  <a:lnTo>
                    <a:pt x="29377" y="16476"/>
                  </a:lnTo>
                  <a:lnTo>
                    <a:pt x="24231" y="19057"/>
                  </a:lnTo>
                  <a:lnTo>
                    <a:pt x="19178" y="21814"/>
                  </a:lnTo>
                  <a:lnTo>
                    <a:pt x="14222" y="24743"/>
                  </a:lnTo>
                  <a:lnTo>
                    <a:pt x="9370" y="27841"/>
                  </a:lnTo>
                  <a:lnTo>
                    <a:pt x="4627" y="31104"/>
                  </a:lnTo>
                  <a:lnTo>
                    <a:pt x="0" y="34529"/>
                  </a:lnTo>
                  <a:lnTo>
                    <a:pt x="10174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79542" y="2161493"/>
              <a:ext cx="101745" cy="132637"/>
            </a:xfrm>
            <a:custGeom>
              <a:avLst/>
              <a:pathLst>
                <a:path w="101745" h="132637">
                  <a:moveTo>
                    <a:pt x="0" y="0"/>
                  </a:moveTo>
                  <a:lnTo>
                    <a:pt x="101745" y="1326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79542" y="2161493"/>
              <a:ext cx="101745" cy="132637"/>
            </a:xfrm>
            <a:custGeom>
              <a:avLst/>
              <a:pathLst>
                <a:path w="101745" h="132637">
                  <a:moveTo>
                    <a:pt x="0" y="0"/>
                  </a:moveTo>
                  <a:lnTo>
                    <a:pt x="101745" y="1326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79542" y="2161493"/>
              <a:ext cx="101745" cy="132637"/>
            </a:xfrm>
            <a:custGeom>
              <a:avLst/>
              <a:pathLst>
                <a:path w="101745" h="132637">
                  <a:moveTo>
                    <a:pt x="0" y="0"/>
                  </a:moveTo>
                  <a:lnTo>
                    <a:pt x="101745" y="1326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79542" y="2161493"/>
              <a:ext cx="101745" cy="132637"/>
            </a:xfrm>
            <a:custGeom>
              <a:avLst/>
              <a:pathLst>
                <a:path w="101745" h="132637">
                  <a:moveTo>
                    <a:pt x="0" y="0"/>
                  </a:moveTo>
                  <a:lnTo>
                    <a:pt x="101745" y="1326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79542" y="2161493"/>
              <a:ext cx="101745" cy="132637"/>
            </a:xfrm>
            <a:custGeom>
              <a:avLst/>
              <a:pathLst>
                <a:path w="101745" h="132637">
                  <a:moveTo>
                    <a:pt x="0" y="0"/>
                  </a:moveTo>
                  <a:lnTo>
                    <a:pt x="101745" y="1326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79542" y="2161493"/>
              <a:ext cx="101745" cy="132637"/>
            </a:xfrm>
            <a:custGeom>
              <a:avLst/>
              <a:pathLst>
                <a:path w="101745" h="132637">
                  <a:moveTo>
                    <a:pt x="0" y="0"/>
                  </a:moveTo>
                  <a:lnTo>
                    <a:pt x="101745" y="1326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79542" y="2161493"/>
              <a:ext cx="101745" cy="132637"/>
            </a:xfrm>
            <a:custGeom>
              <a:avLst/>
              <a:pathLst>
                <a:path w="101745" h="132637">
                  <a:moveTo>
                    <a:pt x="0" y="0"/>
                  </a:moveTo>
                  <a:lnTo>
                    <a:pt x="101745" y="1326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79542" y="2161493"/>
              <a:ext cx="101745" cy="132637"/>
            </a:xfrm>
            <a:custGeom>
              <a:avLst/>
              <a:pathLst>
                <a:path w="101745" h="132637">
                  <a:moveTo>
                    <a:pt x="0" y="0"/>
                  </a:moveTo>
                  <a:lnTo>
                    <a:pt x="101745" y="1326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79542" y="2161493"/>
              <a:ext cx="101745" cy="132637"/>
            </a:xfrm>
            <a:custGeom>
              <a:avLst/>
              <a:pathLst>
                <a:path w="101745" h="132637">
                  <a:moveTo>
                    <a:pt x="0" y="0"/>
                  </a:moveTo>
                  <a:lnTo>
                    <a:pt x="101745" y="1326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79542" y="2161493"/>
              <a:ext cx="101745" cy="132637"/>
            </a:xfrm>
            <a:custGeom>
              <a:avLst/>
              <a:pathLst>
                <a:path w="101745" h="132637">
                  <a:moveTo>
                    <a:pt x="0" y="0"/>
                  </a:moveTo>
                  <a:lnTo>
                    <a:pt x="101745" y="1326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79542" y="2161493"/>
              <a:ext cx="101745" cy="132637"/>
            </a:xfrm>
            <a:custGeom>
              <a:avLst/>
              <a:pathLst>
                <a:path w="101745" h="132637">
                  <a:moveTo>
                    <a:pt x="0" y="0"/>
                  </a:moveTo>
                  <a:lnTo>
                    <a:pt x="101745" y="1326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79542" y="2161493"/>
              <a:ext cx="101745" cy="132637"/>
            </a:xfrm>
            <a:custGeom>
              <a:avLst/>
              <a:pathLst>
                <a:path w="101745" h="132637">
                  <a:moveTo>
                    <a:pt x="0" y="0"/>
                  </a:moveTo>
                  <a:lnTo>
                    <a:pt x="101745" y="1326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79542" y="2161493"/>
              <a:ext cx="101745" cy="132637"/>
            </a:xfrm>
            <a:custGeom>
              <a:avLst/>
              <a:pathLst>
                <a:path w="101745" h="132637">
                  <a:moveTo>
                    <a:pt x="0" y="0"/>
                  </a:moveTo>
                  <a:lnTo>
                    <a:pt x="101745" y="1326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79542" y="2161493"/>
              <a:ext cx="101745" cy="132637"/>
            </a:xfrm>
            <a:custGeom>
              <a:avLst/>
              <a:pathLst>
                <a:path w="101745" h="132637">
                  <a:moveTo>
                    <a:pt x="0" y="0"/>
                  </a:moveTo>
                  <a:lnTo>
                    <a:pt x="101745" y="1326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14120" y="2127336"/>
              <a:ext cx="334320" cy="333954"/>
            </a:xfrm>
            <a:custGeom>
              <a:avLst/>
              <a:pathLst>
                <a:path w="334320" h="333954">
                  <a:moveTo>
                    <a:pt x="65421" y="34156"/>
                  </a:moveTo>
                  <a:lnTo>
                    <a:pt x="61281" y="37437"/>
                  </a:lnTo>
                  <a:lnTo>
                    <a:pt x="57247" y="40847"/>
                  </a:lnTo>
                  <a:lnTo>
                    <a:pt x="53322" y="44383"/>
                  </a:lnTo>
                  <a:lnTo>
                    <a:pt x="49511" y="48042"/>
                  </a:lnTo>
                  <a:lnTo>
                    <a:pt x="45818" y="51818"/>
                  </a:lnTo>
                  <a:lnTo>
                    <a:pt x="42245" y="55710"/>
                  </a:lnTo>
                  <a:lnTo>
                    <a:pt x="38798" y="59713"/>
                  </a:lnTo>
                  <a:lnTo>
                    <a:pt x="35479" y="63822"/>
                  </a:lnTo>
                  <a:lnTo>
                    <a:pt x="32291" y="68035"/>
                  </a:lnTo>
                  <a:lnTo>
                    <a:pt x="29238" y="72346"/>
                  </a:lnTo>
                  <a:lnTo>
                    <a:pt x="26322" y="76751"/>
                  </a:lnTo>
                  <a:lnTo>
                    <a:pt x="23547" y="81246"/>
                  </a:lnTo>
                  <a:lnTo>
                    <a:pt x="20916" y="85827"/>
                  </a:lnTo>
                  <a:lnTo>
                    <a:pt x="18431" y="90488"/>
                  </a:lnTo>
                  <a:lnTo>
                    <a:pt x="16094" y="95226"/>
                  </a:lnTo>
                  <a:lnTo>
                    <a:pt x="13908" y="100035"/>
                  </a:lnTo>
                  <a:lnTo>
                    <a:pt x="11875" y="104911"/>
                  </a:lnTo>
                  <a:lnTo>
                    <a:pt x="9998" y="109849"/>
                  </a:lnTo>
                  <a:lnTo>
                    <a:pt x="8277" y="114843"/>
                  </a:lnTo>
                  <a:lnTo>
                    <a:pt x="6715" y="119890"/>
                  </a:lnTo>
                  <a:lnTo>
                    <a:pt x="5313" y="124983"/>
                  </a:lnTo>
                  <a:lnTo>
                    <a:pt x="4072" y="130118"/>
                  </a:lnTo>
                  <a:lnTo>
                    <a:pt x="2995" y="135289"/>
                  </a:lnTo>
                  <a:lnTo>
                    <a:pt x="2082" y="140492"/>
                  </a:lnTo>
                  <a:lnTo>
                    <a:pt x="1333" y="145722"/>
                  </a:lnTo>
                  <a:lnTo>
                    <a:pt x="750" y="150972"/>
                  </a:lnTo>
                  <a:lnTo>
                    <a:pt x="333" y="156238"/>
                  </a:lnTo>
                  <a:lnTo>
                    <a:pt x="83" y="161515"/>
                  </a:lnTo>
                  <a:lnTo>
                    <a:pt x="0" y="166797"/>
                  </a:lnTo>
                  <a:lnTo>
                    <a:pt x="83" y="172079"/>
                  </a:lnTo>
                  <a:lnTo>
                    <a:pt x="334" y="177356"/>
                  </a:lnTo>
                  <a:lnTo>
                    <a:pt x="751" y="182622"/>
                  </a:lnTo>
                  <a:lnTo>
                    <a:pt x="1334" y="187872"/>
                  </a:lnTo>
                  <a:lnTo>
                    <a:pt x="2083" y="193101"/>
                  </a:lnTo>
                  <a:lnTo>
                    <a:pt x="2996" y="198304"/>
                  </a:lnTo>
                  <a:lnTo>
                    <a:pt x="4074" y="203476"/>
                  </a:lnTo>
                  <a:lnTo>
                    <a:pt x="5314" y="208611"/>
                  </a:lnTo>
                  <a:lnTo>
                    <a:pt x="6716" y="213704"/>
                  </a:lnTo>
                  <a:lnTo>
                    <a:pt x="8279" y="218750"/>
                  </a:lnTo>
                  <a:lnTo>
                    <a:pt x="10000" y="223745"/>
                  </a:lnTo>
                  <a:lnTo>
                    <a:pt x="11878" y="228682"/>
                  </a:lnTo>
                  <a:lnTo>
                    <a:pt x="13911" y="233558"/>
                  </a:lnTo>
                  <a:lnTo>
                    <a:pt x="16097" y="238367"/>
                  </a:lnTo>
                  <a:lnTo>
                    <a:pt x="18434" y="243105"/>
                  </a:lnTo>
                  <a:lnTo>
                    <a:pt x="20919" y="247766"/>
                  </a:lnTo>
                  <a:lnTo>
                    <a:pt x="23551" y="252347"/>
                  </a:lnTo>
                  <a:lnTo>
                    <a:pt x="26326" y="256842"/>
                  </a:lnTo>
                  <a:lnTo>
                    <a:pt x="29241" y="261247"/>
                  </a:lnTo>
                  <a:lnTo>
                    <a:pt x="32295" y="265558"/>
                  </a:lnTo>
                  <a:lnTo>
                    <a:pt x="35483" y="269770"/>
                  </a:lnTo>
                  <a:lnTo>
                    <a:pt x="38802" y="273880"/>
                  </a:lnTo>
                  <a:lnTo>
                    <a:pt x="42250" y="277882"/>
                  </a:lnTo>
                  <a:lnTo>
                    <a:pt x="45822" y="281774"/>
                  </a:lnTo>
                  <a:lnTo>
                    <a:pt x="49516" y="285550"/>
                  </a:lnTo>
                  <a:lnTo>
                    <a:pt x="53327" y="289209"/>
                  </a:lnTo>
                  <a:lnTo>
                    <a:pt x="57252" y="292744"/>
                  </a:lnTo>
                  <a:lnTo>
                    <a:pt x="61286" y="296155"/>
                  </a:lnTo>
                  <a:lnTo>
                    <a:pt x="65427" y="299435"/>
                  </a:lnTo>
                  <a:lnTo>
                    <a:pt x="69668" y="302584"/>
                  </a:lnTo>
                  <a:lnTo>
                    <a:pt x="74008" y="305597"/>
                  </a:lnTo>
                  <a:lnTo>
                    <a:pt x="78440" y="308471"/>
                  </a:lnTo>
                  <a:lnTo>
                    <a:pt x="82961" y="311204"/>
                  </a:lnTo>
                  <a:lnTo>
                    <a:pt x="87566" y="313792"/>
                  </a:lnTo>
                  <a:lnTo>
                    <a:pt x="92250" y="316234"/>
                  </a:lnTo>
                  <a:lnTo>
                    <a:pt x="97010" y="318527"/>
                  </a:lnTo>
                  <a:lnTo>
                    <a:pt x="101839" y="320668"/>
                  </a:lnTo>
                  <a:lnTo>
                    <a:pt x="106733" y="322655"/>
                  </a:lnTo>
                  <a:lnTo>
                    <a:pt x="111688" y="324487"/>
                  </a:lnTo>
                  <a:lnTo>
                    <a:pt x="116699" y="326161"/>
                  </a:lnTo>
                  <a:lnTo>
                    <a:pt x="121759" y="327676"/>
                  </a:lnTo>
                  <a:lnTo>
                    <a:pt x="126865" y="329030"/>
                  </a:lnTo>
                  <a:lnTo>
                    <a:pt x="132012" y="330223"/>
                  </a:lnTo>
                  <a:lnTo>
                    <a:pt x="137193" y="331252"/>
                  </a:lnTo>
                  <a:lnTo>
                    <a:pt x="142405" y="332117"/>
                  </a:lnTo>
                  <a:lnTo>
                    <a:pt x="147641" y="332817"/>
                  </a:lnTo>
                  <a:lnTo>
                    <a:pt x="152896" y="333351"/>
                  </a:lnTo>
                  <a:lnTo>
                    <a:pt x="158166" y="333719"/>
                  </a:lnTo>
                  <a:lnTo>
                    <a:pt x="163445" y="333920"/>
                  </a:lnTo>
                  <a:lnTo>
                    <a:pt x="168727" y="333954"/>
                  </a:lnTo>
                  <a:lnTo>
                    <a:pt x="174008" y="333821"/>
                  </a:lnTo>
                  <a:lnTo>
                    <a:pt x="179283" y="333521"/>
                  </a:lnTo>
                  <a:lnTo>
                    <a:pt x="184545" y="333055"/>
                  </a:lnTo>
                  <a:lnTo>
                    <a:pt x="189789" y="332423"/>
                  </a:lnTo>
                  <a:lnTo>
                    <a:pt x="195011" y="331626"/>
                  </a:lnTo>
                  <a:lnTo>
                    <a:pt x="200206" y="330664"/>
                  </a:lnTo>
                  <a:lnTo>
                    <a:pt x="205367" y="329538"/>
                  </a:lnTo>
                  <a:lnTo>
                    <a:pt x="210490" y="328250"/>
                  </a:lnTo>
                  <a:lnTo>
                    <a:pt x="215570" y="326800"/>
                  </a:lnTo>
                  <a:lnTo>
                    <a:pt x="220602" y="325191"/>
                  </a:lnTo>
                  <a:lnTo>
                    <a:pt x="225580" y="323423"/>
                  </a:lnTo>
                  <a:lnTo>
                    <a:pt x="230500" y="321500"/>
                  </a:lnTo>
                  <a:lnTo>
                    <a:pt x="235356" y="319421"/>
                  </a:lnTo>
                  <a:lnTo>
                    <a:pt x="240145" y="317190"/>
                  </a:lnTo>
                  <a:lnTo>
                    <a:pt x="244860" y="314809"/>
                  </a:lnTo>
                  <a:lnTo>
                    <a:pt x="249498" y="312281"/>
                  </a:lnTo>
                  <a:lnTo>
                    <a:pt x="254054" y="309607"/>
                  </a:lnTo>
                  <a:lnTo>
                    <a:pt x="258523" y="306790"/>
                  </a:lnTo>
                  <a:lnTo>
                    <a:pt x="262901" y="303833"/>
                  </a:lnTo>
                  <a:lnTo>
                    <a:pt x="267183" y="300740"/>
                  </a:lnTo>
                  <a:lnTo>
                    <a:pt x="271366" y="297513"/>
                  </a:lnTo>
                  <a:lnTo>
                    <a:pt x="275444" y="294155"/>
                  </a:lnTo>
                  <a:lnTo>
                    <a:pt x="279414" y="290671"/>
                  </a:lnTo>
                  <a:lnTo>
                    <a:pt x="283272" y="287062"/>
                  </a:lnTo>
                  <a:lnTo>
                    <a:pt x="287014" y="283333"/>
                  </a:lnTo>
                  <a:lnTo>
                    <a:pt x="290637" y="279488"/>
                  </a:lnTo>
                  <a:lnTo>
                    <a:pt x="294136" y="275531"/>
                  </a:lnTo>
                  <a:lnTo>
                    <a:pt x="297508" y="271465"/>
                  </a:lnTo>
                  <a:lnTo>
                    <a:pt x="300751" y="267294"/>
                  </a:lnTo>
                  <a:lnTo>
                    <a:pt x="303860" y="263023"/>
                  </a:lnTo>
                  <a:lnTo>
                    <a:pt x="306832" y="258656"/>
                  </a:lnTo>
                  <a:lnTo>
                    <a:pt x="309665" y="254197"/>
                  </a:lnTo>
                  <a:lnTo>
                    <a:pt x="312355" y="249651"/>
                  </a:lnTo>
                  <a:lnTo>
                    <a:pt x="314901" y="245022"/>
                  </a:lnTo>
                  <a:lnTo>
                    <a:pt x="317299" y="240315"/>
                  </a:lnTo>
                  <a:lnTo>
                    <a:pt x="319547" y="235535"/>
                  </a:lnTo>
                  <a:lnTo>
                    <a:pt x="321643" y="230686"/>
                  </a:lnTo>
                  <a:lnTo>
                    <a:pt x="323584" y="225773"/>
                  </a:lnTo>
                  <a:lnTo>
                    <a:pt x="325370" y="220801"/>
                  </a:lnTo>
                  <a:lnTo>
                    <a:pt x="326997" y="215775"/>
                  </a:lnTo>
                  <a:lnTo>
                    <a:pt x="328465" y="210701"/>
                  </a:lnTo>
                  <a:lnTo>
                    <a:pt x="329772" y="205582"/>
                  </a:lnTo>
                  <a:lnTo>
                    <a:pt x="330916" y="200425"/>
                  </a:lnTo>
                  <a:lnTo>
                    <a:pt x="331897" y="195234"/>
                  </a:lnTo>
                  <a:lnTo>
                    <a:pt x="332714" y="190015"/>
                  </a:lnTo>
                  <a:lnTo>
                    <a:pt x="333365" y="184773"/>
                  </a:lnTo>
                  <a:lnTo>
                    <a:pt x="333850" y="179512"/>
                  </a:lnTo>
                  <a:lnTo>
                    <a:pt x="334168" y="174239"/>
                  </a:lnTo>
                  <a:lnTo>
                    <a:pt x="334320" y="168959"/>
                  </a:lnTo>
                  <a:lnTo>
                    <a:pt x="334305" y="163676"/>
                  </a:lnTo>
                  <a:lnTo>
                    <a:pt x="334123" y="158397"/>
                  </a:lnTo>
                  <a:lnTo>
                    <a:pt x="333775" y="153126"/>
                  </a:lnTo>
                  <a:lnTo>
                    <a:pt x="333260" y="147868"/>
                  </a:lnTo>
                  <a:lnTo>
                    <a:pt x="332579" y="142630"/>
                  </a:lnTo>
                  <a:lnTo>
                    <a:pt x="331733" y="137415"/>
                  </a:lnTo>
                  <a:lnTo>
                    <a:pt x="330722" y="132230"/>
                  </a:lnTo>
                  <a:lnTo>
                    <a:pt x="329548" y="127079"/>
                  </a:lnTo>
                  <a:lnTo>
                    <a:pt x="328212" y="121968"/>
                  </a:lnTo>
                  <a:lnTo>
                    <a:pt x="326716" y="116902"/>
                  </a:lnTo>
                  <a:lnTo>
                    <a:pt x="325060" y="111886"/>
                  </a:lnTo>
                  <a:lnTo>
                    <a:pt x="323246" y="106924"/>
                  </a:lnTo>
                  <a:lnTo>
                    <a:pt x="321276" y="102023"/>
                  </a:lnTo>
                  <a:lnTo>
                    <a:pt x="319153" y="97186"/>
                  </a:lnTo>
                  <a:lnTo>
                    <a:pt x="316877" y="92418"/>
                  </a:lnTo>
                  <a:lnTo>
                    <a:pt x="314453" y="87725"/>
                  </a:lnTo>
                  <a:lnTo>
                    <a:pt x="311881" y="83111"/>
                  </a:lnTo>
                  <a:lnTo>
                    <a:pt x="309164" y="78580"/>
                  </a:lnTo>
                  <a:lnTo>
                    <a:pt x="306306" y="74137"/>
                  </a:lnTo>
                  <a:lnTo>
                    <a:pt x="303309" y="69787"/>
                  </a:lnTo>
                  <a:lnTo>
                    <a:pt x="300176" y="65534"/>
                  </a:lnTo>
                  <a:lnTo>
                    <a:pt x="296910" y="61382"/>
                  </a:lnTo>
                  <a:lnTo>
                    <a:pt x="293515" y="57335"/>
                  </a:lnTo>
                  <a:lnTo>
                    <a:pt x="289993" y="53397"/>
                  </a:lnTo>
                  <a:lnTo>
                    <a:pt x="286349" y="49573"/>
                  </a:lnTo>
                  <a:lnTo>
                    <a:pt x="282585" y="45866"/>
                  </a:lnTo>
                  <a:lnTo>
                    <a:pt x="278707" y="42279"/>
                  </a:lnTo>
                  <a:lnTo>
                    <a:pt x="274717" y="38817"/>
                  </a:lnTo>
                  <a:lnTo>
                    <a:pt x="270619" y="35483"/>
                  </a:lnTo>
                  <a:lnTo>
                    <a:pt x="266419" y="32280"/>
                  </a:lnTo>
                  <a:lnTo>
                    <a:pt x="262119" y="29211"/>
                  </a:lnTo>
                  <a:lnTo>
                    <a:pt x="257724" y="26279"/>
                  </a:lnTo>
                  <a:lnTo>
                    <a:pt x="253239" y="23488"/>
                  </a:lnTo>
                  <a:lnTo>
                    <a:pt x="248668" y="20840"/>
                  </a:lnTo>
                  <a:lnTo>
                    <a:pt x="244016" y="18338"/>
                  </a:lnTo>
                  <a:lnTo>
                    <a:pt x="239287" y="15984"/>
                  </a:lnTo>
                  <a:lnTo>
                    <a:pt x="234486" y="13780"/>
                  </a:lnTo>
                  <a:lnTo>
                    <a:pt x="229617" y="11729"/>
                  </a:lnTo>
                  <a:lnTo>
                    <a:pt x="224686" y="9834"/>
                  </a:lnTo>
                  <a:lnTo>
                    <a:pt x="219698" y="8095"/>
                  </a:lnTo>
                  <a:lnTo>
                    <a:pt x="214658" y="6514"/>
                  </a:lnTo>
                  <a:lnTo>
                    <a:pt x="209570" y="5093"/>
                  </a:lnTo>
                  <a:lnTo>
                    <a:pt x="204439" y="3834"/>
                  </a:lnTo>
                  <a:lnTo>
                    <a:pt x="199272" y="2738"/>
                  </a:lnTo>
                  <a:lnTo>
                    <a:pt x="194072" y="1806"/>
                  </a:lnTo>
                  <a:lnTo>
                    <a:pt x="188845" y="1038"/>
                  </a:lnTo>
                  <a:lnTo>
                    <a:pt x="183597" y="436"/>
                  </a:lnTo>
                  <a:lnTo>
                    <a:pt x="178332" y="0"/>
                  </a:lnTo>
                  <a:lnTo>
                    <a:pt x="167167" y="1667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81287" y="2126963"/>
              <a:ext cx="11165" cy="167167"/>
            </a:xfrm>
            <a:custGeom>
              <a:avLst/>
              <a:pathLst>
                <a:path w="11165" h="167167">
                  <a:moveTo>
                    <a:pt x="11165" y="37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423593" y="2633064"/>
              <a:ext cx="334319" cy="334330"/>
            </a:xfrm>
            <a:custGeom>
              <a:avLst/>
              <a:pathLst>
                <a:path w="334319" h="334330">
                  <a:moveTo>
                    <a:pt x="167154" y="0"/>
                  </a:moveTo>
                  <a:lnTo>
                    <a:pt x="161862" y="83"/>
                  </a:lnTo>
                  <a:lnTo>
                    <a:pt x="156576" y="335"/>
                  </a:lnTo>
                  <a:lnTo>
                    <a:pt x="151299" y="753"/>
                  </a:lnTo>
                  <a:lnTo>
                    <a:pt x="146039" y="1338"/>
                  </a:lnTo>
                  <a:lnTo>
                    <a:pt x="140800" y="2090"/>
                  </a:lnTo>
                  <a:lnTo>
                    <a:pt x="135588" y="3007"/>
                  </a:lnTo>
                  <a:lnTo>
                    <a:pt x="130407" y="4089"/>
                  </a:lnTo>
                  <a:lnTo>
                    <a:pt x="125263" y="5334"/>
                  </a:lnTo>
                  <a:lnTo>
                    <a:pt x="120160" y="6741"/>
                  </a:lnTo>
                  <a:lnTo>
                    <a:pt x="115105" y="8309"/>
                  </a:lnTo>
                  <a:lnTo>
                    <a:pt x="110102" y="10036"/>
                  </a:lnTo>
                  <a:lnTo>
                    <a:pt x="105157" y="11921"/>
                  </a:lnTo>
                  <a:lnTo>
                    <a:pt x="100273" y="13962"/>
                  </a:lnTo>
                  <a:lnTo>
                    <a:pt x="95457" y="16156"/>
                  </a:lnTo>
                  <a:lnTo>
                    <a:pt x="90712" y="18501"/>
                  </a:lnTo>
                  <a:lnTo>
                    <a:pt x="86044" y="20995"/>
                  </a:lnTo>
                  <a:lnTo>
                    <a:pt x="81457" y="23636"/>
                  </a:lnTo>
                  <a:lnTo>
                    <a:pt x="76957" y="26421"/>
                  </a:lnTo>
                  <a:lnTo>
                    <a:pt x="72546" y="29347"/>
                  </a:lnTo>
                  <a:lnTo>
                    <a:pt x="68231" y="32411"/>
                  </a:lnTo>
                  <a:lnTo>
                    <a:pt x="64014" y="35610"/>
                  </a:lnTo>
                  <a:lnTo>
                    <a:pt x="59901" y="38941"/>
                  </a:lnTo>
                  <a:lnTo>
                    <a:pt x="55896" y="42401"/>
                  </a:lnTo>
                  <a:lnTo>
                    <a:pt x="52002" y="45986"/>
                  </a:lnTo>
                  <a:lnTo>
                    <a:pt x="48224" y="49692"/>
                  </a:lnTo>
                  <a:lnTo>
                    <a:pt x="44564" y="53516"/>
                  </a:lnTo>
                  <a:lnTo>
                    <a:pt x="41028" y="57453"/>
                  </a:lnTo>
                  <a:lnTo>
                    <a:pt x="37618" y="61501"/>
                  </a:lnTo>
                  <a:lnTo>
                    <a:pt x="34338" y="65655"/>
                  </a:lnTo>
                  <a:lnTo>
                    <a:pt x="31191" y="69910"/>
                  </a:lnTo>
                  <a:lnTo>
                    <a:pt x="28180" y="74263"/>
                  </a:lnTo>
                  <a:lnTo>
                    <a:pt x="25309" y="78709"/>
                  </a:lnTo>
                  <a:lnTo>
                    <a:pt x="22579" y="83244"/>
                  </a:lnTo>
                  <a:lnTo>
                    <a:pt x="19995" y="87863"/>
                  </a:lnTo>
                  <a:lnTo>
                    <a:pt x="17558" y="92561"/>
                  </a:lnTo>
                  <a:lnTo>
                    <a:pt x="15272" y="97334"/>
                  </a:lnTo>
                  <a:lnTo>
                    <a:pt x="13137" y="102177"/>
                  </a:lnTo>
                  <a:lnTo>
                    <a:pt x="11157" y="107086"/>
                  </a:lnTo>
                  <a:lnTo>
                    <a:pt x="9333" y="112054"/>
                  </a:lnTo>
                  <a:lnTo>
                    <a:pt x="7667" y="117078"/>
                  </a:lnTo>
                  <a:lnTo>
                    <a:pt x="6162" y="122152"/>
                  </a:lnTo>
                  <a:lnTo>
                    <a:pt x="4817" y="127271"/>
                  </a:lnTo>
                  <a:lnTo>
                    <a:pt x="3636" y="132430"/>
                  </a:lnTo>
                  <a:lnTo>
                    <a:pt x="2618" y="137624"/>
                  </a:lnTo>
                  <a:lnTo>
                    <a:pt x="1765" y="142847"/>
                  </a:lnTo>
                  <a:lnTo>
                    <a:pt x="1078" y="148095"/>
                  </a:lnTo>
                  <a:lnTo>
                    <a:pt x="558" y="153362"/>
                  </a:lnTo>
                  <a:lnTo>
                    <a:pt x="204" y="158643"/>
                  </a:lnTo>
                  <a:lnTo>
                    <a:pt x="18" y="163933"/>
                  </a:lnTo>
                  <a:lnTo>
                    <a:pt x="0" y="169225"/>
                  </a:lnTo>
                  <a:lnTo>
                    <a:pt x="148" y="174516"/>
                  </a:lnTo>
                  <a:lnTo>
                    <a:pt x="465" y="179799"/>
                  </a:lnTo>
                  <a:lnTo>
                    <a:pt x="948" y="185070"/>
                  </a:lnTo>
                  <a:lnTo>
                    <a:pt x="1598" y="190322"/>
                  </a:lnTo>
                  <a:lnTo>
                    <a:pt x="2414" y="195552"/>
                  </a:lnTo>
                  <a:lnTo>
                    <a:pt x="3395" y="200752"/>
                  </a:lnTo>
                  <a:lnTo>
                    <a:pt x="4541" y="205920"/>
                  </a:lnTo>
                  <a:lnTo>
                    <a:pt x="5849" y="211048"/>
                  </a:lnTo>
                  <a:lnTo>
                    <a:pt x="7319" y="216133"/>
                  </a:lnTo>
                  <a:lnTo>
                    <a:pt x="8949" y="221168"/>
                  </a:lnTo>
                  <a:lnTo>
                    <a:pt x="10738" y="226149"/>
                  </a:lnTo>
                  <a:lnTo>
                    <a:pt x="12684" y="231071"/>
                  </a:lnTo>
                  <a:lnTo>
                    <a:pt x="14784" y="235929"/>
                  </a:lnTo>
                  <a:lnTo>
                    <a:pt x="17037" y="240718"/>
                  </a:lnTo>
                  <a:lnTo>
                    <a:pt x="19441" y="245434"/>
                  </a:lnTo>
                  <a:lnTo>
                    <a:pt x="21993" y="250071"/>
                  </a:lnTo>
                  <a:lnTo>
                    <a:pt x="24690" y="254624"/>
                  </a:lnTo>
                  <a:lnTo>
                    <a:pt x="27530" y="259091"/>
                  </a:lnTo>
                  <a:lnTo>
                    <a:pt x="30510" y="263465"/>
                  </a:lnTo>
                  <a:lnTo>
                    <a:pt x="33627" y="267742"/>
                  </a:lnTo>
                  <a:lnTo>
                    <a:pt x="36878" y="271919"/>
                  </a:lnTo>
                  <a:lnTo>
                    <a:pt x="40259" y="275990"/>
                  </a:lnTo>
                  <a:lnTo>
                    <a:pt x="43768" y="279953"/>
                  </a:lnTo>
                  <a:lnTo>
                    <a:pt x="47400" y="283803"/>
                  </a:lnTo>
                  <a:lnTo>
                    <a:pt x="51152" y="287535"/>
                  </a:lnTo>
                  <a:lnTo>
                    <a:pt x="55021" y="291147"/>
                  </a:lnTo>
                  <a:lnTo>
                    <a:pt x="59002" y="294635"/>
                  </a:lnTo>
                  <a:lnTo>
                    <a:pt x="63091" y="297995"/>
                  </a:lnTo>
                  <a:lnTo>
                    <a:pt x="67285" y="301223"/>
                  </a:lnTo>
                  <a:lnTo>
                    <a:pt x="71579" y="304318"/>
                  </a:lnTo>
                  <a:lnTo>
                    <a:pt x="75969" y="307275"/>
                  </a:lnTo>
                  <a:lnTo>
                    <a:pt x="80450" y="310091"/>
                  </a:lnTo>
                  <a:lnTo>
                    <a:pt x="85018" y="312764"/>
                  </a:lnTo>
                  <a:lnTo>
                    <a:pt x="89668" y="315291"/>
                  </a:lnTo>
                  <a:lnTo>
                    <a:pt x="94396" y="317670"/>
                  </a:lnTo>
                  <a:lnTo>
                    <a:pt x="99197" y="319898"/>
                  </a:lnTo>
                  <a:lnTo>
                    <a:pt x="104066" y="321973"/>
                  </a:lnTo>
                  <a:lnTo>
                    <a:pt x="108998" y="323892"/>
                  </a:lnTo>
                  <a:lnTo>
                    <a:pt x="113989" y="325655"/>
                  </a:lnTo>
                  <a:lnTo>
                    <a:pt x="119033" y="327258"/>
                  </a:lnTo>
                  <a:lnTo>
                    <a:pt x="124125" y="328702"/>
                  </a:lnTo>
                  <a:lnTo>
                    <a:pt x="129260" y="329983"/>
                  </a:lnTo>
                  <a:lnTo>
                    <a:pt x="134433" y="331101"/>
                  </a:lnTo>
                  <a:lnTo>
                    <a:pt x="139639" y="332054"/>
                  </a:lnTo>
                  <a:lnTo>
                    <a:pt x="144873" y="332843"/>
                  </a:lnTo>
                  <a:lnTo>
                    <a:pt x="150129" y="333465"/>
                  </a:lnTo>
                  <a:lnTo>
                    <a:pt x="155402" y="333921"/>
                  </a:lnTo>
                  <a:lnTo>
                    <a:pt x="160687" y="334209"/>
                  </a:lnTo>
                  <a:lnTo>
                    <a:pt x="165978" y="334330"/>
                  </a:lnTo>
                  <a:lnTo>
                    <a:pt x="171271" y="334284"/>
                  </a:lnTo>
                  <a:lnTo>
                    <a:pt x="176559" y="334070"/>
                  </a:lnTo>
                  <a:lnTo>
                    <a:pt x="181838" y="333688"/>
                  </a:lnTo>
                  <a:lnTo>
                    <a:pt x="187102" y="333140"/>
                  </a:lnTo>
                  <a:lnTo>
                    <a:pt x="192346" y="332425"/>
                  </a:lnTo>
                  <a:lnTo>
                    <a:pt x="197565" y="331545"/>
                  </a:lnTo>
                  <a:lnTo>
                    <a:pt x="202754" y="330500"/>
                  </a:lnTo>
                  <a:lnTo>
                    <a:pt x="207906" y="329291"/>
                  </a:lnTo>
                  <a:lnTo>
                    <a:pt x="213018" y="327920"/>
                  </a:lnTo>
                  <a:lnTo>
                    <a:pt x="218084" y="326387"/>
                  </a:lnTo>
                  <a:lnTo>
                    <a:pt x="223099" y="324695"/>
                  </a:lnTo>
                  <a:lnTo>
                    <a:pt x="228058" y="322845"/>
                  </a:lnTo>
                  <a:lnTo>
                    <a:pt x="232956" y="320839"/>
                  </a:lnTo>
                  <a:lnTo>
                    <a:pt x="237787" y="318679"/>
                  </a:lnTo>
                  <a:lnTo>
                    <a:pt x="242548" y="316367"/>
                  </a:lnTo>
                  <a:lnTo>
                    <a:pt x="247234" y="313906"/>
                  </a:lnTo>
                  <a:lnTo>
                    <a:pt x="251839" y="311297"/>
                  </a:lnTo>
                  <a:lnTo>
                    <a:pt x="256359" y="308544"/>
                  </a:lnTo>
                  <a:lnTo>
                    <a:pt x="260790" y="305649"/>
                  </a:lnTo>
                  <a:lnTo>
                    <a:pt x="265127" y="302615"/>
                  </a:lnTo>
                  <a:lnTo>
                    <a:pt x="269366" y="299446"/>
                  </a:lnTo>
                  <a:lnTo>
                    <a:pt x="273502" y="296144"/>
                  </a:lnTo>
                  <a:lnTo>
                    <a:pt x="277532" y="292713"/>
                  </a:lnTo>
                  <a:lnTo>
                    <a:pt x="281451" y="289156"/>
                  </a:lnTo>
                  <a:lnTo>
                    <a:pt x="285255" y="285476"/>
                  </a:lnTo>
                  <a:lnTo>
                    <a:pt x="288942" y="281678"/>
                  </a:lnTo>
                  <a:lnTo>
                    <a:pt x="292506" y="277765"/>
                  </a:lnTo>
                  <a:lnTo>
                    <a:pt x="295944" y="273742"/>
                  </a:lnTo>
                  <a:lnTo>
                    <a:pt x="299253" y="269611"/>
                  </a:lnTo>
                  <a:lnTo>
                    <a:pt x="302430" y="265378"/>
                  </a:lnTo>
                  <a:lnTo>
                    <a:pt x="305471" y="261046"/>
                  </a:lnTo>
                  <a:lnTo>
                    <a:pt x="308374" y="256621"/>
                  </a:lnTo>
                  <a:lnTo>
                    <a:pt x="311135" y="252105"/>
                  </a:lnTo>
                  <a:lnTo>
                    <a:pt x="313752" y="247505"/>
                  </a:lnTo>
                  <a:lnTo>
                    <a:pt x="316222" y="242823"/>
                  </a:lnTo>
                  <a:lnTo>
                    <a:pt x="318542" y="238067"/>
                  </a:lnTo>
                  <a:lnTo>
                    <a:pt x="320710" y="233239"/>
                  </a:lnTo>
                  <a:lnTo>
                    <a:pt x="322725" y="228344"/>
                  </a:lnTo>
                  <a:lnTo>
                    <a:pt x="324584" y="223389"/>
                  </a:lnTo>
                  <a:lnTo>
                    <a:pt x="326285" y="218377"/>
                  </a:lnTo>
                  <a:lnTo>
                    <a:pt x="327826" y="213314"/>
                  </a:lnTo>
                  <a:lnTo>
                    <a:pt x="329206" y="208204"/>
                  </a:lnTo>
                  <a:lnTo>
                    <a:pt x="330424" y="203053"/>
                  </a:lnTo>
                  <a:lnTo>
                    <a:pt x="331479" y="197867"/>
                  </a:lnTo>
                  <a:lnTo>
                    <a:pt x="332368" y="192649"/>
                  </a:lnTo>
                  <a:lnTo>
                    <a:pt x="333092" y="187407"/>
                  </a:lnTo>
                  <a:lnTo>
                    <a:pt x="333649" y="182143"/>
                  </a:lnTo>
                  <a:lnTo>
                    <a:pt x="334040" y="176865"/>
                  </a:lnTo>
                  <a:lnTo>
                    <a:pt x="334264" y="171577"/>
                  </a:lnTo>
                  <a:lnTo>
                    <a:pt x="334319" y="166285"/>
                  </a:lnTo>
                  <a:lnTo>
                    <a:pt x="334208" y="160993"/>
                  </a:lnTo>
                  <a:lnTo>
                    <a:pt x="333929" y="155708"/>
                  </a:lnTo>
                  <a:lnTo>
                    <a:pt x="333482" y="150434"/>
                  </a:lnTo>
                  <a:lnTo>
                    <a:pt x="332869" y="145177"/>
                  </a:lnTo>
                  <a:lnTo>
                    <a:pt x="332090" y="139942"/>
                  </a:lnTo>
                  <a:lnTo>
                    <a:pt x="331145" y="134734"/>
                  </a:lnTo>
                  <a:lnTo>
                    <a:pt x="330036" y="129559"/>
                  </a:lnTo>
                  <a:lnTo>
                    <a:pt x="328764" y="124422"/>
                  </a:lnTo>
                  <a:lnTo>
                    <a:pt x="327330" y="119327"/>
                  </a:lnTo>
                  <a:lnTo>
                    <a:pt x="325735" y="11428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747345"/>
              <a:ext cx="158581" cy="52886"/>
            </a:xfrm>
            <a:custGeom>
              <a:avLst/>
              <a:pathLst>
                <a:path w="158581" h="52886">
                  <a:moveTo>
                    <a:pt x="158581" y="0"/>
                  </a:moveTo>
                  <a:lnTo>
                    <a:pt x="0" y="528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747345"/>
              <a:ext cx="158581" cy="52886"/>
            </a:xfrm>
            <a:custGeom>
              <a:avLst/>
              <a:pathLst>
                <a:path w="158581" h="52886">
                  <a:moveTo>
                    <a:pt x="158581" y="0"/>
                  </a:moveTo>
                  <a:lnTo>
                    <a:pt x="0" y="528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47345"/>
              <a:ext cx="158581" cy="52886"/>
            </a:xfrm>
            <a:custGeom>
              <a:avLst/>
              <a:pathLst>
                <a:path w="158581" h="52886">
                  <a:moveTo>
                    <a:pt x="158581" y="0"/>
                  </a:moveTo>
                  <a:lnTo>
                    <a:pt x="0" y="528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47345"/>
              <a:ext cx="158581" cy="52886"/>
            </a:xfrm>
            <a:custGeom>
              <a:avLst/>
              <a:pathLst>
                <a:path w="158581" h="52886">
                  <a:moveTo>
                    <a:pt x="158581" y="0"/>
                  </a:moveTo>
                  <a:lnTo>
                    <a:pt x="0" y="528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47345"/>
              <a:ext cx="158581" cy="52886"/>
            </a:xfrm>
            <a:custGeom>
              <a:avLst/>
              <a:pathLst>
                <a:path w="158581" h="52886">
                  <a:moveTo>
                    <a:pt x="158581" y="0"/>
                  </a:moveTo>
                  <a:lnTo>
                    <a:pt x="0" y="528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47345"/>
              <a:ext cx="158581" cy="52886"/>
            </a:xfrm>
            <a:custGeom>
              <a:avLst/>
              <a:pathLst>
                <a:path w="158581" h="52886">
                  <a:moveTo>
                    <a:pt x="158581" y="0"/>
                  </a:moveTo>
                  <a:lnTo>
                    <a:pt x="0" y="528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47345"/>
              <a:ext cx="158581" cy="52886"/>
            </a:xfrm>
            <a:custGeom>
              <a:avLst/>
              <a:pathLst>
                <a:path w="158581" h="52886">
                  <a:moveTo>
                    <a:pt x="158581" y="0"/>
                  </a:moveTo>
                  <a:lnTo>
                    <a:pt x="0" y="528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47345"/>
              <a:ext cx="158581" cy="52886"/>
            </a:xfrm>
            <a:custGeom>
              <a:avLst/>
              <a:pathLst>
                <a:path w="158581" h="52886">
                  <a:moveTo>
                    <a:pt x="158581" y="0"/>
                  </a:moveTo>
                  <a:lnTo>
                    <a:pt x="0" y="528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47345"/>
              <a:ext cx="158581" cy="52886"/>
            </a:xfrm>
            <a:custGeom>
              <a:avLst/>
              <a:pathLst>
                <a:path w="158581" h="52886">
                  <a:moveTo>
                    <a:pt x="158581" y="0"/>
                  </a:moveTo>
                  <a:lnTo>
                    <a:pt x="0" y="528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47345"/>
              <a:ext cx="158581" cy="52886"/>
            </a:xfrm>
            <a:custGeom>
              <a:avLst/>
              <a:pathLst>
                <a:path w="158581" h="52886">
                  <a:moveTo>
                    <a:pt x="158581" y="0"/>
                  </a:moveTo>
                  <a:lnTo>
                    <a:pt x="0" y="528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47345"/>
              <a:ext cx="158581" cy="52886"/>
            </a:xfrm>
            <a:custGeom>
              <a:avLst/>
              <a:pathLst>
                <a:path w="158581" h="52886">
                  <a:moveTo>
                    <a:pt x="158581" y="0"/>
                  </a:moveTo>
                  <a:lnTo>
                    <a:pt x="0" y="528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47345"/>
              <a:ext cx="158581" cy="52886"/>
            </a:xfrm>
            <a:custGeom>
              <a:avLst/>
              <a:pathLst>
                <a:path w="158581" h="52886">
                  <a:moveTo>
                    <a:pt x="158581" y="0"/>
                  </a:moveTo>
                  <a:lnTo>
                    <a:pt x="0" y="528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47345"/>
              <a:ext cx="158581" cy="52886"/>
            </a:xfrm>
            <a:custGeom>
              <a:avLst/>
              <a:pathLst>
                <a:path w="158581" h="52886">
                  <a:moveTo>
                    <a:pt x="158581" y="0"/>
                  </a:moveTo>
                  <a:lnTo>
                    <a:pt x="0" y="528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641011"/>
              <a:ext cx="158581" cy="159220"/>
            </a:xfrm>
            <a:custGeom>
              <a:avLst/>
              <a:pathLst>
                <a:path w="158581" h="159220">
                  <a:moveTo>
                    <a:pt x="158581" y="106333"/>
                  </a:moveTo>
                  <a:lnTo>
                    <a:pt x="156718" y="101044"/>
                  </a:lnTo>
                  <a:lnTo>
                    <a:pt x="154678" y="95820"/>
                  </a:lnTo>
                  <a:lnTo>
                    <a:pt x="152465" y="90668"/>
                  </a:lnTo>
                  <a:lnTo>
                    <a:pt x="150080" y="85593"/>
                  </a:lnTo>
                  <a:lnTo>
                    <a:pt x="147526" y="80601"/>
                  </a:lnTo>
                  <a:lnTo>
                    <a:pt x="144806" y="75697"/>
                  </a:lnTo>
                  <a:lnTo>
                    <a:pt x="141923" y="70887"/>
                  </a:lnTo>
                  <a:lnTo>
                    <a:pt x="138880" y="66176"/>
                  </a:lnTo>
                  <a:lnTo>
                    <a:pt x="135681" y="61571"/>
                  </a:lnTo>
                  <a:lnTo>
                    <a:pt x="132330" y="57075"/>
                  </a:lnTo>
                  <a:lnTo>
                    <a:pt x="128829" y="52694"/>
                  </a:lnTo>
                  <a:lnTo>
                    <a:pt x="125184" y="48433"/>
                  </a:lnTo>
                  <a:lnTo>
                    <a:pt x="121398" y="44296"/>
                  </a:lnTo>
                  <a:lnTo>
                    <a:pt x="117475" y="40289"/>
                  </a:lnTo>
                  <a:lnTo>
                    <a:pt x="113420" y="36416"/>
                  </a:lnTo>
                  <a:lnTo>
                    <a:pt x="109237" y="32681"/>
                  </a:lnTo>
                  <a:lnTo>
                    <a:pt x="104931" y="29088"/>
                  </a:lnTo>
                  <a:lnTo>
                    <a:pt x="100508" y="25642"/>
                  </a:lnTo>
                  <a:lnTo>
                    <a:pt x="95971" y="22346"/>
                  </a:lnTo>
                  <a:lnTo>
                    <a:pt x="91326" y="19204"/>
                  </a:lnTo>
                  <a:lnTo>
                    <a:pt x="86578" y="16220"/>
                  </a:lnTo>
                  <a:lnTo>
                    <a:pt x="81733" y="13396"/>
                  </a:lnTo>
                  <a:lnTo>
                    <a:pt x="76796" y="10737"/>
                  </a:lnTo>
                  <a:lnTo>
                    <a:pt x="71773" y="8244"/>
                  </a:lnTo>
                  <a:lnTo>
                    <a:pt x="66669" y="5922"/>
                  </a:lnTo>
                  <a:lnTo>
                    <a:pt x="61490" y="3772"/>
                  </a:lnTo>
                  <a:lnTo>
                    <a:pt x="56241" y="1797"/>
                  </a:lnTo>
                  <a:lnTo>
                    <a:pt x="50929" y="0"/>
                  </a:lnTo>
                  <a:lnTo>
                    <a:pt x="0" y="1592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33064"/>
              <a:ext cx="50929" cy="167167"/>
            </a:xfrm>
            <a:custGeom>
              <a:avLst/>
              <a:pathLst>
                <a:path w="50929" h="167167">
                  <a:moveTo>
                    <a:pt x="50929" y="7947"/>
                  </a:moveTo>
                  <a:lnTo>
                    <a:pt x="44731" y="6095"/>
                  </a:lnTo>
                  <a:lnTo>
                    <a:pt x="38466" y="4485"/>
                  </a:lnTo>
                  <a:lnTo>
                    <a:pt x="32143" y="3119"/>
                  </a:lnTo>
                  <a:lnTo>
                    <a:pt x="25773" y="1998"/>
                  </a:lnTo>
                  <a:lnTo>
                    <a:pt x="19363" y="1125"/>
                  </a:lnTo>
                  <a:lnTo>
                    <a:pt x="12925" y="500"/>
                  </a:lnTo>
                  <a:lnTo>
                    <a:pt x="6467" y="1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358828" y="3170392"/>
              <a:ext cx="334314" cy="334332"/>
            </a:xfrm>
            <a:custGeom>
              <a:avLst/>
              <a:pathLst>
                <a:path w="334314" h="334332">
                  <a:moveTo>
                    <a:pt x="167152" y="0"/>
                  </a:moveTo>
                  <a:lnTo>
                    <a:pt x="161857" y="83"/>
                  </a:lnTo>
                  <a:lnTo>
                    <a:pt x="156567" y="335"/>
                  </a:lnTo>
                  <a:lnTo>
                    <a:pt x="151288" y="754"/>
                  </a:lnTo>
                  <a:lnTo>
                    <a:pt x="146024" y="1340"/>
                  </a:lnTo>
                  <a:lnTo>
                    <a:pt x="140782" y="2092"/>
                  </a:lnTo>
                  <a:lnTo>
                    <a:pt x="135567" y="3011"/>
                  </a:lnTo>
                  <a:lnTo>
                    <a:pt x="130383" y="4093"/>
                  </a:lnTo>
                  <a:lnTo>
                    <a:pt x="125236" y="5340"/>
                  </a:lnTo>
                  <a:lnTo>
                    <a:pt x="120131" y="6749"/>
                  </a:lnTo>
                  <a:lnTo>
                    <a:pt x="115073" y="8319"/>
                  </a:lnTo>
                  <a:lnTo>
                    <a:pt x="110067" y="10048"/>
                  </a:lnTo>
                  <a:lnTo>
                    <a:pt x="105119" y="11935"/>
                  </a:lnTo>
                  <a:lnTo>
                    <a:pt x="100233" y="13978"/>
                  </a:lnTo>
                  <a:lnTo>
                    <a:pt x="95414" y="16175"/>
                  </a:lnTo>
                  <a:lnTo>
                    <a:pt x="90667" y="18523"/>
                  </a:lnTo>
                  <a:lnTo>
                    <a:pt x="85997" y="21020"/>
                  </a:lnTo>
                  <a:lnTo>
                    <a:pt x="81409" y="23664"/>
                  </a:lnTo>
                  <a:lnTo>
                    <a:pt x="76906" y="26452"/>
                  </a:lnTo>
                  <a:lnTo>
                    <a:pt x="72494" y="29382"/>
                  </a:lnTo>
                  <a:lnTo>
                    <a:pt x="68177" y="32449"/>
                  </a:lnTo>
                  <a:lnTo>
                    <a:pt x="63959" y="35652"/>
                  </a:lnTo>
                  <a:lnTo>
                    <a:pt x="59845" y="38987"/>
                  </a:lnTo>
                  <a:lnTo>
                    <a:pt x="55839" y="42450"/>
                  </a:lnTo>
                  <a:lnTo>
                    <a:pt x="51944" y="46039"/>
                  </a:lnTo>
                  <a:lnTo>
                    <a:pt x="48165" y="49749"/>
                  </a:lnTo>
                  <a:lnTo>
                    <a:pt x="44505" y="53577"/>
                  </a:lnTo>
                  <a:lnTo>
                    <a:pt x="40969" y="57519"/>
                  </a:lnTo>
                  <a:lnTo>
                    <a:pt x="37559" y="61571"/>
                  </a:lnTo>
                  <a:lnTo>
                    <a:pt x="34279" y="65729"/>
                  </a:lnTo>
                  <a:lnTo>
                    <a:pt x="31133" y="69989"/>
                  </a:lnTo>
                  <a:lnTo>
                    <a:pt x="28123" y="74346"/>
                  </a:lnTo>
                  <a:lnTo>
                    <a:pt x="25252" y="78796"/>
                  </a:lnTo>
                  <a:lnTo>
                    <a:pt x="22524" y="83336"/>
                  </a:lnTo>
                  <a:lnTo>
                    <a:pt x="19941" y="87959"/>
                  </a:lnTo>
                  <a:lnTo>
                    <a:pt x="17506" y="92662"/>
                  </a:lnTo>
                  <a:lnTo>
                    <a:pt x="15221" y="97439"/>
                  </a:lnTo>
                  <a:lnTo>
                    <a:pt x="13089" y="102287"/>
                  </a:lnTo>
                  <a:lnTo>
                    <a:pt x="11111" y="107200"/>
                  </a:lnTo>
                  <a:lnTo>
                    <a:pt x="9290" y="112173"/>
                  </a:lnTo>
                  <a:lnTo>
                    <a:pt x="7627" y="117201"/>
                  </a:lnTo>
                  <a:lnTo>
                    <a:pt x="6124" y="122279"/>
                  </a:lnTo>
                  <a:lnTo>
                    <a:pt x="4783" y="127402"/>
                  </a:lnTo>
                  <a:lnTo>
                    <a:pt x="3605" y="132565"/>
                  </a:lnTo>
                  <a:lnTo>
                    <a:pt x="2591" y="137763"/>
                  </a:lnTo>
                  <a:lnTo>
                    <a:pt x="1742" y="142991"/>
                  </a:lnTo>
                  <a:lnTo>
                    <a:pt x="1059" y="148242"/>
                  </a:lnTo>
                  <a:lnTo>
                    <a:pt x="543" y="153513"/>
                  </a:lnTo>
                  <a:lnTo>
                    <a:pt x="194" y="158797"/>
                  </a:lnTo>
                  <a:lnTo>
                    <a:pt x="13" y="164090"/>
                  </a:lnTo>
                  <a:lnTo>
                    <a:pt x="0" y="169386"/>
                  </a:lnTo>
                  <a:lnTo>
                    <a:pt x="154" y="174680"/>
                  </a:lnTo>
                  <a:lnTo>
                    <a:pt x="475" y="179966"/>
                  </a:lnTo>
                  <a:lnTo>
                    <a:pt x="964" y="185239"/>
                  </a:lnTo>
                  <a:lnTo>
                    <a:pt x="1620" y="190494"/>
                  </a:lnTo>
                  <a:lnTo>
                    <a:pt x="2442" y="195726"/>
                  </a:lnTo>
                  <a:lnTo>
                    <a:pt x="3430" y="200929"/>
                  </a:lnTo>
                  <a:lnTo>
                    <a:pt x="4581" y="206098"/>
                  </a:lnTo>
                  <a:lnTo>
                    <a:pt x="5896" y="211228"/>
                  </a:lnTo>
                  <a:lnTo>
                    <a:pt x="7373" y="216314"/>
                  </a:lnTo>
                  <a:lnTo>
                    <a:pt x="9010" y="221350"/>
                  </a:lnTo>
                  <a:lnTo>
                    <a:pt x="10805" y="226333"/>
                  </a:lnTo>
                  <a:lnTo>
                    <a:pt x="12758" y="231255"/>
                  </a:lnTo>
                  <a:lnTo>
                    <a:pt x="14865" y="236114"/>
                  </a:lnTo>
                  <a:lnTo>
                    <a:pt x="17126" y="240903"/>
                  </a:lnTo>
                  <a:lnTo>
                    <a:pt x="19537" y="245618"/>
                  </a:lnTo>
                  <a:lnTo>
                    <a:pt x="22096" y="250255"/>
                  </a:lnTo>
                  <a:lnTo>
                    <a:pt x="24800" y="254808"/>
                  </a:lnTo>
                  <a:lnTo>
                    <a:pt x="27648" y="259273"/>
                  </a:lnTo>
                  <a:lnTo>
                    <a:pt x="30636" y="263646"/>
                  </a:lnTo>
                  <a:lnTo>
                    <a:pt x="33760" y="267922"/>
                  </a:lnTo>
                  <a:lnTo>
                    <a:pt x="37019" y="272096"/>
                  </a:lnTo>
                  <a:lnTo>
                    <a:pt x="40408" y="276166"/>
                  </a:lnTo>
                  <a:lnTo>
                    <a:pt x="43924" y="280126"/>
                  </a:lnTo>
                  <a:lnTo>
                    <a:pt x="47564" y="283973"/>
                  </a:lnTo>
                  <a:lnTo>
                    <a:pt x="51324" y="287702"/>
                  </a:lnTo>
                  <a:lnTo>
                    <a:pt x="55200" y="291311"/>
                  </a:lnTo>
                  <a:lnTo>
                    <a:pt x="59189" y="294795"/>
                  </a:lnTo>
                  <a:lnTo>
                    <a:pt x="63286" y="298150"/>
                  </a:lnTo>
                  <a:lnTo>
                    <a:pt x="67487" y="301375"/>
                  </a:lnTo>
                  <a:lnTo>
                    <a:pt x="71788" y="304464"/>
                  </a:lnTo>
                  <a:lnTo>
                    <a:pt x="76185" y="307416"/>
                  </a:lnTo>
                  <a:lnTo>
                    <a:pt x="80673" y="310227"/>
                  </a:lnTo>
                  <a:lnTo>
                    <a:pt x="85248" y="312895"/>
                  </a:lnTo>
                  <a:lnTo>
                    <a:pt x="89905" y="315416"/>
                  </a:lnTo>
                  <a:lnTo>
                    <a:pt x="94640" y="317789"/>
                  </a:lnTo>
                  <a:lnTo>
                    <a:pt x="99448" y="320010"/>
                  </a:lnTo>
                  <a:lnTo>
                    <a:pt x="104323" y="322078"/>
                  </a:lnTo>
                  <a:lnTo>
                    <a:pt x="109261" y="323990"/>
                  </a:lnTo>
                  <a:lnTo>
                    <a:pt x="114258" y="325746"/>
                  </a:lnTo>
                  <a:lnTo>
                    <a:pt x="119308" y="327341"/>
                  </a:lnTo>
                  <a:lnTo>
                    <a:pt x="124405" y="328777"/>
                  </a:lnTo>
                  <a:lnTo>
                    <a:pt x="129546" y="330050"/>
                  </a:lnTo>
                  <a:lnTo>
                    <a:pt x="134724" y="331159"/>
                  </a:lnTo>
                  <a:lnTo>
                    <a:pt x="139935" y="332104"/>
                  </a:lnTo>
                  <a:lnTo>
                    <a:pt x="145174" y="332883"/>
                  </a:lnTo>
                  <a:lnTo>
                    <a:pt x="150434" y="333496"/>
                  </a:lnTo>
                  <a:lnTo>
                    <a:pt x="155711" y="333942"/>
                  </a:lnTo>
                  <a:lnTo>
                    <a:pt x="160999" y="334221"/>
                  </a:lnTo>
                  <a:lnTo>
                    <a:pt x="166294" y="334332"/>
                  </a:lnTo>
                  <a:lnTo>
                    <a:pt x="171590" y="334275"/>
                  </a:lnTo>
                  <a:lnTo>
                    <a:pt x="176881" y="334051"/>
                  </a:lnTo>
                  <a:lnTo>
                    <a:pt x="182162" y="333659"/>
                  </a:lnTo>
                  <a:lnTo>
                    <a:pt x="187429" y="333100"/>
                  </a:lnTo>
                  <a:lnTo>
                    <a:pt x="192674" y="332375"/>
                  </a:lnTo>
                  <a:lnTo>
                    <a:pt x="197895" y="331483"/>
                  </a:lnTo>
                  <a:lnTo>
                    <a:pt x="203084" y="330427"/>
                  </a:lnTo>
                  <a:lnTo>
                    <a:pt x="208238" y="329207"/>
                  </a:lnTo>
                  <a:lnTo>
                    <a:pt x="213350" y="327824"/>
                  </a:lnTo>
                  <a:lnTo>
                    <a:pt x="218416" y="326280"/>
                  </a:lnTo>
                  <a:lnTo>
                    <a:pt x="223430" y="324576"/>
                  </a:lnTo>
                  <a:lnTo>
                    <a:pt x="228388" y="322715"/>
                  </a:lnTo>
                  <a:lnTo>
                    <a:pt x="233284" y="320697"/>
                  </a:lnTo>
                  <a:lnTo>
                    <a:pt x="238114" y="318525"/>
                  </a:lnTo>
                  <a:lnTo>
                    <a:pt x="242873" y="316201"/>
                  </a:lnTo>
                  <a:lnTo>
                    <a:pt x="247556" y="313728"/>
                  </a:lnTo>
                  <a:lnTo>
                    <a:pt x="252158" y="311108"/>
                  </a:lnTo>
                  <a:lnTo>
                    <a:pt x="256675" y="308343"/>
                  </a:lnTo>
                  <a:lnTo>
                    <a:pt x="261102" y="305436"/>
                  </a:lnTo>
                  <a:lnTo>
                    <a:pt x="265435" y="302391"/>
                  </a:lnTo>
                  <a:lnTo>
                    <a:pt x="269669" y="299210"/>
                  </a:lnTo>
                  <a:lnTo>
                    <a:pt x="273800" y="295896"/>
                  </a:lnTo>
                  <a:lnTo>
                    <a:pt x="277824" y="292453"/>
                  </a:lnTo>
                  <a:lnTo>
                    <a:pt x="281737" y="288885"/>
                  </a:lnTo>
                  <a:lnTo>
                    <a:pt x="285535" y="285194"/>
                  </a:lnTo>
                  <a:lnTo>
                    <a:pt x="289214" y="281385"/>
                  </a:lnTo>
                  <a:lnTo>
                    <a:pt x="292771" y="277461"/>
                  </a:lnTo>
                  <a:lnTo>
                    <a:pt x="296202" y="273427"/>
                  </a:lnTo>
                  <a:lnTo>
                    <a:pt x="299503" y="269286"/>
                  </a:lnTo>
                  <a:lnTo>
                    <a:pt x="302671" y="265042"/>
                  </a:lnTo>
                  <a:lnTo>
                    <a:pt x="305704" y="260700"/>
                  </a:lnTo>
                  <a:lnTo>
                    <a:pt x="308597" y="256265"/>
                  </a:lnTo>
                  <a:lnTo>
                    <a:pt x="311348" y="251739"/>
                  </a:lnTo>
                  <a:lnTo>
                    <a:pt x="313955" y="247129"/>
                  </a:lnTo>
                  <a:lnTo>
                    <a:pt x="316414" y="242439"/>
                  </a:lnTo>
                  <a:lnTo>
                    <a:pt x="318723" y="237673"/>
                  </a:lnTo>
                  <a:lnTo>
                    <a:pt x="320881" y="232837"/>
                  </a:lnTo>
                  <a:lnTo>
                    <a:pt x="322884" y="227934"/>
                  </a:lnTo>
                  <a:lnTo>
                    <a:pt x="324730" y="222971"/>
                  </a:lnTo>
                  <a:lnTo>
                    <a:pt x="326419" y="217951"/>
                  </a:lnTo>
                  <a:lnTo>
                    <a:pt x="327948" y="212881"/>
                  </a:lnTo>
                  <a:lnTo>
                    <a:pt x="329315" y="207765"/>
                  </a:lnTo>
                  <a:lnTo>
                    <a:pt x="330520" y="202608"/>
                  </a:lnTo>
                  <a:lnTo>
                    <a:pt x="331560" y="197415"/>
                  </a:lnTo>
                  <a:lnTo>
                    <a:pt x="332436" y="192192"/>
                  </a:lnTo>
                  <a:lnTo>
                    <a:pt x="333146" y="186944"/>
                  </a:lnTo>
                  <a:lnTo>
                    <a:pt x="333689" y="181676"/>
                  </a:lnTo>
                  <a:lnTo>
                    <a:pt x="334065" y="176393"/>
                  </a:lnTo>
                  <a:lnTo>
                    <a:pt x="334273" y="171102"/>
                  </a:lnTo>
                  <a:lnTo>
                    <a:pt x="334314" y="165806"/>
                  </a:lnTo>
                  <a:lnTo>
                    <a:pt x="334187" y="160512"/>
                  </a:lnTo>
                  <a:lnTo>
                    <a:pt x="333892" y="155224"/>
                  </a:lnTo>
                  <a:lnTo>
                    <a:pt x="333431" y="149948"/>
                  </a:lnTo>
                  <a:lnTo>
                    <a:pt x="332802" y="144690"/>
                  </a:lnTo>
                  <a:lnTo>
                    <a:pt x="332007" y="139454"/>
                  </a:lnTo>
                  <a:lnTo>
                    <a:pt x="331046" y="134246"/>
                  </a:lnTo>
                  <a:lnTo>
                    <a:pt x="329921" y="129071"/>
                  </a:lnTo>
                  <a:lnTo>
                    <a:pt x="328633" y="123934"/>
                  </a:lnTo>
                  <a:lnTo>
                    <a:pt x="327182" y="118841"/>
                  </a:lnTo>
                  <a:lnTo>
                    <a:pt x="325571" y="113796"/>
                  </a:lnTo>
                  <a:lnTo>
                    <a:pt x="323801" y="108805"/>
                  </a:lnTo>
                  <a:lnTo>
                    <a:pt x="321874" y="103872"/>
                  </a:lnTo>
                  <a:lnTo>
                    <a:pt x="319791" y="99003"/>
                  </a:lnTo>
                  <a:lnTo>
                    <a:pt x="317555" y="94202"/>
                  </a:lnTo>
                  <a:lnTo>
                    <a:pt x="315168" y="89474"/>
                  </a:lnTo>
                  <a:lnTo>
                    <a:pt x="312633" y="84825"/>
                  </a:lnTo>
                  <a:lnTo>
                    <a:pt x="309952" y="80258"/>
                  </a:lnTo>
                  <a:lnTo>
                    <a:pt x="307127" y="75778"/>
                  </a:lnTo>
                  <a:lnTo>
                    <a:pt x="304162" y="71390"/>
                  </a:lnTo>
                  <a:lnTo>
                    <a:pt x="301060" y="67098"/>
                  </a:lnTo>
                  <a:lnTo>
                    <a:pt x="297823" y="62907"/>
                  </a:lnTo>
                  <a:lnTo>
                    <a:pt x="294455" y="58820"/>
                  </a:lnTo>
                  <a:lnTo>
                    <a:pt x="290959" y="54842"/>
                  </a:lnTo>
                  <a:lnTo>
                    <a:pt x="287338" y="50977"/>
                  </a:lnTo>
                  <a:lnTo>
                    <a:pt x="283598" y="47228"/>
                  </a:lnTo>
                  <a:lnTo>
                    <a:pt x="279740" y="43599"/>
                  </a:lnTo>
                  <a:lnTo>
                    <a:pt x="275769" y="40095"/>
                  </a:lnTo>
                  <a:lnTo>
                    <a:pt x="271690" y="36718"/>
                  </a:lnTo>
                  <a:lnTo>
                    <a:pt x="267505" y="33472"/>
                  </a:lnTo>
                  <a:lnTo>
                    <a:pt x="263220" y="30361"/>
                  </a:lnTo>
                  <a:lnTo>
                    <a:pt x="258838" y="27386"/>
                  </a:lnTo>
                  <a:lnTo>
                    <a:pt x="254365" y="24552"/>
                  </a:lnTo>
                  <a:lnTo>
                    <a:pt x="249803" y="21861"/>
                  </a:lnTo>
                  <a:lnTo>
                    <a:pt x="245159" y="19316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89709"/>
              <a:ext cx="78006" cy="147850"/>
            </a:xfrm>
            <a:custGeom>
              <a:avLst/>
              <a:pathLst>
                <a:path w="78006" h="147850">
                  <a:moveTo>
                    <a:pt x="78006" y="0"/>
                  </a:moveTo>
                  <a:lnTo>
                    <a:pt x="0" y="1478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89709"/>
              <a:ext cx="78006" cy="147850"/>
            </a:xfrm>
            <a:custGeom>
              <a:avLst/>
              <a:pathLst>
                <a:path w="78006" h="147850">
                  <a:moveTo>
                    <a:pt x="78006" y="0"/>
                  </a:moveTo>
                  <a:lnTo>
                    <a:pt x="0" y="1478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89709"/>
              <a:ext cx="78006" cy="147850"/>
            </a:xfrm>
            <a:custGeom>
              <a:avLst/>
              <a:pathLst>
                <a:path w="78006" h="147850">
                  <a:moveTo>
                    <a:pt x="78006" y="0"/>
                  </a:moveTo>
                  <a:lnTo>
                    <a:pt x="0" y="1478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89709"/>
              <a:ext cx="78006" cy="147850"/>
            </a:xfrm>
            <a:custGeom>
              <a:avLst/>
              <a:pathLst>
                <a:path w="78006" h="147850">
                  <a:moveTo>
                    <a:pt x="78006" y="0"/>
                  </a:moveTo>
                  <a:lnTo>
                    <a:pt x="0" y="1478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89709"/>
              <a:ext cx="78006" cy="147850"/>
            </a:xfrm>
            <a:custGeom>
              <a:avLst/>
              <a:pathLst>
                <a:path w="78006" h="147850">
                  <a:moveTo>
                    <a:pt x="78006" y="0"/>
                  </a:moveTo>
                  <a:lnTo>
                    <a:pt x="0" y="1478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89709"/>
              <a:ext cx="78006" cy="147850"/>
            </a:xfrm>
            <a:custGeom>
              <a:avLst/>
              <a:pathLst>
                <a:path w="78006" h="147850">
                  <a:moveTo>
                    <a:pt x="78006" y="0"/>
                  </a:moveTo>
                  <a:lnTo>
                    <a:pt x="0" y="1478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89709"/>
              <a:ext cx="78006" cy="147850"/>
            </a:xfrm>
            <a:custGeom>
              <a:avLst/>
              <a:pathLst>
                <a:path w="78006" h="147850">
                  <a:moveTo>
                    <a:pt x="78006" y="0"/>
                  </a:moveTo>
                  <a:lnTo>
                    <a:pt x="0" y="1478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89709"/>
              <a:ext cx="78006" cy="147850"/>
            </a:xfrm>
            <a:custGeom>
              <a:avLst/>
              <a:pathLst>
                <a:path w="78006" h="147850">
                  <a:moveTo>
                    <a:pt x="78006" y="0"/>
                  </a:moveTo>
                  <a:lnTo>
                    <a:pt x="0" y="1478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89709"/>
              <a:ext cx="78006" cy="147850"/>
            </a:xfrm>
            <a:custGeom>
              <a:avLst/>
              <a:pathLst>
                <a:path w="78006" h="147850">
                  <a:moveTo>
                    <a:pt x="78006" y="0"/>
                  </a:moveTo>
                  <a:lnTo>
                    <a:pt x="0" y="1478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89709"/>
              <a:ext cx="78006" cy="147850"/>
            </a:xfrm>
            <a:custGeom>
              <a:avLst/>
              <a:pathLst>
                <a:path w="78006" h="147850">
                  <a:moveTo>
                    <a:pt x="78006" y="0"/>
                  </a:moveTo>
                  <a:lnTo>
                    <a:pt x="0" y="1478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89709"/>
              <a:ext cx="78006" cy="147850"/>
            </a:xfrm>
            <a:custGeom>
              <a:avLst/>
              <a:pathLst>
                <a:path w="78006" h="147850">
                  <a:moveTo>
                    <a:pt x="78006" y="0"/>
                  </a:moveTo>
                  <a:lnTo>
                    <a:pt x="0" y="1478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89709"/>
              <a:ext cx="78006" cy="147850"/>
            </a:xfrm>
            <a:custGeom>
              <a:avLst/>
              <a:pathLst>
                <a:path w="78006" h="147850">
                  <a:moveTo>
                    <a:pt x="78006" y="0"/>
                  </a:moveTo>
                  <a:lnTo>
                    <a:pt x="0" y="1478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83201"/>
              <a:ext cx="78006" cy="154358"/>
            </a:xfrm>
            <a:custGeom>
              <a:avLst/>
              <a:pathLst>
                <a:path w="78006" h="154358">
                  <a:moveTo>
                    <a:pt x="78006" y="6507"/>
                  </a:moveTo>
                  <a:lnTo>
                    <a:pt x="64175" y="0"/>
                  </a:lnTo>
                  <a:lnTo>
                    <a:pt x="0" y="1543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0392"/>
              <a:ext cx="64175" cy="167167"/>
            </a:xfrm>
            <a:custGeom>
              <a:avLst/>
              <a:pathLst>
                <a:path w="64175" h="167167">
                  <a:moveTo>
                    <a:pt x="64175" y="12809"/>
                  </a:moveTo>
                  <a:lnTo>
                    <a:pt x="58606" y="10610"/>
                  </a:lnTo>
                  <a:lnTo>
                    <a:pt x="52962" y="8611"/>
                  </a:lnTo>
                  <a:lnTo>
                    <a:pt x="47250" y="6816"/>
                  </a:lnTo>
                  <a:lnTo>
                    <a:pt x="41477" y="5227"/>
                  </a:lnTo>
                  <a:lnTo>
                    <a:pt x="35651" y="3845"/>
                  </a:lnTo>
                  <a:lnTo>
                    <a:pt x="29779" y="2673"/>
                  </a:lnTo>
                  <a:lnTo>
                    <a:pt x="23869" y="1712"/>
                  </a:lnTo>
                  <a:lnTo>
                    <a:pt x="17929" y="964"/>
                  </a:lnTo>
                  <a:lnTo>
                    <a:pt x="11965" y="428"/>
                  </a:lnTo>
                  <a:lnTo>
                    <a:pt x="5986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423597" y="3707720"/>
              <a:ext cx="334308" cy="334333"/>
            </a:xfrm>
            <a:custGeom>
              <a:avLst/>
              <a:pathLst>
                <a:path w="334308" h="334333">
                  <a:moveTo>
                    <a:pt x="167150" y="0"/>
                  </a:moveTo>
                  <a:lnTo>
                    <a:pt x="161852" y="83"/>
                  </a:lnTo>
                  <a:lnTo>
                    <a:pt x="156560" y="335"/>
                  </a:lnTo>
                  <a:lnTo>
                    <a:pt x="151278" y="755"/>
                  </a:lnTo>
                  <a:lnTo>
                    <a:pt x="146012" y="1341"/>
                  </a:lnTo>
                  <a:lnTo>
                    <a:pt x="140767" y="2095"/>
                  </a:lnTo>
                  <a:lnTo>
                    <a:pt x="135549" y="3014"/>
                  </a:lnTo>
                  <a:lnTo>
                    <a:pt x="130362" y="4098"/>
                  </a:lnTo>
                  <a:lnTo>
                    <a:pt x="125212" y="5346"/>
                  </a:lnTo>
                  <a:lnTo>
                    <a:pt x="120105" y="6756"/>
                  </a:lnTo>
                  <a:lnTo>
                    <a:pt x="115045" y="8328"/>
                  </a:lnTo>
                  <a:lnTo>
                    <a:pt x="110037" y="10059"/>
                  </a:lnTo>
                  <a:lnTo>
                    <a:pt x="105086" y="11948"/>
                  </a:lnTo>
                  <a:lnTo>
                    <a:pt x="100198" y="13993"/>
                  </a:lnTo>
                  <a:lnTo>
                    <a:pt x="95377" y="16191"/>
                  </a:lnTo>
                  <a:lnTo>
                    <a:pt x="90629" y="18542"/>
                  </a:lnTo>
                  <a:lnTo>
                    <a:pt x="85957" y="21042"/>
                  </a:lnTo>
                  <a:lnTo>
                    <a:pt x="81366" y="23688"/>
                  </a:lnTo>
                  <a:lnTo>
                    <a:pt x="76862" y="26479"/>
                  </a:lnTo>
                  <a:lnTo>
                    <a:pt x="72449" y="29411"/>
                  </a:lnTo>
                  <a:lnTo>
                    <a:pt x="68131" y="32482"/>
                  </a:lnTo>
                  <a:lnTo>
                    <a:pt x="63912" y="35688"/>
                  </a:lnTo>
                  <a:lnTo>
                    <a:pt x="59797" y="39026"/>
                  </a:lnTo>
                  <a:lnTo>
                    <a:pt x="55790" y="42492"/>
                  </a:lnTo>
                  <a:lnTo>
                    <a:pt x="51894" y="46084"/>
                  </a:lnTo>
                  <a:lnTo>
                    <a:pt x="48115" y="49798"/>
                  </a:lnTo>
                  <a:lnTo>
                    <a:pt x="44455" y="53629"/>
                  </a:lnTo>
                  <a:lnTo>
                    <a:pt x="40918" y="57575"/>
                  </a:lnTo>
                  <a:lnTo>
                    <a:pt x="37508" y="61631"/>
                  </a:lnTo>
                  <a:lnTo>
                    <a:pt x="34229" y="65792"/>
                  </a:lnTo>
                  <a:lnTo>
                    <a:pt x="31083" y="70056"/>
                  </a:lnTo>
                  <a:lnTo>
                    <a:pt x="28073" y="74417"/>
                  </a:lnTo>
                  <a:lnTo>
                    <a:pt x="25204" y="78871"/>
                  </a:lnTo>
                  <a:lnTo>
                    <a:pt x="22477" y="83414"/>
                  </a:lnTo>
                  <a:lnTo>
                    <a:pt x="19895" y="88042"/>
                  </a:lnTo>
                  <a:lnTo>
                    <a:pt x="17461" y="92748"/>
                  </a:lnTo>
                  <a:lnTo>
                    <a:pt x="15178" y="97530"/>
                  </a:lnTo>
                  <a:lnTo>
                    <a:pt x="13047" y="102381"/>
                  </a:lnTo>
                  <a:lnTo>
                    <a:pt x="11072" y="107297"/>
                  </a:lnTo>
                  <a:lnTo>
                    <a:pt x="9252" y="112274"/>
                  </a:lnTo>
                  <a:lnTo>
                    <a:pt x="7592" y="117306"/>
                  </a:lnTo>
                  <a:lnTo>
                    <a:pt x="6092" y="122388"/>
                  </a:lnTo>
                  <a:lnTo>
                    <a:pt x="4754" y="127515"/>
                  </a:lnTo>
                  <a:lnTo>
                    <a:pt x="3579" y="132681"/>
                  </a:lnTo>
                  <a:lnTo>
                    <a:pt x="2568" y="137883"/>
                  </a:lnTo>
                  <a:lnTo>
                    <a:pt x="1722" y="143113"/>
                  </a:lnTo>
                  <a:lnTo>
                    <a:pt x="1043" y="148368"/>
                  </a:lnTo>
                  <a:lnTo>
                    <a:pt x="531" y="153642"/>
                  </a:lnTo>
                  <a:lnTo>
                    <a:pt x="186" y="158929"/>
                  </a:lnTo>
                  <a:lnTo>
                    <a:pt x="9" y="164225"/>
                  </a:lnTo>
                  <a:lnTo>
                    <a:pt x="0" y="169524"/>
                  </a:lnTo>
                  <a:lnTo>
                    <a:pt x="158" y="174820"/>
                  </a:lnTo>
                  <a:lnTo>
                    <a:pt x="485" y="180109"/>
                  </a:lnTo>
                  <a:lnTo>
                    <a:pt x="978" y="185384"/>
                  </a:lnTo>
                  <a:lnTo>
                    <a:pt x="1639" y="190641"/>
                  </a:lnTo>
                  <a:lnTo>
                    <a:pt x="2466" y="195875"/>
                  </a:lnTo>
                  <a:lnTo>
                    <a:pt x="3459" y="201080"/>
                  </a:lnTo>
                  <a:lnTo>
                    <a:pt x="4616" y="206251"/>
                  </a:lnTo>
                  <a:lnTo>
                    <a:pt x="5936" y="211382"/>
                  </a:lnTo>
                  <a:lnTo>
                    <a:pt x="7419" y="216469"/>
                  </a:lnTo>
                  <a:lnTo>
                    <a:pt x="9061" y="221507"/>
                  </a:lnTo>
                  <a:lnTo>
                    <a:pt x="10863" y="226490"/>
                  </a:lnTo>
                  <a:lnTo>
                    <a:pt x="12822" y="231413"/>
                  </a:lnTo>
                  <a:lnTo>
                    <a:pt x="14935" y="236272"/>
                  </a:lnTo>
                  <a:lnTo>
                    <a:pt x="17202" y="241061"/>
                  </a:lnTo>
                  <a:lnTo>
                    <a:pt x="19619" y="245776"/>
                  </a:lnTo>
                  <a:lnTo>
                    <a:pt x="22184" y="250413"/>
                  </a:lnTo>
                  <a:lnTo>
                    <a:pt x="24896" y="254965"/>
                  </a:lnTo>
                  <a:lnTo>
                    <a:pt x="27750" y="259429"/>
                  </a:lnTo>
                  <a:lnTo>
                    <a:pt x="30744" y="263801"/>
                  </a:lnTo>
                  <a:lnTo>
                    <a:pt x="33875" y="268076"/>
                  </a:lnTo>
                  <a:lnTo>
                    <a:pt x="37140" y="272249"/>
                  </a:lnTo>
                  <a:lnTo>
                    <a:pt x="40535" y="276316"/>
                  </a:lnTo>
                  <a:lnTo>
                    <a:pt x="44058" y="280274"/>
                  </a:lnTo>
                  <a:lnTo>
                    <a:pt x="47705" y="284119"/>
                  </a:lnTo>
                  <a:lnTo>
                    <a:pt x="51471" y="287845"/>
                  </a:lnTo>
                  <a:lnTo>
                    <a:pt x="55354" y="291451"/>
                  </a:lnTo>
                  <a:lnTo>
                    <a:pt x="59349" y="294932"/>
                  </a:lnTo>
                  <a:lnTo>
                    <a:pt x="63452" y="298284"/>
                  </a:lnTo>
                  <a:lnTo>
                    <a:pt x="67660" y="301505"/>
                  </a:lnTo>
                  <a:lnTo>
                    <a:pt x="71967" y="304590"/>
                  </a:lnTo>
                  <a:lnTo>
                    <a:pt x="76370" y="307538"/>
                  </a:lnTo>
                  <a:lnTo>
                    <a:pt x="80865" y="310344"/>
                  </a:lnTo>
                  <a:lnTo>
                    <a:pt x="85446" y="313007"/>
                  </a:lnTo>
                  <a:lnTo>
                    <a:pt x="90109" y="315523"/>
                  </a:lnTo>
                  <a:lnTo>
                    <a:pt x="94849" y="317890"/>
                  </a:lnTo>
                  <a:lnTo>
                    <a:pt x="99662" y="320106"/>
                  </a:lnTo>
                  <a:lnTo>
                    <a:pt x="104543" y="322168"/>
                  </a:lnTo>
                  <a:lnTo>
                    <a:pt x="109487" y="324074"/>
                  </a:lnTo>
                  <a:lnTo>
                    <a:pt x="114489" y="325823"/>
                  </a:lnTo>
                  <a:lnTo>
                    <a:pt x="119544" y="327412"/>
                  </a:lnTo>
                  <a:lnTo>
                    <a:pt x="124646" y="328841"/>
                  </a:lnTo>
                  <a:lnTo>
                    <a:pt x="129791" y="330106"/>
                  </a:lnTo>
                  <a:lnTo>
                    <a:pt x="134974" y="331209"/>
                  </a:lnTo>
                  <a:lnTo>
                    <a:pt x="140189" y="332146"/>
                  </a:lnTo>
                  <a:lnTo>
                    <a:pt x="145431" y="332917"/>
                  </a:lnTo>
                  <a:lnTo>
                    <a:pt x="150695" y="333523"/>
                  </a:lnTo>
                  <a:lnTo>
                    <a:pt x="155976" y="333960"/>
                  </a:lnTo>
                  <a:lnTo>
                    <a:pt x="161268" y="334231"/>
                  </a:lnTo>
                  <a:lnTo>
                    <a:pt x="166565" y="334333"/>
                  </a:lnTo>
                  <a:lnTo>
                    <a:pt x="171863" y="334268"/>
                  </a:lnTo>
                  <a:lnTo>
                    <a:pt x="177157" y="334035"/>
                  </a:lnTo>
                  <a:lnTo>
                    <a:pt x="182440" y="333634"/>
                  </a:lnTo>
                  <a:lnTo>
                    <a:pt x="187708" y="333065"/>
                  </a:lnTo>
                  <a:lnTo>
                    <a:pt x="192956" y="332331"/>
                  </a:lnTo>
                  <a:lnTo>
                    <a:pt x="198177" y="331430"/>
                  </a:lnTo>
                  <a:lnTo>
                    <a:pt x="203368" y="330364"/>
                  </a:lnTo>
                  <a:lnTo>
                    <a:pt x="208522" y="329134"/>
                  </a:lnTo>
                  <a:lnTo>
                    <a:pt x="213634" y="327742"/>
                  </a:lnTo>
                  <a:lnTo>
                    <a:pt x="218700" y="326188"/>
                  </a:lnTo>
                  <a:lnTo>
                    <a:pt x="223714" y="324474"/>
                  </a:lnTo>
                  <a:lnTo>
                    <a:pt x="228671" y="322602"/>
                  </a:lnTo>
                  <a:lnTo>
                    <a:pt x="233566" y="320575"/>
                  </a:lnTo>
                  <a:lnTo>
                    <a:pt x="238394" y="318393"/>
                  </a:lnTo>
                  <a:lnTo>
                    <a:pt x="243151" y="316059"/>
                  </a:lnTo>
                  <a:lnTo>
                    <a:pt x="247832" y="313575"/>
                  </a:lnTo>
                  <a:lnTo>
                    <a:pt x="252432" y="310945"/>
                  </a:lnTo>
                  <a:lnTo>
                    <a:pt x="256945" y="308170"/>
                  </a:lnTo>
                  <a:lnTo>
                    <a:pt x="261369" y="305253"/>
                  </a:lnTo>
                  <a:lnTo>
                    <a:pt x="265698" y="302198"/>
                  </a:lnTo>
                  <a:lnTo>
                    <a:pt x="269928" y="299007"/>
                  </a:lnTo>
                  <a:lnTo>
                    <a:pt x="274055" y="295683"/>
                  </a:lnTo>
                  <a:lnTo>
                    <a:pt x="278074" y="292231"/>
                  </a:lnTo>
                  <a:lnTo>
                    <a:pt x="281982" y="288652"/>
                  </a:lnTo>
                  <a:lnTo>
                    <a:pt x="285774" y="284952"/>
                  </a:lnTo>
                  <a:lnTo>
                    <a:pt x="289448" y="281133"/>
                  </a:lnTo>
                  <a:lnTo>
                    <a:pt x="292998" y="277200"/>
                  </a:lnTo>
                  <a:lnTo>
                    <a:pt x="296422" y="273156"/>
                  </a:lnTo>
                  <a:lnTo>
                    <a:pt x="299716" y="269006"/>
                  </a:lnTo>
                  <a:lnTo>
                    <a:pt x="302877" y="264754"/>
                  </a:lnTo>
                  <a:lnTo>
                    <a:pt x="305902" y="260403"/>
                  </a:lnTo>
                  <a:lnTo>
                    <a:pt x="308787" y="255959"/>
                  </a:lnTo>
                  <a:lnTo>
                    <a:pt x="311530" y="251425"/>
                  </a:lnTo>
                  <a:lnTo>
                    <a:pt x="314128" y="246807"/>
                  </a:lnTo>
                  <a:lnTo>
                    <a:pt x="316578" y="242109"/>
                  </a:lnTo>
                  <a:lnTo>
                    <a:pt x="318878" y="237336"/>
                  </a:lnTo>
                  <a:lnTo>
                    <a:pt x="321026" y="232492"/>
                  </a:lnTo>
                  <a:lnTo>
                    <a:pt x="323019" y="227582"/>
                  </a:lnTo>
                  <a:lnTo>
                    <a:pt x="324855" y="222612"/>
                  </a:lnTo>
                  <a:lnTo>
                    <a:pt x="326533" y="217586"/>
                  </a:lnTo>
                  <a:lnTo>
                    <a:pt x="328051" y="212510"/>
                  </a:lnTo>
                  <a:lnTo>
                    <a:pt x="329407" y="207388"/>
                  </a:lnTo>
                  <a:lnTo>
                    <a:pt x="330600" y="202225"/>
                  </a:lnTo>
                  <a:lnTo>
                    <a:pt x="331629" y="197027"/>
                  </a:lnTo>
                  <a:lnTo>
                    <a:pt x="332493" y="191799"/>
                  </a:lnTo>
                  <a:lnTo>
                    <a:pt x="333191" y="186547"/>
                  </a:lnTo>
                  <a:lnTo>
                    <a:pt x="333721" y="181275"/>
                  </a:lnTo>
                  <a:lnTo>
                    <a:pt x="334085" y="175989"/>
                  </a:lnTo>
                  <a:lnTo>
                    <a:pt x="334281" y="170694"/>
                  </a:lnTo>
                  <a:lnTo>
                    <a:pt x="334308" y="165395"/>
                  </a:lnTo>
                  <a:lnTo>
                    <a:pt x="334168" y="160098"/>
                  </a:lnTo>
                  <a:lnTo>
                    <a:pt x="333860" y="154809"/>
                  </a:lnTo>
                  <a:lnTo>
                    <a:pt x="333385" y="149531"/>
                  </a:lnTo>
                  <a:lnTo>
                    <a:pt x="332743" y="144272"/>
                  </a:lnTo>
                  <a:lnTo>
                    <a:pt x="331934" y="139035"/>
                  </a:lnTo>
                  <a:lnTo>
                    <a:pt x="330959" y="133827"/>
                  </a:lnTo>
                  <a:lnTo>
                    <a:pt x="329820" y="128652"/>
                  </a:lnTo>
                  <a:lnTo>
                    <a:pt x="328518" y="123516"/>
                  </a:lnTo>
                  <a:lnTo>
                    <a:pt x="327054" y="118424"/>
                  </a:lnTo>
                  <a:lnTo>
                    <a:pt x="325429" y="113381"/>
                  </a:lnTo>
                  <a:lnTo>
                    <a:pt x="323644" y="108392"/>
                  </a:lnTo>
                  <a:lnTo>
                    <a:pt x="321703" y="103461"/>
                  </a:lnTo>
                  <a:lnTo>
                    <a:pt x="319606" y="98595"/>
                  </a:lnTo>
                  <a:lnTo>
                    <a:pt x="317357" y="93798"/>
                  </a:lnTo>
                  <a:lnTo>
                    <a:pt x="314956" y="89074"/>
                  </a:lnTo>
                  <a:lnTo>
                    <a:pt x="312407" y="84429"/>
                  </a:lnTo>
                  <a:lnTo>
                    <a:pt x="309712" y="79867"/>
                  </a:lnTo>
                  <a:lnTo>
                    <a:pt x="306873" y="75393"/>
                  </a:lnTo>
                  <a:lnTo>
                    <a:pt x="303894" y="71011"/>
                  </a:lnTo>
                  <a:lnTo>
                    <a:pt x="300778" y="66725"/>
                  </a:lnTo>
                  <a:lnTo>
                    <a:pt x="297528" y="62541"/>
                  </a:lnTo>
                  <a:lnTo>
                    <a:pt x="294147" y="58461"/>
                  </a:lnTo>
                  <a:lnTo>
                    <a:pt x="290638" y="54491"/>
                  </a:lnTo>
                  <a:lnTo>
                    <a:pt x="287005" y="50634"/>
                  </a:lnTo>
                  <a:lnTo>
                    <a:pt x="283251" y="46894"/>
                  </a:lnTo>
                  <a:lnTo>
                    <a:pt x="279381" y="43275"/>
                  </a:lnTo>
                  <a:lnTo>
                    <a:pt x="275398" y="39780"/>
                  </a:lnTo>
                  <a:lnTo>
                    <a:pt x="271307" y="36414"/>
                  </a:lnTo>
                  <a:lnTo>
                    <a:pt x="267110" y="33178"/>
                  </a:lnTo>
                  <a:lnTo>
                    <a:pt x="262814" y="30078"/>
                  </a:lnTo>
                  <a:lnTo>
                    <a:pt x="258421" y="27115"/>
                  </a:lnTo>
                  <a:lnTo>
                    <a:pt x="253937" y="24292"/>
                  </a:lnTo>
                  <a:lnTo>
                    <a:pt x="249365" y="21614"/>
                  </a:lnTo>
                  <a:lnTo>
                    <a:pt x="244711" y="19081"/>
                  </a:lnTo>
                  <a:lnTo>
                    <a:pt x="239978" y="16698"/>
                  </a:lnTo>
                  <a:lnTo>
                    <a:pt x="235173" y="14465"/>
                  </a:lnTo>
                  <a:lnTo>
                    <a:pt x="230299" y="12386"/>
                  </a:lnTo>
                  <a:lnTo>
                    <a:pt x="225362" y="10462"/>
                  </a:lnTo>
                  <a:lnTo>
                    <a:pt x="220367" y="8696"/>
                  </a:lnTo>
                  <a:lnTo>
                    <a:pt x="215318" y="7089"/>
                  </a:lnTo>
                  <a:lnTo>
                    <a:pt x="210220" y="5643"/>
                  </a:lnTo>
                  <a:lnTo>
                    <a:pt x="205079" y="4359"/>
                  </a:lnTo>
                  <a:lnTo>
                    <a:pt x="199900" y="3239"/>
                  </a:lnTo>
                  <a:lnTo>
                    <a:pt x="194689" y="2283"/>
                  </a:lnTo>
                  <a:lnTo>
                    <a:pt x="189449" y="1493"/>
                  </a:lnTo>
                  <a:lnTo>
                    <a:pt x="184187" y="870"/>
                  </a:lnTo>
                  <a:lnTo>
                    <a:pt x="178909" y="414"/>
                  </a:lnTo>
                  <a:lnTo>
                    <a:pt x="173618" y="125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845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845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845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845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845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845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845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845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845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845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845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6467" cy="167167"/>
            </a:xfrm>
            <a:custGeom>
              <a:avLst/>
              <a:pathLst>
                <a:path w="6467" h="167167">
                  <a:moveTo>
                    <a:pt x="6467" y="1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614136" y="4213821"/>
              <a:ext cx="334308" cy="334333"/>
            </a:xfrm>
            <a:custGeom>
              <a:avLst/>
              <a:pathLst>
                <a:path w="334308" h="334333">
                  <a:moveTo>
                    <a:pt x="167150" y="0"/>
                  </a:moveTo>
                  <a:lnTo>
                    <a:pt x="161852" y="83"/>
                  </a:lnTo>
                  <a:lnTo>
                    <a:pt x="156560" y="335"/>
                  </a:lnTo>
                  <a:lnTo>
                    <a:pt x="151278" y="755"/>
                  </a:lnTo>
                  <a:lnTo>
                    <a:pt x="146012" y="1341"/>
                  </a:lnTo>
                  <a:lnTo>
                    <a:pt x="140767" y="2095"/>
                  </a:lnTo>
                  <a:lnTo>
                    <a:pt x="135549" y="3014"/>
                  </a:lnTo>
                  <a:lnTo>
                    <a:pt x="130362" y="4098"/>
                  </a:lnTo>
                  <a:lnTo>
                    <a:pt x="125212" y="5346"/>
                  </a:lnTo>
                  <a:lnTo>
                    <a:pt x="120105" y="6756"/>
                  </a:lnTo>
                  <a:lnTo>
                    <a:pt x="115045" y="8328"/>
                  </a:lnTo>
                  <a:lnTo>
                    <a:pt x="110037" y="10059"/>
                  </a:lnTo>
                  <a:lnTo>
                    <a:pt x="105086" y="11948"/>
                  </a:lnTo>
                  <a:lnTo>
                    <a:pt x="100198" y="13993"/>
                  </a:lnTo>
                  <a:lnTo>
                    <a:pt x="95377" y="16191"/>
                  </a:lnTo>
                  <a:lnTo>
                    <a:pt x="90629" y="18542"/>
                  </a:lnTo>
                  <a:lnTo>
                    <a:pt x="85957" y="21042"/>
                  </a:lnTo>
                  <a:lnTo>
                    <a:pt x="81366" y="23688"/>
                  </a:lnTo>
                  <a:lnTo>
                    <a:pt x="76862" y="26479"/>
                  </a:lnTo>
                  <a:lnTo>
                    <a:pt x="72449" y="29411"/>
                  </a:lnTo>
                  <a:lnTo>
                    <a:pt x="68131" y="32482"/>
                  </a:lnTo>
                  <a:lnTo>
                    <a:pt x="63912" y="35688"/>
                  </a:lnTo>
                  <a:lnTo>
                    <a:pt x="59797" y="39026"/>
                  </a:lnTo>
                  <a:lnTo>
                    <a:pt x="55790" y="42492"/>
                  </a:lnTo>
                  <a:lnTo>
                    <a:pt x="51894" y="46084"/>
                  </a:lnTo>
                  <a:lnTo>
                    <a:pt x="48115" y="49798"/>
                  </a:lnTo>
                  <a:lnTo>
                    <a:pt x="44455" y="53629"/>
                  </a:lnTo>
                  <a:lnTo>
                    <a:pt x="40918" y="57575"/>
                  </a:lnTo>
                  <a:lnTo>
                    <a:pt x="37508" y="61631"/>
                  </a:lnTo>
                  <a:lnTo>
                    <a:pt x="34229" y="65792"/>
                  </a:lnTo>
                  <a:lnTo>
                    <a:pt x="31083" y="70056"/>
                  </a:lnTo>
                  <a:lnTo>
                    <a:pt x="28073" y="74417"/>
                  </a:lnTo>
                  <a:lnTo>
                    <a:pt x="25204" y="78871"/>
                  </a:lnTo>
                  <a:lnTo>
                    <a:pt x="22477" y="83414"/>
                  </a:lnTo>
                  <a:lnTo>
                    <a:pt x="19895" y="88042"/>
                  </a:lnTo>
                  <a:lnTo>
                    <a:pt x="17461" y="92748"/>
                  </a:lnTo>
                  <a:lnTo>
                    <a:pt x="15178" y="97530"/>
                  </a:lnTo>
                  <a:lnTo>
                    <a:pt x="13047" y="102381"/>
                  </a:lnTo>
                  <a:lnTo>
                    <a:pt x="11072" y="107297"/>
                  </a:lnTo>
                  <a:lnTo>
                    <a:pt x="9252" y="112274"/>
                  </a:lnTo>
                  <a:lnTo>
                    <a:pt x="7592" y="117306"/>
                  </a:lnTo>
                  <a:lnTo>
                    <a:pt x="6092" y="122388"/>
                  </a:lnTo>
                  <a:lnTo>
                    <a:pt x="4754" y="127515"/>
                  </a:lnTo>
                  <a:lnTo>
                    <a:pt x="3579" y="132681"/>
                  </a:lnTo>
                  <a:lnTo>
                    <a:pt x="2568" y="137883"/>
                  </a:lnTo>
                  <a:lnTo>
                    <a:pt x="1722" y="143113"/>
                  </a:lnTo>
                  <a:lnTo>
                    <a:pt x="1043" y="148368"/>
                  </a:lnTo>
                  <a:lnTo>
                    <a:pt x="531" y="153642"/>
                  </a:lnTo>
                  <a:lnTo>
                    <a:pt x="186" y="158929"/>
                  </a:lnTo>
                  <a:lnTo>
                    <a:pt x="9" y="164225"/>
                  </a:lnTo>
                  <a:lnTo>
                    <a:pt x="0" y="169524"/>
                  </a:lnTo>
                  <a:lnTo>
                    <a:pt x="158" y="174820"/>
                  </a:lnTo>
                  <a:lnTo>
                    <a:pt x="485" y="180109"/>
                  </a:lnTo>
                  <a:lnTo>
                    <a:pt x="978" y="185384"/>
                  </a:lnTo>
                  <a:lnTo>
                    <a:pt x="1639" y="190641"/>
                  </a:lnTo>
                  <a:lnTo>
                    <a:pt x="2466" y="195875"/>
                  </a:lnTo>
                  <a:lnTo>
                    <a:pt x="3459" y="201080"/>
                  </a:lnTo>
                  <a:lnTo>
                    <a:pt x="4616" y="206251"/>
                  </a:lnTo>
                  <a:lnTo>
                    <a:pt x="5936" y="211382"/>
                  </a:lnTo>
                  <a:lnTo>
                    <a:pt x="7419" y="216469"/>
                  </a:lnTo>
                  <a:lnTo>
                    <a:pt x="9061" y="221507"/>
                  </a:lnTo>
                  <a:lnTo>
                    <a:pt x="10863" y="226490"/>
                  </a:lnTo>
                  <a:lnTo>
                    <a:pt x="12822" y="231413"/>
                  </a:lnTo>
                  <a:lnTo>
                    <a:pt x="14935" y="236272"/>
                  </a:lnTo>
                  <a:lnTo>
                    <a:pt x="17202" y="241061"/>
                  </a:lnTo>
                  <a:lnTo>
                    <a:pt x="19619" y="245776"/>
                  </a:lnTo>
                  <a:lnTo>
                    <a:pt x="22184" y="250413"/>
                  </a:lnTo>
                  <a:lnTo>
                    <a:pt x="24896" y="254965"/>
                  </a:lnTo>
                  <a:lnTo>
                    <a:pt x="27750" y="259429"/>
                  </a:lnTo>
                  <a:lnTo>
                    <a:pt x="30744" y="263801"/>
                  </a:lnTo>
                  <a:lnTo>
                    <a:pt x="33875" y="268076"/>
                  </a:lnTo>
                  <a:lnTo>
                    <a:pt x="37140" y="272249"/>
                  </a:lnTo>
                  <a:lnTo>
                    <a:pt x="40535" y="276316"/>
                  </a:lnTo>
                  <a:lnTo>
                    <a:pt x="44058" y="280274"/>
                  </a:lnTo>
                  <a:lnTo>
                    <a:pt x="47705" y="284119"/>
                  </a:lnTo>
                  <a:lnTo>
                    <a:pt x="51471" y="287845"/>
                  </a:lnTo>
                  <a:lnTo>
                    <a:pt x="55354" y="291451"/>
                  </a:lnTo>
                  <a:lnTo>
                    <a:pt x="59349" y="294932"/>
                  </a:lnTo>
                  <a:lnTo>
                    <a:pt x="63452" y="298284"/>
                  </a:lnTo>
                  <a:lnTo>
                    <a:pt x="67660" y="301505"/>
                  </a:lnTo>
                  <a:lnTo>
                    <a:pt x="71967" y="304590"/>
                  </a:lnTo>
                  <a:lnTo>
                    <a:pt x="76370" y="307538"/>
                  </a:lnTo>
                  <a:lnTo>
                    <a:pt x="80865" y="310344"/>
                  </a:lnTo>
                  <a:lnTo>
                    <a:pt x="85446" y="313007"/>
                  </a:lnTo>
                  <a:lnTo>
                    <a:pt x="90109" y="315523"/>
                  </a:lnTo>
                  <a:lnTo>
                    <a:pt x="94849" y="317890"/>
                  </a:lnTo>
                  <a:lnTo>
                    <a:pt x="99662" y="320106"/>
                  </a:lnTo>
                  <a:lnTo>
                    <a:pt x="104543" y="322168"/>
                  </a:lnTo>
                  <a:lnTo>
                    <a:pt x="109487" y="324074"/>
                  </a:lnTo>
                  <a:lnTo>
                    <a:pt x="114489" y="325823"/>
                  </a:lnTo>
                  <a:lnTo>
                    <a:pt x="119544" y="327412"/>
                  </a:lnTo>
                  <a:lnTo>
                    <a:pt x="124646" y="328841"/>
                  </a:lnTo>
                  <a:lnTo>
                    <a:pt x="129791" y="330106"/>
                  </a:lnTo>
                  <a:lnTo>
                    <a:pt x="134974" y="331209"/>
                  </a:lnTo>
                  <a:lnTo>
                    <a:pt x="140189" y="332146"/>
                  </a:lnTo>
                  <a:lnTo>
                    <a:pt x="145431" y="332917"/>
                  </a:lnTo>
                  <a:lnTo>
                    <a:pt x="150695" y="333523"/>
                  </a:lnTo>
                  <a:lnTo>
                    <a:pt x="155976" y="333960"/>
                  </a:lnTo>
                  <a:lnTo>
                    <a:pt x="161268" y="334231"/>
                  </a:lnTo>
                  <a:lnTo>
                    <a:pt x="166565" y="334333"/>
                  </a:lnTo>
                  <a:lnTo>
                    <a:pt x="171863" y="334268"/>
                  </a:lnTo>
                  <a:lnTo>
                    <a:pt x="177157" y="334035"/>
                  </a:lnTo>
                  <a:lnTo>
                    <a:pt x="182440" y="333634"/>
                  </a:lnTo>
                  <a:lnTo>
                    <a:pt x="187708" y="333065"/>
                  </a:lnTo>
                  <a:lnTo>
                    <a:pt x="192956" y="332331"/>
                  </a:lnTo>
                  <a:lnTo>
                    <a:pt x="198177" y="331430"/>
                  </a:lnTo>
                  <a:lnTo>
                    <a:pt x="203368" y="330364"/>
                  </a:lnTo>
                  <a:lnTo>
                    <a:pt x="208522" y="329134"/>
                  </a:lnTo>
                  <a:lnTo>
                    <a:pt x="213634" y="327742"/>
                  </a:lnTo>
                  <a:lnTo>
                    <a:pt x="218700" y="326188"/>
                  </a:lnTo>
                  <a:lnTo>
                    <a:pt x="223714" y="324474"/>
                  </a:lnTo>
                  <a:lnTo>
                    <a:pt x="228671" y="322602"/>
                  </a:lnTo>
                  <a:lnTo>
                    <a:pt x="233566" y="320575"/>
                  </a:lnTo>
                  <a:lnTo>
                    <a:pt x="238394" y="318393"/>
                  </a:lnTo>
                  <a:lnTo>
                    <a:pt x="243151" y="316059"/>
                  </a:lnTo>
                  <a:lnTo>
                    <a:pt x="247832" y="313575"/>
                  </a:lnTo>
                  <a:lnTo>
                    <a:pt x="252432" y="310945"/>
                  </a:lnTo>
                  <a:lnTo>
                    <a:pt x="256945" y="308170"/>
                  </a:lnTo>
                  <a:lnTo>
                    <a:pt x="261369" y="305253"/>
                  </a:lnTo>
                  <a:lnTo>
                    <a:pt x="265698" y="302198"/>
                  </a:lnTo>
                  <a:lnTo>
                    <a:pt x="269928" y="299007"/>
                  </a:lnTo>
                  <a:lnTo>
                    <a:pt x="274055" y="295683"/>
                  </a:lnTo>
                  <a:lnTo>
                    <a:pt x="278074" y="292231"/>
                  </a:lnTo>
                  <a:lnTo>
                    <a:pt x="281982" y="288652"/>
                  </a:lnTo>
                  <a:lnTo>
                    <a:pt x="285774" y="284952"/>
                  </a:lnTo>
                  <a:lnTo>
                    <a:pt x="289448" y="281133"/>
                  </a:lnTo>
                  <a:lnTo>
                    <a:pt x="292998" y="277200"/>
                  </a:lnTo>
                  <a:lnTo>
                    <a:pt x="296422" y="273156"/>
                  </a:lnTo>
                  <a:lnTo>
                    <a:pt x="299716" y="269006"/>
                  </a:lnTo>
                  <a:lnTo>
                    <a:pt x="302877" y="264754"/>
                  </a:lnTo>
                  <a:lnTo>
                    <a:pt x="305902" y="260403"/>
                  </a:lnTo>
                  <a:lnTo>
                    <a:pt x="308787" y="255959"/>
                  </a:lnTo>
                  <a:lnTo>
                    <a:pt x="311530" y="251425"/>
                  </a:lnTo>
                  <a:lnTo>
                    <a:pt x="314128" y="246807"/>
                  </a:lnTo>
                  <a:lnTo>
                    <a:pt x="316578" y="242109"/>
                  </a:lnTo>
                  <a:lnTo>
                    <a:pt x="318878" y="237336"/>
                  </a:lnTo>
                  <a:lnTo>
                    <a:pt x="321026" y="232492"/>
                  </a:lnTo>
                  <a:lnTo>
                    <a:pt x="323019" y="227582"/>
                  </a:lnTo>
                  <a:lnTo>
                    <a:pt x="324855" y="222612"/>
                  </a:lnTo>
                  <a:lnTo>
                    <a:pt x="326533" y="217586"/>
                  </a:lnTo>
                  <a:lnTo>
                    <a:pt x="328051" y="212510"/>
                  </a:lnTo>
                  <a:lnTo>
                    <a:pt x="329407" y="207388"/>
                  </a:lnTo>
                  <a:lnTo>
                    <a:pt x="330600" y="202225"/>
                  </a:lnTo>
                  <a:lnTo>
                    <a:pt x="331629" y="197027"/>
                  </a:lnTo>
                  <a:lnTo>
                    <a:pt x="332493" y="191799"/>
                  </a:lnTo>
                  <a:lnTo>
                    <a:pt x="333191" y="186547"/>
                  </a:lnTo>
                  <a:lnTo>
                    <a:pt x="333721" y="181275"/>
                  </a:lnTo>
                  <a:lnTo>
                    <a:pt x="334085" y="175989"/>
                  </a:lnTo>
                  <a:lnTo>
                    <a:pt x="334281" y="170694"/>
                  </a:lnTo>
                  <a:lnTo>
                    <a:pt x="334308" y="165395"/>
                  </a:lnTo>
                  <a:lnTo>
                    <a:pt x="334168" y="160098"/>
                  </a:lnTo>
                  <a:lnTo>
                    <a:pt x="333860" y="154809"/>
                  </a:lnTo>
                  <a:lnTo>
                    <a:pt x="333385" y="149531"/>
                  </a:lnTo>
                  <a:lnTo>
                    <a:pt x="332743" y="144272"/>
                  </a:lnTo>
                  <a:lnTo>
                    <a:pt x="331934" y="139035"/>
                  </a:lnTo>
                  <a:lnTo>
                    <a:pt x="330959" y="133827"/>
                  </a:lnTo>
                  <a:lnTo>
                    <a:pt x="329820" y="128652"/>
                  </a:lnTo>
                  <a:lnTo>
                    <a:pt x="328518" y="123516"/>
                  </a:lnTo>
                  <a:lnTo>
                    <a:pt x="327054" y="118424"/>
                  </a:lnTo>
                  <a:lnTo>
                    <a:pt x="325429" y="113381"/>
                  </a:lnTo>
                  <a:lnTo>
                    <a:pt x="323644" y="108392"/>
                  </a:lnTo>
                  <a:lnTo>
                    <a:pt x="321703" y="103461"/>
                  </a:lnTo>
                  <a:lnTo>
                    <a:pt x="319606" y="98595"/>
                  </a:lnTo>
                  <a:lnTo>
                    <a:pt x="317357" y="93798"/>
                  </a:lnTo>
                  <a:lnTo>
                    <a:pt x="314956" y="89074"/>
                  </a:lnTo>
                  <a:lnTo>
                    <a:pt x="312407" y="84429"/>
                  </a:lnTo>
                  <a:lnTo>
                    <a:pt x="309712" y="79867"/>
                  </a:lnTo>
                  <a:lnTo>
                    <a:pt x="306873" y="75393"/>
                  </a:lnTo>
                  <a:lnTo>
                    <a:pt x="303894" y="71011"/>
                  </a:lnTo>
                  <a:lnTo>
                    <a:pt x="300778" y="66725"/>
                  </a:lnTo>
                  <a:lnTo>
                    <a:pt x="297528" y="62541"/>
                  </a:lnTo>
                  <a:lnTo>
                    <a:pt x="294147" y="58461"/>
                  </a:lnTo>
                  <a:lnTo>
                    <a:pt x="290638" y="54491"/>
                  </a:lnTo>
                  <a:lnTo>
                    <a:pt x="287005" y="50634"/>
                  </a:lnTo>
                  <a:lnTo>
                    <a:pt x="283251" y="46894"/>
                  </a:lnTo>
                  <a:lnTo>
                    <a:pt x="279381" y="43275"/>
                  </a:lnTo>
                  <a:lnTo>
                    <a:pt x="275398" y="39780"/>
                  </a:lnTo>
                  <a:lnTo>
                    <a:pt x="271307" y="36414"/>
                  </a:lnTo>
                  <a:lnTo>
                    <a:pt x="267110" y="33178"/>
                  </a:lnTo>
                  <a:lnTo>
                    <a:pt x="262814" y="30078"/>
                  </a:lnTo>
                  <a:lnTo>
                    <a:pt x="258421" y="27115"/>
                  </a:lnTo>
                  <a:lnTo>
                    <a:pt x="253937" y="24292"/>
                  </a:lnTo>
                  <a:lnTo>
                    <a:pt x="249365" y="21614"/>
                  </a:lnTo>
                  <a:lnTo>
                    <a:pt x="244711" y="19081"/>
                  </a:lnTo>
                  <a:lnTo>
                    <a:pt x="239978" y="16698"/>
                  </a:lnTo>
                  <a:lnTo>
                    <a:pt x="235173" y="14465"/>
                  </a:lnTo>
                  <a:lnTo>
                    <a:pt x="230299" y="12386"/>
                  </a:lnTo>
                  <a:lnTo>
                    <a:pt x="225362" y="10462"/>
                  </a:lnTo>
                  <a:lnTo>
                    <a:pt x="220367" y="8696"/>
                  </a:lnTo>
                  <a:lnTo>
                    <a:pt x="215318" y="7089"/>
                  </a:lnTo>
                  <a:lnTo>
                    <a:pt x="210220" y="5643"/>
                  </a:lnTo>
                  <a:lnTo>
                    <a:pt x="205079" y="4359"/>
                  </a:lnTo>
                  <a:lnTo>
                    <a:pt x="199900" y="3239"/>
                  </a:lnTo>
                  <a:lnTo>
                    <a:pt x="194689" y="2283"/>
                  </a:lnTo>
                  <a:lnTo>
                    <a:pt x="189449" y="1493"/>
                  </a:lnTo>
                  <a:lnTo>
                    <a:pt x="184187" y="870"/>
                  </a:lnTo>
                  <a:lnTo>
                    <a:pt x="178909" y="414"/>
                  </a:lnTo>
                  <a:lnTo>
                    <a:pt x="173618" y="125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946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946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946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946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946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946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946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946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946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946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6467" cy="167167"/>
            </a:xfrm>
            <a:custGeom>
              <a:avLst/>
              <a:pathLst>
                <a:path w="6467" h="167167">
                  <a:moveTo>
                    <a:pt x="6467" y="1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919363" y="4659281"/>
              <a:ext cx="167160" cy="187407"/>
            </a:xfrm>
            <a:custGeom>
              <a:avLst/>
              <a:pathLst>
                <a:path w="167160" h="187407">
                  <a:moveTo>
                    <a:pt x="167160" y="0"/>
                  </a:moveTo>
                  <a:lnTo>
                    <a:pt x="161722" y="88"/>
                  </a:lnTo>
                  <a:lnTo>
                    <a:pt x="156288" y="353"/>
                  </a:lnTo>
                  <a:lnTo>
                    <a:pt x="150867" y="795"/>
                  </a:lnTo>
                  <a:lnTo>
                    <a:pt x="145462" y="1414"/>
                  </a:lnTo>
                  <a:lnTo>
                    <a:pt x="140081" y="2207"/>
                  </a:lnTo>
                  <a:lnTo>
                    <a:pt x="134728" y="3176"/>
                  </a:lnTo>
                  <a:lnTo>
                    <a:pt x="129410" y="4318"/>
                  </a:lnTo>
                  <a:lnTo>
                    <a:pt x="124131" y="5632"/>
                  </a:lnTo>
                  <a:lnTo>
                    <a:pt x="118898" y="7118"/>
                  </a:lnTo>
                  <a:lnTo>
                    <a:pt x="113716" y="8773"/>
                  </a:lnTo>
                  <a:lnTo>
                    <a:pt x="108591" y="10596"/>
                  </a:lnTo>
                  <a:lnTo>
                    <a:pt x="103528" y="12584"/>
                  </a:lnTo>
                  <a:lnTo>
                    <a:pt x="98532" y="14736"/>
                  </a:lnTo>
                  <a:lnTo>
                    <a:pt x="93609" y="17050"/>
                  </a:lnTo>
                  <a:lnTo>
                    <a:pt x="88764" y="19522"/>
                  </a:lnTo>
                  <a:lnTo>
                    <a:pt x="84002" y="22151"/>
                  </a:lnTo>
                  <a:lnTo>
                    <a:pt x="79327" y="24934"/>
                  </a:lnTo>
                  <a:lnTo>
                    <a:pt x="74746" y="27867"/>
                  </a:lnTo>
                  <a:lnTo>
                    <a:pt x="70263" y="30947"/>
                  </a:lnTo>
                  <a:lnTo>
                    <a:pt x="65882" y="34172"/>
                  </a:lnTo>
                  <a:lnTo>
                    <a:pt x="61609" y="37538"/>
                  </a:lnTo>
                  <a:lnTo>
                    <a:pt x="57447" y="41041"/>
                  </a:lnTo>
                  <a:lnTo>
                    <a:pt x="53401" y="44677"/>
                  </a:lnTo>
                  <a:lnTo>
                    <a:pt x="49476" y="48443"/>
                  </a:lnTo>
                  <a:lnTo>
                    <a:pt x="45676" y="52335"/>
                  </a:lnTo>
                  <a:lnTo>
                    <a:pt x="42004" y="56348"/>
                  </a:lnTo>
                  <a:lnTo>
                    <a:pt x="38465" y="60479"/>
                  </a:lnTo>
                  <a:lnTo>
                    <a:pt x="35061" y="64723"/>
                  </a:lnTo>
                  <a:lnTo>
                    <a:pt x="31798" y="69075"/>
                  </a:lnTo>
                  <a:lnTo>
                    <a:pt x="28678" y="73531"/>
                  </a:lnTo>
                  <a:lnTo>
                    <a:pt x="25705" y="78086"/>
                  </a:lnTo>
                  <a:lnTo>
                    <a:pt x="22882" y="82736"/>
                  </a:lnTo>
                  <a:lnTo>
                    <a:pt x="20211" y="87475"/>
                  </a:lnTo>
                  <a:lnTo>
                    <a:pt x="17696" y="92298"/>
                  </a:lnTo>
                  <a:lnTo>
                    <a:pt x="15339" y="97201"/>
                  </a:lnTo>
                  <a:lnTo>
                    <a:pt x="13143" y="102177"/>
                  </a:lnTo>
                  <a:lnTo>
                    <a:pt x="11110" y="107223"/>
                  </a:lnTo>
                  <a:lnTo>
                    <a:pt x="9243" y="112332"/>
                  </a:lnTo>
                  <a:lnTo>
                    <a:pt x="7542" y="117499"/>
                  </a:lnTo>
                  <a:lnTo>
                    <a:pt x="6011" y="122719"/>
                  </a:lnTo>
                  <a:lnTo>
                    <a:pt x="4650" y="127985"/>
                  </a:lnTo>
                  <a:lnTo>
                    <a:pt x="3461" y="133293"/>
                  </a:lnTo>
                  <a:lnTo>
                    <a:pt x="2446" y="138637"/>
                  </a:lnTo>
                  <a:lnTo>
                    <a:pt x="1604" y="144012"/>
                  </a:lnTo>
                  <a:lnTo>
                    <a:pt x="939" y="149411"/>
                  </a:lnTo>
                  <a:lnTo>
                    <a:pt x="449" y="154828"/>
                  </a:lnTo>
                  <a:lnTo>
                    <a:pt x="136" y="160259"/>
                  </a:lnTo>
                  <a:lnTo>
                    <a:pt x="0" y="165697"/>
                  </a:lnTo>
                  <a:lnTo>
                    <a:pt x="40" y="171136"/>
                  </a:lnTo>
                  <a:lnTo>
                    <a:pt x="258" y="176572"/>
                  </a:lnTo>
                  <a:lnTo>
                    <a:pt x="652" y="181997"/>
                  </a:lnTo>
                  <a:lnTo>
                    <a:pt x="1223" y="187407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920587" y="4826449"/>
              <a:ext cx="165937" cy="20239"/>
            </a:xfrm>
            <a:custGeom>
              <a:avLst/>
              <a:pathLst>
                <a:path w="165937" h="20239">
                  <a:moveTo>
                    <a:pt x="0" y="20239"/>
                  </a:moveTo>
                  <a:lnTo>
                    <a:pt x="16593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20587" y="4826449"/>
              <a:ext cx="165937" cy="20239"/>
            </a:xfrm>
            <a:custGeom>
              <a:avLst/>
              <a:pathLst>
                <a:path w="165937" h="20239">
                  <a:moveTo>
                    <a:pt x="0" y="20239"/>
                  </a:moveTo>
                  <a:lnTo>
                    <a:pt x="16593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20587" y="4826449"/>
              <a:ext cx="165937" cy="20239"/>
            </a:xfrm>
            <a:custGeom>
              <a:avLst/>
              <a:pathLst>
                <a:path w="165937" h="20239">
                  <a:moveTo>
                    <a:pt x="0" y="20239"/>
                  </a:moveTo>
                  <a:lnTo>
                    <a:pt x="16593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20587" y="4826449"/>
              <a:ext cx="165937" cy="20239"/>
            </a:xfrm>
            <a:custGeom>
              <a:avLst/>
              <a:pathLst>
                <a:path w="165937" h="20239">
                  <a:moveTo>
                    <a:pt x="0" y="20239"/>
                  </a:moveTo>
                  <a:lnTo>
                    <a:pt x="1659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20587" y="4826449"/>
              <a:ext cx="165937" cy="20239"/>
            </a:xfrm>
            <a:custGeom>
              <a:avLst/>
              <a:pathLst>
                <a:path w="165937" h="20239">
                  <a:moveTo>
                    <a:pt x="0" y="20239"/>
                  </a:moveTo>
                  <a:lnTo>
                    <a:pt x="1659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20587" y="4826449"/>
              <a:ext cx="165937" cy="20239"/>
            </a:xfrm>
            <a:custGeom>
              <a:avLst/>
              <a:pathLst>
                <a:path w="165937" h="20239">
                  <a:moveTo>
                    <a:pt x="0" y="20239"/>
                  </a:moveTo>
                  <a:lnTo>
                    <a:pt x="1659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20587" y="4826449"/>
              <a:ext cx="165937" cy="20239"/>
            </a:xfrm>
            <a:custGeom>
              <a:avLst/>
              <a:pathLst>
                <a:path w="165937" h="20239">
                  <a:moveTo>
                    <a:pt x="0" y="20239"/>
                  </a:moveTo>
                  <a:lnTo>
                    <a:pt x="1659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20587" y="4826449"/>
              <a:ext cx="165937" cy="20239"/>
            </a:xfrm>
            <a:custGeom>
              <a:avLst/>
              <a:pathLst>
                <a:path w="165937" h="20239">
                  <a:moveTo>
                    <a:pt x="0" y="20239"/>
                  </a:moveTo>
                  <a:lnTo>
                    <a:pt x="16593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20587" y="4826449"/>
              <a:ext cx="165937" cy="20239"/>
            </a:xfrm>
            <a:custGeom>
              <a:avLst/>
              <a:pathLst>
                <a:path w="165937" h="20239">
                  <a:moveTo>
                    <a:pt x="0" y="20239"/>
                  </a:moveTo>
                  <a:lnTo>
                    <a:pt x="16593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20587" y="4826449"/>
              <a:ext cx="165937" cy="45581"/>
            </a:xfrm>
            <a:custGeom>
              <a:avLst/>
              <a:pathLst>
                <a:path w="165937" h="45581">
                  <a:moveTo>
                    <a:pt x="0" y="20239"/>
                  </a:moveTo>
                  <a:lnTo>
                    <a:pt x="1264" y="28770"/>
                  </a:lnTo>
                  <a:lnTo>
                    <a:pt x="2967" y="37225"/>
                  </a:lnTo>
                  <a:lnTo>
                    <a:pt x="5104" y="45581"/>
                  </a:lnTo>
                  <a:lnTo>
                    <a:pt x="16593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25691" y="4659281"/>
              <a:ext cx="327985" cy="334333"/>
            </a:xfrm>
            <a:custGeom>
              <a:avLst/>
              <a:pathLst>
                <a:path w="327985" h="334333">
                  <a:moveTo>
                    <a:pt x="0" y="212748"/>
                  </a:moveTo>
                  <a:lnTo>
                    <a:pt x="1524" y="217821"/>
                  </a:lnTo>
                  <a:lnTo>
                    <a:pt x="3209" y="222843"/>
                  </a:lnTo>
                  <a:lnTo>
                    <a:pt x="5052" y="227808"/>
                  </a:lnTo>
                  <a:lnTo>
                    <a:pt x="7052" y="232713"/>
                  </a:lnTo>
                  <a:lnTo>
                    <a:pt x="9205" y="237553"/>
                  </a:lnTo>
                  <a:lnTo>
                    <a:pt x="11512" y="242321"/>
                  </a:lnTo>
                  <a:lnTo>
                    <a:pt x="13968" y="247014"/>
                  </a:lnTo>
                  <a:lnTo>
                    <a:pt x="16571" y="251627"/>
                  </a:lnTo>
                  <a:lnTo>
                    <a:pt x="19319" y="256155"/>
                  </a:lnTo>
                  <a:lnTo>
                    <a:pt x="22210" y="260594"/>
                  </a:lnTo>
                  <a:lnTo>
                    <a:pt x="25239" y="264939"/>
                  </a:lnTo>
                  <a:lnTo>
                    <a:pt x="28405" y="269186"/>
                  </a:lnTo>
                  <a:lnTo>
                    <a:pt x="31703" y="273330"/>
                  </a:lnTo>
                  <a:lnTo>
                    <a:pt x="35132" y="277368"/>
                  </a:lnTo>
                  <a:lnTo>
                    <a:pt x="38686" y="281295"/>
                  </a:lnTo>
                  <a:lnTo>
                    <a:pt x="42363" y="285108"/>
                  </a:lnTo>
                  <a:lnTo>
                    <a:pt x="46159" y="288802"/>
                  </a:lnTo>
                  <a:lnTo>
                    <a:pt x="50071" y="292374"/>
                  </a:lnTo>
                  <a:lnTo>
                    <a:pt x="54093" y="295820"/>
                  </a:lnTo>
                  <a:lnTo>
                    <a:pt x="58223" y="299137"/>
                  </a:lnTo>
                  <a:lnTo>
                    <a:pt x="62455" y="302322"/>
                  </a:lnTo>
                  <a:lnTo>
                    <a:pt x="66787" y="305371"/>
                  </a:lnTo>
                  <a:lnTo>
                    <a:pt x="71212" y="308281"/>
                  </a:lnTo>
                  <a:lnTo>
                    <a:pt x="75728" y="311049"/>
                  </a:lnTo>
                  <a:lnTo>
                    <a:pt x="80329" y="313673"/>
                  </a:lnTo>
                  <a:lnTo>
                    <a:pt x="85011" y="316150"/>
                  </a:lnTo>
                  <a:lnTo>
                    <a:pt x="89770" y="318478"/>
                  </a:lnTo>
                  <a:lnTo>
                    <a:pt x="94599" y="320653"/>
                  </a:lnTo>
                  <a:lnTo>
                    <a:pt x="99495" y="322675"/>
                  </a:lnTo>
                  <a:lnTo>
                    <a:pt x="104453" y="324540"/>
                  </a:lnTo>
                  <a:lnTo>
                    <a:pt x="109467" y="326247"/>
                  </a:lnTo>
                  <a:lnTo>
                    <a:pt x="114533" y="327795"/>
                  </a:lnTo>
                  <a:lnTo>
                    <a:pt x="119645" y="329181"/>
                  </a:lnTo>
                  <a:lnTo>
                    <a:pt x="124798" y="330404"/>
                  </a:lnTo>
                  <a:lnTo>
                    <a:pt x="129988" y="331464"/>
                  </a:lnTo>
                  <a:lnTo>
                    <a:pt x="135209" y="332359"/>
                  </a:lnTo>
                  <a:lnTo>
                    <a:pt x="140455" y="333088"/>
                  </a:lnTo>
                  <a:lnTo>
                    <a:pt x="145722" y="333650"/>
                  </a:lnTo>
                  <a:lnTo>
                    <a:pt x="151005" y="334045"/>
                  </a:lnTo>
                  <a:lnTo>
                    <a:pt x="156296" y="334273"/>
                  </a:lnTo>
                  <a:lnTo>
                    <a:pt x="161593" y="334333"/>
                  </a:lnTo>
                  <a:lnTo>
                    <a:pt x="166889" y="334225"/>
                  </a:lnTo>
                  <a:lnTo>
                    <a:pt x="172178" y="333949"/>
                  </a:lnTo>
                  <a:lnTo>
                    <a:pt x="177457" y="333506"/>
                  </a:lnTo>
                  <a:lnTo>
                    <a:pt x="182718" y="332896"/>
                  </a:lnTo>
                  <a:lnTo>
                    <a:pt x="187958" y="332119"/>
                  </a:lnTo>
                  <a:lnTo>
                    <a:pt x="193170" y="331177"/>
                  </a:lnTo>
                  <a:lnTo>
                    <a:pt x="198350" y="330070"/>
                  </a:lnTo>
                  <a:lnTo>
                    <a:pt x="203493" y="328800"/>
                  </a:lnTo>
                  <a:lnTo>
                    <a:pt x="208592" y="327367"/>
                  </a:lnTo>
                  <a:lnTo>
                    <a:pt x="213643" y="325773"/>
                  </a:lnTo>
                  <a:lnTo>
                    <a:pt x="218642" y="324021"/>
                  </a:lnTo>
                  <a:lnTo>
                    <a:pt x="223582" y="322110"/>
                  </a:lnTo>
                  <a:lnTo>
                    <a:pt x="228460" y="320044"/>
                  </a:lnTo>
                  <a:lnTo>
                    <a:pt x="233269" y="317825"/>
                  </a:lnTo>
                  <a:lnTo>
                    <a:pt x="238006" y="315455"/>
                  </a:lnTo>
                  <a:lnTo>
                    <a:pt x="242665" y="312935"/>
                  </a:lnTo>
                  <a:lnTo>
                    <a:pt x="247243" y="310269"/>
                  </a:lnTo>
                  <a:lnTo>
                    <a:pt x="251733" y="307460"/>
                  </a:lnTo>
                  <a:lnTo>
                    <a:pt x="256132" y="304510"/>
                  </a:lnTo>
                  <a:lnTo>
                    <a:pt x="260436" y="301421"/>
                  </a:lnTo>
                  <a:lnTo>
                    <a:pt x="264639" y="298198"/>
                  </a:lnTo>
                  <a:lnTo>
                    <a:pt x="268738" y="294844"/>
                  </a:lnTo>
                  <a:lnTo>
                    <a:pt x="272729" y="291361"/>
                  </a:lnTo>
                  <a:lnTo>
                    <a:pt x="276608" y="287754"/>
                  </a:lnTo>
                  <a:lnTo>
                    <a:pt x="280370" y="284025"/>
                  </a:lnTo>
                  <a:lnTo>
                    <a:pt x="284012" y="280179"/>
                  </a:lnTo>
                  <a:lnTo>
                    <a:pt x="287531" y="276220"/>
                  </a:lnTo>
                  <a:lnTo>
                    <a:pt x="290922" y="272151"/>
                  </a:lnTo>
                  <a:lnTo>
                    <a:pt x="294183" y="267977"/>
                  </a:lnTo>
                  <a:lnTo>
                    <a:pt x="297310" y="263701"/>
                  </a:lnTo>
                  <a:lnTo>
                    <a:pt x="300300" y="259329"/>
                  </a:lnTo>
                  <a:lnTo>
                    <a:pt x="303150" y="254864"/>
                  </a:lnTo>
                  <a:lnTo>
                    <a:pt x="305857" y="250311"/>
                  </a:lnTo>
                  <a:lnTo>
                    <a:pt x="308418" y="245675"/>
                  </a:lnTo>
                  <a:lnTo>
                    <a:pt x="310831" y="240960"/>
                  </a:lnTo>
                  <a:lnTo>
                    <a:pt x="313094" y="236170"/>
                  </a:lnTo>
                  <a:lnTo>
                    <a:pt x="315204" y="231312"/>
                  </a:lnTo>
                  <a:lnTo>
                    <a:pt x="317158" y="226389"/>
                  </a:lnTo>
                  <a:lnTo>
                    <a:pt x="318956" y="221406"/>
                  </a:lnTo>
                  <a:lnTo>
                    <a:pt x="320595" y="216369"/>
                  </a:lnTo>
                  <a:lnTo>
                    <a:pt x="322074" y="211283"/>
                  </a:lnTo>
                  <a:lnTo>
                    <a:pt x="323391" y="206153"/>
                  </a:lnTo>
                  <a:lnTo>
                    <a:pt x="324544" y="200983"/>
                  </a:lnTo>
                  <a:lnTo>
                    <a:pt x="325533" y="195779"/>
                  </a:lnTo>
                  <a:lnTo>
                    <a:pt x="326357" y="190547"/>
                  </a:lnTo>
                  <a:lnTo>
                    <a:pt x="327015" y="185291"/>
                  </a:lnTo>
                  <a:lnTo>
                    <a:pt x="327506" y="180017"/>
                  </a:lnTo>
                  <a:lnTo>
                    <a:pt x="327829" y="174730"/>
                  </a:lnTo>
                  <a:lnTo>
                    <a:pt x="327985" y="169435"/>
                  </a:lnTo>
                  <a:lnTo>
                    <a:pt x="327973" y="164138"/>
                  </a:lnTo>
                  <a:lnTo>
                    <a:pt x="327793" y="158845"/>
                  </a:lnTo>
                  <a:lnTo>
                    <a:pt x="327445" y="153559"/>
                  </a:lnTo>
                  <a:lnTo>
                    <a:pt x="326931" y="148287"/>
                  </a:lnTo>
                  <a:lnTo>
                    <a:pt x="326249" y="143034"/>
                  </a:lnTo>
                  <a:lnTo>
                    <a:pt x="325401" y="137806"/>
                  </a:lnTo>
                  <a:lnTo>
                    <a:pt x="324389" y="132607"/>
                  </a:lnTo>
                  <a:lnTo>
                    <a:pt x="323212" y="127442"/>
                  </a:lnTo>
                  <a:lnTo>
                    <a:pt x="321872" y="122318"/>
                  </a:lnTo>
                  <a:lnTo>
                    <a:pt x="320370" y="117238"/>
                  </a:lnTo>
                  <a:lnTo>
                    <a:pt x="318708" y="112209"/>
                  </a:lnTo>
                  <a:lnTo>
                    <a:pt x="316887" y="107235"/>
                  </a:lnTo>
                  <a:lnTo>
                    <a:pt x="314910" y="102321"/>
                  </a:lnTo>
                  <a:lnTo>
                    <a:pt x="312778" y="97472"/>
                  </a:lnTo>
                  <a:lnTo>
                    <a:pt x="310494" y="92693"/>
                  </a:lnTo>
                  <a:lnTo>
                    <a:pt x="308059" y="87989"/>
                  </a:lnTo>
                  <a:lnTo>
                    <a:pt x="305477" y="83364"/>
                  </a:lnTo>
                  <a:lnTo>
                    <a:pt x="302749" y="78823"/>
                  </a:lnTo>
                  <a:lnTo>
                    <a:pt x="299879" y="74371"/>
                  </a:lnTo>
                  <a:lnTo>
                    <a:pt x="296869" y="70013"/>
                  </a:lnTo>
                  <a:lnTo>
                    <a:pt x="293723" y="65752"/>
                  </a:lnTo>
                  <a:lnTo>
                    <a:pt x="290443" y="61592"/>
                  </a:lnTo>
                  <a:lnTo>
                    <a:pt x="287034" y="57539"/>
                  </a:lnTo>
                  <a:lnTo>
                    <a:pt x="283497" y="53596"/>
                  </a:lnTo>
                  <a:lnTo>
                    <a:pt x="279837" y="49766"/>
                  </a:lnTo>
                  <a:lnTo>
                    <a:pt x="276058" y="46055"/>
                  </a:lnTo>
                  <a:lnTo>
                    <a:pt x="272163" y="42465"/>
                  </a:lnTo>
                  <a:lnTo>
                    <a:pt x="268156" y="39001"/>
                  </a:lnTo>
                  <a:lnTo>
                    <a:pt x="264042" y="35665"/>
                  </a:lnTo>
                  <a:lnTo>
                    <a:pt x="259824" y="32461"/>
                  </a:lnTo>
                  <a:lnTo>
                    <a:pt x="255506" y="29392"/>
                  </a:lnTo>
                  <a:lnTo>
                    <a:pt x="251094" y="26462"/>
                  </a:lnTo>
                  <a:lnTo>
                    <a:pt x="246591" y="23673"/>
                  </a:lnTo>
                  <a:lnTo>
                    <a:pt x="242002" y="21028"/>
                  </a:lnTo>
                  <a:lnTo>
                    <a:pt x="237331" y="18530"/>
                  </a:lnTo>
                  <a:lnTo>
                    <a:pt x="232583" y="16181"/>
                  </a:lnTo>
                  <a:lnTo>
                    <a:pt x="227764" y="13983"/>
                  </a:lnTo>
                  <a:lnTo>
                    <a:pt x="222877" y="11940"/>
                  </a:lnTo>
                  <a:lnTo>
                    <a:pt x="217928" y="10052"/>
                  </a:lnTo>
                  <a:lnTo>
                    <a:pt x="212922" y="8322"/>
                  </a:lnTo>
                  <a:lnTo>
                    <a:pt x="207863" y="6751"/>
                  </a:lnTo>
                  <a:lnTo>
                    <a:pt x="202757" y="5342"/>
                  </a:lnTo>
                  <a:lnTo>
                    <a:pt x="197609" y="4095"/>
                  </a:lnTo>
                  <a:lnTo>
                    <a:pt x="192424" y="3012"/>
                  </a:lnTo>
                  <a:lnTo>
                    <a:pt x="187207" y="2093"/>
                  </a:lnTo>
                  <a:lnTo>
                    <a:pt x="181964" y="1341"/>
                  </a:lnTo>
                  <a:lnTo>
                    <a:pt x="176700" y="754"/>
                  </a:lnTo>
                  <a:lnTo>
                    <a:pt x="171420" y="335"/>
                  </a:lnTo>
                  <a:lnTo>
                    <a:pt x="166129" y="83"/>
                  </a:lnTo>
                  <a:lnTo>
                    <a:pt x="160833" y="0"/>
                  </a:lnTo>
                  <a:lnTo>
                    <a:pt x="16083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0490" y="5018213"/>
              <a:ext cx="8230" cy="167167"/>
            </a:xfrm>
            <a:custGeom>
              <a:avLst/>
              <a:pathLst>
                <a:path w="8230" h="167167">
                  <a:moveTo>
                    <a:pt x="8230" y="0"/>
                  </a:moveTo>
                  <a:lnTo>
                    <a:pt x="0" y="202"/>
                  </a:lnTo>
                  <a:lnTo>
                    <a:pt x="823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0490" y="5018416"/>
              <a:ext cx="8230" cy="166964"/>
            </a:xfrm>
            <a:custGeom>
              <a:avLst/>
              <a:pathLst>
                <a:path w="8230" h="166964">
                  <a:moveTo>
                    <a:pt x="0" y="0"/>
                  </a:moveTo>
                  <a:lnTo>
                    <a:pt x="8230" y="1669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0490" y="5018416"/>
              <a:ext cx="8230" cy="166964"/>
            </a:xfrm>
            <a:custGeom>
              <a:avLst/>
              <a:pathLst>
                <a:path w="8230" h="166964">
                  <a:moveTo>
                    <a:pt x="0" y="0"/>
                  </a:moveTo>
                  <a:lnTo>
                    <a:pt x="8230" y="1669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0490" y="5018416"/>
              <a:ext cx="8230" cy="166964"/>
            </a:xfrm>
            <a:custGeom>
              <a:avLst/>
              <a:pathLst>
                <a:path w="8230" h="166964">
                  <a:moveTo>
                    <a:pt x="0" y="0"/>
                  </a:moveTo>
                  <a:lnTo>
                    <a:pt x="8230" y="166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0490" y="5018416"/>
              <a:ext cx="8230" cy="166964"/>
            </a:xfrm>
            <a:custGeom>
              <a:avLst/>
              <a:pathLst>
                <a:path w="8230" h="166964">
                  <a:moveTo>
                    <a:pt x="0" y="0"/>
                  </a:moveTo>
                  <a:lnTo>
                    <a:pt x="8230" y="166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0490" y="5018416"/>
              <a:ext cx="8230" cy="166964"/>
            </a:xfrm>
            <a:custGeom>
              <a:avLst/>
              <a:pathLst>
                <a:path w="8230" h="166964">
                  <a:moveTo>
                    <a:pt x="0" y="0"/>
                  </a:moveTo>
                  <a:lnTo>
                    <a:pt x="8230" y="166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0490" y="5018416"/>
              <a:ext cx="8230" cy="166964"/>
            </a:xfrm>
            <a:custGeom>
              <a:avLst/>
              <a:pathLst>
                <a:path w="8230" h="166964">
                  <a:moveTo>
                    <a:pt x="0" y="0"/>
                  </a:moveTo>
                  <a:lnTo>
                    <a:pt x="8230" y="166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0490" y="5018416"/>
              <a:ext cx="8230" cy="166964"/>
            </a:xfrm>
            <a:custGeom>
              <a:avLst/>
              <a:pathLst>
                <a:path w="8230" h="166964">
                  <a:moveTo>
                    <a:pt x="0" y="0"/>
                  </a:moveTo>
                  <a:lnTo>
                    <a:pt x="8230" y="1669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0490" y="5018416"/>
              <a:ext cx="8230" cy="166964"/>
            </a:xfrm>
            <a:custGeom>
              <a:avLst/>
              <a:pathLst>
                <a:path w="8230" h="166964">
                  <a:moveTo>
                    <a:pt x="0" y="0"/>
                  </a:moveTo>
                  <a:lnTo>
                    <a:pt x="8230" y="1669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321553" y="5018250"/>
              <a:ext cx="334333" cy="334281"/>
            </a:xfrm>
            <a:custGeom>
              <a:avLst/>
              <a:pathLst>
                <a:path w="334333" h="334281">
                  <a:moveTo>
                    <a:pt x="158937" y="165"/>
                  </a:moveTo>
                  <a:lnTo>
                    <a:pt x="153649" y="510"/>
                  </a:lnTo>
                  <a:lnTo>
                    <a:pt x="148376" y="1022"/>
                  </a:lnTo>
                  <a:lnTo>
                    <a:pt x="143121" y="1701"/>
                  </a:lnTo>
                  <a:lnTo>
                    <a:pt x="137890" y="2546"/>
                  </a:lnTo>
                  <a:lnTo>
                    <a:pt x="132688" y="3557"/>
                  </a:lnTo>
                  <a:lnTo>
                    <a:pt x="127522" y="4731"/>
                  </a:lnTo>
                  <a:lnTo>
                    <a:pt x="122395" y="6069"/>
                  </a:lnTo>
                  <a:lnTo>
                    <a:pt x="117313" y="7569"/>
                  </a:lnTo>
                  <a:lnTo>
                    <a:pt x="112281" y="9230"/>
                  </a:lnTo>
                  <a:lnTo>
                    <a:pt x="107304" y="11048"/>
                  </a:lnTo>
                  <a:lnTo>
                    <a:pt x="102388" y="13024"/>
                  </a:lnTo>
                  <a:lnTo>
                    <a:pt x="97536" y="15154"/>
                  </a:lnTo>
                  <a:lnTo>
                    <a:pt x="92755" y="17438"/>
                  </a:lnTo>
                  <a:lnTo>
                    <a:pt x="88048" y="19871"/>
                  </a:lnTo>
                  <a:lnTo>
                    <a:pt x="83420" y="22453"/>
                  </a:lnTo>
                  <a:lnTo>
                    <a:pt x="78877" y="25179"/>
                  </a:lnTo>
                  <a:lnTo>
                    <a:pt x="74423" y="28049"/>
                  </a:lnTo>
                  <a:lnTo>
                    <a:pt x="70062" y="31058"/>
                  </a:lnTo>
                  <a:lnTo>
                    <a:pt x="65798" y="34204"/>
                  </a:lnTo>
                  <a:lnTo>
                    <a:pt x="61636" y="37483"/>
                  </a:lnTo>
                  <a:lnTo>
                    <a:pt x="57580" y="40893"/>
                  </a:lnTo>
                  <a:lnTo>
                    <a:pt x="53634" y="44430"/>
                  </a:lnTo>
                  <a:lnTo>
                    <a:pt x="49803" y="48089"/>
                  </a:lnTo>
                  <a:lnTo>
                    <a:pt x="46089" y="51869"/>
                  </a:lnTo>
                  <a:lnTo>
                    <a:pt x="42497" y="55764"/>
                  </a:lnTo>
                  <a:lnTo>
                    <a:pt x="39030" y="59771"/>
                  </a:lnTo>
                  <a:lnTo>
                    <a:pt x="35692" y="63886"/>
                  </a:lnTo>
                  <a:lnTo>
                    <a:pt x="32486" y="68105"/>
                  </a:lnTo>
                  <a:lnTo>
                    <a:pt x="29415" y="72423"/>
                  </a:lnTo>
                  <a:lnTo>
                    <a:pt x="26483" y="76836"/>
                  </a:lnTo>
                  <a:lnTo>
                    <a:pt x="23692" y="81340"/>
                  </a:lnTo>
                  <a:lnTo>
                    <a:pt x="21045" y="85930"/>
                  </a:lnTo>
                  <a:lnTo>
                    <a:pt x="18545" y="90602"/>
                  </a:lnTo>
                  <a:lnTo>
                    <a:pt x="16194" y="95351"/>
                  </a:lnTo>
                  <a:lnTo>
                    <a:pt x="13995" y="100172"/>
                  </a:lnTo>
                  <a:lnTo>
                    <a:pt x="11950" y="105060"/>
                  </a:lnTo>
                  <a:lnTo>
                    <a:pt x="10061" y="110010"/>
                  </a:lnTo>
                  <a:lnTo>
                    <a:pt x="8330" y="115018"/>
                  </a:lnTo>
                  <a:lnTo>
                    <a:pt x="6758" y="120078"/>
                  </a:lnTo>
                  <a:lnTo>
                    <a:pt x="5347" y="125186"/>
                  </a:lnTo>
                  <a:lnTo>
                    <a:pt x="4099" y="130335"/>
                  </a:lnTo>
                  <a:lnTo>
                    <a:pt x="3015" y="135522"/>
                  </a:lnTo>
                  <a:lnTo>
                    <a:pt x="2096" y="140740"/>
                  </a:lnTo>
                  <a:lnTo>
                    <a:pt x="1342" y="145985"/>
                  </a:lnTo>
                  <a:lnTo>
                    <a:pt x="755" y="151251"/>
                  </a:lnTo>
                  <a:lnTo>
                    <a:pt x="336" y="156533"/>
                  </a:lnTo>
                  <a:lnTo>
                    <a:pt x="84" y="161826"/>
                  </a:lnTo>
                  <a:lnTo>
                    <a:pt x="0" y="167124"/>
                  </a:lnTo>
                  <a:lnTo>
                    <a:pt x="83" y="172422"/>
                  </a:lnTo>
                  <a:lnTo>
                    <a:pt x="335" y="177714"/>
                  </a:lnTo>
                  <a:lnTo>
                    <a:pt x="754" y="182996"/>
                  </a:lnTo>
                  <a:lnTo>
                    <a:pt x="1341" y="188263"/>
                  </a:lnTo>
                  <a:lnTo>
                    <a:pt x="2094" y="193507"/>
                  </a:lnTo>
                  <a:lnTo>
                    <a:pt x="3013" y="198726"/>
                  </a:lnTo>
                  <a:lnTo>
                    <a:pt x="4096" y="203912"/>
                  </a:lnTo>
                  <a:lnTo>
                    <a:pt x="5344" y="209062"/>
                  </a:lnTo>
                  <a:lnTo>
                    <a:pt x="6754" y="214170"/>
                  </a:lnTo>
                  <a:lnTo>
                    <a:pt x="8326" y="219230"/>
                  </a:lnTo>
                  <a:lnTo>
                    <a:pt x="10057" y="224238"/>
                  </a:lnTo>
                  <a:lnTo>
                    <a:pt x="11946" y="229188"/>
                  </a:lnTo>
                  <a:lnTo>
                    <a:pt x="13990" y="234077"/>
                  </a:lnTo>
                  <a:lnTo>
                    <a:pt x="16189" y="238898"/>
                  </a:lnTo>
                  <a:lnTo>
                    <a:pt x="18539" y="243647"/>
                  </a:lnTo>
                  <a:lnTo>
                    <a:pt x="21039" y="248318"/>
                  </a:lnTo>
                  <a:lnTo>
                    <a:pt x="23686" y="252909"/>
                  </a:lnTo>
                  <a:lnTo>
                    <a:pt x="26476" y="257413"/>
                  </a:lnTo>
                  <a:lnTo>
                    <a:pt x="29408" y="261827"/>
                  </a:lnTo>
                  <a:lnTo>
                    <a:pt x="32479" y="266145"/>
                  </a:lnTo>
                  <a:lnTo>
                    <a:pt x="35684" y="270364"/>
                  </a:lnTo>
                  <a:lnTo>
                    <a:pt x="39022" y="274479"/>
                  </a:lnTo>
                  <a:lnTo>
                    <a:pt x="42489" y="278486"/>
                  </a:lnTo>
                  <a:lnTo>
                    <a:pt x="46081" y="282382"/>
                  </a:lnTo>
                  <a:lnTo>
                    <a:pt x="49794" y="286162"/>
                  </a:lnTo>
                  <a:lnTo>
                    <a:pt x="53626" y="289822"/>
                  </a:lnTo>
                  <a:lnTo>
                    <a:pt x="57571" y="293358"/>
                  </a:lnTo>
                  <a:lnTo>
                    <a:pt x="61627" y="296768"/>
                  </a:lnTo>
                  <a:lnTo>
                    <a:pt x="65788" y="300048"/>
                  </a:lnTo>
                  <a:lnTo>
                    <a:pt x="70052" y="303194"/>
                  </a:lnTo>
                  <a:lnTo>
                    <a:pt x="74413" y="306204"/>
                  </a:lnTo>
                  <a:lnTo>
                    <a:pt x="78867" y="309074"/>
                  </a:lnTo>
                  <a:lnTo>
                    <a:pt x="83410" y="311801"/>
                  </a:lnTo>
                  <a:lnTo>
                    <a:pt x="88037" y="314383"/>
                  </a:lnTo>
                  <a:lnTo>
                    <a:pt x="92744" y="316817"/>
                  </a:lnTo>
                  <a:lnTo>
                    <a:pt x="97525" y="319100"/>
                  </a:lnTo>
                  <a:lnTo>
                    <a:pt x="102376" y="321231"/>
                  </a:lnTo>
                  <a:lnTo>
                    <a:pt x="107293" y="323207"/>
                  </a:lnTo>
                  <a:lnTo>
                    <a:pt x="112270" y="325026"/>
                  </a:lnTo>
                  <a:lnTo>
                    <a:pt x="117301" y="326686"/>
                  </a:lnTo>
                  <a:lnTo>
                    <a:pt x="122383" y="328187"/>
                  </a:lnTo>
                  <a:lnTo>
                    <a:pt x="127510" y="329525"/>
                  </a:lnTo>
                  <a:lnTo>
                    <a:pt x="132677" y="330700"/>
                  </a:lnTo>
                  <a:lnTo>
                    <a:pt x="137878" y="331711"/>
                  </a:lnTo>
                  <a:lnTo>
                    <a:pt x="143109" y="332557"/>
                  </a:lnTo>
                  <a:lnTo>
                    <a:pt x="148364" y="333236"/>
                  </a:lnTo>
                  <a:lnTo>
                    <a:pt x="153637" y="333749"/>
                  </a:lnTo>
                  <a:lnTo>
                    <a:pt x="158925" y="334094"/>
                  </a:lnTo>
                  <a:lnTo>
                    <a:pt x="164221" y="334271"/>
                  </a:lnTo>
                  <a:lnTo>
                    <a:pt x="169519" y="334281"/>
                  </a:lnTo>
                  <a:lnTo>
                    <a:pt x="174816" y="334122"/>
                  </a:lnTo>
                  <a:lnTo>
                    <a:pt x="180104" y="333796"/>
                  </a:lnTo>
                  <a:lnTo>
                    <a:pt x="185380" y="333302"/>
                  </a:lnTo>
                  <a:lnTo>
                    <a:pt x="190637" y="332641"/>
                  </a:lnTo>
                  <a:lnTo>
                    <a:pt x="195871" y="331814"/>
                  </a:lnTo>
                  <a:lnTo>
                    <a:pt x="201076" y="330822"/>
                  </a:lnTo>
                  <a:lnTo>
                    <a:pt x="206247" y="329665"/>
                  </a:lnTo>
                  <a:lnTo>
                    <a:pt x="211378" y="328345"/>
                  </a:lnTo>
                  <a:lnTo>
                    <a:pt x="216465" y="326863"/>
                  </a:lnTo>
                  <a:lnTo>
                    <a:pt x="221503" y="325220"/>
                  </a:lnTo>
                  <a:lnTo>
                    <a:pt x="226486" y="323419"/>
                  </a:lnTo>
                  <a:lnTo>
                    <a:pt x="231409" y="321460"/>
                  </a:lnTo>
                  <a:lnTo>
                    <a:pt x="236268" y="319347"/>
                  </a:lnTo>
                  <a:lnTo>
                    <a:pt x="241058" y="317080"/>
                  </a:lnTo>
                  <a:lnTo>
                    <a:pt x="245773" y="314663"/>
                  </a:lnTo>
                  <a:lnTo>
                    <a:pt x="250409" y="312098"/>
                  </a:lnTo>
                  <a:lnTo>
                    <a:pt x="254962" y="309387"/>
                  </a:lnTo>
                  <a:lnTo>
                    <a:pt x="259426" y="306533"/>
                  </a:lnTo>
                  <a:lnTo>
                    <a:pt x="263798" y="303539"/>
                  </a:lnTo>
                  <a:lnTo>
                    <a:pt x="268073" y="300408"/>
                  </a:lnTo>
                  <a:lnTo>
                    <a:pt x="272246" y="297143"/>
                  </a:lnTo>
                  <a:lnTo>
                    <a:pt x="276313" y="293747"/>
                  </a:lnTo>
                  <a:lnTo>
                    <a:pt x="280272" y="290224"/>
                  </a:lnTo>
                  <a:lnTo>
                    <a:pt x="284116" y="286578"/>
                  </a:lnTo>
                  <a:lnTo>
                    <a:pt x="287843" y="282812"/>
                  </a:lnTo>
                  <a:lnTo>
                    <a:pt x="291448" y="278929"/>
                  </a:lnTo>
                  <a:lnTo>
                    <a:pt x="294929" y="274934"/>
                  </a:lnTo>
                  <a:lnTo>
                    <a:pt x="298282" y="270831"/>
                  </a:lnTo>
                  <a:lnTo>
                    <a:pt x="301502" y="266623"/>
                  </a:lnTo>
                  <a:lnTo>
                    <a:pt x="304588" y="262316"/>
                  </a:lnTo>
                  <a:lnTo>
                    <a:pt x="307536" y="257913"/>
                  </a:lnTo>
                  <a:lnTo>
                    <a:pt x="310342" y="253418"/>
                  </a:lnTo>
                  <a:lnTo>
                    <a:pt x="313005" y="248837"/>
                  </a:lnTo>
                  <a:lnTo>
                    <a:pt x="315522" y="244174"/>
                  </a:lnTo>
                  <a:lnTo>
                    <a:pt x="317889" y="239434"/>
                  </a:lnTo>
                  <a:lnTo>
                    <a:pt x="320105" y="234621"/>
                  </a:lnTo>
                  <a:lnTo>
                    <a:pt x="322167" y="229740"/>
                  </a:lnTo>
                  <a:lnTo>
                    <a:pt x="324073" y="224796"/>
                  </a:lnTo>
                  <a:lnTo>
                    <a:pt x="325822" y="219794"/>
                  </a:lnTo>
                  <a:lnTo>
                    <a:pt x="327411" y="214739"/>
                  </a:lnTo>
                  <a:lnTo>
                    <a:pt x="328840" y="209637"/>
                  </a:lnTo>
                  <a:lnTo>
                    <a:pt x="330106" y="204492"/>
                  </a:lnTo>
                  <a:lnTo>
                    <a:pt x="331208" y="199309"/>
                  </a:lnTo>
                  <a:lnTo>
                    <a:pt x="332145" y="194094"/>
                  </a:lnTo>
                  <a:lnTo>
                    <a:pt x="332917" y="188852"/>
                  </a:lnTo>
                  <a:lnTo>
                    <a:pt x="333522" y="183588"/>
                  </a:lnTo>
                  <a:lnTo>
                    <a:pt x="333960" y="178307"/>
                  </a:lnTo>
                  <a:lnTo>
                    <a:pt x="334231" y="173015"/>
                  </a:lnTo>
                  <a:lnTo>
                    <a:pt x="334333" y="167718"/>
                  </a:lnTo>
                  <a:lnTo>
                    <a:pt x="334268" y="162420"/>
                  </a:lnTo>
                  <a:lnTo>
                    <a:pt x="334035" y="157126"/>
                  </a:lnTo>
                  <a:lnTo>
                    <a:pt x="333634" y="151843"/>
                  </a:lnTo>
                  <a:lnTo>
                    <a:pt x="333066" y="146574"/>
                  </a:lnTo>
                  <a:lnTo>
                    <a:pt x="332331" y="141327"/>
                  </a:lnTo>
                  <a:lnTo>
                    <a:pt x="331430" y="136105"/>
                  </a:lnTo>
                  <a:lnTo>
                    <a:pt x="330365" y="130915"/>
                  </a:lnTo>
                  <a:lnTo>
                    <a:pt x="329135" y="125761"/>
                  </a:lnTo>
                  <a:lnTo>
                    <a:pt x="327742" y="120649"/>
                  </a:lnTo>
                  <a:lnTo>
                    <a:pt x="326189" y="115583"/>
                  </a:lnTo>
                  <a:lnTo>
                    <a:pt x="324475" y="110569"/>
                  </a:lnTo>
                  <a:lnTo>
                    <a:pt x="322603" y="105612"/>
                  </a:lnTo>
                  <a:lnTo>
                    <a:pt x="320576" y="100716"/>
                  </a:lnTo>
                  <a:lnTo>
                    <a:pt x="318394" y="95888"/>
                  </a:lnTo>
                  <a:lnTo>
                    <a:pt x="316060" y="91131"/>
                  </a:lnTo>
                  <a:lnTo>
                    <a:pt x="313577" y="86450"/>
                  </a:lnTo>
                  <a:lnTo>
                    <a:pt x="310946" y="81851"/>
                  </a:lnTo>
                  <a:lnTo>
                    <a:pt x="308171" y="77337"/>
                  </a:lnTo>
                  <a:lnTo>
                    <a:pt x="305254" y="72913"/>
                  </a:lnTo>
                  <a:lnTo>
                    <a:pt x="302199" y="68584"/>
                  </a:lnTo>
                  <a:lnTo>
                    <a:pt x="299008" y="64354"/>
                  </a:lnTo>
                  <a:lnTo>
                    <a:pt x="295685" y="60227"/>
                  </a:lnTo>
                  <a:lnTo>
                    <a:pt x="292232" y="56208"/>
                  </a:lnTo>
                  <a:lnTo>
                    <a:pt x="288654" y="52300"/>
                  </a:lnTo>
                  <a:lnTo>
                    <a:pt x="284953" y="48507"/>
                  </a:lnTo>
                  <a:lnTo>
                    <a:pt x="281135" y="44834"/>
                  </a:lnTo>
                  <a:lnTo>
                    <a:pt x="277202" y="41283"/>
                  </a:lnTo>
                  <a:lnTo>
                    <a:pt x="273158" y="37859"/>
                  </a:lnTo>
                  <a:lnTo>
                    <a:pt x="269008" y="34565"/>
                  </a:lnTo>
                  <a:lnTo>
                    <a:pt x="264755" y="31404"/>
                  </a:lnTo>
                  <a:lnTo>
                    <a:pt x="260405" y="28379"/>
                  </a:lnTo>
                  <a:lnTo>
                    <a:pt x="255961" y="25494"/>
                  </a:lnTo>
                  <a:lnTo>
                    <a:pt x="251427" y="22751"/>
                  </a:lnTo>
                  <a:lnTo>
                    <a:pt x="246809" y="20153"/>
                  </a:lnTo>
                  <a:lnTo>
                    <a:pt x="242111" y="17703"/>
                  </a:lnTo>
                  <a:lnTo>
                    <a:pt x="237338" y="15403"/>
                  </a:lnTo>
                  <a:lnTo>
                    <a:pt x="232494" y="13255"/>
                  </a:lnTo>
                  <a:lnTo>
                    <a:pt x="227584" y="11262"/>
                  </a:lnTo>
                  <a:lnTo>
                    <a:pt x="222614" y="9426"/>
                  </a:lnTo>
                  <a:lnTo>
                    <a:pt x="217588" y="7748"/>
                  </a:lnTo>
                  <a:lnTo>
                    <a:pt x="212511" y="6230"/>
                  </a:lnTo>
                  <a:lnTo>
                    <a:pt x="207389" y="4873"/>
                  </a:lnTo>
                  <a:lnTo>
                    <a:pt x="202227" y="3680"/>
                  </a:lnTo>
                  <a:lnTo>
                    <a:pt x="197029" y="2651"/>
                  </a:lnTo>
                  <a:lnTo>
                    <a:pt x="191801" y="1787"/>
                  </a:lnTo>
                  <a:lnTo>
                    <a:pt x="186549" y="1090"/>
                  </a:lnTo>
                  <a:lnTo>
                    <a:pt x="181277" y="559"/>
                  </a:lnTo>
                  <a:lnTo>
                    <a:pt x="175990" y="195"/>
                  </a:lnTo>
                  <a:lnTo>
                    <a:pt x="170695" y="0"/>
                  </a:lnTo>
                  <a:lnTo>
                    <a:pt x="167167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3528" cy="167167"/>
            </a:xfrm>
            <a:custGeom>
              <a:avLst/>
              <a:pathLst>
                <a:path w="3528" h="167167">
                  <a:moveTo>
                    <a:pt x="3528" y="3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797334" y="5269756"/>
              <a:ext cx="167166" cy="234317"/>
            </a:xfrm>
            <a:custGeom>
              <a:avLst/>
              <a:pathLst>
                <a:path w="167166" h="234317">
                  <a:moveTo>
                    <a:pt x="167166" y="0"/>
                  </a:moveTo>
                  <a:lnTo>
                    <a:pt x="161817" y="85"/>
                  </a:lnTo>
                  <a:lnTo>
                    <a:pt x="156474" y="342"/>
                  </a:lnTo>
                  <a:lnTo>
                    <a:pt x="151142" y="769"/>
                  </a:lnTo>
                  <a:lnTo>
                    <a:pt x="145826" y="1367"/>
                  </a:lnTo>
                  <a:lnTo>
                    <a:pt x="140531" y="2135"/>
                  </a:lnTo>
                  <a:lnTo>
                    <a:pt x="135264" y="3072"/>
                  </a:lnTo>
                  <a:lnTo>
                    <a:pt x="130030" y="4177"/>
                  </a:lnTo>
                  <a:lnTo>
                    <a:pt x="124834" y="5448"/>
                  </a:lnTo>
                  <a:lnTo>
                    <a:pt x="119681" y="6886"/>
                  </a:lnTo>
                  <a:lnTo>
                    <a:pt x="114577" y="8487"/>
                  </a:lnTo>
                  <a:lnTo>
                    <a:pt x="109526" y="10251"/>
                  </a:lnTo>
                  <a:lnTo>
                    <a:pt x="104535" y="12176"/>
                  </a:lnTo>
                  <a:lnTo>
                    <a:pt x="99608" y="14259"/>
                  </a:lnTo>
                  <a:lnTo>
                    <a:pt x="94750" y="16499"/>
                  </a:lnTo>
                  <a:lnTo>
                    <a:pt x="89966" y="18893"/>
                  </a:lnTo>
                  <a:lnTo>
                    <a:pt x="85261" y="21439"/>
                  </a:lnTo>
                  <a:lnTo>
                    <a:pt x="80640" y="24135"/>
                  </a:lnTo>
                  <a:lnTo>
                    <a:pt x="76108" y="26977"/>
                  </a:lnTo>
                  <a:lnTo>
                    <a:pt x="71669" y="29962"/>
                  </a:lnTo>
                  <a:lnTo>
                    <a:pt x="67328" y="33088"/>
                  </a:lnTo>
                  <a:lnTo>
                    <a:pt x="63089" y="36351"/>
                  </a:lnTo>
                  <a:lnTo>
                    <a:pt x="58956" y="39748"/>
                  </a:lnTo>
                  <a:lnTo>
                    <a:pt x="54935" y="43276"/>
                  </a:lnTo>
                  <a:lnTo>
                    <a:pt x="51028" y="46931"/>
                  </a:lnTo>
                  <a:lnTo>
                    <a:pt x="47240" y="50708"/>
                  </a:lnTo>
                  <a:lnTo>
                    <a:pt x="43575" y="54605"/>
                  </a:lnTo>
                  <a:lnTo>
                    <a:pt x="40037" y="58617"/>
                  </a:lnTo>
                  <a:lnTo>
                    <a:pt x="36629" y="62741"/>
                  </a:lnTo>
                  <a:lnTo>
                    <a:pt x="33354" y="66971"/>
                  </a:lnTo>
                  <a:lnTo>
                    <a:pt x="30217" y="71304"/>
                  </a:lnTo>
                  <a:lnTo>
                    <a:pt x="27219" y="75735"/>
                  </a:lnTo>
                  <a:lnTo>
                    <a:pt x="24365" y="80260"/>
                  </a:lnTo>
                  <a:lnTo>
                    <a:pt x="21658" y="84873"/>
                  </a:lnTo>
                  <a:lnTo>
                    <a:pt x="19099" y="89571"/>
                  </a:lnTo>
                  <a:lnTo>
                    <a:pt x="16692" y="94349"/>
                  </a:lnTo>
                  <a:lnTo>
                    <a:pt x="14439" y="99201"/>
                  </a:lnTo>
                  <a:lnTo>
                    <a:pt x="12343" y="104123"/>
                  </a:lnTo>
                  <a:lnTo>
                    <a:pt x="10405" y="109109"/>
                  </a:lnTo>
                  <a:lnTo>
                    <a:pt x="8627" y="114154"/>
                  </a:lnTo>
                  <a:lnTo>
                    <a:pt x="7012" y="119254"/>
                  </a:lnTo>
                  <a:lnTo>
                    <a:pt x="5561" y="124403"/>
                  </a:lnTo>
                  <a:lnTo>
                    <a:pt x="4276" y="129596"/>
                  </a:lnTo>
                  <a:lnTo>
                    <a:pt x="3157" y="134828"/>
                  </a:lnTo>
                  <a:lnTo>
                    <a:pt x="2206" y="140092"/>
                  </a:lnTo>
                  <a:lnTo>
                    <a:pt x="1424" y="145384"/>
                  </a:lnTo>
                  <a:lnTo>
                    <a:pt x="812" y="150698"/>
                  </a:lnTo>
                  <a:lnTo>
                    <a:pt x="370" y="156030"/>
                  </a:lnTo>
                  <a:lnTo>
                    <a:pt x="99" y="161372"/>
                  </a:lnTo>
                  <a:lnTo>
                    <a:pt x="0" y="166721"/>
                  </a:lnTo>
                  <a:lnTo>
                    <a:pt x="71" y="172070"/>
                  </a:lnTo>
                  <a:lnTo>
                    <a:pt x="313" y="177414"/>
                  </a:lnTo>
                  <a:lnTo>
                    <a:pt x="727" y="182748"/>
                  </a:lnTo>
                  <a:lnTo>
                    <a:pt x="1310" y="188066"/>
                  </a:lnTo>
                  <a:lnTo>
                    <a:pt x="2064" y="193362"/>
                  </a:lnTo>
                  <a:lnTo>
                    <a:pt x="2987" y="198631"/>
                  </a:lnTo>
                  <a:lnTo>
                    <a:pt x="4078" y="203868"/>
                  </a:lnTo>
                  <a:lnTo>
                    <a:pt x="5335" y="209068"/>
                  </a:lnTo>
                  <a:lnTo>
                    <a:pt x="6759" y="214225"/>
                  </a:lnTo>
                  <a:lnTo>
                    <a:pt x="8347" y="219333"/>
                  </a:lnTo>
                  <a:lnTo>
                    <a:pt x="10097" y="224388"/>
                  </a:lnTo>
                  <a:lnTo>
                    <a:pt x="12009" y="229385"/>
                  </a:lnTo>
                  <a:lnTo>
                    <a:pt x="14079" y="234317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811413" y="5269756"/>
              <a:ext cx="320245" cy="334324"/>
            </a:xfrm>
            <a:custGeom>
              <a:avLst/>
              <a:pathLst>
                <a:path w="320245" h="334324">
                  <a:moveTo>
                    <a:pt x="0" y="234317"/>
                  </a:moveTo>
                  <a:lnTo>
                    <a:pt x="2215" y="239157"/>
                  </a:lnTo>
                  <a:lnTo>
                    <a:pt x="4584" y="243925"/>
                  </a:lnTo>
                  <a:lnTo>
                    <a:pt x="7103" y="248614"/>
                  </a:lnTo>
                  <a:lnTo>
                    <a:pt x="9770" y="253221"/>
                  </a:lnTo>
                  <a:lnTo>
                    <a:pt x="12583" y="257740"/>
                  </a:lnTo>
                  <a:lnTo>
                    <a:pt x="15538" y="262168"/>
                  </a:lnTo>
                  <a:lnTo>
                    <a:pt x="18632" y="266499"/>
                  </a:lnTo>
                  <a:lnTo>
                    <a:pt x="21863" y="270730"/>
                  </a:lnTo>
                  <a:lnTo>
                    <a:pt x="25227" y="274855"/>
                  </a:lnTo>
                  <a:lnTo>
                    <a:pt x="28720" y="278872"/>
                  </a:lnTo>
                  <a:lnTo>
                    <a:pt x="32340" y="282775"/>
                  </a:lnTo>
                  <a:lnTo>
                    <a:pt x="36082" y="286561"/>
                  </a:lnTo>
                  <a:lnTo>
                    <a:pt x="39943" y="290225"/>
                  </a:lnTo>
                  <a:lnTo>
                    <a:pt x="43918" y="293765"/>
                  </a:lnTo>
                  <a:lnTo>
                    <a:pt x="48004" y="297177"/>
                  </a:lnTo>
                  <a:lnTo>
                    <a:pt x="52197" y="300457"/>
                  </a:lnTo>
                  <a:lnTo>
                    <a:pt x="56492" y="303602"/>
                  </a:lnTo>
                  <a:lnTo>
                    <a:pt x="60885" y="306608"/>
                  </a:lnTo>
                  <a:lnTo>
                    <a:pt x="65372" y="309473"/>
                  </a:lnTo>
                  <a:lnTo>
                    <a:pt x="69947" y="312193"/>
                  </a:lnTo>
                  <a:lnTo>
                    <a:pt x="74607" y="314767"/>
                  </a:lnTo>
                  <a:lnTo>
                    <a:pt x="79346" y="317191"/>
                  </a:lnTo>
                  <a:lnTo>
                    <a:pt x="84160" y="319463"/>
                  </a:lnTo>
                  <a:lnTo>
                    <a:pt x="89044" y="321580"/>
                  </a:lnTo>
                  <a:lnTo>
                    <a:pt x="93993" y="323541"/>
                  </a:lnTo>
                  <a:lnTo>
                    <a:pt x="99001" y="325343"/>
                  </a:lnTo>
                  <a:lnTo>
                    <a:pt x="104065" y="326985"/>
                  </a:lnTo>
                  <a:lnTo>
                    <a:pt x="109178" y="328465"/>
                  </a:lnTo>
                  <a:lnTo>
                    <a:pt x="114336" y="329781"/>
                  </a:lnTo>
                  <a:lnTo>
                    <a:pt x="119533" y="330932"/>
                  </a:lnTo>
                  <a:lnTo>
                    <a:pt x="124765" y="331918"/>
                  </a:lnTo>
                  <a:lnTo>
                    <a:pt x="130025" y="332736"/>
                  </a:lnTo>
                  <a:lnTo>
                    <a:pt x="135308" y="333386"/>
                  </a:lnTo>
                  <a:lnTo>
                    <a:pt x="140609" y="333868"/>
                  </a:lnTo>
                  <a:lnTo>
                    <a:pt x="145923" y="334181"/>
                  </a:lnTo>
                  <a:lnTo>
                    <a:pt x="151244" y="334324"/>
                  </a:lnTo>
                  <a:lnTo>
                    <a:pt x="156567" y="334298"/>
                  </a:lnTo>
                  <a:lnTo>
                    <a:pt x="161887" y="334103"/>
                  </a:lnTo>
                  <a:lnTo>
                    <a:pt x="167198" y="333738"/>
                  </a:lnTo>
                  <a:lnTo>
                    <a:pt x="172494" y="333204"/>
                  </a:lnTo>
                  <a:lnTo>
                    <a:pt x="177771" y="332502"/>
                  </a:lnTo>
                  <a:lnTo>
                    <a:pt x="183022" y="331632"/>
                  </a:lnTo>
                  <a:lnTo>
                    <a:pt x="188243" y="330596"/>
                  </a:lnTo>
                  <a:lnTo>
                    <a:pt x="193429" y="329394"/>
                  </a:lnTo>
                  <a:lnTo>
                    <a:pt x="198574" y="328027"/>
                  </a:lnTo>
                  <a:lnTo>
                    <a:pt x="203672" y="326497"/>
                  </a:lnTo>
                  <a:lnTo>
                    <a:pt x="208720" y="324806"/>
                  </a:lnTo>
                  <a:lnTo>
                    <a:pt x="213711" y="322954"/>
                  </a:lnTo>
                  <a:lnTo>
                    <a:pt x="218640" y="320945"/>
                  </a:lnTo>
                  <a:lnTo>
                    <a:pt x="223503" y="318780"/>
                  </a:lnTo>
                  <a:lnTo>
                    <a:pt x="228295" y="316461"/>
                  </a:lnTo>
                  <a:lnTo>
                    <a:pt x="233010" y="313991"/>
                  </a:lnTo>
                  <a:lnTo>
                    <a:pt x="237644" y="311372"/>
                  </a:lnTo>
                  <a:lnTo>
                    <a:pt x="242193" y="308607"/>
                  </a:lnTo>
                  <a:lnTo>
                    <a:pt x="246651" y="305698"/>
                  </a:lnTo>
                  <a:lnTo>
                    <a:pt x="251014" y="302649"/>
                  </a:lnTo>
                  <a:lnTo>
                    <a:pt x="255278" y="299462"/>
                  </a:lnTo>
                  <a:lnTo>
                    <a:pt x="259438" y="296141"/>
                  </a:lnTo>
                  <a:lnTo>
                    <a:pt x="263491" y="292690"/>
                  </a:lnTo>
                  <a:lnTo>
                    <a:pt x="267431" y="289111"/>
                  </a:lnTo>
                  <a:lnTo>
                    <a:pt x="271256" y="285408"/>
                  </a:lnTo>
                  <a:lnTo>
                    <a:pt x="274961" y="281586"/>
                  </a:lnTo>
                  <a:lnTo>
                    <a:pt x="278542" y="277648"/>
                  </a:lnTo>
                  <a:lnTo>
                    <a:pt x="281996" y="273597"/>
                  </a:lnTo>
                  <a:lnTo>
                    <a:pt x="285319" y="269439"/>
                  </a:lnTo>
                  <a:lnTo>
                    <a:pt x="288509" y="265177"/>
                  </a:lnTo>
                  <a:lnTo>
                    <a:pt x="291560" y="260815"/>
                  </a:lnTo>
                  <a:lnTo>
                    <a:pt x="294472" y="256359"/>
                  </a:lnTo>
                  <a:lnTo>
                    <a:pt x="297240" y="251812"/>
                  </a:lnTo>
                  <a:lnTo>
                    <a:pt x="299862" y="247180"/>
                  </a:lnTo>
                  <a:lnTo>
                    <a:pt x="302335" y="242466"/>
                  </a:lnTo>
                  <a:lnTo>
                    <a:pt x="304657" y="237676"/>
                  </a:lnTo>
                  <a:lnTo>
                    <a:pt x="306825" y="232814"/>
                  </a:lnTo>
                  <a:lnTo>
                    <a:pt x="308837" y="227886"/>
                  </a:lnTo>
                  <a:lnTo>
                    <a:pt x="310692" y="222896"/>
                  </a:lnTo>
                  <a:lnTo>
                    <a:pt x="312386" y="217850"/>
                  </a:lnTo>
                  <a:lnTo>
                    <a:pt x="313919" y="212752"/>
                  </a:lnTo>
                  <a:lnTo>
                    <a:pt x="315289" y="207608"/>
                  </a:lnTo>
                  <a:lnTo>
                    <a:pt x="316494" y="202424"/>
                  </a:lnTo>
                  <a:lnTo>
                    <a:pt x="317534" y="197203"/>
                  </a:lnTo>
                  <a:lnTo>
                    <a:pt x="318407" y="191952"/>
                  </a:lnTo>
                  <a:lnTo>
                    <a:pt x="319112" y="186676"/>
                  </a:lnTo>
                  <a:lnTo>
                    <a:pt x="319649" y="181380"/>
                  </a:lnTo>
                  <a:lnTo>
                    <a:pt x="320017" y="176069"/>
                  </a:lnTo>
                  <a:lnTo>
                    <a:pt x="320216" y="170750"/>
                  </a:lnTo>
                  <a:lnTo>
                    <a:pt x="320245" y="165427"/>
                  </a:lnTo>
                  <a:lnTo>
                    <a:pt x="320105" y="160105"/>
                  </a:lnTo>
                  <a:lnTo>
                    <a:pt x="319796" y="154791"/>
                  </a:lnTo>
                  <a:lnTo>
                    <a:pt x="319317" y="149490"/>
                  </a:lnTo>
                  <a:lnTo>
                    <a:pt x="318670" y="144206"/>
                  </a:lnTo>
                  <a:lnTo>
                    <a:pt x="317855" y="138946"/>
                  </a:lnTo>
                  <a:lnTo>
                    <a:pt x="316873" y="133714"/>
                  </a:lnTo>
                  <a:lnTo>
                    <a:pt x="315725" y="128516"/>
                  </a:lnTo>
                  <a:lnTo>
                    <a:pt x="314412" y="123357"/>
                  </a:lnTo>
                  <a:lnTo>
                    <a:pt x="312935" y="118243"/>
                  </a:lnTo>
                  <a:lnTo>
                    <a:pt x="311296" y="113178"/>
                  </a:lnTo>
                  <a:lnTo>
                    <a:pt x="309497" y="108168"/>
                  </a:lnTo>
                  <a:lnTo>
                    <a:pt x="307539" y="103218"/>
                  </a:lnTo>
                  <a:lnTo>
                    <a:pt x="305425" y="98333"/>
                  </a:lnTo>
                  <a:lnTo>
                    <a:pt x="303156" y="93518"/>
                  </a:lnTo>
                  <a:lnTo>
                    <a:pt x="300735" y="88777"/>
                  </a:lnTo>
                  <a:lnTo>
                    <a:pt x="298164" y="84116"/>
                  </a:lnTo>
                  <a:lnTo>
                    <a:pt x="295447" y="79539"/>
                  </a:lnTo>
                  <a:lnTo>
                    <a:pt x="292584" y="75050"/>
                  </a:lnTo>
                  <a:lnTo>
                    <a:pt x="289581" y="70656"/>
                  </a:lnTo>
                  <a:lnTo>
                    <a:pt x="286439" y="66359"/>
                  </a:lnTo>
                  <a:lnTo>
                    <a:pt x="283161" y="62164"/>
                  </a:lnTo>
                  <a:lnTo>
                    <a:pt x="279752" y="58076"/>
                  </a:lnTo>
                  <a:lnTo>
                    <a:pt x="276215" y="54098"/>
                  </a:lnTo>
                  <a:lnTo>
                    <a:pt x="272552" y="50235"/>
                  </a:lnTo>
                  <a:lnTo>
                    <a:pt x="268769" y="46491"/>
                  </a:lnTo>
                  <a:lnTo>
                    <a:pt x="264868" y="42869"/>
                  </a:lnTo>
                  <a:lnTo>
                    <a:pt x="260854" y="39373"/>
                  </a:lnTo>
                  <a:lnTo>
                    <a:pt x="256730" y="36006"/>
                  </a:lnTo>
                  <a:lnTo>
                    <a:pt x="252501" y="32773"/>
                  </a:lnTo>
                  <a:lnTo>
                    <a:pt x="248172" y="29676"/>
                  </a:lnTo>
                  <a:lnTo>
                    <a:pt x="243746" y="26718"/>
                  </a:lnTo>
                  <a:lnTo>
                    <a:pt x="239228" y="23903"/>
                  </a:lnTo>
                  <a:lnTo>
                    <a:pt x="234623" y="21233"/>
                  </a:lnTo>
                  <a:lnTo>
                    <a:pt x="229936" y="18711"/>
                  </a:lnTo>
                  <a:lnTo>
                    <a:pt x="225170" y="16339"/>
                  </a:lnTo>
                  <a:lnTo>
                    <a:pt x="220331" y="14121"/>
                  </a:lnTo>
                  <a:lnTo>
                    <a:pt x="215424" y="12057"/>
                  </a:lnTo>
                  <a:lnTo>
                    <a:pt x="210454" y="10151"/>
                  </a:lnTo>
                  <a:lnTo>
                    <a:pt x="205426" y="8404"/>
                  </a:lnTo>
                  <a:lnTo>
                    <a:pt x="200344" y="6818"/>
                  </a:lnTo>
                  <a:lnTo>
                    <a:pt x="195215" y="5395"/>
                  </a:lnTo>
                  <a:lnTo>
                    <a:pt x="190043" y="4136"/>
                  </a:lnTo>
                  <a:lnTo>
                    <a:pt x="184833" y="3042"/>
                  </a:lnTo>
                  <a:lnTo>
                    <a:pt x="179592" y="2114"/>
                  </a:lnTo>
                  <a:lnTo>
                    <a:pt x="174323" y="1354"/>
                  </a:lnTo>
                  <a:lnTo>
                    <a:pt x="169033" y="762"/>
                  </a:lnTo>
                  <a:lnTo>
                    <a:pt x="163727" y="338"/>
                  </a:lnTo>
                  <a:lnTo>
                    <a:pt x="158409" y="84"/>
                  </a:lnTo>
                  <a:lnTo>
                    <a:pt x="153087" y="0"/>
                  </a:lnTo>
                  <a:lnTo>
                    <a:pt x="15308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70361" y="5399291"/>
              <a:ext cx="15854" cy="167167"/>
            </a:xfrm>
            <a:custGeom>
              <a:avLst/>
              <a:pathLst>
                <a:path w="15854" h="167167">
                  <a:moveTo>
                    <a:pt x="15854" y="0"/>
                  </a:moveTo>
                  <a:lnTo>
                    <a:pt x="7918" y="188"/>
                  </a:lnTo>
                  <a:lnTo>
                    <a:pt x="0" y="753"/>
                  </a:lnTo>
                  <a:lnTo>
                    <a:pt x="1585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70361" y="5400045"/>
              <a:ext cx="15854" cy="166413"/>
            </a:xfrm>
            <a:custGeom>
              <a:avLst/>
              <a:pathLst>
                <a:path w="15854" h="166413">
                  <a:moveTo>
                    <a:pt x="0" y="0"/>
                  </a:moveTo>
                  <a:lnTo>
                    <a:pt x="15854" y="166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70361" y="5400045"/>
              <a:ext cx="15854" cy="166413"/>
            </a:xfrm>
            <a:custGeom>
              <a:avLst/>
              <a:pathLst>
                <a:path w="15854" h="166413">
                  <a:moveTo>
                    <a:pt x="0" y="0"/>
                  </a:moveTo>
                  <a:lnTo>
                    <a:pt x="15854" y="166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70361" y="5400045"/>
              <a:ext cx="15854" cy="166413"/>
            </a:xfrm>
            <a:custGeom>
              <a:avLst/>
              <a:pathLst>
                <a:path w="15854" h="166413">
                  <a:moveTo>
                    <a:pt x="0" y="0"/>
                  </a:moveTo>
                  <a:lnTo>
                    <a:pt x="15854" y="166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70361" y="5400045"/>
              <a:ext cx="15854" cy="166413"/>
            </a:xfrm>
            <a:custGeom>
              <a:avLst/>
              <a:pathLst>
                <a:path w="15854" h="166413">
                  <a:moveTo>
                    <a:pt x="0" y="0"/>
                  </a:moveTo>
                  <a:lnTo>
                    <a:pt x="15854" y="166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70361" y="5400045"/>
              <a:ext cx="15854" cy="166413"/>
            </a:xfrm>
            <a:custGeom>
              <a:avLst/>
              <a:pathLst>
                <a:path w="15854" h="166413">
                  <a:moveTo>
                    <a:pt x="0" y="0"/>
                  </a:moveTo>
                  <a:lnTo>
                    <a:pt x="15854" y="1664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70361" y="5400045"/>
              <a:ext cx="15854" cy="166413"/>
            </a:xfrm>
            <a:custGeom>
              <a:avLst/>
              <a:pathLst>
                <a:path w="15854" h="166413">
                  <a:moveTo>
                    <a:pt x="0" y="0"/>
                  </a:moveTo>
                  <a:lnTo>
                    <a:pt x="15854" y="1664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319054" y="5400045"/>
              <a:ext cx="334325" cy="333564"/>
            </a:xfrm>
            <a:custGeom>
              <a:avLst/>
              <a:pathLst>
                <a:path w="334325" h="333564">
                  <a:moveTo>
                    <a:pt x="151306" y="0"/>
                  </a:moveTo>
                  <a:lnTo>
                    <a:pt x="146058" y="583"/>
                  </a:lnTo>
                  <a:lnTo>
                    <a:pt x="140831" y="1332"/>
                  </a:lnTo>
                  <a:lnTo>
                    <a:pt x="135630" y="2246"/>
                  </a:lnTo>
                  <a:lnTo>
                    <a:pt x="130461" y="3324"/>
                  </a:lnTo>
                  <a:lnTo>
                    <a:pt x="125328" y="4565"/>
                  </a:lnTo>
                  <a:lnTo>
                    <a:pt x="120237" y="5967"/>
                  </a:lnTo>
                  <a:lnTo>
                    <a:pt x="115193" y="7529"/>
                  </a:lnTo>
                  <a:lnTo>
                    <a:pt x="110201" y="9249"/>
                  </a:lnTo>
                  <a:lnTo>
                    <a:pt x="105266" y="11126"/>
                  </a:lnTo>
                  <a:lnTo>
                    <a:pt x="100392" y="13159"/>
                  </a:lnTo>
                  <a:lnTo>
                    <a:pt x="95585" y="15344"/>
                  </a:lnTo>
                  <a:lnTo>
                    <a:pt x="90850" y="17680"/>
                  </a:lnTo>
                  <a:lnTo>
                    <a:pt x="86190" y="20164"/>
                  </a:lnTo>
                  <a:lnTo>
                    <a:pt x="81612" y="22795"/>
                  </a:lnTo>
                  <a:lnTo>
                    <a:pt x="77118" y="25568"/>
                  </a:lnTo>
                  <a:lnTo>
                    <a:pt x="72715" y="28482"/>
                  </a:lnTo>
                  <a:lnTo>
                    <a:pt x="68406" y="31534"/>
                  </a:lnTo>
                  <a:lnTo>
                    <a:pt x="64195" y="34720"/>
                  </a:lnTo>
                  <a:lnTo>
                    <a:pt x="60087" y="38038"/>
                  </a:lnTo>
                  <a:lnTo>
                    <a:pt x="56086" y="41484"/>
                  </a:lnTo>
                  <a:lnTo>
                    <a:pt x="52196" y="45054"/>
                  </a:lnTo>
                  <a:lnTo>
                    <a:pt x="48420" y="48746"/>
                  </a:lnTo>
                  <a:lnTo>
                    <a:pt x="44763" y="52554"/>
                  </a:lnTo>
                  <a:lnTo>
                    <a:pt x="41228" y="56477"/>
                  </a:lnTo>
                  <a:lnTo>
                    <a:pt x="37819" y="60509"/>
                  </a:lnTo>
                  <a:lnTo>
                    <a:pt x="34539" y="64647"/>
                  </a:lnTo>
                  <a:lnTo>
                    <a:pt x="31391" y="68886"/>
                  </a:lnTo>
                  <a:lnTo>
                    <a:pt x="28378" y="73223"/>
                  </a:lnTo>
                  <a:lnTo>
                    <a:pt x="25504" y="77653"/>
                  </a:lnTo>
                  <a:lnTo>
                    <a:pt x="22771" y="82171"/>
                  </a:lnTo>
                  <a:lnTo>
                    <a:pt x="20183" y="86773"/>
                  </a:lnTo>
                  <a:lnTo>
                    <a:pt x="17741" y="91455"/>
                  </a:lnTo>
                  <a:lnTo>
                    <a:pt x="15448" y="96212"/>
                  </a:lnTo>
                  <a:lnTo>
                    <a:pt x="13306" y="101038"/>
                  </a:lnTo>
                  <a:lnTo>
                    <a:pt x="11318" y="105930"/>
                  </a:lnTo>
                  <a:lnTo>
                    <a:pt x="9486" y="110882"/>
                  </a:lnTo>
                  <a:lnTo>
                    <a:pt x="7811" y="115890"/>
                  </a:lnTo>
                  <a:lnTo>
                    <a:pt x="6295" y="120948"/>
                  </a:lnTo>
                  <a:lnTo>
                    <a:pt x="4939" y="126051"/>
                  </a:lnTo>
                  <a:lnTo>
                    <a:pt x="3745" y="131195"/>
                  </a:lnTo>
                  <a:lnTo>
                    <a:pt x="2714" y="136374"/>
                  </a:lnTo>
                  <a:lnTo>
                    <a:pt x="1847" y="141582"/>
                  </a:lnTo>
                  <a:lnTo>
                    <a:pt x="1146" y="146816"/>
                  </a:lnTo>
                  <a:lnTo>
                    <a:pt x="610" y="152069"/>
                  </a:lnTo>
                  <a:lnTo>
                    <a:pt x="240" y="157336"/>
                  </a:lnTo>
                  <a:lnTo>
                    <a:pt x="36" y="162613"/>
                  </a:lnTo>
                  <a:lnTo>
                    <a:pt x="0" y="167893"/>
                  </a:lnTo>
                  <a:lnTo>
                    <a:pt x="130" y="173172"/>
                  </a:lnTo>
                  <a:lnTo>
                    <a:pt x="426" y="178444"/>
                  </a:lnTo>
                  <a:lnTo>
                    <a:pt x="890" y="183704"/>
                  </a:lnTo>
                  <a:lnTo>
                    <a:pt x="1519" y="188946"/>
                  </a:lnTo>
                  <a:lnTo>
                    <a:pt x="2313" y="194167"/>
                  </a:lnTo>
                  <a:lnTo>
                    <a:pt x="3272" y="199359"/>
                  </a:lnTo>
                  <a:lnTo>
                    <a:pt x="4394" y="204519"/>
                  </a:lnTo>
                  <a:lnTo>
                    <a:pt x="5679" y="209641"/>
                  </a:lnTo>
                  <a:lnTo>
                    <a:pt x="7124" y="214719"/>
                  </a:lnTo>
                  <a:lnTo>
                    <a:pt x="8730" y="219749"/>
                  </a:lnTo>
                  <a:lnTo>
                    <a:pt x="10493" y="224727"/>
                  </a:lnTo>
                  <a:lnTo>
                    <a:pt x="12413" y="229646"/>
                  </a:lnTo>
                  <a:lnTo>
                    <a:pt x="14488" y="234501"/>
                  </a:lnTo>
                  <a:lnTo>
                    <a:pt x="16714" y="239289"/>
                  </a:lnTo>
                  <a:lnTo>
                    <a:pt x="19091" y="244005"/>
                  </a:lnTo>
                  <a:lnTo>
                    <a:pt x="21615" y="248642"/>
                  </a:lnTo>
                  <a:lnTo>
                    <a:pt x="24285" y="253198"/>
                  </a:lnTo>
                  <a:lnTo>
                    <a:pt x="27097" y="257667"/>
                  </a:lnTo>
                  <a:lnTo>
                    <a:pt x="30049" y="262045"/>
                  </a:lnTo>
                  <a:lnTo>
                    <a:pt x="33138" y="266328"/>
                  </a:lnTo>
                  <a:lnTo>
                    <a:pt x="36361" y="270511"/>
                  </a:lnTo>
                  <a:lnTo>
                    <a:pt x="39714" y="274590"/>
                  </a:lnTo>
                  <a:lnTo>
                    <a:pt x="43194" y="278562"/>
                  </a:lnTo>
                  <a:lnTo>
                    <a:pt x="46798" y="282421"/>
                  </a:lnTo>
                  <a:lnTo>
                    <a:pt x="50522" y="286164"/>
                  </a:lnTo>
                  <a:lnTo>
                    <a:pt x="54362" y="289789"/>
                  </a:lnTo>
                  <a:lnTo>
                    <a:pt x="58315" y="293290"/>
                  </a:lnTo>
                  <a:lnTo>
                    <a:pt x="62376" y="296664"/>
                  </a:lnTo>
                  <a:lnTo>
                    <a:pt x="66542" y="299908"/>
                  </a:lnTo>
                  <a:lnTo>
                    <a:pt x="70809" y="303020"/>
                  </a:lnTo>
                  <a:lnTo>
                    <a:pt x="75171" y="305995"/>
                  </a:lnTo>
                  <a:lnTo>
                    <a:pt x="79625" y="308830"/>
                  </a:lnTo>
                  <a:lnTo>
                    <a:pt x="84167" y="311524"/>
                  </a:lnTo>
                  <a:lnTo>
                    <a:pt x="88792" y="314073"/>
                  </a:lnTo>
                  <a:lnTo>
                    <a:pt x="93494" y="316474"/>
                  </a:lnTo>
                  <a:lnTo>
                    <a:pt x="98270" y="318726"/>
                  </a:lnTo>
                  <a:lnTo>
                    <a:pt x="103115" y="320826"/>
                  </a:lnTo>
                  <a:lnTo>
                    <a:pt x="108024" y="322771"/>
                  </a:lnTo>
                  <a:lnTo>
                    <a:pt x="112992" y="324561"/>
                  </a:lnTo>
                  <a:lnTo>
                    <a:pt x="118014" y="326193"/>
                  </a:lnTo>
                  <a:lnTo>
                    <a:pt x="123085" y="327666"/>
                  </a:lnTo>
                  <a:lnTo>
                    <a:pt x="128199" y="328977"/>
                  </a:lnTo>
                  <a:lnTo>
                    <a:pt x="133353" y="330127"/>
                  </a:lnTo>
                  <a:lnTo>
                    <a:pt x="138541" y="331113"/>
                  </a:lnTo>
                  <a:lnTo>
                    <a:pt x="143757" y="331934"/>
                  </a:lnTo>
                  <a:lnTo>
                    <a:pt x="148996" y="332591"/>
                  </a:lnTo>
                  <a:lnTo>
                    <a:pt x="154254" y="333082"/>
                  </a:lnTo>
                  <a:lnTo>
                    <a:pt x="159524" y="333406"/>
                  </a:lnTo>
                  <a:lnTo>
                    <a:pt x="164802" y="333564"/>
                  </a:lnTo>
                  <a:lnTo>
                    <a:pt x="170082" y="333555"/>
                  </a:lnTo>
                  <a:lnTo>
                    <a:pt x="175360" y="333380"/>
                  </a:lnTo>
                  <a:lnTo>
                    <a:pt x="180629" y="333037"/>
                  </a:lnTo>
                  <a:lnTo>
                    <a:pt x="185885" y="332529"/>
                  </a:lnTo>
                  <a:lnTo>
                    <a:pt x="191122" y="331855"/>
                  </a:lnTo>
                  <a:lnTo>
                    <a:pt x="196335" y="331015"/>
                  </a:lnTo>
                  <a:lnTo>
                    <a:pt x="201519" y="330012"/>
                  </a:lnTo>
                  <a:lnTo>
                    <a:pt x="206669" y="328845"/>
                  </a:lnTo>
                  <a:lnTo>
                    <a:pt x="211779" y="327516"/>
                  </a:lnTo>
                  <a:lnTo>
                    <a:pt x="216845" y="326027"/>
                  </a:lnTo>
                  <a:lnTo>
                    <a:pt x="221862" y="324378"/>
                  </a:lnTo>
                  <a:lnTo>
                    <a:pt x="226823" y="322571"/>
                  </a:lnTo>
                  <a:lnTo>
                    <a:pt x="231726" y="320609"/>
                  </a:lnTo>
                  <a:lnTo>
                    <a:pt x="236563" y="318493"/>
                  </a:lnTo>
                  <a:lnTo>
                    <a:pt x="241332" y="316225"/>
                  </a:lnTo>
                  <a:lnTo>
                    <a:pt x="246026" y="313808"/>
                  </a:lnTo>
                  <a:lnTo>
                    <a:pt x="250642" y="311243"/>
                  </a:lnTo>
                  <a:lnTo>
                    <a:pt x="255175" y="308534"/>
                  </a:lnTo>
                  <a:lnTo>
                    <a:pt x="259620" y="305684"/>
                  </a:lnTo>
                  <a:lnTo>
                    <a:pt x="263972" y="302694"/>
                  </a:lnTo>
                  <a:lnTo>
                    <a:pt x="268228" y="299569"/>
                  </a:lnTo>
                  <a:lnTo>
                    <a:pt x="272383" y="296310"/>
                  </a:lnTo>
                  <a:lnTo>
                    <a:pt x="276433" y="292922"/>
                  </a:lnTo>
                  <a:lnTo>
                    <a:pt x="280374" y="289408"/>
                  </a:lnTo>
                  <a:lnTo>
                    <a:pt x="284202" y="285771"/>
                  </a:lnTo>
                  <a:lnTo>
                    <a:pt x="287914" y="282015"/>
                  </a:lnTo>
                  <a:lnTo>
                    <a:pt x="291504" y="278143"/>
                  </a:lnTo>
                  <a:lnTo>
                    <a:pt x="294971" y="274160"/>
                  </a:lnTo>
                  <a:lnTo>
                    <a:pt x="298310" y="270070"/>
                  </a:lnTo>
                  <a:lnTo>
                    <a:pt x="301519" y="265876"/>
                  </a:lnTo>
                  <a:lnTo>
                    <a:pt x="304593" y="261583"/>
                  </a:lnTo>
                  <a:lnTo>
                    <a:pt x="307530" y="257195"/>
                  </a:lnTo>
                  <a:lnTo>
                    <a:pt x="310327" y="252716"/>
                  </a:lnTo>
                  <a:lnTo>
                    <a:pt x="312982" y="248151"/>
                  </a:lnTo>
                  <a:lnTo>
                    <a:pt x="315491" y="243505"/>
                  </a:lnTo>
                  <a:lnTo>
                    <a:pt x="317851" y="238782"/>
                  </a:lnTo>
                  <a:lnTo>
                    <a:pt x="320062" y="233986"/>
                  </a:lnTo>
                  <a:lnTo>
                    <a:pt x="322120" y="229124"/>
                  </a:lnTo>
                  <a:lnTo>
                    <a:pt x="324023" y="224198"/>
                  </a:lnTo>
                  <a:lnTo>
                    <a:pt x="325770" y="219215"/>
                  </a:lnTo>
                  <a:lnTo>
                    <a:pt x="327358" y="214179"/>
                  </a:lnTo>
                  <a:lnTo>
                    <a:pt x="328787" y="209096"/>
                  </a:lnTo>
                  <a:lnTo>
                    <a:pt x="330054" y="203970"/>
                  </a:lnTo>
                  <a:lnTo>
                    <a:pt x="331159" y="198807"/>
                  </a:lnTo>
                  <a:lnTo>
                    <a:pt x="332101" y="193611"/>
                  </a:lnTo>
                  <a:lnTo>
                    <a:pt x="332877" y="188388"/>
                  </a:lnTo>
                  <a:lnTo>
                    <a:pt x="333489" y="183143"/>
                  </a:lnTo>
                  <a:lnTo>
                    <a:pt x="333934" y="177882"/>
                  </a:lnTo>
                  <a:lnTo>
                    <a:pt x="334213" y="172609"/>
                  </a:lnTo>
                  <a:lnTo>
                    <a:pt x="334325" y="167329"/>
                  </a:lnTo>
                  <a:lnTo>
                    <a:pt x="334271" y="162049"/>
                  </a:lnTo>
                  <a:lnTo>
                    <a:pt x="334050" y="156774"/>
                  </a:lnTo>
                  <a:lnTo>
                    <a:pt x="333662" y="151508"/>
                  </a:lnTo>
                  <a:lnTo>
                    <a:pt x="333108" y="146256"/>
                  </a:lnTo>
                  <a:lnTo>
                    <a:pt x="332389" y="141025"/>
                  </a:lnTo>
                  <a:lnTo>
                    <a:pt x="331504" y="135819"/>
                  </a:lnTo>
                  <a:lnTo>
                    <a:pt x="330456" y="130644"/>
                  </a:lnTo>
                  <a:lnTo>
                    <a:pt x="329245" y="125505"/>
                  </a:lnTo>
                  <a:lnTo>
                    <a:pt x="327872" y="120406"/>
                  </a:lnTo>
                  <a:lnTo>
                    <a:pt x="326339" y="115353"/>
                  </a:lnTo>
                  <a:lnTo>
                    <a:pt x="324647" y="110351"/>
                  </a:lnTo>
                  <a:lnTo>
                    <a:pt x="322798" y="105405"/>
                  </a:lnTo>
                  <a:lnTo>
                    <a:pt x="320793" y="100520"/>
                  </a:lnTo>
                  <a:lnTo>
                    <a:pt x="318635" y="95701"/>
                  </a:lnTo>
                  <a:lnTo>
                    <a:pt x="316326" y="90952"/>
                  </a:lnTo>
                  <a:lnTo>
                    <a:pt x="313869" y="86278"/>
                  </a:lnTo>
                  <a:lnTo>
                    <a:pt x="311265" y="81685"/>
                  </a:lnTo>
                  <a:lnTo>
                    <a:pt x="308517" y="77176"/>
                  </a:lnTo>
                  <a:lnTo>
                    <a:pt x="305628" y="72756"/>
                  </a:lnTo>
                  <a:lnTo>
                    <a:pt x="302601" y="68429"/>
                  </a:lnTo>
                  <a:lnTo>
                    <a:pt x="299438" y="64201"/>
                  </a:lnTo>
                  <a:lnTo>
                    <a:pt x="296144" y="60074"/>
                  </a:lnTo>
                  <a:lnTo>
                    <a:pt x="292721" y="56053"/>
                  </a:lnTo>
                  <a:lnTo>
                    <a:pt x="289173" y="52142"/>
                  </a:lnTo>
                  <a:lnTo>
                    <a:pt x="285503" y="48346"/>
                  </a:lnTo>
                  <a:lnTo>
                    <a:pt x="281715" y="44667"/>
                  </a:lnTo>
                  <a:lnTo>
                    <a:pt x="277813" y="41110"/>
                  </a:lnTo>
                  <a:lnTo>
                    <a:pt x="273800" y="37678"/>
                  </a:lnTo>
                  <a:lnTo>
                    <a:pt x="269681" y="34374"/>
                  </a:lnTo>
                  <a:lnTo>
                    <a:pt x="265460" y="31202"/>
                  </a:lnTo>
                  <a:lnTo>
                    <a:pt x="261140" y="28165"/>
                  </a:lnTo>
                  <a:lnTo>
                    <a:pt x="256727" y="25265"/>
                  </a:lnTo>
                  <a:lnTo>
                    <a:pt x="252225" y="22507"/>
                  </a:lnTo>
                  <a:lnTo>
                    <a:pt x="247637" y="19892"/>
                  </a:lnTo>
                  <a:lnTo>
                    <a:pt x="242969" y="17424"/>
                  </a:lnTo>
                  <a:lnTo>
                    <a:pt x="238226" y="15104"/>
                  </a:lnTo>
                  <a:lnTo>
                    <a:pt x="233412" y="12935"/>
                  </a:lnTo>
                  <a:lnTo>
                    <a:pt x="228531" y="10919"/>
                  </a:lnTo>
                  <a:lnTo>
                    <a:pt x="223590" y="9058"/>
                  </a:lnTo>
                  <a:lnTo>
                    <a:pt x="218592" y="7354"/>
                  </a:lnTo>
                  <a:lnTo>
                    <a:pt x="213542" y="5809"/>
                  </a:lnTo>
                  <a:lnTo>
                    <a:pt x="208447" y="4425"/>
                  </a:lnTo>
                  <a:lnTo>
                    <a:pt x="203310" y="3201"/>
                  </a:lnTo>
                  <a:lnTo>
                    <a:pt x="198137" y="2141"/>
                  </a:lnTo>
                  <a:lnTo>
                    <a:pt x="192934" y="1245"/>
                  </a:lnTo>
                  <a:lnTo>
                    <a:pt x="167160" y="1664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25773" cy="167167"/>
            </a:xfrm>
            <a:custGeom>
              <a:avLst/>
              <a:pathLst>
                <a:path w="25773" h="167167">
                  <a:moveTo>
                    <a:pt x="25773" y="1998"/>
                  </a:moveTo>
                  <a:lnTo>
                    <a:pt x="17220" y="889"/>
                  </a:lnTo>
                  <a:lnTo>
                    <a:pt x="8621" y="2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4856378" y="5399291"/>
              <a:ext cx="167165" cy="254624"/>
            </a:xfrm>
            <a:custGeom>
              <a:avLst/>
              <a:pathLst>
                <a:path w="167165" h="254624">
                  <a:moveTo>
                    <a:pt x="167165" y="0"/>
                  </a:moveTo>
                  <a:lnTo>
                    <a:pt x="161793" y="86"/>
                  </a:lnTo>
                  <a:lnTo>
                    <a:pt x="156427" y="345"/>
                  </a:lnTo>
                  <a:lnTo>
                    <a:pt x="151071" y="776"/>
                  </a:lnTo>
                  <a:lnTo>
                    <a:pt x="145732" y="1379"/>
                  </a:lnTo>
                  <a:lnTo>
                    <a:pt x="140416" y="2154"/>
                  </a:lnTo>
                  <a:lnTo>
                    <a:pt x="135126" y="3098"/>
                  </a:lnTo>
                  <a:lnTo>
                    <a:pt x="129870" y="4213"/>
                  </a:lnTo>
                  <a:lnTo>
                    <a:pt x="124653" y="5496"/>
                  </a:lnTo>
                  <a:lnTo>
                    <a:pt x="119479" y="6945"/>
                  </a:lnTo>
                  <a:lnTo>
                    <a:pt x="114355" y="8560"/>
                  </a:lnTo>
                  <a:lnTo>
                    <a:pt x="109285" y="10340"/>
                  </a:lnTo>
                  <a:lnTo>
                    <a:pt x="104275" y="12281"/>
                  </a:lnTo>
                  <a:lnTo>
                    <a:pt x="99330" y="14382"/>
                  </a:lnTo>
                  <a:lnTo>
                    <a:pt x="94455" y="16641"/>
                  </a:lnTo>
                  <a:lnTo>
                    <a:pt x="89656" y="19055"/>
                  </a:lnTo>
                  <a:lnTo>
                    <a:pt x="84936" y="21622"/>
                  </a:lnTo>
                  <a:lnTo>
                    <a:pt x="80301" y="24340"/>
                  </a:lnTo>
                  <a:lnTo>
                    <a:pt x="75756" y="27205"/>
                  </a:lnTo>
                  <a:lnTo>
                    <a:pt x="71305" y="30215"/>
                  </a:lnTo>
                  <a:lnTo>
                    <a:pt x="66954" y="33367"/>
                  </a:lnTo>
                  <a:lnTo>
                    <a:pt x="62706" y="36656"/>
                  </a:lnTo>
                  <a:lnTo>
                    <a:pt x="58565" y="40080"/>
                  </a:lnTo>
                  <a:lnTo>
                    <a:pt x="54537" y="43636"/>
                  </a:lnTo>
                  <a:lnTo>
                    <a:pt x="50626" y="47319"/>
                  </a:lnTo>
                  <a:lnTo>
                    <a:pt x="46834" y="51126"/>
                  </a:lnTo>
                  <a:lnTo>
                    <a:pt x="43167" y="55053"/>
                  </a:lnTo>
                  <a:lnTo>
                    <a:pt x="39629" y="59096"/>
                  </a:lnTo>
                  <a:lnTo>
                    <a:pt x="36221" y="63251"/>
                  </a:lnTo>
                  <a:lnTo>
                    <a:pt x="32950" y="67512"/>
                  </a:lnTo>
                  <a:lnTo>
                    <a:pt x="29816" y="71877"/>
                  </a:lnTo>
                  <a:lnTo>
                    <a:pt x="26825" y="76340"/>
                  </a:lnTo>
                  <a:lnTo>
                    <a:pt x="23979" y="80897"/>
                  </a:lnTo>
                  <a:lnTo>
                    <a:pt x="21280" y="85543"/>
                  </a:lnTo>
                  <a:lnTo>
                    <a:pt x="18733" y="90273"/>
                  </a:lnTo>
                  <a:lnTo>
                    <a:pt x="16338" y="95083"/>
                  </a:lnTo>
                  <a:lnTo>
                    <a:pt x="14099" y="99968"/>
                  </a:lnTo>
                  <a:lnTo>
                    <a:pt x="12019" y="104921"/>
                  </a:lnTo>
                  <a:lnTo>
                    <a:pt x="10099" y="109939"/>
                  </a:lnTo>
                  <a:lnTo>
                    <a:pt x="8341" y="115016"/>
                  </a:lnTo>
                  <a:lnTo>
                    <a:pt x="6747" y="120147"/>
                  </a:lnTo>
                  <a:lnTo>
                    <a:pt x="5319" y="125327"/>
                  </a:lnTo>
                  <a:lnTo>
                    <a:pt x="4058" y="130550"/>
                  </a:lnTo>
                  <a:lnTo>
                    <a:pt x="2965" y="135810"/>
                  </a:lnTo>
                  <a:lnTo>
                    <a:pt x="2042" y="141103"/>
                  </a:lnTo>
                  <a:lnTo>
                    <a:pt x="1290" y="146423"/>
                  </a:lnTo>
                  <a:lnTo>
                    <a:pt x="709" y="151765"/>
                  </a:lnTo>
                  <a:lnTo>
                    <a:pt x="300" y="157122"/>
                  </a:lnTo>
                  <a:lnTo>
                    <a:pt x="64" y="162489"/>
                  </a:lnTo>
                  <a:lnTo>
                    <a:pt x="0" y="167862"/>
                  </a:lnTo>
                  <a:lnTo>
                    <a:pt x="108" y="173234"/>
                  </a:lnTo>
                  <a:lnTo>
                    <a:pt x="389" y="178599"/>
                  </a:lnTo>
                  <a:lnTo>
                    <a:pt x="843" y="183953"/>
                  </a:lnTo>
                  <a:lnTo>
                    <a:pt x="1468" y="189289"/>
                  </a:lnTo>
                  <a:lnTo>
                    <a:pt x="2265" y="194603"/>
                  </a:lnTo>
                  <a:lnTo>
                    <a:pt x="3232" y="199888"/>
                  </a:lnTo>
                  <a:lnTo>
                    <a:pt x="4368" y="205139"/>
                  </a:lnTo>
                  <a:lnTo>
                    <a:pt x="5672" y="210351"/>
                  </a:lnTo>
                  <a:lnTo>
                    <a:pt x="7143" y="215519"/>
                  </a:lnTo>
                  <a:lnTo>
                    <a:pt x="8780" y="220636"/>
                  </a:lnTo>
                  <a:lnTo>
                    <a:pt x="10580" y="225699"/>
                  </a:lnTo>
                  <a:lnTo>
                    <a:pt x="12542" y="230701"/>
                  </a:lnTo>
                  <a:lnTo>
                    <a:pt x="14664" y="235637"/>
                  </a:lnTo>
                  <a:lnTo>
                    <a:pt x="16943" y="240502"/>
                  </a:lnTo>
                  <a:lnTo>
                    <a:pt x="19377" y="245292"/>
                  </a:lnTo>
                  <a:lnTo>
                    <a:pt x="21964" y="250001"/>
                  </a:lnTo>
                  <a:lnTo>
                    <a:pt x="24701" y="254624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4881079" y="5566459"/>
              <a:ext cx="142464" cy="87457"/>
            </a:xfrm>
            <a:custGeom>
              <a:avLst/>
              <a:pathLst>
                <a:path w="142464" h="87457">
                  <a:moveTo>
                    <a:pt x="0" y="87457"/>
                  </a:moveTo>
                  <a:lnTo>
                    <a:pt x="1424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4881079" y="5566459"/>
              <a:ext cx="142464" cy="87457"/>
            </a:xfrm>
            <a:custGeom>
              <a:avLst/>
              <a:pathLst>
                <a:path w="142464" h="87457">
                  <a:moveTo>
                    <a:pt x="0" y="87457"/>
                  </a:moveTo>
                  <a:lnTo>
                    <a:pt x="1424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4881079" y="5566459"/>
              <a:ext cx="142464" cy="87457"/>
            </a:xfrm>
            <a:custGeom>
              <a:avLst/>
              <a:pathLst>
                <a:path w="142464" h="87457">
                  <a:moveTo>
                    <a:pt x="0" y="87457"/>
                  </a:moveTo>
                  <a:lnTo>
                    <a:pt x="1424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881079" y="5566459"/>
              <a:ext cx="142464" cy="87457"/>
            </a:xfrm>
            <a:custGeom>
              <a:avLst/>
              <a:pathLst>
                <a:path w="142464" h="87457">
                  <a:moveTo>
                    <a:pt x="0" y="87457"/>
                  </a:moveTo>
                  <a:lnTo>
                    <a:pt x="14246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881079" y="5566459"/>
              <a:ext cx="142464" cy="87457"/>
            </a:xfrm>
            <a:custGeom>
              <a:avLst/>
              <a:pathLst>
                <a:path w="142464" h="87457">
                  <a:moveTo>
                    <a:pt x="0" y="87457"/>
                  </a:moveTo>
                  <a:lnTo>
                    <a:pt x="14246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881079" y="5566459"/>
              <a:ext cx="142464" cy="147019"/>
            </a:xfrm>
            <a:custGeom>
              <a:avLst/>
              <a:pathLst>
                <a:path w="142464" h="147019">
                  <a:moveTo>
                    <a:pt x="0" y="87457"/>
                  </a:moveTo>
                  <a:lnTo>
                    <a:pt x="3142" y="92381"/>
                  </a:lnTo>
                  <a:lnTo>
                    <a:pt x="6455" y="97192"/>
                  </a:lnTo>
                  <a:lnTo>
                    <a:pt x="9934" y="101885"/>
                  </a:lnTo>
                  <a:lnTo>
                    <a:pt x="13574" y="106453"/>
                  </a:lnTo>
                  <a:lnTo>
                    <a:pt x="17372" y="110892"/>
                  </a:lnTo>
                  <a:lnTo>
                    <a:pt x="21323" y="115194"/>
                  </a:lnTo>
                  <a:lnTo>
                    <a:pt x="25422" y="119356"/>
                  </a:lnTo>
                  <a:lnTo>
                    <a:pt x="29663" y="123373"/>
                  </a:lnTo>
                  <a:lnTo>
                    <a:pt x="34043" y="127239"/>
                  </a:lnTo>
                  <a:lnTo>
                    <a:pt x="38555" y="130949"/>
                  </a:lnTo>
                  <a:lnTo>
                    <a:pt x="43193" y="134500"/>
                  </a:lnTo>
                  <a:lnTo>
                    <a:pt x="47953" y="137886"/>
                  </a:lnTo>
                  <a:lnTo>
                    <a:pt x="52828" y="141104"/>
                  </a:lnTo>
                  <a:lnTo>
                    <a:pt x="57813" y="144149"/>
                  </a:lnTo>
                  <a:lnTo>
                    <a:pt x="62901" y="147019"/>
                  </a:lnTo>
                  <a:lnTo>
                    <a:pt x="14246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943981" y="5399291"/>
              <a:ext cx="246725" cy="334317"/>
            </a:xfrm>
            <a:custGeom>
              <a:avLst/>
              <a:pathLst>
                <a:path w="246725" h="334317">
                  <a:moveTo>
                    <a:pt x="0" y="314186"/>
                  </a:moveTo>
                  <a:lnTo>
                    <a:pt x="4730" y="316650"/>
                  </a:lnTo>
                  <a:lnTo>
                    <a:pt x="9538" y="318961"/>
                  </a:lnTo>
                  <a:lnTo>
                    <a:pt x="14416" y="321118"/>
                  </a:lnTo>
                  <a:lnTo>
                    <a:pt x="19361" y="323118"/>
                  </a:lnTo>
                  <a:lnTo>
                    <a:pt x="24367" y="324959"/>
                  </a:lnTo>
                  <a:lnTo>
                    <a:pt x="29429" y="326640"/>
                  </a:lnTo>
                  <a:lnTo>
                    <a:pt x="34542" y="328158"/>
                  </a:lnTo>
                  <a:lnTo>
                    <a:pt x="39702" y="329512"/>
                  </a:lnTo>
                  <a:lnTo>
                    <a:pt x="44901" y="330702"/>
                  </a:lnTo>
                  <a:lnTo>
                    <a:pt x="50136" y="331724"/>
                  </a:lnTo>
                  <a:lnTo>
                    <a:pt x="55401" y="332579"/>
                  </a:lnTo>
                  <a:lnTo>
                    <a:pt x="60691" y="333266"/>
                  </a:lnTo>
                  <a:lnTo>
                    <a:pt x="65999" y="333783"/>
                  </a:lnTo>
                  <a:lnTo>
                    <a:pt x="71322" y="334131"/>
                  </a:lnTo>
                  <a:lnTo>
                    <a:pt x="76653" y="334309"/>
                  </a:lnTo>
                  <a:lnTo>
                    <a:pt x="81987" y="334317"/>
                  </a:lnTo>
                  <a:lnTo>
                    <a:pt x="87318" y="334154"/>
                  </a:lnTo>
                  <a:lnTo>
                    <a:pt x="92642" y="333822"/>
                  </a:lnTo>
                  <a:lnTo>
                    <a:pt x="97952" y="333320"/>
                  </a:lnTo>
                  <a:lnTo>
                    <a:pt x="103244" y="332649"/>
                  </a:lnTo>
                  <a:lnTo>
                    <a:pt x="108511" y="331809"/>
                  </a:lnTo>
                  <a:lnTo>
                    <a:pt x="113749" y="330801"/>
                  </a:lnTo>
                  <a:lnTo>
                    <a:pt x="118952" y="329627"/>
                  </a:lnTo>
                  <a:lnTo>
                    <a:pt x="124115" y="328288"/>
                  </a:lnTo>
                  <a:lnTo>
                    <a:pt x="129233" y="326785"/>
                  </a:lnTo>
                  <a:lnTo>
                    <a:pt x="134300" y="325119"/>
                  </a:lnTo>
                  <a:lnTo>
                    <a:pt x="139311" y="323292"/>
                  </a:lnTo>
                  <a:lnTo>
                    <a:pt x="144262" y="321306"/>
                  </a:lnTo>
                  <a:lnTo>
                    <a:pt x="149147" y="319164"/>
                  </a:lnTo>
                  <a:lnTo>
                    <a:pt x="153960" y="316866"/>
                  </a:lnTo>
                  <a:lnTo>
                    <a:pt x="158699" y="314416"/>
                  </a:lnTo>
                  <a:lnTo>
                    <a:pt x="163356" y="311817"/>
                  </a:lnTo>
                  <a:lnTo>
                    <a:pt x="167928" y="309070"/>
                  </a:lnTo>
                  <a:lnTo>
                    <a:pt x="172410" y="306178"/>
                  </a:lnTo>
                  <a:lnTo>
                    <a:pt x="176798" y="303145"/>
                  </a:lnTo>
                  <a:lnTo>
                    <a:pt x="181087" y="299974"/>
                  </a:lnTo>
                  <a:lnTo>
                    <a:pt x="185272" y="296667"/>
                  </a:lnTo>
                  <a:lnTo>
                    <a:pt x="189350" y="293229"/>
                  </a:lnTo>
                  <a:lnTo>
                    <a:pt x="193316" y="289662"/>
                  </a:lnTo>
                  <a:lnTo>
                    <a:pt x="197166" y="285971"/>
                  </a:lnTo>
                  <a:lnTo>
                    <a:pt x="200896" y="282158"/>
                  </a:lnTo>
                  <a:lnTo>
                    <a:pt x="204503" y="278229"/>
                  </a:lnTo>
                  <a:lnTo>
                    <a:pt x="207983" y="274186"/>
                  </a:lnTo>
                  <a:lnTo>
                    <a:pt x="211332" y="270035"/>
                  </a:lnTo>
                  <a:lnTo>
                    <a:pt x="214547" y="265778"/>
                  </a:lnTo>
                  <a:lnTo>
                    <a:pt x="217624" y="261422"/>
                  </a:lnTo>
                  <a:lnTo>
                    <a:pt x="220561" y="256969"/>
                  </a:lnTo>
                  <a:lnTo>
                    <a:pt x="223354" y="252425"/>
                  </a:lnTo>
                  <a:lnTo>
                    <a:pt x="226001" y="247794"/>
                  </a:lnTo>
                  <a:lnTo>
                    <a:pt x="228499" y="243081"/>
                  </a:lnTo>
                  <a:lnTo>
                    <a:pt x="230845" y="238291"/>
                  </a:lnTo>
                  <a:lnTo>
                    <a:pt x="233037" y="233428"/>
                  </a:lnTo>
                  <a:lnTo>
                    <a:pt x="235073" y="228498"/>
                  </a:lnTo>
                  <a:lnTo>
                    <a:pt x="236950" y="223505"/>
                  </a:lnTo>
                  <a:lnTo>
                    <a:pt x="238668" y="218455"/>
                  </a:lnTo>
                  <a:lnTo>
                    <a:pt x="240223" y="213353"/>
                  </a:lnTo>
                  <a:lnTo>
                    <a:pt x="241615" y="208204"/>
                  </a:lnTo>
                  <a:lnTo>
                    <a:pt x="242841" y="203013"/>
                  </a:lnTo>
                  <a:lnTo>
                    <a:pt x="243902" y="197786"/>
                  </a:lnTo>
                  <a:lnTo>
                    <a:pt x="244795" y="192527"/>
                  </a:lnTo>
                  <a:lnTo>
                    <a:pt x="245520" y="187243"/>
                  </a:lnTo>
                  <a:lnTo>
                    <a:pt x="246076" y="181938"/>
                  </a:lnTo>
                  <a:lnTo>
                    <a:pt x="246462" y="176618"/>
                  </a:lnTo>
                  <a:lnTo>
                    <a:pt x="246679" y="171288"/>
                  </a:lnTo>
                  <a:lnTo>
                    <a:pt x="246725" y="165955"/>
                  </a:lnTo>
                  <a:lnTo>
                    <a:pt x="246602" y="160622"/>
                  </a:lnTo>
                  <a:lnTo>
                    <a:pt x="246308" y="155296"/>
                  </a:lnTo>
                  <a:lnTo>
                    <a:pt x="245844" y="149983"/>
                  </a:lnTo>
                  <a:lnTo>
                    <a:pt x="245211" y="144686"/>
                  </a:lnTo>
                  <a:lnTo>
                    <a:pt x="244410" y="139413"/>
                  </a:lnTo>
                  <a:lnTo>
                    <a:pt x="243440" y="134168"/>
                  </a:lnTo>
                  <a:lnTo>
                    <a:pt x="242304" y="128956"/>
                  </a:lnTo>
                  <a:lnTo>
                    <a:pt x="241002" y="123784"/>
                  </a:lnTo>
                  <a:lnTo>
                    <a:pt x="239536" y="118655"/>
                  </a:lnTo>
                  <a:lnTo>
                    <a:pt x="237907" y="113576"/>
                  </a:lnTo>
                  <a:lnTo>
                    <a:pt x="236117" y="108552"/>
                  </a:lnTo>
                  <a:lnTo>
                    <a:pt x="234167" y="103587"/>
                  </a:lnTo>
                  <a:lnTo>
                    <a:pt x="232060" y="98687"/>
                  </a:lnTo>
                  <a:lnTo>
                    <a:pt x="229797" y="93857"/>
                  </a:lnTo>
                  <a:lnTo>
                    <a:pt x="227382" y="89101"/>
                  </a:lnTo>
                  <a:lnTo>
                    <a:pt x="224816" y="84425"/>
                  </a:lnTo>
                  <a:lnTo>
                    <a:pt x="222102" y="79833"/>
                  </a:lnTo>
                  <a:lnTo>
                    <a:pt x="219244" y="75329"/>
                  </a:lnTo>
                  <a:lnTo>
                    <a:pt x="216243" y="70920"/>
                  </a:lnTo>
                  <a:lnTo>
                    <a:pt x="213102" y="66608"/>
                  </a:lnTo>
                  <a:lnTo>
                    <a:pt x="209826" y="62399"/>
                  </a:lnTo>
                  <a:lnTo>
                    <a:pt x="206417" y="58296"/>
                  </a:lnTo>
                  <a:lnTo>
                    <a:pt x="202879" y="54305"/>
                  </a:lnTo>
                  <a:lnTo>
                    <a:pt x="199216" y="50428"/>
                  </a:lnTo>
                  <a:lnTo>
                    <a:pt x="195431" y="46670"/>
                  </a:lnTo>
                  <a:lnTo>
                    <a:pt x="191527" y="43035"/>
                  </a:lnTo>
                  <a:lnTo>
                    <a:pt x="187510" y="39526"/>
                  </a:lnTo>
                  <a:lnTo>
                    <a:pt x="183383" y="36147"/>
                  </a:lnTo>
                  <a:lnTo>
                    <a:pt x="179150" y="32901"/>
                  </a:lnTo>
                  <a:lnTo>
                    <a:pt x="174816" y="29792"/>
                  </a:lnTo>
                  <a:lnTo>
                    <a:pt x="170385" y="26823"/>
                  </a:lnTo>
                  <a:lnTo>
                    <a:pt x="165861" y="23997"/>
                  </a:lnTo>
                  <a:lnTo>
                    <a:pt x="161249" y="21317"/>
                  </a:lnTo>
                  <a:lnTo>
                    <a:pt x="156555" y="18785"/>
                  </a:lnTo>
                  <a:lnTo>
                    <a:pt x="151781" y="16404"/>
                  </a:lnTo>
                  <a:lnTo>
                    <a:pt x="146935" y="14177"/>
                  </a:lnTo>
                  <a:lnTo>
                    <a:pt x="142020" y="12105"/>
                  </a:lnTo>
                  <a:lnTo>
                    <a:pt x="137041" y="10192"/>
                  </a:lnTo>
                  <a:lnTo>
                    <a:pt x="132003" y="8438"/>
                  </a:lnTo>
                  <a:lnTo>
                    <a:pt x="126913" y="6846"/>
                  </a:lnTo>
                  <a:lnTo>
                    <a:pt x="121774" y="5417"/>
                  </a:lnTo>
                  <a:lnTo>
                    <a:pt x="116592" y="4152"/>
                  </a:lnTo>
                  <a:lnTo>
                    <a:pt x="111372" y="3054"/>
                  </a:lnTo>
                  <a:lnTo>
                    <a:pt x="106120" y="2123"/>
                  </a:lnTo>
                  <a:lnTo>
                    <a:pt x="100841" y="1359"/>
                  </a:lnTo>
                  <a:lnTo>
                    <a:pt x="95540" y="765"/>
                  </a:lnTo>
                  <a:lnTo>
                    <a:pt x="90223" y="340"/>
                  </a:lnTo>
                  <a:lnTo>
                    <a:pt x="84896" y="85"/>
                  </a:lnTo>
                  <a:lnTo>
                    <a:pt x="79562" y="0"/>
                  </a:lnTo>
                  <a:lnTo>
                    <a:pt x="795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382782" y="5269756"/>
              <a:ext cx="162476" cy="167167"/>
            </a:xfrm>
            <a:custGeom>
              <a:avLst/>
              <a:pathLst>
                <a:path w="162476" h="167167">
                  <a:moveTo>
                    <a:pt x="162476" y="0"/>
                  </a:moveTo>
                  <a:lnTo>
                    <a:pt x="157040" y="88"/>
                  </a:lnTo>
                  <a:lnTo>
                    <a:pt x="151611" y="353"/>
                  </a:lnTo>
                  <a:lnTo>
                    <a:pt x="146193" y="794"/>
                  </a:lnTo>
                  <a:lnTo>
                    <a:pt x="140792" y="1412"/>
                  </a:lnTo>
                  <a:lnTo>
                    <a:pt x="135414" y="2205"/>
                  </a:lnTo>
                  <a:lnTo>
                    <a:pt x="130064" y="3172"/>
                  </a:lnTo>
                  <a:lnTo>
                    <a:pt x="124749" y="4312"/>
                  </a:lnTo>
                  <a:lnTo>
                    <a:pt x="119474" y="5625"/>
                  </a:lnTo>
                  <a:lnTo>
                    <a:pt x="114244" y="7109"/>
                  </a:lnTo>
                  <a:lnTo>
                    <a:pt x="109066" y="8761"/>
                  </a:lnTo>
                  <a:lnTo>
                    <a:pt x="103943" y="10582"/>
                  </a:lnTo>
                  <a:lnTo>
                    <a:pt x="98883" y="12568"/>
                  </a:lnTo>
                  <a:lnTo>
                    <a:pt x="93890" y="14717"/>
                  </a:lnTo>
                  <a:lnTo>
                    <a:pt x="88969" y="17028"/>
                  </a:lnTo>
                  <a:lnTo>
                    <a:pt x="84127" y="19497"/>
                  </a:lnTo>
                  <a:lnTo>
                    <a:pt x="79367" y="22123"/>
                  </a:lnTo>
                  <a:lnTo>
                    <a:pt x="74694" y="24902"/>
                  </a:lnTo>
                  <a:lnTo>
                    <a:pt x="70115" y="27831"/>
                  </a:lnTo>
                  <a:lnTo>
                    <a:pt x="65634" y="30908"/>
                  </a:lnTo>
                  <a:lnTo>
                    <a:pt x="61254" y="34129"/>
                  </a:lnTo>
                  <a:lnTo>
                    <a:pt x="56982" y="37490"/>
                  </a:lnTo>
                  <a:lnTo>
                    <a:pt x="52822" y="40989"/>
                  </a:lnTo>
                  <a:lnTo>
                    <a:pt x="48777" y="44621"/>
                  </a:lnTo>
                  <a:lnTo>
                    <a:pt x="44853" y="48382"/>
                  </a:lnTo>
                  <a:lnTo>
                    <a:pt x="41053" y="52270"/>
                  </a:lnTo>
                  <a:lnTo>
                    <a:pt x="37381" y="56279"/>
                  </a:lnTo>
                  <a:lnTo>
                    <a:pt x="33842" y="60405"/>
                  </a:lnTo>
                  <a:lnTo>
                    <a:pt x="30438" y="64643"/>
                  </a:lnTo>
                  <a:lnTo>
                    <a:pt x="27175" y="68991"/>
                  </a:lnTo>
                  <a:lnTo>
                    <a:pt x="24054" y="73442"/>
                  </a:lnTo>
                  <a:lnTo>
                    <a:pt x="21080" y="77992"/>
                  </a:lnTo>
                  <a:lnTo>
                    <a:pt x="18255" y="82637"/>
                  </a:lnTo>
                  <a:lnTo>
                    <a:pt x="15583" y="87371"/>
                  </a:lnTo>
                  <a:lnTo>
                    <a:pt x="13066" y="92189"/>
                  </a:lnTo>
                  <a:lnTo>
                    <a:pt x="10707" y="97087"/>
                  </a:lnTo>
                  <a:lnTo>
                    <a:pt x="8509" y="102058"/>
                  </a:lnTo>
                  <a:lnTo>
                    <a:pt x="6473" y="107099"/>
                  </a:lnTo>
                  <a:lnTo>
                    <a:pt x="4603" y="112203"/>
                  </a:lnTo>
                  <a:lnTo>
                    <a:pt x="2899" y="117365"/>
                  </a:lnTo>
                  <a:lnTo>
                    <a:pt x="1364" y="122580"/>
                  </a:lnTo>
                  <a:lnTo>
                    <a:pt x="0" y="127842"/>
                  </a:lnTo>
                  <a:lnTo>
                    <a:pt x="16247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382782" y="5397599"/>
              <a:ext cx="162476" cy="39324"/>
            </a:xfrm>
            <a:custGeom>
              <a:avLst/>
              <a:pathLst>
                <a:path w="162476" h="39324">
                  <a:moveTo>
                    <a:pt x="0" y="0"/>
                  </a:moveTo>
                  <a:lnTo>
                    <a:pt x="162476" y="393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382782" y="5397599"/>
              <a:ext cx="162476" cy="39324"/>
            </a:xfrm>
            <a:custGeom>
              <a:avLst/>
              <a:pathLst>
                <a:path w="162476" h="39324">
                  <a:moveTo>
                    <a:pt x="0" y="0"/>
                  </a:moveTo>
                  <a:lnTo>
                    <a:pt x="162476" y="393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382782" y="5397599"/>
              <a:ext cx="162476" cy="39324"/>
            </a:xfrm>
            <a:custGeom>
              <a:avLst/>
              <a:pathLst>
                <a:path w="162476" h="39324">
                  <a:moveTo>
                    <a:pt x="0" y="0"/>
                  </a:moveTo>
                  <a:lnTo>
                    <a:pt x="162476" y="393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382782" y="5397599"/>
              <a:ext cx="162476" cy="39324"/>
            </a:xfrm>
            <a:custGeom>
              <a:avLst/>
              <a:pathLst>
                <a:path w="162476" h="39324">
                  <a:moveTo>
                    <a:pt x="0" y="0"/>
                  </a:moveTo>
                  <a:lnTo>
                    <a:pt x="162476" y="393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378091" y="5397599"/>
              <a:ext cx="167166" cy="68288"/>
            </a:xfrm>
            <a:custGeom>
              <a:avLst/>
              <a:pathLst>
                <a:path w="167166" h="68288">
                  <a:moveTo>
                    <a:pt x="4690" y="0"/>
                  </a:moveTo>
                  <a:lnTo>
                    <a:pt x="3437" y="5595"/>
                  </a:lnTo>
                  <a:lnTo>
                    <a:pt x="2377" y="11229"/>
                  </a:lnTo>
                  <a:lnTo>
                    <a:pt x="1510" y="16897"/>
                  </a:lnTo>
                  <a:lnTo>
                    <a:pt x="838" y="22591"/>
                  </a:lnTo>
                  <a:lnTo>
                    <a:pt x="362" y="28305"/>
                  </a:lnTo>
                  <a:lnTo>
                    <a:pt x="83" y="34032"/>
                  </a:lnTo>
                  <a:lnTo>
                    <a:pt x="0" y="39765"/>
                  </a:lnTo>
                  <a:lnTo>
                    <a:pt x="113" y="45498"/>
                  </a:lnTo>
                  <a:lnTo>
                    <a:pt x="423" y="51223"/>
                  </a:lnTo>
                  <a:lnTo>
                    <a:pt x="929" y="56934"/>
                  </a:lnTo>
                  <a:lnTo>
                    <a:pt x="1631" y="62625"/>
                  </a:lnTo>
                  <a:lnTo>
                    <a:pt x="2527" y="68288"/>
                  </a:lnTo>
                  <a:lnTo>
                    <a:pt x="167166" y="393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380619" y="5269756"/>
              <a:ext cx="331785" cy="334334"/>
            </a:xfrm>
            <a:custGeom>
              <a:avLst/>
              <a:pathLst>
                <a:path w="331785" h="334334">
                  <a:moveTo>
                    <a:pt x="0" y="196131"/>
                  </a:moveTo>
                  <a:lnTo>
                    <a:pt x="1001" y="201340"/>
                  </a:lnTo>
                  <a:lnTo>
                    <a:pt x="2168" y="206516"/>
                  </a:lnTo>
                  <a:lnTo>
                    <a:pt x="3499" y="211651"/>
                  </a:lnTo>
                  <a:lnTo>
                    <a:pt x="4991" y="216742"/>
                  </a:lnTo>
                  <a:lnTo>
                    <a:pt x="6645" y="221782"/>
                  </a:lnTo>
                  <a:lnTo>
                    <a:pt x="8457" y="226768"/>
                  </a:lnTo>
                  <a:lnTo>
                    <a:pt x="10427" y="231694"/>
                  </a:lnTo>
                  <a:lnTo>
                    <a:pt x="12552" y="236555"/>
                  </a:lnTo>
                  <a:lnTo>
                    <a:pt x="14830" y="241346"/>
                  </a:lnTo>
                  <a:lnTo>
                    <a:pt x="17260" y="246062"/>
                  </a:lnTo>
                  <a:lnTo>
                    <a:pt x="19837" y="250698"/>
                  </a:lnTo>
                  <a:lnTo>
                    <a:pt x="22561" y="255251"/>
                  </a:lnTo>
                  <a:lnTo>
                    <a:pt x="25427" y="259715"/>
                  </a:lnTo>
                  <a:lnTo>
                    <a:pt x="28434" y="264086"/>
                  </a:lnTo>
                  <a:lnTo>
                    <a:pt x="31578" y="268359"/>
                  </a:lnTo>
                  <a:lnTo>
                    <a:pt x="34856" y="272530"/>
                  </a:lnTo>
                  <a:lnTo>
                    <a:pt x="38264" y="276595"/>
                  </a:lnTo>
                  <a:lnTo>
                    <a:pt x="41800" y="280550"/>
                  </a:lnTo>
                  <a:lnTo>
                    <a:pt x="45460" y="284390"/>
                  </a:lnTo>
                  <a:lnTo>
                    <a:pt x="49239" y="288113"/>
                  </a:lnTo>
                  <a:lnTo>
                    <a:pt x="53135" y="291714"/>
                  </a:lnTo>
                  <a:lnTo>
                    <a:pt x="57143" y="295189"/>
                  </a:lnTo>
                  <a:lnTo>
                    <a:pt x="61259" y="298536"/>
                  </a:lnTo>
                  <a:lnTo>
                    <a:pt x="65480" y="301750"/>
                  </a:lnTo>
                  <a:lnTo>
                    <a:pt x="69800" y="304828"/>
                  </a:lnTo>
                  <a:lnTo>
                    <a:pt x="74216" y="307768"/>
                  </a:lnTo>
                  <a:lnTo>
                    <a:pt x="78723" y="310567"/>
                  </a:lnTo>
                  <a:lnTo>
                    <a:pt x="83316" y="313221"/>
                  </a:lnTo>
                  <a:lnTo>
                    <a:pt x="87992" y="315727"/>
                  </a:lnTo>
                  <a:lnTo>
                    <a:pt x="92744" y="318085"/>
                  </a:lnTo>
                  <a:lnTo>
                    <a:pt x="97569" y="320290"/>
                  </a:lnTo>
                  <a:lnTo>
                    <a:pt x="102462" y="322341"/>
                  </a:lnTo>
                  <a:lnTo>
                    <a:pt x="107417" y="324236"/>
                  </a:lnTo>
                  <a:lnTo>
                    <a:pt x="112429" y="325972"/>
                  </a:lnTo>
                  <a:lnTo>
                    <a:pt x="117495" y="327549"/>
                  </a:lnTo>
                  <a:lnTo>
                    <a:pt x="122608" y="328964"/>
                  </a:lnTo>
                  <a:lnTo>
                    <a:pt x="127763" y="330216"/>
                  </a:lnTo>
                  <a:lnTo>
                    <a:pt x="132955" y="331304"/>
                  </a:lnTo>
                  <a:lnTo>
                    <a:pt x="138179" y="332227"/>
                  </a:lnTo>
                  <a:lnTo>
                    <a:pt x="143430" y="332984"/>
                  </a:lnTo>
                  <a:lnTo>
                    <a:pt x="148702" y="333573"/>
                  </a:lnTo>
                  <a:lnTo>
                    <a:pt x="153990" y="333995"/>
                  </a:lnTo>
                  <a:lnTo>
                    <a:pt x="159289" y="334249"/>
                  </a:lnTo>
                  <a:lnTo>
                    <a:pt x="164593" y="334334"/>
                  </a:lnTo>
                  <a:lnTo>
                    <a:pt x="169898" y="334252"/>
                  </a:lnTo>
                  <a:lnTo>
                    <a:pt x="175197" y="334001"/>
                  </a:lnTo>
                  <a:lnTo>
                    <a:pt x="180485" y="333582"/>
                  </a:lnTo>
                  <a:lnTo>
                    <a:pt x="185758" y="332995"/>
                  </a:lnTo>
                  <a:lnTo>
                    <a:pt x="191009" y="332241"/>
                  </a:lnTo>
                  <a:lnTo>
                    <a:pt x="196234" y="331321"/>
                  </a:lnTo>
                  <a:lnTo>
                    <a:pt x="201426" y="330236"/>
                  </a:lnTo>
                  <a:lnTo>
                    <a:pt x="206582" y="328987"/>
                  </a:lnTo>
                  <a:lnTo>
                    <a:pt x="211696" y="327575"/>
                  </a:lnTo>
                  <a:lnTo>
                    <a:pt x="216762" y="326001"/>
                  </a:lnTo>
                  <a:lnTo>
                    <a:pt x="221775" y="324267"/>
                  </a:lnTo>
                  <a:lnTo>
                    <a:pt x="226732" y="322375"/>
                  </a:lnTo>
                  <a:lnTo>
                    <a:pt x="231625" y="320326"/>
                  </a:lnTo>
                  <a:lnTo>
                    <a:pt x="236451" y="318124"/>
                  </a:lnTo>
                  <a:lnTo>
                    <a:pt x="241205" y="315769"/>
                  </a:lnTo>
                  <a:lnTo>
                    <a:pt x="245882" y="313265"/>
                  </a:lnTo>
                  <a:lnTo>
                    <a:pt x="250477" y="310613"/>
                  </a:lnTo>
                  <a:lnTo>
                    <a:pt x="254985" y="307817"/>
                  </a:lnTo>
                  <a:lnTo>
                    <a:pt x="259402" y="304880"/>
                  </a:lnTo>
                  <a:lnTo>
                    <a:pt x="263724" y="301803"/>
                  </a:lnTo>
                  <a:lnTo>
                    <a:pt x="267947" y="298591"/>
                  </a:lnTo>
                  <a:lnTo>
                    <a:pt x="272065" y="295247"/>
                  </a:lnTo>
                  <a:lnTo>
                    <a:pt x="276075" y="291774"/>
                  </a:lnTo>
                  <a:lnTo>
                    <a:pt x="279973" y="288175"/>
                  </a:lnTo>
                  <a:lnTo>
                    <a:pt x="283754" y="284455"/>
                  </a:lnTo>
                  <a:lnTo>
                    <a:pt x="287416" y="280616"/>
                  </a:lnTo>
                  <a:lnTo>
                    <a:pt x="290954" y="276663"/>
                  </a:lnTo>
                  <a:lnTo>
                    <a:pt x="294365" y="272600"/>
                  </a:lnTo>
                  <a:lnTo>
                    <a:pt x="297645" y="268431"/>
                  </a:lnTo>
                  <a:lnTo>
                    <a:pt x="300791" y="264159"/>
                  </a:lnTo>
                  <a:lnTo>
                    <a:pt x="303800" y="259790"/>
                  </a:lnTo>
                  <a:lnTo>
                    <a:pt x="306669" y="255328"/>
                  </a:lnTo>
                  <a:lnTo>
                    <a:pt x="309395" y="250777"/>
                  </a:lnTo>
                  <a:lnTo>
                    <a:pt x="311975" y="246141"/>
                  </a:lnTo>
                  <a:lnTo>
                    <a:pt x="314407" y="241427"/>
                  </a:lnTo>
                  <a:lnTo>
                    <a:pt x="316688" y="236637"/>
                  </a:lnTo>
                  <a:lnTo>
                    <a:pt x="318815" y="231777"/>
                  </a:lnTo>
                  <a:lnTo>
                    <a:pt x="320788" y="226853"/>
                  </a:lnTo>
                  <a:lnTo>
                    <a:pt x="322603" y="221868"/>
                  </a:lnTo>
                  <a:lnTo>
                    <a:pt x="324259" y="216828"/>
                  </a:lnTo>
                  <a:lnTo>
                    <a:pt x="325755" y="211738"/>
                  </a:lnTo>
                  <a:lnTo>
                    <a:pt x="327088" y="206603"/>
                  </a:lnTo>
                  <a:lnTo>
                    <a:pt x="328257" y="201429"/>
                  </a:lnTo>
                  <a:lnTo>
                    <a:pt x="329262" y="196220"/>
                  </a:lnTo>
                  <a:lnTo>
                    <a:pt x="330101" y="190982"/>
                  </a:lnTo>
                  <a:lnTo>
                    <a:pt x="330773" y="185720"/>
                  </a:lnTo>
                  <a:lnTo>
                    <a:pt x="331278" y="180439"/>
                  </a:lnTo>
                  <a:lnTo>
                    <a:pt x="331616" y="175144"/>
                  </a:lnTo>
                  <a:lnTo>
                    <a:pt x="331785" y="169842"/>
                  </a:lnTo>
                  <a:lnTo>
                    <a:pt x="331785" y="164537"/>
                  </a:lnTo>
                  <a:lnTo>
                    <a:pt x="331618" y="159235"/>
                  </a:lnTo>
                  <a:lnTo>
                    <a:pt x="331282" y="153940"/>
                  </a:lnTo>
                  <a:lnTo>
                    <a:pt x="330778" y="148659"/>
                  </a:lnTo>
                  <a:lnTo>
                    <a:pt x="330107" y="143397"/>
                  </a:lnTo>
                  <a:lnTo>
                    <a:pt x="329270" y="138158"/>
                  </a:lnTo>
                  <a:lnTo>
                    <a:pt x="328267" y="132949"/>
                  </a:lnTo>
                  <a:lnTo>
                    <a:pt x="327098" y="127774"/>
                  </a:lnTo>
                  <a:lnTo>
                    <a:pt x="325767" y="122639"/>
                  </a:lnTo>
                  <a:lnTo>
                    <a:pt x="324273" y="117549"/>
                  </a:lnTo>
                  <a:lnTo>
                    <a:pt x="322618" y="112509"/>
                  </a:lnTo>
                  <a:lnTo>
                    <a:pt x="320804" y="107523"/>
                  </a:lnTo>
                  <a:lnTo>
                    <a:pt x="318833" y="102598"/>
                  </a:lnTo>
                  <a:lnTo>
                    <a:pt x="316706" y="97738"/>
                  </a:lnTo>
                  <a:lnTo>
                    <a:pt x="314427" y="92948"/>
                  </a:lnTo>
                  <a:lnTo>
                    <a:pt x="311996" y="88232"/>
                  </a:lnTo>
                  <a:lnTo>
                    <a:pt x="309417" y="83596"/>
                  </a:lnTo>
                  <a:lnTo>
                    <a:pt x="306693" y="79044"/>
                  </a:lnTo>
                  <a:lnTo>
                    <a:pt x="303825" y="74581"/>
                  </a:lnTo>
                  <a:lnTo>
                    <a:pt x="300817" y="70211"/>
                  </a:lnTo>
                  <a:lnTo>
                    <a:pt x="297672" y="65939"/>
                  </a:lnTo>
                  <a:lnTo>
                    <a:pt x="294393" y="61769"/>
                  </a:lnTo>
                  <a:lnTo>
                    <a:pt x="290983" y="57705"/>
                  </a:lnTo>
                  <a:lnTo>
                    <a:pt x="287447" y="53751"/>
                  </a:lnTo>
                  <a:lnTo>
                    <a:pt x="283786" y="49911"/>
                  </a:lnTo>
                  <a:lnTo>
                    <a:pt x="280005" y="46190"/>
                  </a:lnTo>
                  <a:lnTo>
                    <a:pt x="276109" y="42590"/>
                  </a:lnTo>
                  <a:lnTo>
                    <a:pt x="272099" y="39116"/>
                  </a:lnTo>
                  <a:lnTo>
                    <a:pt x="267982" y="35770"/>
                  </a:lnTo>
                  <a:lnTo>
                    <a:pt x="263761" y="32557"/>
                  </a:lnTo>
                  <a:lnTo>
                    <a:pt x="259440" y="29480"/>
                  </a:lnTo>
                  <a:lnTo>
                    <a:pt x="255023" y="26541"/>
                  </a:lnTo>
                  <a:lnTo>
                    <a:pt x="250515" y="23744"/>
                  </a:lnTo>
                  <a:lnTo>
                    <a:pt x="245921" y="21091"/>
                  </a:lnTo>
                  <a:lnTo>
                    <a:pt x="241245" y="18586"/>
                  </a:lnTo>
                  <a:lnTo>
                    <a:pt x="236492" y="16230"/>
                  </a:lnTo>
                  <a:lnTo>
                    <a:pt x="231667" y="14026"/>
                  </a:lnTo>
                  <a:lnTo>
                    <a:pt x="226774" y="11976"/>
                  </a:lnTo>
                  <a:lnTo>
                    <a:pt x="221818" y="10083"/>
                  </a:lnTo>
                  <a:lnTo>
                    <a:pt x="216805" y="8347"/>
                  </a:lnTo>
                  <a:lnTo>
                    <a:pt x="211739" y="6772"/>
                  </a:lnTo>
                  <a:lnTo>
                    <a:pt x="206626" y="5358"/>
                  </a:lnTo>
                  <a:lnTo>
                    <a:pt x="201470" y="4108"/>
                  </a:lnTo>
                  <a:lnTo>
                    <a:pt x="196278" y="3021"/>
                  </a:lnTo>
                  <a:lnTo>
                    <a:pt x="191054" y="2100"/>
                  </a:lnTo>
                  <a:lnTo>
                    <a:pt x="185803" y="1345"/>
                  </a:lnTo>
                  <a:lnTo>
                    <a:pt x="180530" y="757"/>
                  </a:lnTo>
                  <a:lnTo>
                    <a:pt x="175242" y="336"/>
                  </a:lnTo>
                  <a:lnTo>
                    <a:pt x="169943" y="84"/>
                  </a:lnTo>
                  <a:lnTo>
                    <a:pt x="164639" y="0"/>
                  </a:lnTo>
                  <a:lnTo>
                    <a:pt x="16463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5876760" y="5018213"/>
              <a:ext cx="144278" cy="167167"/>
            </a:xfrm>
            <a:custGeom>
              <a:avLst/>
              <a:pathLst>
                <a:path w="144278" h="167167">
                  <a:moveTo>
                    <a:pt x="144278" y="0"/>
                  </a:moveTo>
                  <a:lnTo>
                    <a:pt x="138839" y="88"/>
                  </a:lnTo>
                  <a:lnTo>
                    <a:pt x="133406" y="353"/>
                  </a:lnTo>
                  <a:lnTo>
                    <a:pt x="127984" y="795"/>
                  </a:lnTo>
                  <a:lnTo>
                    <a:pt x="122580" y="1414"/>
                  </a:lnTo>
                  <a:lnTo>
                    <a:pt x="117198" y="2207"/>
                  </a:lnTo>
                  <a:lnTo>
                    <a:pt x="111846" y="3176"/>
                  </a:lnTo>
                  <a:lnTo>
                    <a:pt x="106527" y="4318"/>
                  </a:lnTo>
                  <a:lnTo>
                    <a:pt x="101249" y="5632"/>
                  </a:lnTo>
                  <a:lnTo>
                    <a:pt x="96016" y="7118"/>
                  </a:lnTo>
                  <a:lnTo>
                    <a:pt x="90834" y="8773"/>
                  </a:lnTo>
                  <a:lnTo>
                    <a:pt x="85709" y="10596"/>
                  </a:lnTo>
                  <a:lnTo>
                    <a:pt x="80646" y="12584"/>
                  </a:lnTo>
                  <a:lnTo>
                    <a:pt x="75650" y="14736"/>
                  </a:lnTo>
                  <a:lnTo>
                    <a:pt x="70727" y="17050"/>
                  </a:lnTo>
                  <a:lnTo>
                    <a:pt x="65881" y="19522"/>
                  </a:lnTo>
                  <a:lnTo>
                    <a:pt x="61119" y="22151"/>
                  </a:lnTo>
                  <a:lnTo>
                    <a:pt x="56445" y="24934"/>
                  </a:lnTo>
                  <a:lnTo>
                    <a:pt x="51864" y="27867"/>
                  </a:lnTo>
                  <a:lnTo>
                    <a:pt x="47381" y="30947"/>
                  </a:lnTo>
                  <a:lnTo>
                    <a:pt x="43000" y="34172"/>
                  </a:lnTo>
                  <a:lnTo>
                    <a:pt x="38726" y="37538"/>
                  </a:lnTo>
                  <a:lnTo>
                    <a:pt x="34565" y="41041"/>
                  </a:lnTo>
                  <a:lnTo>
                    <a:pt x="30519" y="44677"/>
                  </a:lnTo>
                  <a:lnTo>
                    <a:pt x="26594" y="48443"/>
                  </a:lnTo>
                  <a:lnTo>
                    <a:pt x="22793" y="52335"/>
                  </a:lnTo>
                  <a:lnTo>
                    <a:pt x="19122" y="56348"/>
                  </a:lnTo>
                  <a:lnTo>
                    <a:pt x="15582" y="60479"/>
                  </a:lnTo>
                  <a:lnTo>
                    <a:pt x="12179" y="64723"/>
                  </a:lnTo>
                  <a:lnTo>
                    <a:pt x="8916" y="69075"/>
                  </a:lnTo>
                  <a:lnTo>
                    <a:pt x="5796" y="73531"/>
                  </a:lnTo>
                  <a:lnTo>
                    <a:pt x="2823" y="78086"/>
                  </a:lnTo>
                  <a:lnTo>
                    <a:pt x="0" y="82736"/>
                  </a:lnTo>
                  <a:lnTo>
                    <a:pt x="14427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5876760" y="5100949"/>
              <a:ext cx="144278" cy="84431"/>
            </a:xfrm>
            <a:custGeom>
              <a:avLst/>
              <a:pathLst>
                <a:path w="144278" h="84431">
                  <a:moveTo>
                    <a:pt x="0" y="0"/>
                  </a:moveTo>
                  <a:lnTo>
                    <a:pt x="144278" y="844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876760" y="5100949"/>
              <a:ext cx="144278" cy="84431"/>
            </a:xfrm>
            <a:custGeom>
              <a:avLst/>
              <a:pathLst>
                <a:path w="144278" h="84431">
                  <a:moveTo>
                    <a:pt x="0" y="0"/>
                  </a:moveTo>
                  <a:lnTo>
                    <a:pt x="144278" y="844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876760" y="5100949"/>
              <a:ext cx="144278" cy="84431"/>
            </a:xfrm>
            <a:custGeom>
              <a:avLst/>
              <a:pathLst>
                <a:path w="144278" h="84431">
                  <a:moveTo>
                    <a:pt x="0" y="0"/>
                  </a:moveTo>
                  <a:lnTo>
                    <a:pt x="144278" y="844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866794" y="5100949"/>
              <a:ext cx="154244" cy="84431"/>
            </a:xfrm>
            <a:custGeom>
              <a:avLst/>
              <a:pathLst>
                <a:path w="154244" h="84431">
                  <a:moveTo>
                    <a:pt x="9966" y="0"/>
                  </a:moveTo>
                  <a:lnTo>
                    <a:pt x="6348" y="6510"/>
                  </a:lnTo>
                  <a:lnTo>
                    <a:pt x="3024" y="13176"/>
                  </a:lnTo>
                  <a:lnTo>
                    <a:pt x="0" y="19983"/>
                  </a:lnTo>
                  <a:lnTo>
                    <a:pt x="154244" y="844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853890" y="5018213"/>
              <a:ext cx="334295" cy="334334"/>
            </a:xfrm>
            <a:custGeom>
              <a:avLst/>
              <a:pathLst>
                <a:path w="334295" h="334334">
                  <a:moveTo>
                    <a:pt x="12903" y="102720"/>
                  </a:moveTo>
                  <a:lnTo>
                    <a:pt x="10936" y="107645"/>
                  </a:lnTo>
                  <a:lnTo>
                    <a:pt x="9127" y="112630"/>
                  </a:lnTo>
                  <a:lnTo>
                    <a:pt x="7476" y="117671"/>
                  </a:lnTo>
                  <a:lnTo>
                    <a:pt x="5986" y="122761"/>
                  </a:lnTo>
                  <a:lnTo>
                    <a:pt x="4659" y="127896"/>
                  </a:lnTo>
                  <a:lnTo>
                    <a:pt x="3495" y="133070"/>
                  </a:lnTo>
                  <a:lnTo>
                    <a:pt x="2496" y="138279"/>
                  </a:lnTo>
                  <a:lnTo>
                    <a:pt x="1662" y="143516"/>
                  </a:lnTo>
                  <a:lnTo>
                    <a:pt x="995" y="148778"/>
                  </a:lnTo>
                  <a:lnTo>
                    <a:pt x="495" y="154058"/>
                  </a:lnTo>
                  <a:lnTo>
                    <a:pt x="163" y="159351"/>
                  </a:lnTo>
                  <a:lnTo>
                    <a:pt x="0" y="164652"/>
                  </a:lnTo>
                  <a:lnTo>
                    <a:pt x="4" y="169956"/>
                  </a:lnTo>
                  <a:lnTo>
                    <a:pt x="176" y="175257"/>
                  </a:lnTo>
                  <a:lnTo>
                    <a:pt x="517" y="180549"/>
                  </a:lnTo>
                  <a:lnTo>
                    <a:pt x="1025" y="185828"/>
                  </a:lnTo>
                  <a:lnTo>
                    <a:pt x="1701" y="191089"/>
                  </a:lnTo>
                  <a:lnTo>
                    <a:pt x="2543" y="196325"/>
                  </a:lnTo>
                  <a:lnTo>
                    <a:pt x="3551" y="201532"/>
                  </a:lnTo>
                  <a:lnTo>
                    <a:pt x="4723" y="206705"/>
                  </a:lnTo>
                  <a:lnTo>
                    <a:pt x="6059" y="211837"/>
                  </a:lnTo>
                  <a:lnTo>
                    <a:pt x="7558" y="216925"/>
                  </a:lnTo>
                  <a:lnTo>
                    <a:pt x="9216" y="221962"/>
                  </a:lnTo>
                  <a:lnTo>
                    <a:pt x="11034" y="226945"/>
                  </a:lnTo>
                  <a:lnTo>
                    <a:pt x="13009" y="231867"/>
                  </a:lnTo>
                  <a:lnTo>
                    <a:pt x="15139" y="236724"/>
                  </a:lnTo>
                  <a:lnTo>
                    <a:pt x="17422" y="241511"/>
                  </a:lnTo>
                  <a:lnTo>
                    <a:pt x="19856" y="246223"/>
                  </a:lnTo>
                  <a:lnTo>
                    <a:pt x="22438" y="250856"/>
                  </a:lnTo>
                  <a:lnTo>
                    <a:pt x="25165" y="255405"/>
                  </a:lnTo>
                  <a:lnTo>
                    <a:pt x="28036" y="259864"/>
                  </a:lnTo>
                  <a:lnTo>
                    <a:pt x="31047" y="264230"/>
                  </a:lnTo>
                  <a:lnTo>
                    <a:pt x="34194" y="268499"/>
                  </a:lnTo>
                  <a:lnTo>
                    <a:pt x="37476" y="272666"/>
                  </a:lnTo>
                  <a:lnTo>
                    <a:pt x="40887" y="276726"/>
                  </a:lnTo>
                  <a:lnTo>
                    <a:pt x="44426" y="280676"/>
                  </a:lnTo>
                  <a:lnTo>
                    <a:pt x="48089" y="284512"/>
                  </a:lnTo>
                  <a:lnTo>
                    <a:pt x="51871" y="288230"/>
                  </a:lnTo>
                  <a:lnTo>
                    <a:pt x="55770" y="291826"/>
                  </a:lnTo>
                  <a:lnTo>
                    <a:pt x="59780" y="295296"/>
                  </a:lnTo>
                  <a:lnTo>
                    <a:pt x="63899" y="298638"/>
                  </a:lnTo>
                  <a:lnTo>
                    <a:pt x="68122" y="301847"/>
                  </a:lnTo>
                  <a:lnTo>
                    <a:pt x="72444" y="304921"/>
                  </a:lnTo>
                  <a:lnTo>
                    <a:pt x="76861" y="307855"/>
                  </a:lnTo>
                  <a:lnTo>
                    <a:pt x="81370" y="310649"/>
                  </a:lnTo>
                  <a:lnTo>
                    <a:pt x="85964" y="313298"/>
                  </a:lnTo>
                  <a:lnTo>
                    <a:pt x="90641" y="315799"/>
                  </a:lnTo>
                  <a:lnTo>
                    <a:pt x="95394" y="318152"/>
                  </a:lnTo>
                  <a:lnTo>
                    <a:pt x="100220" y="320352"/>
                  </a:lnTo>
                  <a:lnTo>
                    <a:pt x="105113" y="322398"/>
                  </a:lnTo>
                  <a:lnTo>
                    <a:pt x="110069" y="324288"/>
                  </a:lnTo>
                  <a:lnTo>
                    <a:pt x="115082" y="326019"/>
                  </a:lnTo>
                  <a:lnTo>
                    <a:pt x="120147" y="327591"/>
                  </a:lnTo>
                  <a:lnTo>
                    <a:pt x="125260" y="329001"/>
                  </a:lnTo>
                  <a:lnTo>
                    <a:pt x="130415" y="330249"/>
                  </a:lnTo>
                  <a:lnTo>
                    <a:pt x="135606" y="331332"/>
                  </a:lnTo>
                  <a:lnTo>
                    <a:pt x="140830" y="332250"/>
                  </a:lnTo>
                  <a:lnTo>
                    <a:pt x="146080" y="333001"/>
                  </a:lnTo>
                  <a:lnTo>
                    <a:pt x="151351" y="333586"/>
                  </a:lnTo>
                  <a:lnTo>
                    <a:pt x="156639" y="334004"/>
                  </a:lnTo>
                  <a:lnTo>
                    <a:pt x="161936" y="334253"/>
                  </a:lnTo>
                  <a:lnTo>
                    <a:pt x="167239" y="334334"/>
                  </a:lnTo>
                  <a:lnTo>
                    <a:pt x="172542" y="334247"/>
                  </a:lnTo>
                  <a:lnTo>
                    <a:pt x="177840" y="333992"/>
                  </a:lnTo>
                  <a:lnTo>
                    <a:pt x="183126" y="333569"/>
                  </a:lnTo>
                  <a:lnTo>
                    <a:pt x="188397" y="332978"/>
                  </a:lnTo>
                  <a:lnTo>
                    <a:pt x="193646" y="332221"/>
                  </a:lnTo>
                  <a:lnTo>
                    <a:pt x="198869" y="331297"/>
                  </a:lnTo>
                  <a:lnTo>
                    <a:pt x="204060" y="330208"/>
                  </a:lnTo>
                  <a:lnTo>
                    <a:pt x="209213" y="328955"/>
                  </a:lnTo>
                  <a:lnTo>
                    <a:pt x="214324" y="327540"/>
                  </a:lnTo>
                  <a:lnTo>
                    <a:pt x="219388" y="325962"/>
                  </a:lnTo>
                  <a:lnTo>
                    <a:pt x="224399" y="324225"/>
                  </a:lnTo>
                  <a:lnTo>
                    <a:pt x="229352" y="322330"/>
                  </a:lnTo>
                  <a:lnTo>
                    <a:pt x="234243" y="320279"/>
                  </a:lnTo>
                  <a:lnTo>
                    <a:pt x="239067" y="318073"/>
                  </a:lnTo>
                  <a:lnTo>
                    <a:pt x="243817" y="315716"/>
                  </a:lnTo>
                  <a:lnTo>
                    <a:pt x="248491" y="313209"/>
                  </a:lnTo>
                  <a:lnTo>
                    <a:pt x="253083" y="310555"/>
                  </a:lnTo>
                  <a:lnTo>
                    <a:pt x="257588" y="307757"/>
                  </a:lnTo>
                  <a:lnTo>
                    <a:pt x="262003" y="304817"/>
                  </a:lnTo>
                  <a:lnTo>
                    <a:pt x="266322" y="301739"/>
                  </a:lnTo>
                  <a:lnTo>
                    <a:pt x="270541" y="298525"/>
                  </a:lnTo>
                  <a:lnTo>
                    <a:pt x="274656" y="295179"/>
                  </a:lnTo>
                  <a:lnTo>
                    <a:pt x="278662" y="291704"/>
                  </a:lnTo>
                  <a:lnTo>
                    <a:pt x="282557" y="288104"/>
                  </a:lnTo>
                  <a:lnTo>
                    <a:pt x="286335" y="284382"/>
                  </a:lnTo>
                  <a:lnTo>
                    <a:pt x="289994" y="280542"/>
                  </a:lnTo>
                  <a:lnTo>
                    <a:pt x="293528" y="276588"/>
                  </a:lnTo>
                  <a:lnTo>
                    <a:pt x="296936" y="272524"/>
                  </a:lnTo>
                  <a:lnTo>
                    <a:pt x="300213" y="268354"/>
                  </a:lnTo>
                  <a:lnTo>
                    <a:pt x="303356" y="264082"/>
                  </a:lnTo>
                  <a:lnTo>
                    <a:pt x="306361" y="259712"/>
                  </a:lnTo>
                  <a:lnTo>
                    <a:pt x="309227" y="255249"/>
                  </a:lnTo>
                  <a:lnTo>
                    <a:pt x="311950" y="250698"/>
                  </a:lnTo>
                  <a:lnTo>
                    <a:pt x="314527" y="246062"/>
                  </a:lnTo>
                  <a:lnTo>
                    <a:pt x="316955" y="241348"/>
                  </a:lnTo>
                  <a:lnTo>
                    <a:pt x="319233" y="236558"/>
                  </a:lnTo>
                  <a:lnTo>
                    <a:pt x="321358" y="231699"/>
                  </a:lnTo>
                  <a:lnTo>
                    <a:pt x="323327" y="226774"/>
                  </a:lnTo>
                  <a:lnTo>
                    <a:pt x="325139" y="221790"/>
                  </a:lnTo>
                  <a:lnTo>
                    <a:pt x="326793" y="216750"/>
                  </a:lnTo>
                  <a:lnTo>
                    <a:pt x="328285" y="211661"/>
                  </a:lnTo>
                  <a:lnTo>
                    <a:pt x="329616" y="206527"/>
                  </a:lnTo>
                  <a:lnTo>
                    <a:pt x="330782" y="201353"/>
                  </a:lnTo>
                  <a:lnTo>
                    <a:pt x="331785" y="196145"/>
                  </a:lnTo>
                  <a:lnTo>
                    <a:pt x="332621" y="190908"/>
                  </a:lnTo>
                  <a:lnTo>
                    <a:pt x="333291" y="185647"/>
                  </a:lnTo>
                  <a:lnTo>
                    <a:pt x="333793" y="180367"/>
                  </a:lnTo>
                  <a:lnTo>
                    <a:pt x="334128" y="175074"/>
                  </a:lnTo>
                  <a:lnTo>
                    <a:pt x="334295" y="169773"/>
                  </a:lnTo>
                  <a:lnTo>
                    <a:pt x="334294" y="164469"/>
                  </a:lnTo>
                  <a:lnTo>
                    <a:pt x="334124" y="159169"/>
                  </a:lnTo>
                  <a:lnTo>
                    <a:pt x="333786" y="153876"/>
                  </a:lnTo>
                  <a:lnTo>
                    <a:pt x="333281" y="148596"/>
                  </a:lnTo>
                  <a:lnTo>
                    <a:pt x="332608" y="143335"/>
                  </a:lnTo>
                  <a:lnTo>
                    <a:pt x="331769" y="138099"/>
                  </a:lnTo>
                  <a:lnTo>
                    <a:pt x="330764" y="132891"/>
                  </a:lnTo>
                  <a:lnTo>
                    <a:pt x="329594" y="127718"/>
                  </a:lnTo>
                  <a:lnTo>
                    <a:pt x="328261" y="122585"/>
                  </a:lnTo>
                  <a:lnTo>
                    <a:pt x="326766" y="117496"/>
                  </a:lnTo>
                  <a:lnTo>
                    <a:pt x="325110" y="112458"/>
                  </a:lnTo>
                  <a:lnTo>
                    <a:pt x="323295" y="107474"/>
                  </a:lnTo>
                  <a:lnTo>
                    <a:pt x="321322" y="102551"/>
                  </a:lnTo>
                  <a:lnTo>
                    <a:pt x="319195" y="97693"/>
                  </a:lnTo>
                  <a:lnTo>
                    <a:pt x="316915" y="92905"/>
                  </a:lnTo>
                  <a:lnTo>
                    <a:pt x="314484" y="88191"/>
                  </a:lnTo>
                  <a:lnTo>
                    <a:pt x="311904" y="83557"/>
                  </a:lnTo>
                  <a:lnTo>
                    <a:pt x="309179" y="79007"/>
                  </a:lnTo>
                  <a:lnTo>
                    <a:pt x="306311" y="74546"/>
                  </a:lnTo>
                  <a:lnTo>
                    <a:pt x="303303" y="70178"/>
                  </a:lnTo>
                  <a:lnTo>
                    <a:pt x="300157" y="65907"/>
                  </a:lnTo>
                  <a:lnTo>
                    <a:pt x="296878" y="61739"/>
                  </a:lnTo>
                  <a:lnTo>
                    <a:pt x="293468" y="57677"/>
                  </a:lnTo>
                  <a:lnTo>
                    <a:pt x="289932" y="53725"/>
                  </a:lnTo>
                  <a:lnTo>
                    <a:pt x="286271" y="49887"/>
                  </a:lnTo>
                  <a:lnTo>
                    <a:pt x="282491" y="46167"/>
                  </a:lnTo>
                  <a:lnTo>
                    <a:pt x="278594" y="42569"/>
                  </a:lnTo>
                  <a:lnTo>
                    <a:pt x="274586" y="39096"/>
                  </a:lnTo>
                  <a:lnTo>
                    <a:pt x="270469" y="35752"/>
                  </a:lnTo>
                  <a:lnTo>
                    <a:pt x="266248" y="32541"/>
                  </a:lnTo>
                  <a:lnTo>
                    <a:pt x="261928" y="29465"/>
                  </a:lnTo>
                  <a:lnTo>
                    <a:pt x="257512" y="26528"/>
                  </a:lnTo>
                  <a:lnTo>
                    <a:pt x="253005" y="23732"/>
                  </a:lnTo>
                  <a:lnTo>
                    <a:pt x="248411" y="21081"/>
                  </a:lnTo>
                  <a:lnTo>
                    <a:pt x="243736" y="18576"/>
                  </a:lnTo>
                  <a:lnTo>
                    <a:pt x="238984" y="16221"/>
                  </a:lnTo>
                  <a:lnTo>
                    <a:pt x="234160" y="14019"/>
                  </a:lnTo>
                  <a:lnTo>
                    <a:pt x="229268" y="11970"/>
                  </a:lnTo>
                  <a:lnTo>
                    <a:pt x="224313" y="10077"/>
                  </a:lnTo>
                  <a:lnTo>
                    <a:pt x="219301" y="8343"/>
                  </a:lnTo>
                  <a:lnTo>
                    <a:pt x="214237" y="6769"/>
                  </a:lnTo>
                  <a:lnTo>
                    <a:pt x="209125" y="5356"/>
                  </a:lnTo>
                  <a:lnTo>
                    <a:pt x="203970" y="4105"/>
                  </a:lnTo>
                  <a:lnTo>
                    <a:pt x="198779" y="3019"/>
                  </a:lnTo>
                  <a:lnTo>
                    <a:pt x="193556" y="2099"/>
                  </a:lnTo>
                  <a:lnTo>
                    <a:pt x="188307" y="1344"/>
                  </a:lnTo>
                  <a:lnTo>
                    <a:pt x="183036" y="756"/>
                  </a:lnTo>
                  <a:lnTo>
                    <a:pt x="177749" y="336"/>
                  </a:lnTo>
                  <a:lnTo>
                    <a:pt x="172451" y="84"/>
                  </a:lnTo>
                  <a:lnTo>
                    <a:pt x="167148" y="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256079" y="4659281"/>
              <a:ext cx="331146" cy="334329"/>
            </a:xfrm>
            <a:custGeom>
              <a:avLst/>
              <a:pathLst>
                <a:path w="331146" h="334329">
                  <a:moveTo>
                    <a:pt x="167155" y="0"/>
                  </a:moveTo>
                  <a:lnTo>
                    <a:pt x="161838" y="84"/>
                  </a:lnTo>
                  <a:lnTo>
                    <a:pt x="156526" y="338"/>
                  </a:lnTo>
                  <a:lnTo>
                    <a:pt x="151226" y="760"/>
                  </a:lnTo>
                  <a:lnTo>
                    <a:pt x="145941" y="1351"/>
                  </a:lnTo>
                  <a:lnTo>
                    <a:pt x="140678" y="2110"/>
                  </a:lnTo>
                  <a:lnTo>
                    <a:pt x="135442" y="3035"/>
                  </a:lnTo>
                  <a:lnTo>
                    <a:pt x="130237" y="4127"/>
                  </a:lnTo>
                  <a:lnTo>
                    <a:pt x="125071" y="5384"/>
                  </a:lnTo>
                  <a:lnTo>
                    <a:pt x="119946" y="6804"/>
                  </a:lnTo>
                  <a:lnTo>
                    <a:pt x="114870" y="8386"/>
                  </a:lnTo>
                  <a:lnTo>
                    <a:pt x="109846" y="10130"/>
                  </a:lnTo>
                  <a:lnTo>
                    <a:pt x="104880" y="12032"/>
                  </a:lnTo>
                  <a:lnTo>
                    <a:pt x="99978" y="14091"/>
                  </a:lnTo>
                  <a:lnTo>
                    <a:pt x="95143" y="16305"/>
                  </a:lnTo>
                  <a:lnTo>
                    <a:pt x="90381" y="18672"/>
                  </a:lnTo>
                  <a:lnTo>
                    <a:pt x="85697" y="21189"/>
                  </a:lnTo>
                  <a:lnTo>
                    <a:pt x="81096" y="23853"/>
                  </a:lnTo>
                  <a:lnTo>
                    <a:pt x="76581" y="26663"/>
                  </a:lnTo>
                  <a:lnTo>
                    <a:pt x="72158" y="29615"/>
                  </a:lnTo>
                  <a:lnTo>
                    <a:pt x="67831" y="32706"/>
                  </a:lnTo>
                  <a:lnTo>
                    <a:pt x="63605" y="35933"/>
                  </a:lnTo>
                  <a:lnTo>
                    <a:pt x="59483" y="39293"/>
                  </a:lnTo>
                  <a:lnTo>
                    <a:pt x="55471" y="42782"/>
                  </a:lnTo>
                  <a:lnTo>
                    <a:pt x="51571" y="46397"/>
                  </a:lnTo>
                  <a:lnTo>
                    <a:pt x="47788" y="50134"/>
                  </a:lnTo>
                  <a:lnTo>
                    <a:pt x="44126" y="53990"/>
                  </a:lnTo>
                  <a:lnTo>
                    <a:pt x="40589" y="57960"/>
                  </a:lnTo>
                  <a:lnTo>
                    <a:pt x="37180" y="62041"/>
                  </a:lnTo>
                  <a:lnTo>
                    <a:pt x="33902" y="66228"/>
                  </a:lnTo>
                  <a:lnTo>
                    <a:pt x="30759" y="70517"/>
                  </a:lnTo>
                  <a:lnTo>
                    <a:pt x="27754" y="74905"/>
                  </a:lnTo>
                  <a:lnTo>
                    <a:pt x="24890" y="79385"/>
                  </a:lnTo>
                  <a:lnTo>
                    <a:pt x="22170" y="83954"/>
                  </a:lnTo>
                  <a:lnTo>
                    <a:pt x="19597" y="88608"/>
                  </a:lnTo>
                  <a:lnTo>
                    <a:pt x="17173" y="93340"/>
                  </a:lnTo>
                  <a:lnTo>
                    <a:pt x="14901" y="98148"/>
                  </a:lnTo>
                  <a:lnTo>
                    <a:pt x="12782" y="103025"/>
                  </a:lnTo>
                  <a:lnTo>
                    <a:pt x="10820" y="107968"/>
                  </a:lnTo>
                  <a:lnTo>
                    <a:pt x="9017" y="112970"/>
                  </a:lnTo>
                  <a:lnTo>
                    <a:pt x="7373" y="118027"/>
                  </a:lnTo>
                  <a:lnTo>
                    <a:pt x="5891" y="123134"/>
                  </a:lnTo>
                  <a:lnTo>
                    <a:pt x="4572" y="128285"/>
                  </a:lnTo>
                  <a:lnTo>
                    <a:pt x="3418" y="133476"/>
                  </a:lnTo>
                  <a:lnTo>
                    <a:pt x="2429" y="138701"/>
                  </a:lnTo>
                  <a:lnTo>
                    <a:pt x="1607" y="143954"/>
                  </a:lnTo>
                  <a:lnTo>
                    <a:pt x="952" y="149231"/>
                  </a:lnTo>
                  <a:lnTo>
                    <a:pt x="466" y="154527"/>
                  </a:lnTo>
                  <a:lnTo>
                    <a:pt x="148" y="159835"/>
                  </a:lnTo>
                  <a:lnTo>
                    <a:pt x="0" y="165150"/>
                  </a:lnTo>
                  <a:lnTo>
                    <a:pt x="20" y="170468"/>
                  </a:lnTo>
                  <a:lnTo>
                    <a:pt x="209" y="175782"/>
                  </a:lnTo>
                  <a:lnTo>
                    <a:pt x="568" y="181087"/>
                  </a:lnTo>
                  <a:lnTo>
                    <a:pt x="1095" y="186378"/>
                  </a:lnTo>
                  <a:lnTo>
                    <a:pt x="1790" y="191650"/>
                  </a:lnTo>
                  <a:lnTo>
                    <a:pt x="2652" y="196897"/>
                  </a:lnTo>
                  <a:lnTo>
                    <a:pt x="3681" y="202114"/>
                  </a:lnTo>
                  <a:lnTo>
                    <a:pt x="4875" y="207296"/>
                  </a:lnTo>
                  <a:lnTo>
                    <a:pt x="6234" y="212437"/>
                  </a:lnTo>
                  <a:lnTo>
                    <a:pt x="7755" y="217532"/>
                  </a:lnTo>
                  <a:lnTo>
                    <a:pt x="9438" y="222577"/>
                  </a:lnTo>
                  <a:lnTo>
                    <a:pt x="11280" y="227565"/>
                  </a:lnTo>
                  <a:lnTo>
                    <a:pt x="13280" y="232492"/>
                  </a:lnTo>
                  <a:lnTo>
                    <a:pt x="15435" y="237353"/>
                  </a:lnTo>
                  <a:lnTo>
                    <a:pt x="17744" y="242143"/>
                  </a:lnTo>
                  <a:lnTo>
                    <a:pt x="20204" y="246857"/>
                  </a:lnTo>
                  <a:lnTo>
                    <a:pt x="22813" y="251491"/>
                  </a:lnTo>
                  <a:lnTo>
                    <a:pt x="25568" y="256039"/>
                  </a:lnTo>
                  <a:lnTo>
                    <a:pt x="28467" y="260497"/>
                  </a:lnTo>
                  <a:lnTo>
                    <a:pt x="31505" y="264861"/>
                  </a:lnTo>
                  <a:lnTo>
                    <a:pt x="34681" y="269126"/>
                  </a:lnTo>
                  <a:lnTo>
                    <a:pt x="37991" y="273288"/>
                  </a:lnTo>
                  <a:lnTo>
                    <a:pt x="41431" y="277342"/>
                  </a:lnTo>
                  <a:lnTo>
                    <a:pt x="44999" y="281285"/>
                  </a:lnTo>
                  <a:lnTo>
                    <a:pt x="48691" y="285113"/>
                  </a:lnTo>
                  <a:lnTo>
                    <a:pt x="52502" y="288821"/>
                  </a:lnTo>
                  <a:lnTo>
                    <a:pt x="56429" y="292406"/>
                  </a:lnTo>
                  <a:lnTo>
                    <a:pt x="60468" y="295864"/>
                  </a:lnTo>
                  <a:lnTo>
                    <a:pt x="64616" y="299192"/>
                  </a:lnTo>
                  <a:lnTo>
                    <a:pt x="68867" y="302387"/>
                  </a:lnTo>
                  <a:lnTo>
                    <a:pt x="73217" y="305445"/>
                  </a:lnTo>
                  <a:lnTo>
                    <a:pt x="77663" y="308362"/>
                  </a:lnTo>
                  <a:lnTo>
                    <a:pt x="82199" y="311137"/>
                  </a:lnTo>
                  <a:lnTo>
                    <a:pt x="86821" y="313766"/>
                  </a:lnTo>
                  <a:lnTo>
                    <a:pt x="91524" y="316247"/>
                  </a:lnTo>
                  <a:lnTo>
                    <a:pt x="96304" y="318577"/>
                  </a:lnTo>
                  <a:lnTo>
                    <a:pt x="101155" y="320754"/>
                  </a:lnTo>
                  <a:lnTo>
                    <a:pt x="106074" y="322776"/>
                  </a:lnTo>
                  <a:lnTo>
                    <a:pt x="111054" y="324640"/>
                  </a:lnTo>
                  <a:lnTo>
                    <a:pt x="116091" y="326344"/>
                  </a:lnTo>
                  <a:lnTo>
                    <a:pt x="121179" y="327888"/>
                  </a:lnTo>
                  <a:lnTo>
                    <a:pt x="126314" y="329269"/>
                  </a:lnTo>
                  <a:lnTo>
                    <a:pt x="131491" y="330486"/>
                  </a:lnTo>
                  <a:lnTo>
                    <a:pt x="136703" y="331537"/>
                  </a:lnTo>
                  <a:lnTo>
                    <a:pt x="141946" y="332423"/>
                  </a:lnTo>
                  <a:lnTo>
                    <a:pt x="147215" y="333141"/>
                  </a:lnTo>
                  <a:lnTo>
                    <a:pt x="152504" y="333691"/>
                  </a:lnTo>
                  <a:lnTo>
                    <a:pt x="157808" y="334073"/>
                  </a:lnTo>
                  <a:lnTo>
                    <a:pt x="163121" y="334286"/>
                  </a:lnTo>
                  <a:lnTo>
                    <a:pt x="168439" y="334329"/>
                  </a:lnTo>
                  <a:lnTo>
                    <a:pt x="173755" y="334204"/>
                  </a:lnTo>
                  <a:lnTo>
                    <a:pt x="179064" y="333910"/>
                  </a:lnTo>
                  <a:lnTo>
                    <a:pt x="184361" y="333446"/>
                  </a:lnTo>
                  <a:lnTo>
                    <a:pt x="189641" y="332815"/>
                  </a:lnTo>
                  <a:lnTo>
                    <a:pt x="194898" y="332016"/>
                  </a:lnTo>
                  <a:lnTo>
                    <a:pt x="200127" y="331050"/>
                  </a:lnTo>
                  <a:lnTo>
                    <a:pt x="205323" y="329919"/>
                  </a:lnTo>
                  <a:lnTo>
                    <a:pt x="210480" y="328622"/>
                  </a:lnTo>
                  <a:lnTo>
                    <a:pt x="215593" y="327163"/>
                  </a:lnTo>
                  <a:lnTo>
                    <a:pt x="220658" y="325541"/>
                  </a:lnTo>
                  <a:lnTo>
                    <a:pt x="225668" y="323759"/>
                  </a:lnTo>
                  <a:lnTo>
                    <a:pt x="230619" y="321819"/>
                  </a:lnTo>
                  <a:lnTo>
                    <a:pt x="235505" y="319722"/>
                  </a:lnTo>
                  <a:lnTo>
                    <a:pt x="240323" y="317471"/>
                  </a:lnTo>
                  <a:lnTo>
                    <a:pt x="245066" y="315068"/>
                  </a:lnTo>
                  <a:lnTo>
                    <a:pt x="249731" y="312515"/>
                  </a:lnTo>
                  <a:lnTo>
                    <a:pt x="254312" y="309815"/>
                  </a:lnTo>
                  <a:lnTo>
                    <a:pt x="258805" y="306971"/>
                  </a:lnTo>
                  <a:lnTo>
                    <a:pt x="263205" y="303985"/>
                  </a:lnTo>
                  <a:lnTo>
                    <a:pt x="267508" y="300861"/>
                  </a:lnTo>
                  <a:lnTo>
                    <a:pt x="271710" y="297602"/>
                  </a:lnTo>
                  <a:lnTo>
                    <a:pt x="275805" y="294210"/>
                  </a:lnTo>
                  <a:lnTo>
                    <a:pt x="279791" y="290690"/>
                  </a:lnTo>
                  <a:lnTo>
                    <a:pt x="283663" y="287045"/>
                  </a:lnTo>
                  <a:lnTo>
                    <a:pt x="287417" y="283279"/>
                  </a:lnTo>
                  <a:lnTo>
                    <a:pt x="291049" y="279395"/>
                  </a:lnTo>
                  <a:lnTo>
                    <a:pt x="294556" y="275398"/>
                  </a:lnTo>
                  <a:lnTo>
                    <a:pt x="297933" y="271291"/>
                  </a:lnTo>
                  <a:lnTo>
                    <a:pt x="301179" y="267079"/>
                  </a:lnTo>
                  <a:lnTo>
                    <a:pt x="304289" y="262766"/>
                  </a:lnTo>
                  <a:lnTo>
                    <a:pt x="307260" y="258356"/>
                  </a:lnTo>
                  <a:lnTo>
                    <a:pt x="310090" y="253854"/>
                  </a:lnTo>
                  <a:lnTo>
                    <a:pt x="312774" y="249264"/>
                  </a:lnTo>
                  <a:lnTo>
                    <a:pt x="315312" y="244591"/>
                  </a:lnTo>
                  <a:lnTo>
                    <a:pt x="317699" y="239839"/>
                  </a:lnTo>
                  <a:lnTo>
                    <a:pt x="319935" y="235014"/>
                  </a:lnTo>
                  <a:lnTo>
                    <a:pt x="322015" y="230121"/>
                  </a:lnTo>
                  <a:lnTo>
                    <a:pt x="323939" y="225164"/>
                  </a:lnTo>
                  <a:lnTo>
                    <a:pt x="325704" y="220148"/>
                  </a:lnTo>
                  <a:lnTo>
                    <a:pt x="327309" y="215078"/>
                  </a:lnTo>
                  <a:lnTo>
                    <a:pt x="328752" y="209960"/>
                  </a:lnTo>
                  <a:lnTo>
                    <a:pt x="330031" y="204799"/>
                  </a:lnTo>
                  <a:lnTo>
                    <a:pt x="331146" y="199599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826449"/>
              <a:ext cx="163991" cy="32432"/>
            </a:xfrm>
            <a:custGeom>
              <a:avLst/>
              <a:pathLst>
                <a:path w="163991" h="32432">
                  <a:moveTo>
                    <a:pt x="163991" y="324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826449"/>
              <a:ext cx="163991" cy="32432"/>
            </a:xfrm>
            <a:custGeom>
              <a:avLst/>
              <a:pathLst>
                <a:path w="163991" h="32432">
                  <a:moveTo>
                    <a:pt x="163991" y="324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768569"/>
              <a:ext cx="167158" cy="90312"/>
            </a:xfrm>
            <a:custGeom>
              <a:avLst/>
              <a:pathLst>
                <a:path w="167158" h="90312">
                  <a:moveTo>
                    <a:pt x="163991" y="90312"/>
                  </a:moveTo>
                  <a:lnTo>
                    <a:pt x="165006" y="84669"/>
                  </a:lnTo>
                  <a:lnTo>
                    <a:pt x="165828" y="78995"/>
                  </a:lnTo>
                  <a:lnTo>
                    <a:pt x="166455" y="73295"/>
                  </a:lnTo>
                  <a:lnTo>
                    <a:pt x="166885" y="67578"/>
                  </a:lnTo>
                  <a:lnTo>
                    <a:pt x="167120" y="61849"/>
                  </a:lnTo>
                  <a:lnTo>
                    <a:pt x="167158" y="56115"/>
                  </a:lnTo>
                  <a:lnTo>
                    <a:pt x="166999" y="50384"/>
                  </a:lnTo>
                  <a:lnTo>
                    <a:pt x="166644" y="44661"/>
                  </a:lnTo>
                  <a:lnTo>
                    <a:pt x="166092" y="38954"/>
                  </a:lnTo>
                  <a:lnTo>
                    <a:pt x="165345" y="33269"/>
                  </a:lnTo>
                  <a:lnTo>
                    <a:pt x="164404" y="27613"/>
                  </a:lnTo>
                  <a:lnTo>
                    <a:pt x="163270" y="21993"/>
                  </a:lnTo>
                  <a:lnTo>
                    <a:pt x="161943" y="16415"/>
                  </a:lnTo>
                  <a:lnTo>
                    <a:pt x="160426" y="10886"/>
                  </a:lnTo>
                  <a:lnTo>
                    <a:pt x="158720" y="5412"/>
                  </a:lnTo>
                  <a:lnTo>
                    <a:pt x="156827" y="0"/>
                  </a:lnTo>
                  <a:lnTo>
                    <a:pt x="0" y="578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156827" cy="167167"/>
            </a:xfrm>
            <a:custGeom>
              <a:avLst/>
              <a:pathLst>
                <a:path w="156827" h="167167">
                  <a:moveTo>
                    <a:pt x="156827" y="109287"/>
                  </a:moveTo>
                  <a:lnTo>
                    <a:pt x="154838" y="104160"/>
                  </a:lnTo>
                  <a:lnTo>
                    <a:pt x="152682" y="99101"/>
                  </a:lnTo>
                  <a:lnTo>
                    <a:pt x="150361" y="94115"/>
                  </a:lnTo>
                  <a:lnTo>
                    <a:pt x="147876" y="89209"/>
                  </a:lnTo>
                  <a:lnTo>
                    <a:pt x="145232" y="84387"/>
                  </a:lnTo>
                  <a:lnTo>
                    <a:pt x="142431" y="79655"/>
                  </a:lnTo>
                  <a:lnTo>
                    <a:pt x="139475" y="75018"/>
                  </a:lnTo>
                  <a:lnTo>
                    <a:pt x="136369" y="70480"/>
                  </a:lnTo>
                  <a:lnTo>
                    <a:pt x="133115" y="66047"/>
                  </a:lnTo>
                  <a:lnTo>
                    <a:pt x="129717" y="61723"/>
                  </a:lnTo>
                  <a:lnTo>
                    <a:pt x="126178" y="57513"/>
                  </a:lnTo>
                  <a:lnTo>
                    <a:pt x="122503" y="53422"/>
                  </a:lnTo>
                  <a:lnTo>
                    <a:pt x="118695" y="49454"/>
                  </a:lnTo>
                  <a:lnTo>
                    <a:pt x="114759" y="45614"/>
                  </a:lnTo>
                  <a:lnTo>
                    <a:pt x="110699" y="41905"/>
                  </a:lnTo>
                  <a:lnTo>
                    <a:pt x="106519" y="38332"/>
                  </a:lnTo>
                  <a:lnTo>
                    <a:pt x="102224" y="34898"/>
                  </a:lnTo>
                  <a:lnTo>
                    <a:pt x="97818" y="31607"/>
                  </a:lnTo>
                  <a:lnTo>
                    <a:pt x="93306" y="28463"/>
                  </a:lnTo>
                  <a:lnTo>
                    <a:pt x="88693" y="25469"/>
                  </a:lnTo>
                  <a:lnTo>
                    <a:pt x="83984" y="22628"/>
                  </a:lnTo>
                  <a:lnTo>
                    <a:pt x="79185" y="19944"/>
                  </a:lnTo>
                  <a:lnTo>
                    <a:pt x="74299" y="17419"/>
                  </a:lnTo>
                  <a:lnTo>
                    <a:pt x="69334" y="15056"/>
                  </a:lnTo>
                  <a:lnTo>
                    <a:pt x="64293" y="12858"/>
                  </a:lnTo>
                  <a:lnTo>
                    <a:pt x="59182" y="10826"/>
                  </a:lnTo>
                  <a:lnTo>
                    <a:pt x="54008" y="8964"/>
                  </a:lnTo>
                  <a:lnTo>
                    <a:pt x="48775" y="7274"/>
                  </a:lnTo>
                  <a:lnTo>
                    <a:pt x="43489" y="5756"/>
                  </a:lnTo>
                  <a:lnTo>
                    <a:pt x="38157" y="4413"/>
                  </a:lnTo>
                  <a:lnTo>
                    <a:pt x="32783" y="3246"/>
                  </a:lnTo>
                  <a:lnTo>
                    <a:pt x="27373" y="2256"/>
                  </a:lnTo>
                  <a:lnTo>
                    <a:pt x="21934" y="1445"/>
                  </a:lnTo>
                  <a:lnTo>
                    <a:pt x="16471" y="813"/>
                  </a:lnTo>
                  <a:lnTo>
                    <a:pt x="10991" y="361"/>
                  </a:lnTo>
                  <a:lnTo>
                    <a:pt x="5498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561306" y="4213821"/>
              <a:ext cx="167165" cy="314742"/>
            </a:xfrm>
            <a:custGeom>
              <a:avLst/>
              <a:pathLst>
                <a:path w="167165" h="314742">
                  <a:moveTo>
                    <a:pt x="167165" y="0"/>
                  </a:moveTo>
                  <a:lnTo>
                    <a:pt x="161823" y="85"/>
                  </a:lnTo>
                  <a:lnTo>
                    <a:pt x="156487" y="341"/>
                  </a:lnTo>
                  <a:lnTo>
                    <a:pt x="151162" y="767"/>
                  </a:lnTo>
                  <a:lnTo>
                    <a:pt x="145853" y="1364"/>
                  </a:lnTo>
                  <a:lnTo>
                    <a:pt x="140566" y="2129"/>
                  </a:lnTo>
                  <a:lnTo>
                    <a:pt x="135306" y="3063"/>
                  </a:lnTo>
                  <a:lnTo>
                    <a:pt x="130079" y="4165"/>
                  </a:lnTo>
                  <a:lnTo>
                    <a:pt x="124889" y="5433"/>
                  </a:lnTo>
                  <a:lnTo>
                    <a:pt x="119743" y="6867"/>
                  </a:lnTo>
                  <a:lnTo>
                    <a:pt x="114645" y="8464"/>
                  </a:lnTo>
                  <a:lnTo>
                    <a:pt x="109601" y="10223"/>
                  </a:lnTo>
                  <a:lnTo>
                    <a:pt x="104615" y="12143"/>
                  </a:lnTo>
                  <a:lnTo>
                    <a:pt x="99694" y="14221"/>
                  </a:lnTo>
                  <a:lnTo>
                    <a:pt x="94841" y="16455"/>
                  </a:lnTo>
                  <a:lnTo>
                    <a:pt x="90062" y="18843"/>
                  </a:lnTo>
                  <a:lnTo>
                    <a:pt x="85362" y="21382"/>
                  </a:lnTo>
                  <a:lnTo>
                    <a:pt x="80745" y="24070"/>
                  </a:lnTo>
                  <a:lnTo>
                    <a:pt x="76217" y="26905"/>
                  </a:lnTo>
                  <a:lnTo>
                    <a:pt x="71782" y="29883"/>
                  </a:lnTo>
                  <a:lnTo>
                    <a:pt x="67444" y="33001"/>
                  </a:lnTo>
                  <a:lnTo>
                    <a:pt x="63207" y="36256"/>
                  </a:lnTo>
                  <a:lnTo>
                    <a:pt x="59078" y="39644"/>
                  </a:lnTo>
                  <a:lnTo>
                    <a:pt x="55058" y="43163"/>
                  </a:lnTo>
                  <a:lnTo>
                    <a:pt x="51153" y="46809"/>
                  </a:lnTo>
                  <a:lnTo>
                    <a:pt x="47366" y="50577"/>
                  </a:lnTo>
                  <a:lnTo>
                    <a:pt x="43702" y="54465"/>
                  </a:lnTo>
                  <a:lnTo>
                    <a:pt x="40164" y="58467"/>
                  </a:lnTo>
                  <a:lnTo>
                    <a:pt x="36755" y="62581"/>
                  </a:lnTo>
                  <a:lnTo>
                    <a:pt x="33480" y="66801"/>
                  </a:lnTo>
                  <a:lnTo>
                    <a:pt x="30341" y="71124"/>
                  </a:lnTo>
                  <a:lnTo>
                    <a:pt x="27342" y="75545"/>
                  </a:lnTo>
                  <a:lnTo>
                    <a:pt x="24486" y="80060"/>
                  </a:lnTo>
                  <a:lnTo>
                    <a:pt x="21775" y="84663"/>
                  </a:lnTo>
                  <a:lnTo>
                    <a:pt x="19213" y="89351"/>
                  </a:lnTo>
                  <a:lnTo>
                    <a:pt x="16802" y="94119"/>
                  </a:lnTo>
                  <a:lnTo>
                    <a:pt x="14545" y="98960"/>
                  </a:lnTo>
                  <a:lnTo>
                    <a:pt x="12444" y="103872"/>
                  </a:lnTo>
                  <a:lnTo>
                    <a:pt x="10500" y="108848"/>
                  </a:lnTo>
                  <a:lnTo>
                    <a:pt x="8717" y="113884"/>
                  </a:lnTo>
                  <a:lnTo>
                    <a:pt x="7095" y="118974"/>
                  </a:lnTo>
                  <a:lnTo>
                    <a:pt x="5637" y="124114"/>
                  </a:lnTo>
                  <a:lnTo>
                    <a:pt x="4344" y="129297"/>
                  </a:lnTo>
                  <a:lnTo>
                    <a:pt x="3217" y="134519"/>
                  </a:lnTo>
                  <a:lnTo>
                    <a:pt x="2257" y="139774"/>
                  </a:lnTo>
                  <a:lnTo>
                    <a:pt x="1466" y="145058"/>
                  </a:lnTo>
                  <a:lnTo>
                    <a:pt x="844" y="150364"/>
                  </a:lnTo>
                  <a:lnTo>
                    <a:pt x="392" y="155687"/>
                  </a:lnTo>
                  <a:lnTo>
                    <a:pt x="111" y="161022"/>
                  </a:lnTo>
                  <a:lnTo>
                    <a:pt x="0" y="166363"/>
                  </a:lnTo>
                  <a:lnTo>
                    <a:pt x="59" y="171705"/>
                  </a:lnTo>
                  <a:lnTo>
                    <a:pt x="289" y="177042"/>
                  </a:lnTo>
                  <a:lnTo>
                    <a:pt x="690" y="182369"/>
                  </a:lnTo>
                  <a:lnTo>
                    <a:pt x="1261" y="187681"/>
                  </a:lnTo>
                  <a:lnTo>
                    <a:pt x="2001" y="192972"/>
                  </a:lnTo>
                  <a:lnTo>
                    <a:pt x="2910" y="198236"/>
                  </a:lnTo>
                  <a:lnTo>
                    <a:pt x="3987" y="203469"/>
                  </a:lnTo>
                  <a:lnTo>
                    <a:pt x="5230" y="208664"/>
                  </a:lnTo>
                  <a:lnTo>
                    <a:pt x="6639" y="213817"/>
                  </a:lnTo>
                  <a:lnTo>
                    <a:pt x="8211" y="218923"/>
                  </a:lnTo>
                  <a:lnTo>
                    <a:pt x="9946" y="223976"/>
                  </a:lnTo>
                  <a:lnTo>
                    <a:pt x="11842" y="228970"/>
                  </a:lnTo>
                  <a:lnTo>
                    <a:pt x="13896" y="233902"/>
                  </a:lnTo>
                  <a:lnTo>
                    <a:pt x="16107" y="238765"/>
                  </a:lnTo>
                  <a:lnTo>
                    <a:pt x="18472" y="243555"/>
                  </a:lnTo>
                  <a:lnTo>
                    <a:pt x="20988" y="248268"/>
                  </a:lnTo>
                  <a:lnTo>
                    <a:pt x="23654" y="252897"/>
                  </a:lnTo>
                  <a:lnTo>
                    <a:pt x="26467" y="257439"/>
                  </a:lnTo>
                  <a:lnTo>
                    <a:pt x="29423" y="261889"/>
                  </a:lnTo>
                  <a:lnTo>
                    <a:pt x="32520" y="266242"/>
                  </a:lnTo>
                  <a:lnTo>
                    <a:pt x="35755" y="270493"/>
                  </a:lnTo>
                  <a:lnTo>
                    <a:pt x="39124" y="274640"/>
                  </a:lnTo>
                  <a:lnTo>
                    <a:pt x="42623" y="278676"/>
                  </a:lnTo>
                  <a:lnTo>
                    <a:pt x="46250" y="282599"/>
                  </a:lnTo>
                  <a:lnTo>
                    <a:pt x="50000" y="286403"/>
                  </a:lnTo>
                  <a:lnTo>
                    <a:pt x="53870" y="290086"/>
                  </a:lnTo>
                  <a:lnTo>
                    <a:pt x="57856" y="293644"/>
                  </a:lnTo>
                  <a:lnTo>
                    <a:pt x="61953" y="297072"/>
                  </a:lnTo>
                  <a:lnTo>
                    <a:pt x="66157" y="300368"/>
                  </a:lnTo>
                  <a:lnTo>
                    <a:pt x="70465" y="303527"/>
                  </a:lnTo>
                  <a:lnTo>
                    <a:pt x="74872" y="306547"/>
                  </a:lnTo>
                  <a:lnTo>
                    <a:pt x="79373" y="309425"/>
                  </a:lnTo>
                  <a:lnTo>
                    <a:pt x="83963" y="312158"/>
                  </a:lnTo>
                  <a:lnTo>
                    <a:pt x="88638" y="31474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649945" y="4380988"/>
              <a:ext cx="78526" cy="147575"/>
            </a:xfrm>
            <a:custGeom>
              <a:avLst/>
              <a:pathLst>
                <a:path w="78526" h="147575">
                  <a:moveTo>
                    <a:pt x="0" y="147575"/>
                  </a:moveTo>
                  <a:lnTo>
                    <a:pt x="7852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649945" y="4380988"/>
              <a:ext cx="78526" cy="163579"/>
            </a:xfrm>
            <a:custGeom>
              <a:avLst/>
              <a:pathLst>
                <a:path w="78526" h="163579">
                  <a:moveTo>
                    <a:pt x="0" y="147575"/>
                  </a:moveTo>
                  <a:lnTo>
                    <a:pt x="5995" y="150612"/>
                  </a:lnTo>
                  <a:lnTo>
                    <a:pt x="12107" y="153406"/>
                  </a:lnTo>
                  <a:lnTo>
                    <a:pt x="18327" y="155952"/>
                  </a:lnTo>
                  <a:lnTo>
                    <a:pt x="24644" y="158245"/>
                  </a:lnTo>
                  <a:lnTo>
                    <a:pt x="31049" y="160283"/>
                  </a:lnTo>
                  <a:lnTo>
                    <a:pt x="37530" y="162062"/>
                  </a:lnTo>
                  <a:lnTo>
                    <a:pt x="44077" y="163579"/>
                  </a:lnTo>
                  <a:lnTo>
                    <a:pt x="7852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694023" y="4213821"/>
              <a:ext cx="201611" cy="334314"/>
            </a:xfrm>
            <a:custGeom>
              <a:avLst/>
              <a:pathLst>
                <a:path w="201611" h="334314">
                  <a:moveTo>
                    <a:pt x="0" y="330746"/>
                  </a:moveTo>
                  <a:lnTo>
                    <a:pt x="5234" y="331762"/>
                  </a:lnTo>
                  <a:lnTo>
                    <a:pt x="10498" y="332610"/>
                  </a:lnTo>
                  <a:lnTo>
                    <a:pt x="15786" y="333289"/>
                  </a:lnTo>
                  <a:lnTo>
                    <a:pt x="21094" y="333800"/>
                  </a:lnTo>
                  <a:lnTo>
                    <a:pt x="26414" y="334141"/>
                  </a:lnTo>
                  <a:lnTo>
                    <a:pt x="31744" y="334312"/>
                  </a:lnTo>
                  <a:lnTo>
                    <a:pt x="37075" y="334314"/>
                  </a:lnTo>
                  <a:lnTo>
                    <a:pt x="42405" y="334145"/>
                  </a:lnTo>
                  <a:lnTo>
                    <a:pt x="47726" y="333806"/>
                  </a:lnTo>
                  <a:lnTo>
                    <a:pt x="53033" y="333298"/>
                  </a:lnTo>
                  <a:lnTo>
                    <a:pt x="58322" y="332621"/>
                  </a:lnTo>
                  <a:lnTo>
                    <a:pt x="63586" y="331775"/>
                  </a:lnTo>
                  <a:lnTo>
                    <a:pt x="68821" y="330762"/>
                  </a:lnTo>
                  <a:lnTo>
                    <a:pt x="74021" y="329583"/>
                  </a:lnTo>
                  <a:lnTo>
                    <a:pt x="79181" y="328238"/>
                  </a:lnTo>
                  <a:lnTo>
                    <a:pt x="84295" y="326730"/>
                  </a:lnTo>
                  <a:lnTo>
                    <a:pt x="89358" y="325059"/>
                  </a:lnTo>
                  <a:lnTo>
                    <a:pt x="94365" y="323228"/>
                  </a:lnTo>
                  <a:lnTo>
                    <a:pt x="99312" y="321237"/>
                  </a:lnTo>
                  <a:lnTo>
                    <a:pt x="104192" y="319091"/>
                  </a:lnTo>
                  <a:lnTo>
                    <a:pt x="109002" y="316789"/>
                  </a:lnTo>
                  <a:lnTo>
                    <a:pt x="113736" y="314335"/>
                  </a:lnTo>
                  <a:lnTo>
                    <a:pt x="118389" y="311732"/>
                  </a:lnTo>
                  <a:lnTo>
                    <a:pt x="122956" y="308981"/>
                  </a:lnTo>
                  <a:lnTo>
                    <a:pt x="127434" y="306087"/>
                  </a:lnTo>
                  <a:lnTo>
                    <a:pt x="131817" y="303051"/>
                  </a:lnTo>
                  <a:lnTo>
                    <a:pt x="136101" y="299876"/>
                  </a:lnTo>
                  <a:lnTo>
                    <a:pt x="140282" y="296567"/>
                  </a:lnTo>
                  <a:lnTo>
                    <a:pt x="144354" y="293126"/>
                  </a:lnTo>
                  <a:lnTo>
                    <a:pt x="148316" y="289557"/>
                  </a:lnTo>
                  <a:lnTo>
                    <a:pt x="152161" y="285863"/>
                  </a:lnTo>
                  <a:lnTo>
                    <a:pt x="155886" y="282049"/>
                  </a:lnTo>
                  <a:lnTo>
                    <a:pt x="159488" y="278118"/>
                  </a:lnTo>
                  <a:lnTo>
                    <a:pt x="162963" y="274074"/>
                  </a:lnTo>
                  <a:lnTo>
                    <a:pt x="166307" y="269921"/>
                  </a:lnTo>
                  <a:lnTo>
                    <a:pt x="169517" y="265663"/>
                  </a:lnTo>
                  <a:lnTo>
                    <a:pt x="172589" y="261306"/>
                  </a:lnTo>
                  <a:lnTo>
                    <a:pt x="175521" y="256852"/>
                  </a:lnTo>
                  <a:lnTo>
                    <a:pt x="178310" y="252308"/>
                  </a:lnTo>
                  <a:lnTo>
                    <a:pt x="180952" y="247676"/>
                  </a:lnTo>
                  <a:lnTo>
                    <a:pt x="183445" y="242963"/>
                  </a:lnTo>
                  <a:lnTo>
                    <a:pt x="185786" y="238173"/>
                  </a:lnTo>
                  <a:lnTo>
                    <a:pt x="187974" y="233311"/>
                  </a:lnTo>
                  <a:lnTo>
                    <a:pt x="190005" y="228381"/>
                  </a:lnTo>
                  <a:lnTo>
                    <a:pt x="191878" y="223389"/>
                  </a:lnTo>
                  <a:lnTo>
                    <a:pt x="193591" y="218340"/>
                  </a:lnTo>
                  <a:lnTo>
                    <a:pt x="195142" y="213238"/>
                  </a:lnTo>
                  <a:lnTo>
                    <a:pt x="196530" y="208090"/>
                  </a:lnTo>
                  <a:lnTo>
                    <a:pt x="197752" y="202900"/>
                  </a:lnTo>
                  <a:lnTo>
                    <a:pt x="198809" y="197674"/>
                  </a:lnTo>
                  <a:lnTo>
                    <a:pt x="199698" y="192417"/>
                  </a:lnTo>
                  <a:lnTo>
                    <a:pt x="200419" y="187134"/>
                  </a:lnTo>
                  <a:lnTo>
                    <a:pt x="200972" y="181831"/>
                  </a:lnTo>
                  <a:lnTo>
                    <a:pt x="201355" y="176513"/>
                  </a:lnTo>
                  <a:lnTo>
                    <a:pt x="201568" y="171185"/>
                  </a:lnTo>
                  <a:lnTo>
                    <a:pt x="201611" y="165854"/>
                  </a:lnTo>
                  <a:lnTo>
                    <a:pt x="201484" y="160523"/>
                  </a:lnTo>
                  <a:lnTo>
                    <a:pt x="201187" y="155200"/>
                  </a:lnTo>
                  <a:lnTo>
                    <a:pt x="200721" y="149888"/>
                  </a:lnTo>
                  <a:lnTo>
                    <a:pt x="200085" y="144594"/>
                  </a:lnTo>
                  <a:lnTo>
                    <a:pt x="199281" y="139323"/>
                  </a:lnTo>
                  <a:lnTo>
                    <a:pt x="198309" y="134081"/>
                  </a:lnTo>
                  <a:lnTo>
                    <a:pt x="197171" y="128872"/>
                  </a:lnTo>
                  <a:lnTo>
                    <a:pt x="195867" y="123702"/>
                  </a:lnTo>
                  <a:lnTo>
                    <a:pt x="194398" y="118576"/>
                  </a:lnTo>
                  <a:lnTo>
                    <a:pt x="192767" y="113500"/>
                  </a:lnTo>
                  <a:lnTo>
                    <a:pt x="190975" y="108478"/>
                  </a:lnTo>
                  <a:lnTo>
                    <a:pt x="189024" y="103516"/>
                  </a:lnTo>
                  <a:lnTo>
                    <a:pt x="186916" y="98619"/>
                  </a:lnTo>
                  <a:lnTo>
                    <a:pt x="184652" y="93792"/>
                  </a:lnTo>
                  <a:lnTo>
                    <a:pt x="182236" y="89039"/>
                  </a:lnTo>
                  <a:lnTo>
                    <a:pt x="179669" y="84365"/>
                  </a:lnTo>
                  <a:lnTo>
                    <a:pt x="176954" y="79776"/>
                  </a:lnTo>
                  <a:lnTo>
                    <a:pt x="174095" y="75276"/>
                  </a:lnTo>
                  <a:lnTo>
                    <a:pt x="171093" y="70869"/>
                  </a:lnTo>
                  <a:lnTo>
                    <a:pt x="167953" y="66560"/>
                  </a:lnTo>
                  <a:lnTo>
                    <a:pt x="164676" y="62354"/>
                  </a:lnTo>
                  <a:lnTo>
                    <a:pt x="161267" y="58254"/>
                  </a:lnTo>
                  <a:lnTo>
                    <a:pt x="157729" y="54265"/>
                  </a:lnTo>
                  <a:lnTo>
                    <a:pt x="154066" y="50391"/>
                  </a:lnTo>
                  <a:lnTo>
                    <a:pt x="150281" y="46636"/>
                  </a:lnTo>
                  <a:lnTo>
                    <a:pt x="146378" y="43003"/>
                  </a:lnTo>
                  <a:lnTo>
                    <a:pt x="142362" y="39497"/>
                  </a:lnTo>
                  <a:lnTo>
                    <a:pt x="138235" y="36120"/>
                  </a:lnTo>
                  <a:lnTo>
                    <a:pt x="134003" y="32877"/>
                  </a:lnTo>
                  <a:lnTo>
                    <a:pt x="129670" y="29770"/>
                  </a:lnTo>
                  <a:lnTo>
                    <a:pt x="125240" y="26803"/>
                  </a:lnTo>
                  <a:lnTo>
                    <a:pt x="120717" y="23979"/>
                  </a:lnTo>
                  <a:lnTo>
                    <a:pt x="116107" y="21301"/>
                  </a:lnTo>
                  <a:lnTo>
                    <a:pt x="111413" y="18771"/>
                  </a:lnTo>
                  <a:lnTo>
                    <a:pt x="106642" y="16392"/>
                  </a:lnTo>
                  <a:lnTo>
                    <a:pt x="101797" y="14166"/>
                  </a:lnTo>
                  <a:lnTo>
                    <a:pt x="96883" y="12096"/>
                  </a:lnTo>
                  <a:lnTo>
                    <a:pt x="91906" y="10184"/>
                  </a:lnTo>
                  <a:lnTo>
                    <a:pt x="86870" y="8431"/>
                  </a:lnTo>
                  <a:lnTo>
                    <a:pt x="81781" y="6840"/>
                  </a:lnTo>
                  <a:lnTo>
                    <a:pt x="76644" y="5412"/>
                  </a:lnTo>
                  <a:lnTo>
                    <a:pt x="71464" y="4149"/>
                  </a:lnTo>
                  <a:lnTo>
                    <a:pt x="66246" y="3052"/>
                  </a:lnTo>
                  <a:lnTo>
                    <a:pt x="60996" y="2121"/>
                  </a:lnTo>
                  <a:lnTo>
                    <a:pt x="55719" y="1358"/>
                  </a:lnTo>
                  <a:lnTo>
                    <a:pt x="50421" y="764"/>
                  </a:lnTo>
                  <a:lnTo>
                    <a:pt x="45106" y="340"/>
                  </a:lnTo>
                  <a:lnTo>
                    <a:pt x="39780" y="85"/>
                  </a:lnTo>
                  <a:lnTo>
                    <a:pt x="34449" y="0"/>
                  </a:lnTo>
                  <a:lnTo>
                    <a:pt x="344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751863" y="3707720"/>
              <a:ext cx="243589" cy="334334"/>
            </a:xfrm>
            <a:custGeom>
              <a:avLst/>
              <a:pathLst>
                <a:path w="243589" h="334334">
                  <a:moveTo>
                    <a:pt x="167147" y="0"/>
                  </a:moveTo>
                  <a:lnTo>
                    <a:pt x="161845" y="84"/>
                  </a:lnTo>
                  <a:lnTo>
                    <a:pt x="156548" y="336"/>
                  </a:lnTo>
                  <a:lnTo>
                    <a:pt x="151262" y="756"/>
                  </a:lnTo>
                  <a:lnTo>
                    <a:pt x="145991" y="1344"/>
                  </a:lnTo>
                  <a:lnTo>
                    <a:pt x="140742" y="2098"/>
                  </a:lnTo>
                  <a:lnTo>
                    <a:pt x="135520" y="3019"/>
                  </a:lnTo>
                  <a:lnTo>
                    <a:pt x="130329" y="4104"/>
                  </a:lnTo>
                  <a:lnTo>
                    <a:pt x="125175" y="5354"/>
                  </a:lnTo>
                  <a:lnTo>
                    <a:pt x="120064" y="6767"/>
                  </a:lnTo>
                  <a:lnTo>
                    <a:pt x="115000" y="8341"/>
                  </a:lnTo>
                  <a:lnTo>
                    <a:pt x="109989" y="10075"/>
                  </a:lnTo>
                  <a:lnTo>
                    <a:pt x="105035" y="11967"/>
                  </a:lnTo>
                  <a:lnTo>
                    <a:pt x="100143" y="14015"/>
                  </a:lnTo>
                  <a:lnTo>
                    <a:pt x="95319" y="16218"/>
                  </a:lnTo>
                  <a:lnTo>
                    <a:pt x="90567" y="18572"/>
                  </a:lnTo>
                  <a:lnTo>
                    <a:pt x="85893" y="21076"/>
                  </a:lnTo>
                  <a:lnTo>
                    <a:pt x="81300" y="23726"/>
                  </a:lnTo>
                  <a:lnTo>
                    <a:pt x="76793" y="26522"/>
                  </a:lnTo>
                  <a:lnTo>
                    <a:pt x="72378" y="29458"/>
                  </a:lnTo>
                  <a:lnTo>
                    <a:pt x="68057" y="32533"/>
                  </a:lnTo>
                  <a:lnTo>
                    <a:pt x="63837" y="35744"/>
                  </a:lnTo>
                  <a:lnTo>
                    <a:pt x="59720" y="39087"/>
                  </a:lnTo>
                  <a:lnTo>
                    <a:pt x="55712" y="42559"/>
                  </a:lnTo>
                  <a:lnTo>
                    <a:pt x="51816" y="46156"/>
                  </a:lnTo>
                  <a:lnTo>
                    <a:pt x="48035" y="49875"/>
                  </a:lnTo>
                  <a:lnTo>
                    <a:pt x="44375" y="53712"/>
                  </a:lnTo>
                  <a:lnTo>
                    <a:pt x="40838" y="57664"/>
                  </a:lnTo>
                  <a:lnTo>
                    <a:pt x="37428" y="61725"/>
                  </a:lnTo>
                  <a:lnTo>
                    <a:pt x="34149" y="65893"/>
                  </a:lnTo>
                  <a:lnTo>
                    <a:pt x="31004" y="70162"/>
                  </a:lnTo>
                  <a:lnTo>
                    <a:pt x="27995" y="74529"/>
                  </a:lnTo>
                  <a:lnTo>
                    <a:pt x="25127" y="78990"/>
                  </a:lnTo>
                  <a:lnTo>
                    <a:pt x="22402" y="83539"/>
                  </a:lnTo>
                  <a:lnTo>
                    <a:pt x="19822" y="88172"/>
                  </a:lnTo>
                  <a:lnTo>
                    <a:pt x="17390" y="92884"/>
                  </a:lnTo>
                  <a:lnTo>
                    <a:pt x="15110" y="97672"/>
                  </a:lnTo>
                  <a:lnTo>
                    <a:pt x="12982" y="102529"/>
                  </a:lnTo>
                  <a:lnTo>
                    <a:pt x="11009" y="107452"/>
                  </a:lnTo>
                  <a:lnTo>
                    <a:pt x="9194" y="112434"/>
                  </a:lnTo>
                  <a:lnTo>
                    <a:pt x="7537" y="117472"/>
                  </a:lnTo>
                  <a:lnTo>
                    <a:pt x="6041" y="122559"/>
                  </a:lnTo>
                  <a:lnTo>
                    <a:pt x="4707" y="127692"/>
                  </a:lnTo>
                  <a:lnTo>
                    <a:pt x="3537" y="132864"/>
                  </a:lnTo>
                  <a:lnTo>
                    <a:pt x="2531" y="138071"/>
                  </a:lnTo>
                  <a:lnTo>
                    <a:pt x="1691" y="143307"/>
                  </a:lnTo>
                  <a:lnTo>
                    <a:pt x="1018" y="148567"/>
                  </a:lnTo>
                  <a:lnTo>
                    <a:pt x="511" y="153846"/>
                  </a:lnTo>
                  <a:lnTo>
                    <a:pt x="173" y="159138"/>
                  </a:lnTo>
                  <a:lnTo>
                    <a:pt x="2" y="164438"/>
                  </a:lnTo>
                  <a:lnTo>
                    <a:pt x="0" y="169741"/>
                  </a:lnTo>
                  <a:lnTo>
                    <a:pt x="165" y="175041"/>
                  </a:lnTo>
                  <a:lnTo>
                    <a:pt x="499" y="180334"/>
                  </a:lnTo>
                  <a:lnTo>
                    <a:pt x="1001" y="185613"/>
                  </a:lnTo>
                  <a:lnTo>
                    <a:pt x="1669" y="190874"/>
                  </a:lnTo>
                  <a:lnTo>
                    <a:pt x="2504" y="196111"/>
                  </a:lnTo>
                  <a:lnTo>
                    <a:pt x="3505" y="201318"/>
                  </a:lnTo>
                  <a:lnTo>
                    <a:pt x="4671" y="206492"/>
                  </a:lnTo>
                  <a:lnTo>
                    <a:pt x="6000" y="211625"/>
                  </a:lnTo>
                  <a:lnTo>
                    <a:pt x="7491" y="216714"/>
                  </a:lnTo>
                  <a:lnTo>
                    <a:pt x="9143" y="221753"/>
                  </a:lnTo>
                  <a:lnTo>
                    <a:pt x="10954" y="226738"/>
                  </a:lnTo>
                  <a:lnTo>
                    <a:pt x="12922" y="231662"/>
                  </a:lnTo>
                  <a:lnTo>
                    <a:pt x="15045" y="236521"/>
                  </a:lnTo>
                  <a:lnTo>
                    <a:pt x="17322" y="241311"/>
                  </a:lnTo>
                  <a:lnTo>
                    <a:pt x="19749" y="246026"/>
                  </a:lnTo>
                  <a:lnTo>
                    <a:pt x="22324" y="250661"/>
                  </a:lnTo>
                  <a:lnTo>
                    <a:pt x="25046" y="255213"/>
                  </a:lnTo>
                  <a:lnTo>
                    <a:pt x="27910" y="259676"/>
                  </a:lnTo>
                  <a:lnTo>
                    <a:pt x="30914" y="264046"/>
                  </a:lnTo>
                  <a:lnTo>
                    <a:pt x="34055" y="268318"/>
                  </a:lnTo>
                  <a:lnTo>
                    <a:pt x="37331" y="272489"/>
                  </a:lnTo>
                  <a:lnTo>
                    <a:pt x="40737" y="276553"/>
                  </a:lnTo>
                  <a:lnTo>
                    <a:pt x="44270" y="280508"/>
                  </a:lnTo>
                  <a:lnTo>
                    <a:pt x="47927" y="284348"/>
                  </a:lnTo>
                  <a:lnTo>
                    <a:pt x="51704" y="288071"/>
                  </a:lnTo>
                  <a:lnTo>
                    <a:pt x="55597" y="291672"/>
                  </a:lnTo>
                  <a:lnTo>
                    <a:pt x="59602" y="295147"/>
                  </a:lnTo>
                  <a:lnTo>
                    <a:pt x="63715" y="298494"/>
                  </a:lnTo>
                  <a:lnTo>
                    <a:pt x="67933" y="301709"/>
                  </a:lnTo>
                  <a:lnTo>
                    <a:pt x="72250" y="304788"/>
                  </a:lnTo>
                  <a:lnTo>
                    <a:pt x="76663" y="307729"/>
                  </a:lnTo>
                  <a:lnTo>
                    <a:pt x="81167" y="310528"/>
                  </a:lnTo>
                  <a:lnTo>
                    <a:pt x="85757" y="313183"/>
                  </a:lnTo>
                  <a:lnTo>
                    <a:pt x="90430" y="315691"/>
                  </a:lnTo>
                  <a:lnTo>
                    <a:pt x="95179" y="318050"/>
                  </a:lnTo>
                  <a:lnTo>
                    <a:pt x="100001" y="320256"/>
                  </a:lnTo>
                  <a:lnTo>
                    <a:pt x="104891" y="322309"/>
                  </a:lnTo>
                  <a:lnTo>
                    <a:pt x="109843" y="324206"/>
                  </a:lnTo>
                  <a:lnTo>
                    <a:pt x="114853" y="325944"/>
                  </a:lnTo>
                  <a:lnTo>
                    <a:pt x="119916" y="327523"/>
                  </a:lnTo>
                  <a:lnTo>
                    <a:pt x="125026" y="328941"/>
                  </a:lnTo>
                  <a:lnTo>
                    <a:pt x="130178" y="330195"/>
                  </a:lnTo>
                  <a:lnTo>
                    <a:pt x="135368" y="331286"/>
                  </a:lnTo>
                  <a:lnTo>
                    <a:pt x="140589" y="332211"/>
                  </a:lnTo>
                  <a:lnTo>
                    <a:pt x="145838" y="332971"/>
                  </a:lnTo>
                  <a:lnTo>
                    <a:pt x="151107" y="333563"/>
                  </a:lnTo>
                  <a:lnTo>
                    <a:pt x="156393" y="333988"/>
                  </a:lnTo>
                  <a:lnTo>
                    <a:pt x="161690" y="334245"/>
                  </a:lnTo>
                  <a:lnTo>
                    <a:pt x="166992" y="334334"/>
                  </a:lnTo>
                  <a:lnTo>
                    <a:pt x="172295" y="334255"/>
                  </a:lnTo>
                  <a:lnTo>
                    <a:pt x="177592" y="334008"/>
                  </a:lnTo>
                  <a:lnTo>
                    <a:pt x="182879" y="333593"/>
                  </a:lnTo>
                  <a:lnTo>
                    <a:pt x="188150" y="333010"/>
                  </a:lnTo>
                  <a:lnTo>
                    <a:pt x="193399" y="332260"/>
                  </a:lnTo>
                  <a:lnTo>
                    <a:pt x="198623" y="331344"/>
                  </a:lnTo>
                  <a:lnTo>
                    <a:pt x="203814" y="330263"/>
                  </a:lnTo>
                  <a:lnTo>
                    <a:pt x="208969" y="329018"/>
                  </a:lnTo>
                  <a:lnTo>
                    <a:pt x="214082" y="327610"/>
                  </a:lnTo>
                  <a:lnTo>
                    <a:pt x="219147" y="326041"/>
                  </a:lnTo>
                  <a:lnTo>
                    <a:pt x="224160" y="324312"/>
                  </a:lnTo>
                  <a:lnTo>
                    <a:pt x="229116" y="322424"/>
                  </a:lnTo>
                  <a:lnTo>
                    <a:pt x="234009" y="320381"/>
                  </a:lnTo>
                  <a:lnTo>
                    <a:pt x="238835" y="318183"/>
                  </a:lnTo>
                  <a:lnTo>
                    <a:pt x="243589" y="315833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845"/>
              <a:ext cx="167164" cy="315708"/>
            </a:xfrm>
            <a:custGeom>
              <a:avLst/>
              <a:pathLst>
                <a:path w="167164" h="315708">
                  <a:moveTo>
                    <a:pt x="76442" y="315708"/>
                  </a:moveTo>
                  <a:lnTo>
                    <a:pt x="81166" y="313182"/>
                  </a:lnTo>
                  <a:lnTo>
                    <a:pt x="85807" y="310506"/>
                  </a:lnTo>
                  <a:lnTo>
                    <a:pt x="90360" y="307683"/>
                  </a:lnTo>
                  <a:lnTo>
                    <a:pt x="94820" y="304715"/>
                  </a:lnTo>
                  <a:lnTo>
                    <a:pt x="99183" y="301606"/>
                  </a:lnTo>
                  <a:lnTo>
                    <a:pt x="103444" y="298359"/>
                  </a:lnTo>
                  <a:lnTo>
                    <a:pt x="107598" y="294977"/>
                  </a:lnTo>
                  <a:lnTo>
                    <a:pt x="111643" y="291464"/>
                  </a:lnTo>
                  <a:lnTo>
                    <a:pt x="115572" y="287822"/>
                  </a:lnTo>
                  <a:lnTo>
                    <a:pt x="119383" y="284057"/>
                  </a:lnTo>
                  <a:lnTo>
                    <a:pt x="123071" y="280171"/>
                  </a:lnTo>
                  <a:lnTo>
                    <a:pt x="126633" y="276170"/>
                  </a:lnTo>
                  <a:lnTo>
                    <a:pt x="130065" y="272056"/>
                  </a:lnTo>
                  <a:lnTo>
                    <a:pt x="133363" y="267835"/>
                  </a:lnTo>
                  <a:lnTo>
                    <a:pt x="136524" y="263509"/>
                  </a:lnTo>
                  <a:lnTo>
                    <a:pt x="139545" y="259085"/>
                  </a:lnTo>
                  <a:lnTo>
                    <a:pt x="142423" y="254567"/>
                  </a:lnTo>
                  <a:lnTo>
                    <a:pt x="145154" y="249958"/>
                  </a:lnTo>
                  <a:lnTo>
                    <a:pt x="147736" y="245264"/>
                  </a:lnTo>
                  <a:lnTo>
                    <a:pt x="150167" y="240490"/>
                  </a:lnTo>
                  <a:lnTo>
                    <a:pt x="152443" y="235641"/>
                  </a:lnTo>
                  <a:lnTo>
                    <a:pt x="154563" y="230721"/>
                  </a:lnTo>
                  <a:lnTo>
                    <a:pt x="156524" y="225735"/>
                  </a:lnTo>
                  <a:lnTo>
                    <a:pt x="158325" y="220690"/>
                  </a:lnTo>
                  <a:lnTo>
                    <a:pt x="159962" y="215589"/>
                  </a:lnTo>
                  <a:lnTo>
                    <a:pt x="161436" y="210438"/>
                  </a:lnTo>
                  <a:lnTo>
                    <a:pt x="162743" y="205243"/>
                  </a:lnTo>
                  <a:lnTo>
                    <a:pt x="163884" y="200009"/>
                  </a:lnTo>
                  <a:lnTo>
                    <a:pt x="164856" y="194741"/>
                  </a:lnTo>
                  <a:lnTo>
                    <a:pt x="165659" y="189444"/>
                  </a:lnTo>
                  <a:lnTo>
                    <a:pt x="166292" y="184124"/>
                  </a:lnTo>
                  <a:lnTo>
                    <a:pt x="166754" y="178787"/>
                  </a:lnTo>
                  <a:lnTo>
                    <a:pt x="167045" y="173438"/>
                  </a:lnTo>
                  <a:lnTo>
                    <a:pt x="167164" y="168082"/>
                  </a:lnTo>
                  <a:lnTo>
                    <a:pt x="167111" y="162725"/>
                  </a:lnTo>
                  <a:lnTo>
                    <a:pt x="166887" y="157372"/>
                  </a:lnTo>
                  <a:lnTo>
                    <a:pt x="166492" y="152030"/>
                  </a:lnTo>
                  <a:lnTo>
                    <a:pt x="165925" y="146702"/>
                  </a:lnTo>
                  <a:lnTo>
                    <a:pt x="165188" y="141396"/>
                  </a:lnTo>
                  <a:lnTo>
                    <a:pt x="164281" y="136116"/>
                  </a:lnTo>
                  <a:lnTo>
                    <a:pt x="163206" y="130868"/>
                  </a:lnTo>
                  <a:lnTo>
                    <a:pt x="161963" y="125657"/>
                  </a:lnTo>
                  <a:lnTo>
                    <a:pt x="160554" y="120489"/>
                  </a:lnTo>
                  <a:lnTo>
                    <a:pt x="158980" y="115368"/>
                  </a:lnTo>
                  <a:lnTo>
                    <a:pt x="157242" y="110300"/>
                  </a:lnTo>
                  <a:lnTo>
                    <a:pt x="155344" y="105291"/>
                  </a:lnTo>
                  <a:lnTo>
                    <a:pt x="153285" y="100345"/>
                  </a:lnTo>
                  <a:lnTo>
                    <a:pt x="151069" y="95467"/>
                  </a:lnTo>
                  <a:lnTo>
                    <a:pt x="148698" y="90663"/>
                  </a:lnTo>
                  <a:lnTo>
                    <a:pt x="146174" y="85938"/>
                  </a:lnTo>
                  <a:lnTo>
                    <a:pt x="143501" y="81296"/>
                  </a:lnTo>
                  <a:lnTo>
                    <a:pt x="140679" y="76742"/>
                  </a:lnTo>
                  <a:lnTo>
                    <a:pt x="137714" y="72280"/>
                  </a:lnTo>
                  <a:lnTo>
                    <a:pt x="134607" y="67916"/>
                  </a:lnTo>
                  <a:lnTo>
                    <a:pt x="131361" y="63654"/>
                  </a:lnTo>
                  <a:lnTo>
                    <a:pt x="127981" y="59498"/>
                  </a:lnTo>
                  <a:lnTo>
                    <a:pt x="124469" y="55452"/>
                  </a:lnTo>
                  <a:lnTo>
                    <a:pt x="120830" y="51521"/>
                  </a:lnTo>
                  <a:lnTo>
                    <a:pt x="117066" y="47709"/>
                  </a:lnTo>
                  <a:lnTo>
                    <a:pt x="113182" y="44019"/>
                  </a:lnTo>
                  <a:lnTo>
                    <a:pt x="109182" y="40455"/>
                  </a:lnTo>
                  <a:lnTo>
                    <a:pt x="105070" y="37022"/>
                  </a:lnTo>
                  <a:lnTo>
                    <a:pt x="100849" y="33722"/>
                  </a:lnTo>
                  <a:lnTo>
                    <a:pt x="96526" y="30559"/>
                  </a:lnTo>
                  <a:lnTo>
                    <a:pt x="92103" y="27536"/>
                  </a:lnTo>
                  <a:lnTo>
                    <a:pt x="87585" y="24656"/>
                  </a:lnTo>
                  <a:lnTo>
                    <a:pt x="82978" y="21923"/>
                  </a:lnTo>
                  <a:lnTo>
                    <a:pt x="78285" y="19338"/>
                  </a:lnTo>
                  <a:lnTo>
                    <a:pt x="73512" y="16906"/>
                  </a:lnTo>
                  <a:lnTo>
                    <a:pt x="68664" y="14627"/>
                  </a:lnTo>
                  <a:lnTo>
                    <a:pt x="63745" y="12505"/>
                  </a:lnTo>
                  <a:lnTo>
                    <a:pt x="58760" y="10542"/>
                  </a:lnTo>
                  <a:lnTo>
                    <a:pt x="53715" y="8740"/>
                  </a:lnTo>
                  <a:lnTo>
                    <a:pt x="48615" y="7100"/>
                  </a:lnTo>
                  <a:lnTo>
                    <a:pt x="43465" y="5624"/>
                  </a:lnTo>
                  <a:lnTo>
                    <a:pt x="38271" y="4314"/>
                  </a:lnTo>
                  <a:lnTo>
                    <a:pt x="33037" y="3171"/>
                  </a:lnTo>
                  <a:lnTo>
                    <a:pt x="27769" y="2197"/>
                  </a:lnTo>
                  <a:lnTo>
                    <a:pt x="22473" y="1392"/>
                  </a:lnTo>
                  <a:lnTo>
                    <a:pt x="17153" y="757"/>
                  </a:lnTo>
                  <a:lnTo>
                    <a:pt x="11816" y="293"/>
                  </a:lnTo>
                  <a:lnTo>
                    <a:pt x="6467" y="0"/>
                  </a:lnTo>
                  <a:lnTo>
                    <a:pt x="0" y="1670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6467" cy="167167"/>
            </a:xfrm>
            <a:custGeom>
              <a:avLst/>
              <a:pathLst>
                <a:path w="6467" h="167167">
                  <a:moveTo>
                    <a:pt x="6467" y="1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tx804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5" name="tx805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2025-06-06T01:02:17Z</dcterms:modified>
  <cp:category/>
</cp:coreProperties>
</file>