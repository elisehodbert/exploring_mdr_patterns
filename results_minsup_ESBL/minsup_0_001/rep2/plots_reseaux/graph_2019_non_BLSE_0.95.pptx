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44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25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7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32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0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32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43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85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142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19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6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96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10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110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08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19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89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34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29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28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8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3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984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52" y="3170392"/>
              <a:ext cx="1526" cy="167167"/>
            </a:xfrm>
            <a:custGeom>
              <a:avLst/>
              <a:pathLst>
                <a:path w="1526" h="167167">
                  <a:moveTo>
                    <a:pt x="1526" y="0"/>
                  </a:moveTo>
                  <a:lnTo>
                    <a:pt x="0" y="6"/>
                  </a:lnTo>
                  <a:lnTo>
                    <a:pt x="15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52" y="3170399"/>
              <a:ext cx="1526" cy="167160"/>
            </a:xfrm>
            <a:custGeom>
              <a:avLst/>
              <a:pathLst>
                <a:path w="1526" h="167160">
                  <a:moveTo>
                    <a:pt x="0" y="0"/>
                  </a:moveTo>
                  <a:lnTo>
                    <a:pt x="1526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28" y="3170399"/>
              <a:ext cx="334317" cy="334324"/>
            </a:xfrm>
            <a:custGeom>
              <a:avLst/>
              <a:pathLst>
                <a:path w="334317" h="334324">
                  <a:moveTo>
                    <a:pt x="165623" y="0"/>
                  </a:moveTo>
                  <a:lnTo>
                    <a:pt x="160346" y="131"/>
                  </a:lnTo>
                  <a:lnTo>
                    <a:pt x="155075" y="429"/>
                  </a:lnTo>
                  <a:lnTo>
                    <a:pt x="149817" y="894"/>
                  </a:lnTo>
                  <a:lnTo>
                    <a:pt x="144576" y="1524"/>
                  </a:lnTo>
                  <a:lnTo>
                    <a:pt x="139357" y="2319"/>
                  </a:lnTo>
                  <a:lnTo>
                    <a:pt x="134166" y="3279"/>
                  </a:lnTo>
                  <a:lnTo>
                    <a:pt x="129008" y="4402"/>
                  </a:lnTo>
                  <a:lnTo>
                    <a:pt x="123888" y="5688"/>
                  </a:lnTo>
                  <a:lnTo>
                    <a:pt x="118811" y="7134"/>
                  </a:lnTo>
                  <a:lnTo>
                    <a:pt x="113782" y="8740"/>
                  </a:lnTo>
                  <a:lnTo>
                    <a:pt x="108807" y="10504"/>
                  </a:lnTo>
                  <a:lnTo>
                    <a:pt x="103889" y="12425"/>
                  </a:lnTo>
                  <a:lnTo>
                    <a:pt x="99035" y="14499"/>
                  </a:lnTo>
                  <a:lnTo>
                    <a:pt x="94249" y="16726"/>
                  </a:lnTo>
                  <a:lnTo>
                    <a:pt x="89535" y="19103"/>
                  </a:lnTo>
                  <a:lnTo>
                    <a:pt x="84899" y="21627"/>
                  </a:lnTo>
                  <a:lnTo>
                    <a:pt x="80345" y="24297"/>
                  </a:lnTo>
                  <a:lnTo>
                    <a:pt x="75877" y="27109"/>
                  </a:lnTo>
                  <a:lnTo>
                    <a:pt x="71501" y="30061"/>
                  </a:lnTo>
                  <a:lnTo>
                    <a:pt x="67220" y="33149"/>
                  </a:lnTo>
                  <a:lnTo>
                    <a:pt x="63038" y="36371"/>
                  </a:lnTo>
                  <a:lnTo>
                    <a:pt x="58960" y="39724"/>
                  </a:lnTo>
                  <a:lnTo>
                    <a:pt x="54990" y="43204"/>
                  </a:lnTo>
                  <a:lnTo>
                    <a:pt x="51132" y="46807"/>
                  </a:lnTo>
                  <a:lnTo>
                    <a:pt x="47390" y="50530"/>
                  </a:lnTo>
                  <a:lnTo>
                    <a:pt x="43767" y="54370"/>
                  </a:lnTo>
                  <a:lnTo>
                    <a:pt x="40267" y="58322"/>
                  </a:lnTo>
                  <a:lnTo>
                    <a:pt x="36894" y="62382"/>
                  </a:lnTo>
                  <a:lnTo>
                    <a:pt x="33651" y="66547"/>
                  </a:lnTo>
                  <a:lnTo>
                    <a:pt x="30541" y="70813"/>
                  </a:lnTo>
                  <a:lnTo>
                    <a:pt x="27566" y="75174"/>
                  </a:lnTo>
                  <a:lnTo>
                    <a:pt x="24732" y="79627"/>
                  </a:lnTo>
                  <a:lnTo>
                    <a:pt x="22039" y="84168"/>
                  </a:lnTo>
                  <a:lnTo>
                    <a:pt x="19491" y="88791"/>
                  </a:lnTo>
                  <a:lnTo>
                    <a:pt x="17090" y="93492"/>
                  </a:lnTo>
                  <a:lnTo>
                    <a:pt x="14839" y="98267"/>
                  </a:lnTo>
                  <a:lnTo>
                    <a:pt x="12739" y="103111"/>
                  </a:lnTo>
                  <a:lnTo>
                    <a:pt x="10794" y="108018"/>
                  </a:lnTo>
                  <a:lnTo>
                    <a:pt x="9004" y="112985"/>
                  </a:lnTo>
                  <a:lnTo>
                    <a:pt x="7373" y="118005"/>
                  </a:lnTo>
                  <a:lnTo>
                    <a:pt x="5900" y="123075"/>
                  </a:lnTo>
                  <a:lnTo>
                    <a:pt x="4589" y="128188"/>
                  </a:lnTo>
                  <a:lnTo>
                    <a:pt x="3439" y="133340"/>
                  </a:lnTo>
                  <a:lnTo>
                    <a:pt x="2453" y="138526"/>
                  </a:lnTo>
                  <a:lnTo>
                    <a:pt x="1631" y="143741"/>
                  </a:lnTo>
                  <a:lnTo>
                    <a:pt x="974" y="148979"/>
                  </a:lnTo>
                  <a:lnTo>
                    <a:pt x="483" y="154235"/>
                  </a:lnTo>
                  <a:lnTo>
                    <a:pt x="158" y="159504"/>
                  </a:lnTo>
                  <a:lnTo>
                    <a:pt x="0" y="164780"/>
                  </a:lnTo>
                  <a:lnTo>
                    <a:pt x="8" y="170059"/>
                  </a:lnTo>
                  <a:lnTo>
                    <a:pt x="183" y="175335"/>
                  </a:lnTo>
                  <a:lnTo>
                    <a:pt x="524" y="180603"/>
                  </a:lnTo>
                  <a:lnTo>
                    <a:pt x="1032" y="185858"/>
                  </a:lnTo>
                  <a:lnTo>
                    <a:pt x="1705" y="191094"/>
                  </a:lnTo>
                  <a:lnTo>
                    <a:pt x="2543" y="196306"/>
                  </a:lnTo>
                  <a:lnTo>
                    <a:pt x="3545" y="201489"/>
                  </a:lnTo>
                  <a:lnTo>
                    <a:pt x="4711" y="206637"/>
                  </a:lnTo>
                  <a:lnTo>
                    <a:pt x="6038" y="211747"/>
                  </a:lnTo>
                  <a:lnTo>
                    <a:pt x="7526" y="216811"/>
                  </a:lnTo>
                  <a:lnTo>
                    <a:pt x="9174" y="221827"/>
                  </a:lnTo>
                  <a:lnTo>
                    <a:pt x="10979" y="226788"/>
                  </a:lnTo>
                  <a:lnTo>
                    <a:pt x="12939" y="231689"/>
                  </a:lnTo>
                  <a:lnTo>
                    <a:pt x="15054" y="236526"/>
                  </a:lnTo>
                  <a:lnTo>
                    <a:pt x="17320" y="241294"/>
                  </a:lnTo>
                  <a:lnTo>
                    <a:pt x="19735" y="245988"/>
                  </a:lnTo>
                  <a:lnTo>
                    <a:pt x="22298" y="250603"/>
                  </a:lnTo>
                  <a:lnTo>
                    <a:pt x="25005" y="255135"/>
                  </a:lnTo>
                  <a:lnTo>
                    <a:pt x="27853" y="259580"/>
                  </a:lnTo>
                  <a:lnTo>
                    <a:pt x="30841" y="263932"/>
                  </a:lnTo>
                  <a:lnTo>
                    <a:pt x="33964" y="268187"/>
                  </a:lnTo>
                  <a:lnTo>
                    <a:pt x="37221" y="272342"/>
                  </a:lnTo>
                  <a:lnTo>
                    <a:pt x="40607" y="276392"/>
                  </a:lnTo>
                  <a:lnTo>
                    <a:pt x="44119" y="280334"/>
                  </a:lnTo>
                  <a:lnTo>
                    <a:pt x="47754" y="284162"/>
                  </a:lnTo>
                  <a:lnTo>
                    <a:pt x="51507" y="287873"/>
                  </a:lnTo>
                  <a:lnTo>
                    <a:pt x="55377" y="291465"/>
                  </a:lnTo>
                  <a:lnTo>
                    <a:pt x="59357" y="294932"/>
                  </a:lnTo>
                  <a:lnTo>
                    <a:pt x="63445" y="298272"/>
                  </a:lnTo>
                  <a:lnTo>
                    <a:pt x="67637" y="301481"/>
                  </a:lnTo>
                  <a:lnTo>
                    <a:pt x="71928" y="304556"/>
                  </a:lnTo>
                  <a:lnTo>
                    <a:pt x="76313" y="307494"/>
                  </a:lnTo>
                  <a:lnTo>
                    <a:pt x="80790" y="310292"/>
                  </a:lnTo>
                  <a:lnTo>
                    <a:pt x="85352" y="312948"/>
                  </a:lnTo>
                  <a:lnTo>
                    <a:pt x="89996" y="315458"/>
                  </a:lnTo>
                  <a:lnTo>
                    <a:pt x="94717" y="317820"/>
                  </a:lnTo>
                  <a:lnTo>
                    <a:pt x="99510" y="320032"/>
                  </a:lnTo>
                  <a:lnTo>
                    <a:pt x="104371" y="322091"/>
                  </a:lnTo>
                  <a:lnTo>
                    <a:pt x="109294" y="323996"/>
                  </a:lnTo>
                  <a:lnTo>
                    <a:pt x="114275" y="325745"/>
                  </a:lnTo>
                  <a:lnTo>
                    <a:pt x="119309" y="327335"/>
                  </a:lnTo>
                  <a:lnTo>
                    <a:pt x="124390" y="328766"/>
                  </a:lnTo>
                  <a:lnTo>
                    <a:pt x="129514" y="330036"/>
                  </a:lnTo>
                  <a:lnTo>
                    <a:pt x="134676" y="331143"/>
                  </a:lnTo>
                  <a:lnTo>
                    <a:pt x="139870" y="332086"/>
                  </a:lnTo>
                  <a:lnTo>
                    <a:pt x="145091" y="332866"/>
                  </a:lnTo>
                  <a:lnTo>
                    <a:pt x="150334" y="333479"/>
                  </a:lnTo>
                  <a:lnTo>
                    <a:pt x="155594" y="333928"/>
                  </a:lnTo>
                  <a:lnTo>
                    <a:pt x="160865" y="334209"/>
                  </a:lnTo>
                  <a:lnTo>
                    <a:pt x="166143" y="334324"/>
                  </a:lnTo>
                  <a:lnTo>
                    <a:pt x="171422" y="334273"/>
                  </a:lnTo>
                  <a:lnTo>
                    <a:pt x="176696" y="334055"/>
                  </a:lnTo>
                  <a:lnTo>
                    <a:pt x="181961" y="333670"/>
                  </a:lnTo>
                  <a:lnTo>
                    <a:pt x="187211" y="333119"/>
                  </a:lnTo>
                  <a:lnTo>
                    <a:pt x="192441" y="332403"/>
                  </a:lnTo>
                  <a:lnTo>
                    <a:pt x="197646" y="331522"/>
                  </a:lnTo>
                  <a:lnTo>
                    <a:pt x="202821" y="330477"/>
                  </a:lnTo>
                  <a:lnTo>
                    <a:pt x="207960" y="329270"/>
                  </a:lnTo>
                  <a:lnTo>
                    <a:pt x="213058" y="327900"/>
                  </a:lnTo>
                  <a:lnTo>
                    <a:pt x="218111" y="326370"/>
                  </a:lnTo>
                  <a:lnTo>
                    <a:pt x="223112" y="324682"/>
                  </a:lnTo>
                  <a:lnTo>
                    <a:pt x="228058" y="322836"/>
                  </a:lnTo>
                  <a:lnTo>
                    <a:pt x="232943" y="320836"/>
                  </a:lnTo>
                  <a:lnTo>
                    <a:pt x="237763" y="318682"/>
                  </a:lnTo>
                  <a:lnTo>
                    <a:pt x="242512" y="316376"/>
                  </a:lnTo>
                  <a:lnTo>
                    <a:pt x="247186" y="313923"/>
                  </a:lnTo>
                  <a:lnTo>
                    <a:pt x="251780" y="311322"/>
                  </a:lnTo>
                  <a:lnTo>
                    <a:pt x="256289" y="308578"/>
                  </a:lnTo>
                  <a:lnTo>
                    <a:pt x="260710" y="305693"/>
                  </a:lnTo>
                  <a:lnTo>
                    <a:pt x="265038" y="302670"/>
                  </a:lnTo>
                  <a:lnTo>
                    <a:pt x="269268" y="299512"/>
                  </a:lnTo>
                  <a:lnTo>
                    <a:pt x="273396" y="296221"/>
                  </a:lnTo>
                  <a:lnTo>
                    <a:pt x="277418" y="292802"/>
                  </a:lnTo>
                  <a:lnTo>
                    <a:pt x="281330" y="289258"/>
                  </a:lnTo>
                  <a:lnTo>
                    <a:pt x="285128" y="285592"/>
                  </a:lnTo>
                  <a:lnTo>
                    <a:pt x="288809" y="281807"/>
                  </a:lnTo>
                  <a:lnTo>
                    <a:pt x="292368" y="277909"/>
                  </a:lnTo>
                  <a:lnTo>
                    <a:pt x="295803" y="273900"/>
                  </a:lnTo>
                  <a:lnTo>
                    <a:pt x="299109" y="269785"/>
                  </a:lnTo>
                  <a:lnTo>
                    <a:pt x="302283" y="265567"/>
                  </a:lnTo>
                  <a:lnTo>
                    <a:pt x="305323" y="261251"/>
                  </a:lnTo>
                  <a:lnTo>
                    <a:pt x="308225" y="256841"/>
                  </a:lnTo>
                  <a:lnTo>
                    <a:pt x="310987" y="252342"/>
                  </a:lnTo>
                  <a:lnTo>
                    <a:pt x="313605" y="247758"/>
                  </a:lnTo>
                  <a:lnTo>
                    <a:pt x="316076" y="243093"/>
                  </a:lnTo>
                  <a:lnTo>
                    <a:pt x="318400" y="238353"/>
                  </a:lnTo>
                  <a:lnTo>
                    <a:pt x="320572" y="233542"/>
                  </a:lnTo>
                  <a:lnTo>
                    <a:pt x="322592" y="228665"/>
                  </a:lnTo>
                  <a:lnTo>
                    <a:pt x="324456" y="223726"/>
                  </a:lnTo>
                  <a:lnTo>
                    <a:pt x="326164" y="218731"/>
                  </a:lnTo>
                  <a:lnTo>
                    <a:pt x="327713" y="213684"/>
                  </a:lnTo>
                  <a:lnTo>
                    <a:pt x="329102" y="208591"/>
                  </a:lnTo>
                  <a:lnTo>
                    <a:pt x="330329" y="203457"/>
                  </a:lnTo>
                  <a:lnTo>
                    <a:pt x="331394" y="198287"/>
                  </a:lnTo>
                  <a:lnTo>
                    <a:pt x="332295" y="193085"/>
                  </a:lnTo>
                  <a:lnTo>
                    <a:pt x="333031" y="187858"/>
                  </a:lnTo>
                  <a:lnTo>
                    <a:pt x="333602" y="182610"/>
                  </a:lnTo>
                  <a:lnTo>
                    <a:pt x="334007" y="177346"/>
                  </a:lnTo>
                  <a:lnTo>
                    <a:pt x="334245" y="172073"/>
                  </a:lnTo>
                  <a:lnTo>
                    <a:pt x="334317" y="166794"/>
                  </a:lnTo>
                  <a:lnTo>
                    <a:pt x="334222" y="161516"/>
                  </a:lnTo>
                  <a:lnTo>
                    <a:pt x="333961" y="156244"/>
                  </a:lnTo>
                  <a:lnTo>
                    <a:pt x="333533" y="150982"/>
                  </a:lnTo>
                  <a:lnTo>
                    <a:pt x="332939" y="145737"/>
                  </a:lnTo>
                  <a:lnTo>
                    <a:pt x="332180" y="140513"/>
                  </a:lnTo>
                  <a:lnTo>
                    <a:pt x="331256" y="135315"/>
                  </a:lnTo>
                  <a:lnTo>
                    <a:pt x="330169" y="130149"/>
                  </a:lnTo>
                  <a:lnTo>
                    <a:pt x="328919" y="125020"/>
                  </a:lnTo>
                  <a:lnTo>
                    <a:pt x="327508" y="119934"/>
                  </a:lnTo>
                  <a:lnTo>
                    <a:pt x="325937" y="114894"/>
                  </a:lnTo>
                  <a:lnTo>
                    <a:pt x="324207" y="109906"/>
                  </a:lnTo>
                  <a:lnTo>
                    <a:pt x="322321" y="104976"/>
                  </a:lnTo>
                  <a:lnTo>
                    <a:pt x="320280" y="100107"/>
                  </a:lnTo>
                  <a:lnTo>
                    <a:pt x="318087" y="95306"/>
                  </a:lnTo>
                  <a:lnTo>
                    <a:pt x="315743" y="90576"/>
                  </a:lnTo>
                  <a:lnTo>
                    <a:pt x="313250" y="85922"/>
                  </a:lnTo>
                  <a:lnTo>
                    <a:pt x="310613" y="81349"/>
                  </a:lnTo>
                  <a:lnTo>
                    <a:pt x="307832" y="76862"/>
                  </a:lnTo>
                  <a:lnTo>
                    <a:pt x="304910" y="72465"/>
                  </a:lnTo>
                  <a:lnTo>
                    <a:pt x="301852" y="68163"/>
                  </a:lnTo>
                  <a:lnTo>
                    <a:pt x="298659" y="63959"/>
                  </a:lnTo>
                  <a:lnTo>
                    <a:pt x="295334" y="59858"/>
                  </a:lnTo>
                  <a:lnTo>
                    <a:pt x="291882" y="55864"/>
                  </a:lnTo>
                  <a:lnTo>
                    <a:pt x="288306" y="51981"/>
                  </a:lnTo>
                  <a:lnTo>
                    <a:pt x="284609" y="48213"/>
                  </a:lnTo>
                  <a:lnTo>
                    <a:pt x="280795" y="44564"/>
                  </a:lnTo>
                  <a:lnTo>
                    <a:pt x="276867" y="41037"/>
                  </a:lnTo>
                  <a:lnTo>
                    <a:pt x="272830" y="37635"/>
                  </a:lnTo>
                  <a:lnTo>
                    <a:pt x="268688" y="34363"/>
                  </a:lnTo>
                  <a:lnTo>
                    <a:pt x="264444" y="31223"/>
                  </a:lnTo>
                  <a:lnTo>
                    <a:pt x="260103" y="28219"/>
                  </a:lnTo>
                  <a:lnTo>
                    <a:pt x="255670" y="25353"/>
                  </a:lnTo>
                  <a:lnTo>
                    <a:pt x="251148" y="22629"/>
                  </a:lnTo>
                  <a:lnTo>
                    <a:pt x="246543" y="20049"/>
                  </a:lnTo>
                  <a:lnTo>
                    <a:pt x="241858" y="17615"/>
                  </a:lnTo>
                  <a:lnTo>
                    <a:pt x="237099" y="15331"/>
                  </a:lnTo>
                  <a:lnTo>
                    <a:pt x="232270" y="13198"/>
                  </a:lnTo>
                  <a:lnTo>
                    <a:pt x="227376" y="11218"/>
                  </a:lnTo>
                  <a:lnTo>
                    <a:pt x="222422" y="9395"/>
                  </a:lnTo>
                  <a:lnTo>
                    <a:pt x="217413" y="7728"/>
                  </a:lnTo>
                  <a:lnTo>
                    <a:pt x="212354" y="6220"/>
                  </a:lnTo>
                  <a:lnTo>
                    <a:pt x="207250" y="4873"/>
                  </a:lnTo>
                  <a:lnTo>
                    <a:pt x="202106" y="3688"/>
                  </a:lnTo>
                  <a:lnTo>
                    <a:pt x="196927" y="2666"/>
                  </a:lnTo>
                  <a:lnTo>
                    <a:pt x="191718" y="1808"/>
                  </a:lnTo>
                  <a:lnTo>
                    <a:pt x="186485" y="1114"/>
                  </a:lnTo>
                  <a:lnTo>
                    <a:pt x="181232" y="587"/>
                  </a:lnTo>
                  <a:lnTo>
                    <a:pt x="16715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4082" cy="167167"/>
            </a:xfrm>
            <a:custGeom>
              <a:avLst/>
              <a:pathLst>
                <a:path w="14082" h="167167">
                  <a:moveTo>
                    <a:pt x="14082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824" y="2655501"/>
              <a:ext cx="26670" cy="167167"/>
            </a:xfrm>
            <a:custGeom>
              <a:avLst/>
              <a:pathLst>
                <a:path w="26670" h="167167">
                  <a:moveTo>
                    <a:pt x="26670" y="0"/>
                  </a:moveTo>
                  <a:lnTo>
                    <a:pt x="19976" y="134"/>
                  </a:lnTo>
                  <a:lnTo>
                    <a:pt x="13292" y="536"/>
                  </a:lnTo>
                  <a:lnTo>
                    <a:pt x="6630" y="1205"/>
                  </a:lnTo>
                  <a:lnTo>
                    <a:pt x="0" y="2141"/>
                  </a:lnTo>
                  <a:lnTo>
                    <a:pt x="266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6824" y="2657643"/>
              <a:ext cx="26670" cy="165026"/>
            </a:xfrm>
            <a:custGeom>
              <a:avLst/>
              <a:pathLst>
                <a:path w="26670" h="165026">
                  <a:moveTo>
                    <a:pt x="0" y="0"/>
                  </a:moveTo>
                  <a:lnTo>
                    <a:pt x="26670" y="165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6340" y="2657643"/>
              <a:ext cx="334322" cy="332186"/>
            </a:xfrm>
            <a:custGeom>
              <a:avLst/>
              <a:pathLst>
                <a:path w="334322" h="332186">
                  <a:moveTo>
                    <a:pt x="140484" y="0"/>
                  </a:moveTo>
                  <a:lnTo>
                    <a:pt x="135281" y="925"/>
                  </a:lnTo>
                  <a:lnTo>
                    <a:pt x="130109" y="2015"/>
                  </a:lnTo>
                  <a:lnTo>
                    <a:pt x="124975" y="3267"/>
                  </a:lnTo>
                  <a:lnTo>
                    <a:pt x="119883" y="4681"/>
                  </a:lnTo>
                  <a:lnTo>
                    <a:pt x="114838" y="6256"/>
                  </a:lnTo>
                  <a:lnTo>
                    <a:pt x="109845" y="7989"/>
                  </a:lnTo>
                  <a:lnTo>
                    <a:pt x="104910" y="9879"/>
                  </a:lnTo>
                  <a:lnTo>
                    <a:pt x="100037" y="11924"/>
                  </a:lnTo>
                  <a:lnTo>
                    <a:pt x="95231" y="14122"/>
                  </a:lnTo>
                  <a:lnTo>
                    <a:pt x="90496" y="16471"/>
                  </a:lnTo>
                  <a:lnTo>
                    <a:pt x="85839" y="18968"/>
                  </a:lnTo>
                  <a:lnTo>
                    <a:pt x="81263" y="21612"/>
                  </a:lnTo>
                  <a:lnTo>
                    <a:pt x="76772" y="24399"/>
                  </a:lnTo>
                  <a:lnTo>
                    <a:pt x="72372" y="27326"/>
                  </a:lnTo>
                  <a:lnTo>
                    <a:pt x="68067" y="30391"/>
                  </a:lnTo>
                  <a:lnTo>
                    <a:pt x="63860" y="33590"/>
                  </a:lnTo>
                  <a:lnTo>
                    <a:pt x="59757" y="36921"/>
                  </a:lnTo>
                  <a:lnTo>
                    <a:pt x="55761" y="40380"/>
                  </a:lnTo>
                  <a:lnTo>
                    <a:pt x="51877" y="43964"/>
                  </a:lnTo>
                  <a:lnTo>
                    <a:pt x="48108" y="47668"/>
                  </a:lnTo>
                  <a:lnTo>
                    <a:pt x="44458" y="51490"/>
                  </a:lnTo>
                  <a:lnTo>
                    <a:pt x="40930" y="55425"/>
                  </a:lnTo>
                  <a:lnTo>
                    <a:pt x="37529" y="59470"/>
                  </a:lnTo>
                  <a:lnTo>
                    <a:pt x="34257" y="63620"/>
                  </a:lnTo>
                  <a:lnTo>
                    <a:pt x="31118" y="67872"/>
                  </a:lnTo>
                  <a:lnTo>
                    <a:pt x="28115" y="72220"/>
                  </a:lnTo>
                  <a:lnTo>
                    <a:pt x="25250" y="76662"/>
                  </a:lnTo>
                  <a:lnTo>
                    <a:pt x="22528" y="81192"/>
                  </a:lnTo>
                  <a:lnTo>
                    <a:pt x="19950" y="85805"/>
                  </a:lnTo>
                  <a:lnTo>
                    <a:pt x="17520" y="90498"/>
                  </a:lnTo>
                  <a:lnTo>
                    <a:pt x="15239" y="95265"/>
                  </a:lnTo>
                  <a:lnTo>
                    <a:pt x="13109" y="100102"/>
                  </a:lnTo>
                  <a:lnTo>
                    <a:pt x="11134" y="105004"/>
                  </a:lnTo>
                  <a:lnTo>
                    <a:pt x="9315" y="109966"/>
                  </a:lnTo>
                  <a:lnTo>
                    <a:pt x="7653" y="114983"/>
                  </a:lnTo>
                  <a:lnTo>
                    <a:pt x="6151" y="120050"/>
                  </a:lnTo>
                  <a:lnTo>
                    <a:pt x="4810" y="125162"/>
                  </a:lnTo>
                  <a:lnTo>
                    <a:pt x="3631" y="130313"/>
                  </a:lnTo>
                  <a:lnTo>
                    <a:pt x="2615" y="135500"/>
                  </a:lnTo>
                  <a:lnTo>
                    <a:pt x="1764" y="140716"/>
                  </a:lnTo>
                  <a:lnTo>
                    <a:pt x="1078" y="145956"/>
                  </a:lnTo>
                  <a:lnTo>
                    <a:pt x="559" y="151215"/>
                  </a:lnTo>
                  <a:lnTo>
                    <a:pt x="205" y="156488"/>
                  </a:lnTo>
                  <a:lnTo>
                    <a:pt x="19" y="161770"/>
                  </a:lnTo>
                  <a:lnTo>
                    <a:pt x="0" y="167055"/>
                  </a:lnTo>
                  <a:lnTo>
                    <a:pt x="147" y="172338"/>
                  </a:lnTo>
                  <a:lnTo>
                    <a:pt x="462" y="177613"/>
                  </a:lnTo>
                  <a:lnTo>
                    <a:pt x="943" y="182876"/>
                  </a:lnTo>
                  <a:lnTo>
                    <a:pt x="1590" y="188121"/>
                  </a:lnTo>
                  <a:lnTo>
                    <a:pt x="2403" y="193343"/>
                  </a:lnTo>
                  <a:lnTo>
                    <a:pt x="3381" y="198537"/>
                  </a:lnTo>
                  <a:lnTo>
                    <a:pt x="4522" y="203697"/>
                  </a:lnTo>
                  <a:lnTo>
                    <a:pt x="5825" y="208819"/>
                  </a:lnTo>
                  <a:lnTo>
                    <a:pt x="7290" y="213896"/>
                  </a:lnTo>
                  <a:lnTo>
                    <a:pt x="8915" y="218925"/>
                  </a:lnTo>
                  <a:lnTo>
                    <a:pt x="10698" y="223900"/>
                  </a:lnTo>
                  <a:lnTo>
                    <a:pt x="12637" y="228817"/>
                  </a:lnTo>
                  <a:lnTo>
                    <a:pt x="14731" y="233669"/>
                  </a:lnTo>
                  <a:lnTo>
                    <a:pt x="16977" y="238453"/>
                  </a:lnTo>
                  <a:lnTo>
                    <a:pt x="19373" y="243163"/>
                  </a:lnTo>
                  <a:lnTo>
                    <a:pt x="21917" y="247796"/>
                  </a:lnTo>
                  <a:lnTo>
                    <a:pt x="24606" y="252346"/>
                  </a:lnTo>
                  <a:lnTo>
                    <a:pt x="27437" y="256808"/>
                  </a:lnTo>
                  <a:lnTo>
                    <a:pt x="30408" y="261179"/>
                  </a:lnTo>
                  <a:lnTo>
                    <a:pt x="33516" y="265453"/>
                  </a:lnTo>
                  <a:lnTo>
                    <a:pt x="36757" y="269627"/>
                  </a:lnTo>
                  <a:lnTo>
                    <a:pt x="40129" y="273697"/>
                  </a:lnTo>
                  <a:lnTo>
                    <a:pt x="43628" y="277658"/>
                  </a:lnTo>
                  <a:lnTo>
                    <a:pt x="47250" y="281506"/>
                  </a:lnTo>
                  <a:lnTo>
                    <a:pt x="50992" y="285238"/>
                  </a:lnTo>
                  <a:lnTo>
                    <a:pt x="54850" y="288850"/>
                  </a:lnTo>
                  <a:lnTo>
                    <a:pt x="58820" y="292338"/>
                  </a:lnTo>
                  <a:lnTo>
                    <a:pt x="62899" y="295699"/>
                  </a:lnTo>
                  <a:lnTo>
                    <a:pt x="67081" y="298930"/>
                  </a:lnTo>
                  <a:lnTo>
                    <a:pt x="71364" y="302026"/>
                  </a:lnTo>
                  <a:lnTo>
                    <a:pt x="75743" y="304986"/>
                  </a:lnTo>
                  <a:lnTo>
                    <a:pt x="80212" y="307805"/>
                  </a:lnTo>
                  <a:lnTo>
                    <a:pt x="84769" y="310482"/>
                  </a:lnTo>
                  <a:lnTo>
                    <a:pt x="89408" y="313014"/>
                  </a:lnTo>
                  <a:lnTo>
                    <a:pt x="94125" y="315397"/>
                  </a:lnTo>
                  <a:lnTo>
                    <a:pt x="98915" y="317631"/>
                  </a:lnTo>
                  <a:lnTo>
                    <a:pt x="103773" y="319711"/>
                  </a:lnTo>
                  <a:lnTo>
                    <a:pt x="108694" y="321638"/>
                  </a:lnTo>
                  <a:lnTo>
                    <a:pt x="113674" y="323407"/>
                  </a:lnTo>
                  <a:lnTo>
                    <a:pt x="118707" y="325019"/>
                  </a:lnTo>
                  <a:lnTo>
                    <a:pt x="123789" y="326470"/>
                  </a:lnTo>
                  <a:lnTo>
                    <a:pt x="128914" y="327760"/>
                  </a:lnTo>
                  <a:lnTo>
                    <a:pt x="134077" y="328888"/>
                  </a:lnTo>
                  <a:lnTo>
                    <a:pt x="139273" y="329852"/>
                  </a:lnTo>
                  <a:lnTo>
                    <a:pt x="144498" y="330651"/>
                  </a:lnTo>
                  <a:lnTo>
                    <a:pt x="149744" y="331284"/>
                  </a:lnTo>
                  <a:lnTo>
                    <a:pt x="155009" y="331751"/>
                  </a:lnTo>
                  <a:lnTo>
                    <a:pt x="160285" y="332052"/>
                  </a:lnTo>
                  <a:lnTo>
                    <a:pt x="165568" y="332186"/>
                  </a:lnTo>
                  <a:lnTo>
                    <a:pt x="170853" y="332152"/>
                  </a:lnTo>
                  <a:lnTo>
                    <a:pt x="176134" y="331952"/>
                  </a:lnTo>
                  <a:lnTo>
                    <a:pt x="181406" y="331584"/>
                  </a:lnTo>
                  <a:lnTo>
                    <a:pt x="186664" y="331051"/>
                  </a:lnTo>
                  <a:lnTo>
                    <a:pt x="191902" y="330351"/>
                  </a:lnTo>
                  <a:lnTo>
                    <a:pt x="197116" y="329486"/>
                  </a:lnTo>
                  <a:lnTo>
                    <a:pt x="202300" y="328457"/>
                  </a:lnTo>
                  <a:lnTo>
                    <a:pt x="207448" y="327264"/>
                  </a:lnTo>
                  <a:lnTo>
                    <a:pt x="212556" y="325910"/>
                  </a:lnTo>
                  <a:lnTo>
                    <a:pt x="217619" y="324394"/>
                  </a:lnTo>
                  <a:lnTo>
                    <a:pt x="222632" y="322719"/>
                  </a:lnTo>
                  <a:lnTo>
                    <a:pt x="227589" y="320887"/>
                  </a:lnTo>
                  <a:lnTo>
                    <a:pt x="232486" y="318898"/>
                  </a:lnTo>
                  <a:lnTo>
                    <a:pt x="237317" y="316756"/>
                  </a:lnTo>
                  <a:lnTo>
                    <a:pt x="242078" y="314463"/>
                  </a:lnTo>
                  <a:lnTo>
                    <a:pt x="246764" y="312020"/>
                  </a:lnTo>
                  <a:lnTo>
                    <a:pt x="251371" y="309430"/>
                  </a:lnTo>
                  <a:lnTo>
                    <a:pt x="255894" y="306695"/>
                  </a:lnTo>
                  <a:lnTo>
                    <a:pt x="260328" y="303820"/>
                  </a:lnTo>
                  <a:lnTo>
                    <a:pt x="264668" y="300805"/>
                  </a:lnTo>
                  <a:lnTo>
                    <a:pt x="268912" y="297655"/>
                  </a:lnTo>
                  <a:lnTo>
                    <a:pt x="273053" y="294372"/>
                  </a:lnTo>
                  <a:lnTo>
                    <a:pt x="277089" y="290960"/>
                  </a:lnTo>
                  <a:lnTo>
                    <a:pt x="281015" y="287422"/>
                  </a:lnTo>
                  <a:lnTo>
                    <a:pt x="284827" y="283761"/>
                  </a:lnTo>
                  <a:lnTo>
                    <a:pt x="288521" y="279982"/>
                  </a:lnTo>
                  <a:lnTo>
                    <a:pt x="292095" y="276088"/>
                  </a:lnTo>
                  <a:lnTo>
                    <a:pt x="295543" y="272083"/>
                  </a:lnTo>
                  <a:lnTo>
                    <a:pt x="298863" y="267972"/>
                  </a:lnTo>
                  <a:lnTo>
                    <a:pt x="302051" y="263757"/>
                  </a:lnTo>
                  <a:lnTo>
                    <a:pt x="305105" y="259443"/>
                  </a:lnTo>
                  <a:lnTo>
                    <a:pt x="308020" y="255035"/>
                  </a:lnTo>
                  <a:lnTo>
                    <a:pt x="310795" y="250538"/>
                  </a:lnTo>
                  <a:lnTo>
                    <a:pt x="313427" y="245954"/>
                  </a:lnTo>
                  <a:lnTo>
                    <a:pt x="315912" y="241290"/>
                  </a:lnTo>
                  <a:lnTo>
                    <a:pt x="318248" y="236550"/>
                  </a:lnTo>
                  <a:lnTo>
                    <a:pt x="320434" y="231738"/>
                  </a:lnTo>
                  <a:lnTo>
                    <a:pt x="322466" y="226859"/>
                  </a:lnTo>
                  <a:lnTo>
                    <a:pt x="324343" y="221919"/>
                  </a:lnTo>
                  <a:lnTo>
                    <a:pt x="326063" y="216922"/>
                  </a:lnTo>
                  <a:lnTo>
                    <a:pt x="327624" y="211873"/>
                  </a:lnTo>
                  <a:lnTo>
                    <a:pt x="329024" y="206777"/>
                  </a:lnTo>
                  <a:lnTo>
                    <a:pt x="330263" y="201639"/>
                  </a:lnTo>
                  <a:lnTo>
                    <a:pt x="331339" y="196465"/>
                  </a:lnTo>
                  <a:lnTo>
                    <a:pt x="332251" y="191259"/>
                  </a:lnTo>
                  <a:lnTo>
                    <a:pt x="332998" y="186028"/>
                  </a:lnTo>
                  <a:lnTo>
                    <a:pt x="333579" y="180775"/>
                  </a:lnTo>
                  <a:lnTo>
                    <a:pt x="333993" y="175506"/>
                  </a:lnTo>
                  <a:lnTo>
                    <a:pt x="334241" y="170227"/>
                  </a:lnTo>
                  <a:lnTo>
                    <a:pt x="334322" y="164943"/>
                  </a:lnTo>
                  <a:lnTo>
                    <a:pt x="334236" y="159659"/>
                  </a:lnTo>
                  <a:lnTo>
                    <a:pt x="333983" y="154380"/>
                  </a:lnTo>
                  <a:lnTo>
                    <a:pt x="333563" y="149112"/>
                  </a:lnTo>
                  <a:lnTo>
                    <a:pt x="332977" y="143859"/>
                  </a:lnTo>
                  <a:lnTo>
                    <a:pt x="332225" y="138628"/>
                  </a:lnTo>
                  <a:lnTo>
                    <a:pt x="331308" y="133423"/>
                  </a:lnTo>
                  <a:lnTo>
                    <a:pt x="330227" y="128250"/>
                  </a:lnTo>
                  <a:lnTo>
                    <a:pt x="328983" y="123114"/>
                  </a:lnTo>
                  <a:lnTo>
                    <a:pt x="327577" y="118019"/>
                  </a:lnTo>
                  <a:lnTo>
                    <a:pt x="326011" y="112972"/>
                  </a:lnTo>
                  <a:lnTo>
                    <a:pt x="324286" y="107976"/>
                  </a:lnTo>
                  <a:lnTo>
                    <a:pt x="322404" y="103038"/>
                  </a:lnTo>
                  <a:lnTo>
                    <a:pt x="320367" y="98161"/>
                  </a:lnTo>
                  <a:lnTo>
                    <a:pt x="318177" y="93352"/>
                  </a:lnTo>
                  <a:lnTo>
                    <a:pt x="315836" y="88614"/>
                  </a:lnTo>
                  <a:lnTo>
                    <a:pt x="313346" y="83952"/>
                  </a:lnTo>
                  <a:lnTo>
                    <a:pt x="310710" y="79371"/>
                  </a:lnTo>
                  <a:lnTo>
                    <a:pt x="307931" y="74876"/>
                  </a:lnTo>
                  <a:lnTo>
                    <a:pt x="305011" y="70471"/>
                  </a:lnTo>
                  <a:lnTo>
                    <a:pt x="301953" y="66161"/>
                  </a:lnTo>
                  <a:lnTo>
                    <a:pt x="298761" y="61949"/>
                  </a:lnTo>
                  <a:lnTo>
                    <a:pt x="295437" y="57841"/>
                  </a:lnTo>
                  <a:lnTo>
                    <a:pt x="291985" y="53839"/>
                  </a:lnTo>
                  <a:lnTo>
                    <a:pt x="288408" y="49949"/>
                  </a:lnTo>
                  <a:lnTo>
                    <a:pt x="284709" y="46173"/>
                  </a:lnTo>
                  <a:lnTo>
                    <a:pt x="280894" y="42517"/>
                  </a:lnTo>
                  <a:lnTo>
                    <a:pt x="276964" y="38983"/>
                  </a:lnTo>
                  <a:lnTo>
                    <a:pt x="272925" y="35575"/>
                  </a:lnTo>
                  <a:lnTo>
                    <a:pt x="268780" y="32296"/>
                  </a:lnTo>
                  <a:lnTo>
                    <a:pt x="167155" y="165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495" y="2655501"/>
              <a:ext cx="101625" cy="167167"/>
            </a:xfrm>
            <a:custGeom>
              <a:avLst/>
              <a:pathLst>
                <a:path w="101625" h="167167">
                  <a:moveTo>
                    <a:pt x="101625" y="34437"/>
                  </a:moveTo>
                  <a:lnTo>
                    <a:pt x="97001" y="31021"/>
                  </a:lnTo>
                  <a:lnTo>
                    <a:pt x="92262" y="27766"/>
                  </a:lnTo>
                  <a:lnTo>
                    <a:pt x="87414" y="24676"/>
                  </a:lnTo>
                  <a:lnTo>
                    <a:pt x="82463" y="21755"/>
                  </a:lnTo>
                  <a:lnTo>
                    <a:pt x="77414" y="19005"/>
                  </a:lnTo>
                  <a:lnTo>
                    <a:pt x="72274" y="16431"/>
                  </a:lnTo>
                  <a:lnTo>
                    <a:pt x="67048" y="14035"/>
                  </a:lnTo>
                  <a:lnTo>
                    <a:pt x="61743" y="11820"/>
                  </a:lnTo>
                  <a:lnTo>
                    <a:pt x="56365" y="9789"/>
                  </a:lnTo>
                  <a:lnTo>
                    <a:pt x="50920" y="7944"/>
                  </a:lnTo>
                  <a:lnTo>
                    <a:pt x="45415" y="6287"/>
                  </a:lnTo>
                  <a:lnTo>
                    <a:pt x="39856" y="4820"/>
                  </a:lnTo>
                  <a:lnTo>
                    <a:pt x="34250" y="3546"/>
                  </a:lnTo>
                  <a:lnTo>
                    <a:pt x="28604" y="2465"/>
                  </a:lnTo>
                  <a:lnTo>
                    <a:pt x="22924" y="1579"/>
                  </a:lnTo>
                  <a:lnTo>
                    <a:pt x="17217" y="888"/>
                  </a:lnTo>
                  <a:lnTo>
                    <a:pt x="11489" y="395"/>
                  </a:lnTo>
                  <a:lnTo>
                    <a:pt x="574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757" y="2168369"/>
              <a:ext cx="5134" cy="167167"/>
            </a:xfrm>
            <a:custGeom>
              <a:avLst/>
              <a:pathLst>
                <a:path w="5134" h="167167">
                  <a:moveTo>
                    <a:pt x="5134" y="0"/>
                  </a:moveTo>
                  <a:lnTo>
                    <a:pt x="0" y="78"/>
                  </a:lnTo>
                  <a:lnTo>
                    <a:pt x="51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57" y="2168448"/>
              <a:ext cx="5134" cy="167088"/>
            </a:xfrm>
            <a:custGeom>
              <a:avLst/>
              <a:pathLst>
                <a:path w="5134" h="167088">
                  <a:moveTo>
                    <a:pt x="0" y="0"/>
                  </a:moveTo>
                  <a:lnTo>
                    <a:pt x="5134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78743" y="2168448"/>
              <a:ext cx="329555" cy="334255"/>
            </a:xfrm>
            <a:custGeom>
              <a:avLst/>
              <a:pathLst>
                <a:path w="329555" h="334255">
                  <a:moveTo>
                    <a:pt x="162014" y="0"/>
                  </a:moveTo>
                  <a:lnTo>
                    <a:pt x="156715" y="247"/>
                  </a:lnTo>
                  <a:lnTo>
                    <a:pt x="151427" y="662"/>
                  </a:lnTo>
                  <a:lnTo>
                    <a:pt x="146155" y="1244"/>
                  </a:lnTo>
                  <a:lnTo>
                    <a:pt x="140904" y="1994"/>
                  </a:lnTo>
                  <a:lnTo>
                    <a:pt x="135679" y="2909"/>
                  </a:lnTo>
                  <a:lnTo>
                    <a:pt x="130486" y="3990"/>
                  </a:lnTo>
                  <a:lnTo>
                    <a:pt x="125330" y="5236"/>
                  </a:lnTo>
                  <a:lnTo>
                    <a:pt x="120217" y="6644"/>
                  </a:lnTo>
                  <a:lnTo>
                    <a:pt x="115150" y="8214"/>
                  </a:lnTo>
                  <a:lnTo>
                    <a:pt x="110136" y="9943"/>
                  </a:lnTo>
                  <a:lnTo>
                    <a:pt x="105179" y="11831"/>
                  </a:lnTo>
                  <a:lnTo>
                    <a:pt x="100284" y="13876"/>
                  </a:lnTo>
                  <a:lnTo>
                    <a:pt x="95457" y="16074"/>
                  </a:lnTo>
                  <a:lnTo>
                    <a:pt x="90702" y="18425"/>
                  </a:lnTo>
                  <a:lnTo>
                    <a:pt x="86024" y="20925"/>
                  </a:lnTo>
                  <a:lnTo>
                    <a:pt x="81427" y="23572"/>
                  </a:lnTo>
                  <a:lnTo>
                    <a:pt x="76917" y="26364"/>
                  </a:lnTo>
                  <a:lnTo>
                    <a:pt x="72498" y="29298"/>
                  </a:lnTo>
                  <a:lnTo>
                    <a:pt x="68174" y="32370"/>
                  </a:lnTo>
                  <a:lnTo>
                    <a:pt x="63950" y="35578"/>
                  </a:lnTo>
                  <a:lnTo>
                    <a:pt x="59829" y="38918"/>
                  </a:lnTo>
                  <a:lnTo>
                    <a:pt x="55817" y="42387"/>
                  </a:lnTo>
                  <a:lnTo>
                    <a:pt x="51917" y="45982"/>
                  </a:lnTo>
                  <a:lnTo>
                    <a:pt x="48133" y="49699"/>
                  </a:lnTo>
                  <a:lnTo>
                    <a:pt x="44468" y="53534"/>
                  </a:lnTo>
                  <a:lnTo>
                    <a:pt x="40927" y="57484"/>
                  </a:lnTo>
                  <a:lnTo>
                    <a:pt x="37514" y="61543"/>
                  </a:lnTo>
                  <a:lnTo>
                    <a:pt x="34230" y="65709"/>
                  </a:lnTo>
                  <a:lnTo>
                    <a:pt x="31081" y="69977"/>
                  </a:lnTo>
                  <a:lnTo>
                    <a:pt x="28068" y="74343"/>
                  </a:lnTo>
                  <a:lnTo>
                    <a:pt x="25196" y="78802"/>
                  </a:lnTo>
                  <a:lnTo>
                    <a:pt x="22466" y="83350"/>
                  </a:lnTo>
                  <a:lnTo>
                    <a:pt x="19883" y="87983"/>
                  </a:lnTo>
                  <a:lnTo>
                    <a:pt x="17447" y="92695"/>
                  </a:lnTo>
                  <a:lnTo>
                    <a:pt x="15162" y="97482"/>
                  </a:lnTo>
                  <a:lnTo>
                    <a:pt x="13030" y="102339"/>
                  </a:lnTo>
                  <a:lnTo>
                    <a:pt x="11054" y="107261"/>
                  </a:lnTo>
                  <a:lnTo>
                    <a:pt x="9234" y="112243"/>
                  </a:lnTo>
                  <a:lnTo>
                    <a:pt x="7574" y="117281"/>
                  </a:lnTo>
                  <a:lnTo>
                    <a:pt x="6074" y="122369"/>
                  </a:lnTo>
                  <a:lnTo>
                    <a:pt x="4736" y="127502"/>
                  </a:lnTo>
                  <a:lnTo>
                    <a:pt x="3562" y="132674"/>
                  </a:lnTo>
                  <a:lnTo>
                    <a:pt x="2552" y="137882"/>
                  </a:lnTo>
                  <a:lnTo>
                    <a:pt x="1709" y="143119"/>
                  </a:lnTo>
                  <a:lnTo>
                    <a:pt x="1031" y="148379"/>
                  </a:lnTo>
                  <a:lnTo>
                    <a:pt x="522" y="153659"/>
                  </a:lnTo>
                  <a:lnTo>
                    <a:pt x="179" y="158952"/>
                  </a:lnTo>
                  <a:lnTo>
                    <a:pt x="5" y="164254"/>
                  </a:lnTo>
                  <a:lnTo>
                    <a:pt x="0" y="169558"/>
                  </a:lnTo>
                  <a:lnTo>
                    <a:pt x="162" y="174860"/>
                  </a:lnTo>
                  <a:lnTo>
                    <a:pt x="493" y="180154"/>
                  </a:lnTo>
                  <a:lnTo>
                    <a:pt x="991" y="185435"/>
                  </a:lnTo>
                  <a:lnTo>
                    <a:pt x="1657" y="190697"/>
                  </a:lnTo>
                  <a:lnTo>
                    <a:pt x="2489" y="195935"/>
                  </a:lnTo>
                  <a:lnTo>
                    <a:pt x="3487" y="201145"/>
                  </a:lnTo>
                  <a:lnTo>
                    <a:pt x="4650" y="206320"/>
                  </a:lnTo>
                  <a:lnTo>
                    <a:pt x="5977" y="211456"/>
                  </a:lnTo>
                  <a:lnTo>
                    <a:pt x="7465" y="216547"/>
                  </a:lnTo>
                  <a:lnTo>
                    <a:pt x="9115" y="221588"/>
                  </a:lnTo>
                  <a:lnTo>
                    <a:pt x="10924" y="226575"/>
                  </a:lnTo>
                  <a:lnTo>
                    <a:pt x="12889" y="231501"/>
                  </a:lnTo>
                  <a:lnTo>
                    <a:pt x="15011" y="236363"/>
                  </a:lnTo>
                  <a:lnTo>
                    <a:pt x="17285" y="241155"/>
                  </a:lnTo>
                  <a:lnTo>
                    <a:pt x="19710" y="245872"/>
                  </a:lnTo>
                  <a:lnTo>
                    <a:pt x="22284" y="250510"/>
                  </a:lnTo>
                  <a:lnTo>
                    <a:pt x="25004" y="255064"/>
                  </a:lnTo>
                  <a:lnTo>
                    <a:pt x="27867" y="259530"/>
                  </a:lnTo>
                  <a:lnTo>
                    <a:pt x="30869" y="263902"/>
                  </a:lnTo>
                  <a:lnTo>
                    <a:pt x="34010" y="268177"/>
                  </a:lnTo>
                  <a:lnTo>
                    <a:pt x="37284" y="272350"/>
                  </a:lnTo>
                  <a:lnTo>
                    <a:pt x="40689" y="276417"/>
                  </a:lnTo>
                  <a:lnTo>
                    <a:pt x="44221" y="280374"/>
                  </a:lnTo>
                  <a:lnTo>
                    <a:pt x="47877" y="284217"/>
                  </a:lnTo>
                  <a:lnTo>
                    <a:pt x="51653" y="287942"/>
                  </a:lnTo>
                  <a:lnTo>
                    <a:pt x="55546" y="291546"/>
                  </a:lnTo>
                  <a:lnTo>
                    <a:pt x="59550" y="295024"/>
                  </a:lnTo>
                  <a:lnTo>
                    <a:pt x="63663" y="298373"/>
                  </a:lnTo>
                  <a:lnTo>
                    <a:pt x="67881" y="301590"/>
                  </a:lnTo>
                  <a:lnTo>
                    <a:pt x="72198" y="304672"/>
                  </a:lnTo>
                  <a:lnTo>
                    <a:pt x="76611" y="307615"/>
                  </a:lnTo>
                  <a:lnTo>
                    <a:pt x="81115" y="310417"/>
                  </a:lnTo>
                  <a:lnTo>
                    <a:pt x="85705" y="313074"/>
                  </a:lnTo>
                  <a:lnTo>
                    <a:pt x="90378" y="315585"/>
                  </a:lnTo>
                  <a:lnTo>
                    <a:pt x="95128" y="317945"/>
                  </a:lnTo>
                  <a:lnTo>
                    <a:pt x="99950" y="320154"/>
                  </a:lnTo>
                  <a:lnTo>
                    <a:pt x="104840" y="322209"/>
                  </a:lnTo>
                  <a:lnTo>
                    <a:pt x="109793" y="324108"/>
                  </a:lnTo>
                  <a:lnTo>
                    <a:pt x="114804" y="325849"/>
                  </a:lnTo>
                  <a:lnTo>
                    <a:pt x="119867" y="327430"/>
                  </a:lnTo>
                  <a:lnTo>
                    <a:pt x="124978" y="328849"/>
                  </a:lnTo>
                  <a:lnTo>
                    <a:pt x="130131" y="330105"/>
                  </a:lnTo>
                  <a:lnTo>
                    <a:pt x="135322" y="331198"/>
                  </a:lnTo>
                  <a:lnTo>
                    <a:pt x="140544" y="332125"/>
                  </a:lnTo>
                  <a:lnTo>
                    <a:pt x="145794" y="332886"/>
                  </a:lnTo>
                  <a:lnTo>
                    <a:pt x="151065" y="333480"/>
                  </a:lnTo>
                  <a:lnTo>
                    <a:pt x="156352" y="333906"/>
                  </a:lnTo>
                  <a:lnTo>
                    <a:pt x="161650" y="334165"/>
                  </a:lnTo>
                  <a:lnTo>
                    <a:pt x="166953" y="334255"/>
                  </a:lnTo>
                  <a:lnTo>
                    <a:pt x="172257" y="334177"/>
                  </a:lnTo>
                  <a:lnTo>
                    <a:pt x="177555" y="333931"/>
                  </a:lnTo>
                  <a:lnTo>
                    <a:pt x="182843" y="333517"/>
                  </a:lnTo>
                  <a:lnTo>
                    <a:pt x="188116" y="332935"/>
                  </a:lnTo>
                  <a:lnTo>
                    <a:pt x="193367" y="332187"/>
                  </a:lnTo>
                  <a:lnTo>
                    <a:pt x="198592" y="331272"/>
                  </a:lnTo>
                  <a:lnTo>
                    <a:pt x="203785" y="330192"/>
                  </a:lnTo>
                  <a:lnTo>
                    <a:pt x="208941" y="328947"/>
                  </a:lnTo>
                  <a:lnTo>
                    <a:pt x="214055" y="327540"/>
                  </a:lnTo>
                  <a:lnTo>
                    <a:pt x="219122" y="325971"/>
                  </a:lnTo>
                  <a:lnTo>
                    <a:pt x="224137" y="324242"/>
                  </a:lnTo>
                  <a:lnTo>
                    <a:pt x="229094" y="322355"/>
                  </a:lnTo>
                  <a:lnTo>
                    <a:pt x="233989" y="320311"/>
                  </a:lnTo>
                  <a:lnTo>
                    <a:pt x="238816" y="318114"/>
                  </a:lnTo>
                  <a:lnTo>
                    <a:pt x="243572" y="315764"/>
                  </a:lnTo>
                  <a:lnTo>
                    <a:pt x="248250" y="313264"/>
                  </a:lnTo>
                  <a:lnTo>
                    <a:pt x="252847" y="310618"/>
                  </a:lnTo>
                  <a:lnTo>
                    <a:pt x="257358" y="307827"/>
                  </a:lnTo>
                  <a:lnTo>
                    <a:pt x="261777" y="304894"/>
                  </a:lnTo>
                  <a:lnTo>
                    <a:pt x="266102" y="301822"/>
                  </a:lnTo>
                  <a:lnTo>
                    <a:pt x="270326" y="298615"/>
                  </a:lnTo>
                  <a:lnTo>
                    <a:pt x="274447" y="295275"/>
                  </a:lnTo>
                  <a:lnTo>
                    <a:pt x="278460" y="291806"/>
                  </a:lnTo>
                  <a:lnTo>
                    <a:pt x="282361" y="288212"/>
                  </a:lnTo>
                  <a:lnTo>
                    <a:pt x="286146" y="284496"/>
                  </a:lnTo>
                  <a:lnTo>
                    <a:pt x="289811" y="280661"/>
                  </a:lnTo>
                  <a:lnTo>
                    <a:pt x="293352" y="276713"/>
                  </a:lnTo>
                  <a:lnTo>
                    <a:pt x="296767" y="272654"/>
                  </a:lnTo>
                  <a:lnTo>
                    <a:pt x="300051" y="268488"/>
                  </a:lnTo>
                  <a:lnTo>
                    <a:pt x="303201" y="264221"/>
                  </a:lnTo>
                  <a:lnTo>
                    <a:pt x="306214" y="259855"/>
                  </a:lnTo>
                  <a:lnTo>
                    <a:pt x="309087" y="255396"/>
                  </a:lnTo>
                  <a:lnTo>
                    <a:pt x="311818" y="250849"/>
                  </a:lnTo>
                  <a:lnTo>
                    <a:pt x="314402" y="246217"/>
                  </a:lnTo>
                  <a:lnTo>
                    <a:pt x="316839" y="241505"/>
                  </a:lnTo>
                  <a:lnTo>
                    <a:pt x="319124" y="236719"/>
                  </a:lnTo>
                  <a:lnTo>
                    <a:pt x="321257" y="231862"/>
                  </a:lnTo>
                  <a:lnTo>
                    <a:pt x="323234" y="226940"/>
                  </a:lnTo>
                  <a:lnTo>
                    <a:pt x="325055" y="221958"/>
                  </a:lnTo>
                  <a:lnTo>
                    <a:pt x="326716" y="216921"/>
                  </a:lnTo>
                  <a:lnTo>
                    <a:pt x="328217" y="211833"/>
                  </a:lnTo>
                  <a:lnTo>
                    <a:pt x="329555" y="206700"/>
                  </a:lnTo>
                  <a:lnTo>
                    <a:pt x="167149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5892" y="2168369"/>
              <a:ext cx="167153" cy="206779"/>
            </a:xfrm>
            <a:custGeom>
              <a:avLst/>
              <a:pathLst>
                <a:path w="167153" h="206779">
                  <a:moveTo>
                    <a:pt x="162406" y="206779"/>
                  </a:moveTo>
                  <a:lnTo>
                    <a:pt x="163601" y="201510"/>
                  </a:lnTo>
                  <a:lnTo>
                    <a:pt x="164626" y="196205"/>
                  </a:lnTo>
                  <a:lnTo>
                    <a:pt x="165478" y="190870"/>
                  </a:lnTo>
                  <a:lnTo>
                    <a:pt x="166158" y="185510"/>
                  </a:lnTo>
                  <a:lnTo>
                    <a:pt x="166664" y="180131"/>
                  </a:lnTo>
                  <a:lnTo>
                    <a:pt x="166995" y="174738"/>
                  </a:lnTo>
                  <a:lnTo>
                    <a:pt x="167153" y="169337"/>
                  </a:lnTo>
                  <a:lnTo>
                    <a:pt x="167136" y="163934"/>
                  </a:lnTo>
                  <a:lnTo>
                    <a:pt x="166944" y="158535"/>
                  </a:lnTo>
                  <a:lnTo>
                    <a:pt x="166578" y="153144"/>
                  </a:lnTo>
                  <a:lnTo>
                    <a:pt x="166038" y="147768"/>
                  </a:lnTo>
                  <a:lnTo>
                    <a:pt x="165324" y="142413"/>
                  </a:lnTo>
                  <a:lnTo>
                    <a:pt x="164438" y="137083"/>
                  </a:lnTo>
                  <a:lnTo>
                    <a:pt x="163380" y="131785"/>
                  </a:lnTo>
                  <a:lnTo>
                    <a:pt x="162151" y="126523"/>
                  </a:lnTo>
                  <a:lnTo>
                    <a:pt x="160753" y="121304"/>
                  </a:lnTo>
                  <a:lnTo>
                    <a:pt x="159187" y="116133"/>
                  </a:lnTo>
                  <a:lnTo>
                    <a:pt x="157454" y="111016"/>
                  </a:lnTo>
                  <a:lnTo>
                    <a:pt x="155557" y="105957"/>
                  </a:lnTo>
                  <a:lnTo>
                    <a:pt x="153498" y="100961"/>
                  </a:lnTo>
                  <a:lnTo>
                    <a:pt x="151278" y="96036"/>
                  </a:lnTo>
                  <a:lnTo>
                    <a:pt x="148901" y="91184"/>
                  </a:lnTo>
                  <a:lnTo>
                    <a:pt x="146367" y="86412"/>
                  </a:lnTo>
                  <a:lnTo>
                    <a:pt x="143681" y="81724"/>
                  </a:lnTo>
                  <a:lnTo>
                    <a:pt x="140845" y="77125"/>
                  </a:lnTo>
                  <a:lnTo>
                    <a:pt x="137861" y="72621"/>
                  </a:lnTo>
                  <a:lnTo>
                    <a:pt x="134734" y="68215"/>
                  </a:lnTo>
                  <a:lnTo>
                    <a:pt x="131466" y="63912"/>
                  </a:lnTo>
                  <a:lnTo>
                    <a:pt x="128060" y="59718"/>
                  </a:lnTo>
                  <a:lnTo>
                    <a:pt x="124521" y="55635"/>
                  </a:lnTo>
                  <a:lnTo>
                    <a:pt x="120852" y="51669"/>
                  </a:lnTo>
                  <a:lnTo>
                    <a:pt x="117056" y="47824"/>
                  </a:lnTo>
                  <a:lnTo>
                    <a:pt x="113138" y="44104"/>
                  </a:lnTo>
                  <a:lnTo>
                    <a:pt x="109102" y="40512"/>
                  </a:lnTo>
                  <a:lnTo>
                    <a:pt x="104952" y="37052"/>
                  </a:lnTo>
                  <a:lnTo>
                    <a:pt x="100693" y="33728"/>
                  </a:lnTo>
                  <a:lnTo>
                    <a:pt x="96328" y="30544"/>
                  </a:lnTo>
                  <a:lnTo>
                    <a:pt x="91862" y="27502"/>
                  </a:lnTo>
                  <a:lnTo>
                    <a:pt x="87301" y="24607"/>
                  </a:lnTo>
                  <a:lnTo>
                    <a:pt x="82648" y="21860"/>
                  </a:lnTo>
                  <a:lnTo>
                    <a:pt x="77909" y="19265"/>
                  </a:lnTo>
                  <a:lnTo>
                    <a:pt x="73089" y="16824"/>
                  </a:lnTo>
                  <a:lnTo>
                    <a:pt x="68192" y="14541"/>
                  </a:lnTo>
                  <a:lnTo>
                    <a:pt x="63224" y="12417"/>
                  </a:lnTo>
                  <a:lnTo>
                    <a:pt x="58190" y="10455"/>
                  </a:lnTo>
                  <a:lnTo>
                    <a:pt x="53096" y="8656"/>
                  </a:lnTo>
                  <a:lnTo>
                    <a:pt x="47945" y="7023"/>
                  </a:lnTo>
                  <a:lnTo>
                    <a:pt x="42745" y="5557"/>
                  </a:lnTo>
                  <a:lnTo>
                    <a:pt x="37500" y="4260"/>
                  </a:lnTo>
                  <a:lnTo>
                    <a:pt x="32216" y="3133"/>
                  </a:lnTo>
                  <a:lnTo>
                    <a:pt x="26898" y="2178"/>
                  </a:lnTo>
                  <a:lnTo>
                    <a:pt x="21552" y="1395"/>
                  </a:lnTo>
                  <a:lnTo>
                    <a:pt x="16184" y="785"/>
                  </a:lnTo>
                  <a:lnTo>
                    <a:pt x="10798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6909" y="1735255"/>
              <a:ext cx="13636" cy="167167"/>
            </a:xfrm>
            <a:custGeom>
              <a:avLst/>
              <a:pathLst>
                <a:path w="13636" h="167167">
                  <a:moveTo>
                    <a:pt x="13636" y="0"/>
                  </a:moveTo>
                  <a:lnTo>
                    <a:pt x="0" y="557"/>
                  </a:lnTo>
                  <a:lnTo>
                    <a:pt x="1363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6909" y="1735812"/>
              <a:ext cx="13636" cy="166610"/>
            </a:xfrm>
            <a:custGeom>
              <a:avLst/>
              <a:pathLst>
                <a:path w="13636" h="166610">
                  <a:moveTo>
                    <a:pt x="0" y="0"/>
                  </a:moveTo>
                  <a:lnTo>
                    <a:pt x="13636" y="166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93379" y="1735812"/>
              <a:ext cx="334329" cy="333766"/>
            </a:xfrm>
            <a:custGeom>
              <a:avLst/>
              <a:pathLst>
                <a:path w="334329" h="333766">
                  <a:moveTo>
                    <a:pt x="153530" y="0"/>
                  </a:moveTo>
                  <a:lnTo>
                    <a:pt x="148262" y="515"/>
                  </a:lnTo>
                  <a:lnTo>
                    <a:pt x="143013" y="1197"/>
                  </a:lnTo>
                  <a:lnTo>
                    <a:pt x="137788" y="2044"/>
                  </a:lnTo>
                  <a:lnTo>
                    <a:pt x="132593" y="3057"/>
                  </a:lnTo>
                  <a:lnTo>
                    <a:pt x="127432" y="4233"/>
                  </a:lnTo>
                  <a:lnTo>
                    <a:pt x="122312" y="5573"/>
                  </a:lnTo>
                  <a:lnTo>
                    <a:pt x="117236" y="7073"/>
                  </a:lnTo>
                  <a:lnTo>
                    <a:pt x="112210" y="8734"/>
                  </a:lnTo>
                  <a:lnTo>
                    <a:pt x="107240" y="10553"/>
                  </a:lnTo>
                  <a:lnTo>
                    <a:pt x="102329" y="12529"/>
                  </a:lnTo>
                  <a:lnTo>
                    <a:pt x="97483" y="14659"/>
                  </a:lnTo>
                  <a:lnTo>
                    <a:pt x="92708" y="16941"/>
                  </a:lnTo>
                  <a:lnTo>
                    <a:pt x="88007" y="19373"/>
                  </a:lnTo>
                  <a:lnTo>
                    <a:pt x="83385" y="21953"/>
                  </a:lnTo>
                  <a:lnTo>
                    <a:pt x="78847" y="24678"/>
                  </a:lnTo>
                  <a:lnTo>
                    <a:pt x="74398" y="27545"/>
                  </a:lnTo>
                  <a:lnTo>
                    <a:pt x="70042" y="30552"/>
                  </a:lnTo>
                  <a:lnTo>
                    <a:pt x="65783" y="33695"/>
                  </a:lnTo>
                  <a:lnTo>
                    <a:pt x="61626" y="36971"/>
                  </a:lnTo>
                  <a:lnTo>
                    <a:pt x="57575" y="40378"/>
                  </a:lnTo>
                  <a:lnTo>
                    <a:pt x="53633" y="43911"/>
                  </a:lnTo>
                  <a:lnTo>
                    <a:pt x="49806" y="47567"/>
                  </a:lnTo>
                  <a:lnTo>
                    <a:pt x="46096" y="51342"/>
                  </a:lnTo>
                  <a:lnTo>
                    <a:pt x="42507" y="55233"/>
                  </a:lnTo>
                  <a:lnTo>
                    <a:pt x="39043" y="59235"/>
                  </a:lnTo>
                  <a:lnTo>
                    <a:pt x="35708" y="63345"/>
                  </a:lnTo>
                  <a:lnTo>
                    <a:pt x="32505" y="67559"/>
                  </a:lnTo>
                  <a:lnTo>
                    <a:pt x="29437" y="71872"/>
                  </a:lnTo>
                  <a:lnTo>
                    <a:pt x="26506" y="76279"/>
                  </a:lnTo>
                  <a:lnTo>
                    <a:pt x="23717" y="80778"/>
                  </a:lnTo>
                  <a:lnTo>
                    <a:pt x="21072" y="85362"/>
                  </a:lnTo>
                  <a:lnTo>
                    <a:pt x="18573" y="90028"/>
                  </a:lnTo>
                  <a:lnTo>
                    <a:pt x="16223" y="94771"/>
                  </a:lnTo>
                  <a:lnTo>
                    <a:pt x="14024" y="99586"/>
                  </a:lnTo>
                  <a:lnTo>
                    <a:pt x="11979" y="104468"/>
                  </a:lnTo>
                  <a:lnTo>
                    <a:pt x="10089" y="109412"/>
                  </a:lnTo>
                  <a:lnTo>
                    <a:pt x="8357" y="114414"/>
                  </a:lnTo>
                  <a:lnTo>
                    <a:pt x="6784" y="119468"/>
                  </a:lnTo>
                  <a:lnTo>
                    <a:pt x="5372" y="124569"/>
                  </a:lnTo>
                  <a:lnTo>
                    <a:pt x="4122" y="129712"/>
                  </a:lnTo>
                  <a:lnTo>
                    <a:pt x="3036" y="134893"/>
                  </a:lnTo>
                  <a:lnTo>
                    <a:pt x="2114" y="140105"/>
                  </a:lnTo>
                  <a:lnTo>
                    <a:pt x="1358" y="145343"/>
                  </a:lnTo>
                  <a:lnTo>
                    <a:pt x="768" y="150603"/>
                  </a:lnTo>
                  <a:lnTo>
                    <a:pt x="344" y="155879"/>
                  </a:lnTo>
                  <a:lnTo>
                    <a:pt x="88" y="161166"/>
                  </a:lnTo>
                  <a:lnTo>
                    <a:pt x="0" y="166459"/>
                  </a:lnTo>
                  <a:lnTo>
                    <a:pt x="79" y="171751"/>
                  </a:lnTo>
                  <a:lnTo>
                    <a:pt x="325" y="177038"/>
                  </a:lnTo>
                  <a:lnTo>
                    <a:pt x="739" y="182315"/>
                  </a:lnTo>
                  <a:lnTo>
                    <a:pt x="1319" y="187576"/>
                  </a:lnTo>
                  <a:lnTo>
                    <a:pt x="2066" y="192816"/>
                  </a:lnTo>
                  <a:lnTo>
                    <a:pt x="2979" y="198030"/>
                  </a:lnTo>
                  <a:lnTo>
                    <a:pt x="4056" y="203212"/>
                  </a:lnTo>
                  <a:lnTo>
                    <a:pt x="5296" y="208358"/>
                  </a:lnTo>
                  <a:lnTo>
                    <a:pt x="6699" y="213462"/>
                  </a:lnTo>
                  <a:lnTo>
                    <a:pt x="8263" y="218518"/>
                  </a:lnTo>
                  <a:lnTo>
                    <a:pt x="9986" y="223523"/>
                  </a:lnTo>
                  <a:lnTo>
                    <a:pt x="11867" y="228471"/>
                  </a:lnTo>
                  <a:lnTo>
                    <a:pt x="13903" y="233357"/>
                  </a:lnTo>
                  <a:lnTo>
                    <a:pt x="16093" y="238175"/>
                  </a:lnTo>
                  <a:lnTo>
                    <a:pt x="18434" y="242922"/>
                  </a:lnTo>
                  <a:lnTo>
                    <a:pt x="20925" y="247593"/>
                  </a:lnTo>
                  <a:lnTo>
                    <a:pt x="23562" y="252182"/>
                  </a:lnTo>
                  <a:lnTo>
                    <a:pt x="26343" y="256686"/>
                  </a:lnTo>
                  <a:lnTo>
                    <a:pt x="29265" y="261099"/>
                  </a:lnTo>
                  <a:lnTo>
                    <a:pt x="32326" y="265417"/>
                  </a:lnTo>
                  <a:lnTo>
                    <a:pt x="35522" y="269637"/>
                  </a:lnTo>
                  <a:lnTo>
                    <a:pt x="38849" y="273753"/>
                  </a:lnTo>
                  <a:lnTo>
                    <a:pt x="42306" y="277761"/>
                  </a:lnTo>
                  <a:lnTo>
                    <a:pt x="45887" y="281659"/>
                  </a:lnTo>
                  <a:lnTo>
                    <a:pt x="49591" y="285441"/>
                  </a:lnTo>
                  <a:lnTo>
                    <a:pt x="53412" y="289103"/>
                  </a:lnTo>
                  <a:lnTo>
                    <a:pt x="57347" y="292643"/>
                  </a:lnTo>
                  <a:lnTo>
                    <a:pt x="61392" y="296057"/>
                  </a:lnTo>
                  <a:lnTo>
                    <a:pt x="65543" y="299341"/>
                  </a:lnTo>
                  <a:lnTo>
                    <a:pt x="69796" y="302492"/>
                  </a:lnTo>
                  <a:lnTo>
                    <a:pt x="74147" y="305506"/>
                  </a:lnTo>
                  <a:lnTo>
                    <a:pt x="78591" y="308381"/>
                  </a:lnTo>
                  <a:lnTo>
                    <a:pt x="83123" y="311115"/>
                  </a:lnTo>
                  <a:lnTo>
                    <a:pt x="87740" y="313703"/>
                  </a:lnTo>
                  <a:lnTo>
                    <a:pt x="92437" y="316144"/>
                  </a:lnTo>
                  <a:lnTo>
                    <a:pt x="97209" y="318435"/>
                  </a:lnTo>
                  <a:lnTo>
                    <a:pt x="102050" y="320573"/>
                  </a:lnTo>
                  <a:lnTo>
                    <a:pt x="106957" y="322558"/>
                  </a:lnTo>
                  <a:lnTo>
                    <a:pt x="111925" y="324386"/>
                  </a:lnTo>
                  <a:lnTo>
                    <a:pt x="116947" y="326056"/>
                  </a:lnTo>
                  <a:lnTo>
                    <a:pt x="122021" y="327566"/>
                  </a:lnTo>
                  <a:lnTo>
                    <a:pt x="127139" y="328914"/>
                  </a:lnTo>
                  <a:lnTo>
                    <a:pt x="132297" y="330100"/>
                  </a:lnTo>
                  <a:lnTo>
                    <a:pt x="137491" y="331122"/>
                  </a:lnTo>
                  <a:lnTo>
                    <a:pt x="142714" y="331979"/>
                  </a:lnTo>
                  <a:lnTo>
                    <a:pt x="147962" y="332670"/>
                  </a:lnTo>
                  <a:lnTo>
                    <a:pt x="153229" y="333195"/>
                  </a:lnTo>
                  <a:lnTo>
                    <a:pt x="158510" y="333553"/>
                  </a:lnTo>
                  <a:lnTo>
                    <a:pt x="163799" y="333743"/>
                  </a:lnTo>
                  <a:lnTo>
                    <a:pt x="169092" y="333766"/>
                  </a:lnTo>
                  <a:lnTo>
                    <a:pt x="174383" y="333621"/>
                  </a:lnTo>
                  <a:lnTo>
                    <a:pt x="179667" y="333309"/>
                  </a:lnTo>
                  <a:lnTo>
                    <a:pt x="184938" y="332830"/>
                  </a:lnTo>
                  <a:lnTo>
                    <a:pt x="190192" y="332184"/>
                  </a:lnTo>
                  <a:lnTo>
                    <a:pt x="195422" y="331372"/>
                  </a:lnTo>
                  <a:lnTo>
                    <a:pt x="200624" y="330395"/>
                  </a:lnTo>
                  <a:lnTo>
                    <a:pt x="205793" y="329254"/>
                  </a:lnTo>
                  <a:lnTo>
                    <a:pt x="210922" y="327949"/>
                  </a:lnTo>
                  <a:lnTo>
                    <a:pt x="216008" y="326483"/>
                  </a:lnTo>
                  <a:lnTo>
                    <a:pt x="221045" y="324857"/>
                  </a:lnTo>
                  <a:lnTo>
                    <a:pt x="226028" y="323072"/>
                  </a:lnTo>
                  <a:lnTo>
                    <a:pt x="230952" y="321130"/>
                  </a:lnTo>
                  <a:lnTo>
                    <a:pt x="235812" y="319033"/>
                  </a:lnTo>
                  <a:lnTo>
                    <a:pt x="240603" y="316783"/>
                  </a:lnTo>
                  <a:lnTo>
                    <a:pt x="245321" y="314383"/>
                  </a:lnTo>
                  <a:lnTo>
                    <a:pt x="249960" y="311835"/>
                  </a:lnTo>
                  <a:lnTo>
                    <a:pt x="254516" y="309141"/>
                  </a:lnTo>
                  <a:lnTo>
                    <a:pt x="258985" y="306304"/>
                  </a:lnTo>
                  <a:lnTo>
                    <a:pt x="263361" y="303327"/>
                  </a:lnTo>
                  <a:lnTo>
                    <a:pt x="267641" y="300213"/>
                  </a:lnTo>
                  <a:lnTo>
                    <a:pt x="271821" y="296965"/>
                  </a:lnTo>
                  <a:lnTo>
                    <a:pt x="275895" y="293586"/>
                  </a:lnTo>
                  <a:lnTo>
                    <a:pt x="279861" y="290081"/>
                  </a:lnTo>
                  <a:lnTo>
                    <a:pt x="283713" y="286451"/>
                  </a:lnTo>
                  <a:lnTo>
                    <a:pt x="287449" y="282701"/>
                  </a:lnTo>
                  <a:lnTo>
                    <a:pt x="291064" y="278835"/>
                  </a:lnTo>
                  <a:lnTo>
                    <a:pt x="294555" y="274856"/>
                  </a:lnTo>
                  <a:lnTo>
                    <a:pt x="297918" y="270769"/>
                  </a:lnTo>
                  <a:lnTo>
                    <a:pt x="301150" y="266577"/>
                  </a:lnTo>
                  <a:lnTo>
                    <a:pt x="304248" y="262285"/>
                  </a:lnTo>
                  <a:lnTo>
                    <a:pt x="307208" y="257898"/>
                  </a:lnTo>
                  <a:lnTo>
                    <a:pt x="310028" y="253418"/>
                  </a:lnTo>
                  <a:lnTo>
                    <a:pt x="312704" y="248852"/>
                  </a:lnTo>
                  <a:lnTo>
                    <a:pt x="315235" y="244203"/>
                  </a:lnTo>
                  <a:lnTo>
                    <a:pt x="317618" y="239476"/>
                  </a:lnTo>
                  <a:lnTo>
                    <a:pt x="319849" y="234677"/>
                  </a:lnTo>
                  <a:lnTo>
                    <a:pt x="321927" y="229809"/>
                  </a:lnTo>
                  <a:lnTo>
                    <a:pt x="323851" y="224878"/>
                  </a:lnTo>
                  <a:lnTo>
                    <a:pt x="325617" y="219888"/>
                  </a:lnTo>
                  <a:lnTo>
                    <a:pt x="327224" y="214845"/>
                  </a:lnTo>
                  <a:lnTo>
                    <a:pt x="328671" y="209753"/>
                  </a:lnTo>
                  <a:lnTo>
                    <a:pt x="329956" y="204619"/>
                  </a:lnTo>
                  <a:lnTo>
                    <a:pt x="331078" y="199446"/>
                  </a:lnTo>
                  <a:lnTo>
                    <a:pt x="332035" y="194240"/>
                  </a:lnTo>
                  <a:lnTo>
                    <a:pt x="332827" y="189007"/>
                  </a:lnTo>
                  <a:lnTo>
                    <a:pt x="333453" y="183751"/>
                  </a:lnTo>
                  <a:lnTo>
                    <a:pt x="333912" y="178478"/>
                  </a:lnTo>
                  <a:lnTo>
                    <a:pt x="334205" y="173193"/>
                  </a:lnTo>
                  <a:lnTo>
                    <a:pt x="334329" y="167901"/>
                  </a:lnTo>
                  <a:lnTo>
                    <a:pt x="334286" y="162608"/>
                  </a:lnTo>
                  <a:lnTo>
                    <a:pt x="334076" y="157320"/>
                  </a:lnTo>
                  <a:lnTo>
                    <a:pt x="333698" y="152040"/>
                  </a:lnTo>
                  <a:lnTo>
                    <a:pt x="333153" y="146775"/>
                  </a:lnTo>
                  <a:lnTo>
                    <a:pt x="332442" y="141530"/>
                  </a:lnTo>
                  <a:lnTo>
                    <a:pt x="331565" y="136310"/>
                  </a:lnTo>
                  <a:lnTo>
                    <a:pt x="330524" y="131121"/>
                  </a:lnTo>
                  <a:lnTo>
                    <a:pt x="329318" y="125967"/>
                  </a:lnTo>
                  <a:lnTo>
                    <a:pt x="327950" y="120854"/>
                  </a:lnTo>
                  <a:lnTo>
                    <a:pt x="326421" y="115786"/>
                  </a:lnTo>
                  <a:lnTo>
                    <a:pt x="324732" y="110770"/>
                  </a:lnTo>
                  <a:lnTo>
                    <a:pt x="322885" y="105810"/>
                  </a:lnTo>
                  <a:lnTo>
                    <a:pt x="320883" y="100910"/>
                  </a:lnTo>
                  <a:lnTo>
                    <a:pt x="318725" y="96077"/>
                  </a:lnTo>
                  <a:lnTo>
                    <a:pt x="316417" y="91314"/>
                  </a:lnTo>
                  <a:lnTo>
                    <a:pt x="313958" y="86626"/>
                  </a:lnTo>
                  <a:lnTo>
                    <a:pt x="311352" y="82019"/>
                  </a:lnTo>
                  <a:lnTo>
                    <a:pt x="308602" y="77497"/>
                  </a:lnTo>
                  <a:lnTo>
                    <a:pt x="305710" y="73064"/>
                  </a:lnTo>
                  <a:lnTo>
                    <a:pt x="302679" y="68725"/>
                  </a:lnTo>
                  <a:lnTo>
                    <a:pt x="299512" y="64483"/>
                  </a:lnTo>
                  <a:lnTo>
                    <a:pt x="296212" y="60345"/>
                  </a:lnTo>
                  <a:lnTo>
                    <a:pt x="292783" y="56313"/>
                  </a:lnTo>
                  <a:lnTo>
                    <a:pt x="289228" y="52391"/>
                  </a:lnTo>
                  <a:lnTo>
                    <a:pt x="285551" y="48584"/>
                  </a:lnTo>
                  <a:lnTo>
                    <a:pt x="281755" y="44895"/>
                  </a:lnTo>
                  <a:lnTo>
                    <a:pt x="277844" y="41328"/>
                  </a:lnTo>
                  <a:lnTo>
                    <a:pt x="273823" y="37887"/>
                  </a:lnTo>
                  <a:lnTo>
                    <a:pt x="269694" y="34575"/>
                  </a:lnTo>
                  <a:lnTo>
                    <a:pt x="265462" y="31395"/>
                  </a:lnTo>
                  <a:lnTo>
                    <a:pt x="261132" y="28351"/>
                  </a:lnTo>
                  <a:lnTo>
                    <a:pt x="256708" y="25446"/>
                  </a:lnTo>
                  <a:lnTo>
                    <a:pt x="252194" y="22682"/>
                  </a:lnTo>
                  <a:lnTo>
                    <a:pt x="247595" y="20062"/>
                  </a:lnTo>
                  <a:lnTo>
                    <a:pt x="242915" y="17589"/>
                  </a:lnTo>
                  <a:lnTo>
                    <a:pt x="238159" y="15266"/>
                  </a:lnTo>
                  <a:lnTo>
                    <a:pt x="233332" y="13094"/>
                  </a:lnTo>
                  <a:lnTo>
                    <a:pt x="228439" y="11076"/>
                  </a:lnTo>
                  <a:lnTo>
                    <a:pt x="223484" y="9214"/>
                  </a:lnTo>
                  <a:lnTo>
                    <a:pt x="218473" y="7510"/>
                  </a:lnTo>
                  <a:lnTo>
                    <a:pt x="213410" y="5966"/>
                  </a:lnTo>
                  <a:lnTo>
                    <a:pt x="208301" y="4582"/>
                  </a:lnTo>
                  <a:lnTo>
                    <a:pt x="203151" y="3361"/>
                  </a:lnTo>
                  <a:lnTo>
                    <a:pt x="197965" y="2304"/>
                  </a:lnTo>
                  <a:lnTo>
                    <a:pt x="192747" y="1411"/>
                  </a:lnTo>
                  <a:lnTo>
                    <a:pt x="167167" y="1666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60546" y="1735255"/>
              <a:ext cx="25580" cy="167167"/>
            </a:xfrm>
            <a:custGeom>
              <a:avLst/>
              <a:pathLst>
                <a:path w="25580" h="167167">
                  <a:moveTo>
                    <a:pt x="25580" y="1968"/>
                  </a:moveTo>
                  <a:lnTo>
                    <a:pt x="17090" y="875"/>
                  </a:lnTo>
                  <a:lnTo>
                    <a:pt x="8556" y="2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5687" y="1379510"/>
              <a:ext cx="167153" cy="181228"/>
            </a:xfrm>
            <a:custGeom>
              <a:avLst/>
              <a:pathLst>
                <a:path w="167153" h="181228">
                  <a:moveTo>
                    <a:pt x="167153" y="0"/>
                  </a:moveTo>
                  <a:lnTo>
                    <a:pt x="161729" y="88"/>
                  </a:lnTo>
                  <a:lnTo>
                    <a:pt x="156311" y="351"/>
                  </a:lnTo>
                  <a:lnTo>
                    <a:pt x="150904" y="791"/>
                  </a:lnTo>
                  <a:lnTo>
                    <a:pt x="145514" y="1406"/>
                  </a:lnTo>
                  <a:lnTo>
                    <a:pt x="140148" y="2195"/>
                  </a:lnTo>
                  <a:lnTo>
                    <a:pt x="134809" y="3158"/>
                  </a:lnTo>
                  <a:lnTo>
                    <a:pt x="129505" y="4294"/>
                  </a:lnTo>
                  <a:lnTo>
                    <a:pt x="124240" y="5601"/>
                  </a:lnTo>
                  <a:lnTo>
                    <a:pt x="119021" y="7079"/>
                  </a:lnTo>
                  <a:lnTo>
                    <a:pt x="113852" y="8725"/>
                  </a:lnTo>
                  <a:lnTo>
                    <a:pt x="108739" y="10537"/>
                  </a:lnTo>
                  <a:lnTo>
                    <a:pt x="103688" y="12515"/>
                  </a:lnTo>
                  <a:lnTo>
                    <a:pt x="98704" y="14656"/>
                  </a:lnTo>
                  <a:lnTo>
                    <a:pt x="93791" y="16957"/>
                  </a:lnTo>
                  <a:lnTo>
                    <a:pt x="88956" y="19416"/>
                  </a:lnTo>
                  <a:lnTo>
                    <a:pt x="84204" y="22031"/>
                  </a:lnTo>
                  <a:lnTo>
                    <a:pt x="79538" y="24799"/>
                  </a:lnTo>
                  <a:lnTo>
                    <a:pt x="74965" y="27716"/>
                  </a:lnTo>
                  <a:lnTo>
                    <a:pt x="70489" y="30781"/>
                  </a:lnTo>
                  <a:lnTo>
                    <a:pt x="66115" y="33989"/>
                  </a:lnTo>
                  <a:lnTo>
                    <a:pt x="61847" y="37337"/>
                  </a:lnTo>
                  <a:lnTo>
                    <a:pt x="57690" y="40822"/>
                  </a:lnTo>
                  <a:lnTo>
                    <a:pt x="53649" y="44440"/>
                  </a:lnTo>
                  <a:lnTo>
                    <a:pt x="49727" y="48188"/>
                  </a:lnTo>
                  <a:lnTo>
                    <a:pt x="45928" y="52060"/>
                  </a:lnTo>
                  <a:lnTo>
                    <a:pt x="42257" y="56054"/>
                  </a:lnTo>
                  <a:lnTo>
                    <a:pt x="38718" y="60165"/>
                  </a:lnTo>
                  <a:lnTo>
                    <a:pt x="35314" y="64388"/>
                  </a:lnTo>
                  <a:lnTo>
                    <a:pt x="32048" y="68720"/>
                  </a:lnTo>
                  <a:lnTo>
                    <a:pt x="28925" y="73155"/>
                  </a:lnTo>
                  <a:lnTo>
                    <a:pt x="25948" y="77689"/>
                  </a:lnTo>
                  <a:lnTo>
                    <a:pt x="23119" y="82318"/>
                  </a:lnTo>
                  <a:lnTo>
                    <a:pt x="20442" y="87036"/>
                  </a:lnTo>
                  <a:lnTo>
                    <a:pt x="17919" y="91838"/>
                  </a:lnTo>
                  <a:lnTo>
                    <a:pt x="15554" y="96720"/>
                  </a:lnTo>
                  <a:lnTo>
                    <a:pt x="13348" y="101676"/>
                  </a:lnTo>
                  <a:lnTo>
                    <a:pt x="11304" y="106700"/>
                  </a:lnTo>
                  <a:lnTo>
                    <a:pt x="9424" y="111789"/>
                  </a:lnTo>
                  <a:lnTo>
                    <a:pt x="7711" y="116935"/>
                  </a:lnTo>
                  <a:lnTo>
                    <a:pt x="6165" y="122135"/>
                  </a:lnTo>
                  <a:lnTo>
                    <a:pt x="4788" y="127382"/>
                  </a:lnTo>
                  <a:lnTo>
                    <a:pt x="3583" y="132671"/>
                  </a:lnTo>
                  <a:lnTo>
                    <a:pt x="2550" y="137996"/>
                  </a:lnTo>
                  <a:lnTo>
                    <a:pt x="1690" y="143352"/>
                  </a:lnTo>
                  <a:lnTo>
                    <a:pt x="1005" y="148733"/>
                  </a:lnTo>
                  <a:lnTo>
                    <a:pt x="494" y="154134"/>
                  </a:lnTo>
                  <a:lnTo>
                    <a:pt x="159" y="159548"/>
                  </a:lnTo>
                  <a:lnTo>
                    <a:pt x="0" y="164970"/>
                  </a:lnTo>
                  <a:lnTo>
                    <a:pt x="16" y="170395"/>
                  </a:lnTo>
                  <a:lnTo>
                    <a:pt x="209" y="175816"/>
                  </a:lnTo>
                  <a:lnTo>
                    <a:pt x="577" y="18122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6265" y="1546678"/>
              <a:ext cx="166575" cy="14060"/>
            </a:xfrm>
            <a:custGeom>
              <a:avLst/>
              <a:pathLst>
                <a:path w="166575" h="14060">
                  <a:moveTo>
                    <a:pt x="0" y="14060"/>
                  </a:moveTo>
                  <a:lnTo>
                    <a:pt x="1665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6265" y="1546678"/>
              <a:ext cx="285641" cy="167159"/>
            </a:xfrm>
            <a:custGeom>
              <a:avLst/>
              <a:pathLst>
                <a:path w="285641" h="167159">
                  <a:moveTo>
                    <a:pt x="0" y="14060"/>
                  </a:moveTo>
                  <a:lnTo>
                    <a:pt x="537" y="19400"/>
                  </a:lnTo>
                  <a:lnTo>
                    <a:pt x="1245" y="24719"/>
                  </a:lnTo>
                  <a:lnTo>
                    <a:pt x="2123" y="30013"/>
                  </a:lnTo>
                  <a:lnTo>
                    <a:pt x="3172" y="35276"/>
                  </a:lnTo>
                  <a:lnTo>
                    <a:pt x="4388" y="40502"/>
                  </a:lnTo>
                  <a:lnTo>
                    <a:pt x="5772" y="45687"/>
                  </a:lnTo>
                  <a:lnTo>
                    <a:pt x="7321" y="50825"/>
                  </a:lnTo>
                  <a:lnTo>
                    <a:pt x="9034" y="55910"/>
                  </a:lnTo>
                  <a:lnTo>
                    <a:pt x="10910" y="60938"/>
                  </a:lnTo>
                  <a:lnTo>
                    <a:pt x="12946" y="65903"/>
                  </a:lnTo>
                  <a:lnTo>
                    <a:pt x="15141" y="70800"/>
                  </a:lnTo>
                  <a:lnTo>
                    <a:pt x="17491" y="75624"/>
                  </a:lnTo>
                  <a:lnTo>
                    <a:pt x="19995" y="80371"/>
                  </a:lnTo>
                  <a:lnTo>
                    <a:pt x="22651" y="85034"/>
                  </a:lnTo>
                  <a:lnTo>
                    <a:pt x="25454" y="89610"/>
                  </a:lnTo>
                  <a:lnTo>
                    <a:pt x="28403" y="94093"/>
                  </a:lnTo>
                  <a:lnTo>
                    <a:pt x="31494" y="98480"/>
                  </a:lnTo>
                  <a:lnTo>
                    <a:pt x="34725" y="102765"/>
                  </a:lnTo>
                  <a:lnTo>
                    <a:pt x="38091" y="106944"/>
                  </a:lnTo>
                  <a:lnTo>
                    <a:pt x="41590" y="111012"/>
                  </a:lnTo>
                  <a:lnTo>
                    <a:pt x="45218" y="114967"/>
                  </a:lnTo>
                  <a:lnTo>
                    <a:pt x="48970" y="118803"/>
                  </a:lnTo>
                  <a:lnTo>
                    <a:pt x="52844" y="122516"/>
                  </a:lnTo>
                  <a:lnTo>
                    <a:pt x="56835" y="126104"/>
                  </a:lnTo>
                  <a:lnTo>
                    <a:pt x="60940" y="129561"/>
                  </a:lnTo>
                  <a:lnTo>
                    <a:pt x="65153" y="132885"/>
                  </a:lnTo>
                  <a:lnTo>
                    <a:pt x="69470" y="136072"/>
                  </a:lnTo>
                  <a:lnTo>
                    <a:pt x="73888" y="139118"/>
                  </a:lnTo>
                  <a:lnTo>
                    <a:pt x="78401" y="142022"/>
                  </a:lnTo>
                  <a:lnTo>
                    <a:pt x="83005" y="144779"/>
                  </a:lnTo>
                  <a:lnTo>
                    <a:pt x="87695" y="147386"/>
                  </a:lnTo>
                  <a:lnTo>
                    <a:pt x="92466" y="149842"/>
                  </a:lnTo>
                  <a:lnTo>
                    <a:pt x="97314" y="152144"/>
                  </a:lnTo>
                  <a:lnTo>
                    <a:pt x="102233" y="154289"/>
                  </a:lnTo>
                  <a:lnTo>
                    <a:pt x="107218" y="156274"/>
                  </a:lnTo>
                  <a:lnTo>
                    <a:pt x="112265" y="158099"/>
                  </a:lnTo>
                  <a:lnTo>
                    <a:pt x="117367" y="159761"/>
                  </a:lnTo>
                  <a:lnTo>
                    <a:pt x="122521" y="161258"/>
                  </a:lnTo>
                  <a:lnTo>
                    <a:pt x="127719" y="162589"/>
                  </a:lnTo>
                  <a:lnTo>
                    <a:pt x="132958" y="163752"/>
                  </a:lnTo>
                  <a:lnTo>
                    <a:pt x="138231" y="164747"/>
                  </a:lnTo>
                  <a:lnTo>
                    <a:pt x="143534" y="165571"/>
                  </a:lnTo>
                  <a:lnTo>
                    <a:pt x="148860" y="166226"/>
                  </a:lnTo>
                  <a:lnTo>
                    <a:pt x="154205" y="166709"/>
                  </a:lnTo>
                  <a:lnTo>
                    <a:pt x="159562" y="167020"/>
                  </a:lnTo>
                  <a:lnTo>
                    <a:pt x="164926" y="167159"/>
                  </a:lnTo>
                  <a:lnTo>
                    <a:pt x="170293" y="167126"/>
                  </a:lnTo>
                  <a:lnTo>
                    <a:pt x="175655" y="166920"/>
                  </a:lnTo>
                  <a:lnTo>
                    <a:pt x="181008" y="166543"/>
                  </a:lnTo>
                  <a:lnTo>
                    <a:pt x="186346" y="165994"/>
                  </a:lnTo>
                  <a:lnTo>
                    <a:pt x="191664" y="165273"/>
                  </a:lnTo>
                  <a:lnTo>
                    <a:pt x="196956" y="164383"/>
                  </a:lnTo>
                  <a:lnTo>
                    <a:pt x="202216" y="163323"/>
                  </a:lnTo>
                  <a:lnTo>
                    <a:pt x="207440" y="162095"/>
                  </a:lnTo>
                  <a:lnTo>
                    <a:pt x="212622" y="160700"/>
                  </a:lnTo>
                  <a:lnTo>
                    <a:pt x="217756" y="159139"/>
                  </a:lnTo>
                  <a:lnTo>
                    <a:pt x="222838" y="157414"/>
                  </a:lnTo>
                  <a:lnTo>
                    <a:pt x="227861" y="155527"/>
                  </a:lnTo>
                  <a:lnTo>
                    <a:pt x="232822" y="153480"/>
                  </a:lnTo>
                  <a:lnTo>
                    <a:pt x="237714" y="151275"/>
                  </a:lnTo>
                  <a:lnTo>
                    <a:pt x="242533" y="148913"/>
                  </a:lnTo>
                  <a:lnTo>
                    <a:pt x="247273" y="146398"/>
                  </a:lnTo>
                  <a:lnTo>
                    <a:pt x="251931" y="143733"/>
                  </a:lnTo>
                  <a:lnTo>
                    <a:pt x="256500" y="140919"/>
                  </a:lnTo>
                  <a:lnTo>
                    <a:pt x="260977" y="137960"/>
                  </a:lnTo>
                  <a:lnTo>
                    <a:pt x="265357" y="134859"/>
                  </a:lnTo>
                  <a:lnTo>
                    <a:pt x="269634" y="131619"/>
                  </a:lnTo>
                  <a:lnTo>
                    <a:pt x="273806" y="128243"/>
                  </a:lnTo>
                  <a:lnTo>
                    <a:pt x="277867" y="124735"/>
                  </a:lnTo>
                  <a:lnTo>
                    <a:pt x="281813" y="121099"/>
                  </a:lnTo>
                  <a:lnTo>
                    <a:pt x="285641" y="117337"/>
                  </a:lnTo>
                  <a:lnTo>
                    <a:pt x="1665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82840" y="1379510"/>
              <a:ext cx="167164" cy="284505"/>
            </a:xfrm>
            <a:custGeom>
              <a:avLst/>
              <a:pathLst>
                <a:path w="167164" h="284505">
                  <a:moveTo>
                    <a:pt x="119066" y="284505"/>
                  </a:moveTo>
                  <a:lnTo>
                    <a:pt x="122779" y="280614"/>
                  </a:lnTo>
                  <a:lnTo>
                    <a:pt x="126365" y="276605"/>
                  </a:lnTo>
                  <a:lnTo>
                    <a:pt x="129820" y="272483"/>
                  </a:lnTo>
                  <a:lnTo>
                    <a:pt x="133141" y="268252"/>
                  </a:lnTo>
                  <a:lnTo>
                    <a:pt x="136324" y="263917"/>
                  </a:lnTo>
                  <a:lnTo>
                    <a:pt x="139366" y="259481"/>
                  </a:lnTo>
                  <a:lnTo>
                    <a:pt x="142264" y="254949"/>
                  </a:lnTo>
                  <a:lnTo>
                    <a:pt x="145014" y="250327"/>
                  </a:lnTo>
                  <a:lnTo>
                    <a:pt x="147615" y="245619"/>
                  </a:lnTo>
                  <a:lnTo>
                    <a:pt x="150062" y="240829"/>
                  </a:lnTo>
                  <a:lnTo>
                    <a:pt x="152354" y="235964"/>
                  </a:lnTo>
                  <a:lnTo>
                    <a:pt x="154489" y="231027"/>
                  </a:lnTo>
                  <a:lnTo>
                    <a:pt x="156463" y="226023"/>
                  </a:lnTo>
                  <a:lnTo>
                    <a:pt x="158276" y="220959"/>
                  </a:lnTo>
                  <a:lnTo>
                    <a:pt x="159924" y="215840"/>
                  </a:lnTo>
                  <a:lnTo>
                    <a:pt x="161407" y="210669"/>
                  </a:lnTo>
                  <a:lnTo>
                    <a:pt x="162723" y="205454"/>
                  </a:lnTo>
                  <a:lnTo>
                    <a:pt x="163871" y="200200"/>
                  </a:lnTo>
                  <a:lnTo>
                    <a:pt x="164849" y="194911"/>
                  </a:lnTo>
                  <a:lnTo>
                    <a:pt x="165656" y="189593"/>
                  </a:lnTo>
                  <a:lnTo>
                    <a:pt x="166292" y="184252"/>
                  </a:lnTo>
                  <a:lnTo>
                    <a:pt x="166755" y="178893"/>
                  </a:lnTo>
                  <a:lnTo>
                    <a:pt x="167046" y="173523"/>
                  </a:lnTo>
                  <a:lnTo>
                    <a:pt x="167164" y="168145"/>
                  </a:lnTo>
                  <a:lnTo>
                    <a:pt x="167109" y="162767"/>
                  </a:lnTo>
                  <a:lnTo>
                    <a:pt x="166881" y="157393"/>
                  </a:lnTo>
                  <a:lnTo>
                    <a:pt x="166480" y="152029"/>
                  </a:lnTo>
                  <a:lnTo>
                    <a:pt x="165907" y="146681"/>
                  </a:lnTo>
                  <a:lnTo>
                    <a:pt x="165162" y="141355"/>
                  </a:lnTo>
                  <a:lnTo>
                    <a:pt x="164246" y="136054"/>
                  </a:lnTo>
                  <a:lnTo>
                    <a:pt x="163160" y="130787"/>
                  </a:lnTo>
                  <a:lnTo>
                    <a:pt x="161905" y="125556"/>
                  </a:lnTo>
                  <a:lnTo>
                    <a:pt x="160483" y="120369"/>
                  </a:lnTo>
                  <a:lnTo>
                    <a:pt x="158894" y="115231"/>
                  </a:lnTo>
                  <a:lnTo>
                    <a:pt x="157141" y="110146"/>
                  </a:lnTo>
                  <a:lnTo>
                    <a:pt x="155225" y="105120"/>
                  </a:lnTo>
                  <a:lnTo>
                    <a:pt x="153149" y="100158"/>
                  </a:lnTo>
                  <a:lnTo>
                    <a:pt x="150914" y="95266"/>
                  </a:lnTo>
                  <a:lnTo>
                    <a:pt x="148523" y="90448"/>
                  </a:lnTo>
                  <a:lnTo>
                    <a:pt x="145978" y="85710"/>
                  </a:lnTo>
                  <a:lnTo>
                    <a:pt x="143282" y="81056"/>
                  </a:lnTo>
                  <a:lnTo>
                    <a:pt x="140437" y="76491"/>
                  </a:lnTo>
                  <a:lnTo>
                    <a:pt x="137447" y="72020"/>
                  </a:lnTo>
                  <a:lnTo>
                    <a:pt x="134315" y="67647"/>
                  </a:lnTo>
                  <a:lnTo>
                    <a:pt x="131044" y="63377"/>
                  </a:lnTo>
                  <a:lnTo>
                    <a:pt x="127637" y="59215"/>
                  </a:lnTo>
                  <a:lnTo>
                    <a:pt x="124098" y="55165"/>
                  </a:lnTo>
                  <a:lnTo>
                    <a:pt x="120431" y="51231"/>
                  </a:lnTo>
                  <a:lnTo>
                    <a:pt x="116639" y="47416"/>
                  </a:lnTo>
                  <a:lnTo>
                    <a:pt x="112726" y="43726"/>
                  </a:lnTo>
                  <a:lnTo>
                    <a:pt x="108696" y="40163"/>
                  </a:lnTo>
                  <a:lnTo>
                    <a:pt x="104554" y="36732"/>
                  </a:lnTo>
                  <a:lnTo>
                    <a:pt x="100304" y="33436"/>
                  </a:lnTo>
                  <a:lnTo>
                    <a:pt x="95950" y="30278"/>
                  </a:lnTo>
                  <a:lnTo>
                    <a:pt x="91496" y="27262"/>
                  </a:lnTo>
                  <a:lnTo>
                    <a:pt x="86948" y="24391"/>
                  </a:lnTo>
                  <a:lnTo>
                    <a:pt x="82310" y="21668"/>
                  </a:lnTo>
                  <a:lnTo>
                    <a:pt x="77586" y="19095"/>
                  </a:lnTo>
                  <a:lnTo>
                    <a:pt x="72782" y="16676"/>
                  </a:lnTo>
                  <a:lnTo>
                    <a:pt x="67903" y="14412"/>
                  </a:lnTo>
                  <a:lnTo>
                    <a:pt x="62954" y="12307"/>
                  </a:lnTo>
                  <a:lnTo>
                    <a:pt x="57939" y="10362"/>
                  </a:lnTo>
                  <a:lnTo>
                    <a:pt x="52865" y="8579"/>
                  </a:lnTo>
                  <a:lnTo>
                    <a:pt x="47735" y="6960"/>
                  </a:lnTo>
                  <a:lnTo>
                    <a:pt x="42557" y="5507"/>
                  </a:lnTo>
                  <a:lnTo>
                    <a:pt x="37334" y="4222"/>
                  </a:lnTo>
                  <a:lnTo>
                    <a:pt x="32073" y="3105"/>
                  </a:lnTo>
                  <a:lnTo>
                    <a:pt x="26778" y="2158"/>
                  </a:lnTo>
                  <a:lnTo>
                    <a:pt x="21456" y="1382"/>
                  </a:lnTo>
                  <a:lnTo>
                    <a:pt x="16111" y="778"/>
                  </a:lnTo>
                  <a:lnTo>
                    <a:pt x="10750" y="346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65978" y="1120312"/>
              <a:ext cx="167157" cy="296024"/>
            </a:xfrm>
            <a:custGeom>
              <a:avLst/>
              <a:pathLst>
                <a:path w="167157" h="296024">
                  <a:moveTo>
                    <a:pt x="167157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8" y="761"/>
                  </a:lnTo>
                  <a:lnTo>
                    <a:pt x="145930" y="1353"/>
                  </a:lnTo>
                  <a:lnTo>
                    <a:pt x="140664" y="2112"/>
                  </a:lnTo>
                  <a:lnTo>
                    <a:pt x="135424" y="3039"/>
                  </a:lnTo>
                  <a:lnTo>
                    <a:pt x="130217" y="4132"/>
                  </a:lnTo>
                  <a:lnTo>
                    <a:pt x="125047" y="5390"/>
                  </a:lnTo>
                  <a:lnTo>
                    <a:pt x="119920" y="6812"/>
                  </a:lnTo>
                  <a:lnTo>
                    <a:pt x="114841" y="8397"/>
                  </a:lnTo>
                  <a:lnTo>
                    <a:pt x="109814" y="10142"/>
                  </a:lnTo>
                  <a:lnTo>
                    <a:pt x="104846" y="12047"/>
                  </a:lnTo>
                  <a:lnTo>
                    <a:pt x="99941" y="14108"/>
                  </a:lnTo>
                  <a:lnTo>
                    <a:pt x="95104" y="16325"/>
                  </a:lnTo>
                  <a:lnTo>
                    <a:pt x="90340" y="18694"/>
                  </a:lnTo>
                  <a:lnTo>
                    <a:pt x="85654" y="21214"/>
                  </a:lnTo>
                  <a:lnTo>
                    <a:pt x="81050" y="23882"/>
                  </a:lnTo>
                  <a:lnTo>
                    <a:pt x="76533" y="26695"/>
                  </a:lnTo>
                  <a:lnTo>
                    <a:pt x="72109" y="29650"/>
                  </a:lnTo>
                  <a:lnTo>
                    <a:pt x="67781" y="32745"/>
                  </a:lnTo>
                  <a:lnTo>
                    <a:pt x="63553" y="35975"/>
                  </a:lnTo>
                  <a:lnTo>
                    <a:pt x="59430" y="39339"/>
                  </a:lnTo>
                  <a:lnTo>
                    <a:pt x="55417" y="42832"/>
                  </a:lnTo>
                  <a:lnTo>
                    <a:pt x="51516" y="46451"/>
                  </a:lnTo>
                  <a:lnTo>
                    <a:pt x="47733" y="50193"/>
                  </a:lnTo>
                  <a:lnTo>
                    <a:pt x="44071" y="54053"/>
                  </a:lnTo>
                  <a:lnTo>
                    <a:pt x="40533" y="58027"/>
                  </a:lnTo>
                  <a:lnTo>
                    <a:pt x="37124" y="62112"/>
                  </a:lnTo>
                  <a:lnTo>
                    <a:pt x="33847" y="66304"/>
                  </a:lnTo>
                  <a:lnTo>
                    <a:pt x="30704" y="70597"/>
                  </a:lnTo>
                  <a:lnTo>
                    <a:pt x="27700" y="74989"/>
                  </a:lnTo>
                  <a:lnTo>
                    <a:pt x="24837" y="79474"/>
                  </a:lnTo>
                  <a:lnTo>
                    <a:pt x="22118" y="84047"/>
                  </a:lnTo>
                  <a:lnTo>
                    <a:pt x="19547" y="88705"/>
                  </a:lnTo>
                  <a:lnTo>
                    <a:pt x="17124" y="93443"/>
                  </a:lnTo>
                  <a:lnTo>
                    <a:pt x="14854" y="98255"/>
                  </a:lnTo>
                  <a:lnTo>
                    <a:pt x="12738" y="103137"/>
                  </a:lnTo>
                  <a:lnTo>
                    <a:pt x="10778" y="108084"/>
                  </a:lnTo>
                  <a:lnTo>
                    <a:pt x="8977" y="113090"/>
                  </a:lnTo>
                  <a:lnTo>
                    <a:pt x="7336" y="118152"/>
                  </a:lnTo>
                  <a:lnTo>
                    <a:pt x="5858" y="123263"/>
                  </a:lnTo>
                  <a:lnTo>
                    <a:pt x="4542" y="128419"/>
                  </a:lnTo>
                  <a:lnTo>
                    <a:pt x="3391" y="133613"/>
                  </a:lnTo>
                  <a:lnTo>
                    <a:pt x="2406" y="138842"/>
                  </a:lnTo>
                  <a:lnTo>
                    <a:pt x="1588" y="144100"/>
                  </a:lnTo>
                  <a:lnTo>
                    <a:pt x="938" y="149381"/>
                  </a:lnTo>
                  <a:lnTo>
                    <a:pt x="456" y="154680"/>
                  </a:lnTo>
                  <a:lnTo>
                    <a:pt x="143" y="159991"/>
                  </a:lnTo>
                  <a:lnTo>
                    <a:pt x="0" y="165310"/>
                  </a:lnTo>
                  <a:lnTo>
                    <a:pt x="25" y="170631"/>
                  </a:lnTo>
                  <a:lnTo>
                    <a:pt x="220" y="175948"/>
                  </a:lnTo>
                  <a:lnTo>
                    <a:pt x="584" y="181256"/>
                  </a:lnTo>
                  <a:lnTo>
                    <a:pt x="1117" y="186550"/>
                  </a:lnTo>
                  <a:lnTo>
                    <a:pt x="1818" y="191825"/>
                  </a:lnTo>
                  <a:lnTo>
                    <a:pt x="2686" y="197074"/>
                  </a:lnTo>
                  <a:lnTo>
                    <a:pt x="3721" y="202293"/>
                  </a:lnTo>
                  <a:lnTo>
                    <a:pt x="4922" y="207477"/>
                  </a:lnTo>
                  <a:lnTo>
                    <a:pt x="6287" y="212619"/>
                  </a:lnTo>
                  <a:lnTo>
                    <a:pt x="7815" y="217716"/>
                  </a:lnTo>
                  <a:lnTo>
                    <a:pt x="9504" y="222761"/>
                  </a:lnTo>
                  <a:lnTo>
                    <a:pt x="11354" y="227751"/>
                  </a:lnTo>
                  <a:lnTo>
                    <a:pt x="13361" y="232678"/>
                  </a:lnTo>
                  <a:lnTo>
                    <a:pt x="15523" y="237540"/>
                  </a:lnTo>
                  <a:lnTo>
                    <a:pt x="17840" y="242330"/>
                  </a:lnTo>
                  <a:lnTo>
                    <a:pt x="20307" y="247044"/>
                  </a:lnTo>
                  <a:lnTo>
                    <a:pt x="22924" y="251677"/>
                  </a:lnTo>
                  <a:lnTo>
                    <a:pt x="25687" y="256224"/>
                  </a:lnTo>
                  <a:lnTo>
                    <a:pt x="28592" y="260681"/>
                  </a:lnTo>
                  <a:lnTo>
                    <a:pt x="31639" y="265044"/>
                  </a:lnTo>
                  <a:lnTo>
                    <a:pt x="34822" y="269307"/>
                  </a:lnTo>
                  <a:lnTo>
                    <a:pt x="38140" y="273467"/>
                  </a:lnTo>
                  <a:lnTo>
                    <a:pt x="41588" y="277519"/>
                  </a:lnTo>
                  <a:lnTo>
                    <a:pt x="45164" y="281459"/>
                  </a:lnTo>
                  <a:lnTo>
                    <a:pt x="48863" y="285284"/>
                  </a:lnTo>
                  <a:lnTo>
                    <a:pt x="52682" y="288989"/>
                  </a:lnTo>
                  <a:lnTo>
                    <a:pt x="56617" y="292570"/>
                  </a:lnTo>
                  <a:lnTo>
                    <a:pt x="60664" y="29602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6642" y="1287480"/>
              <a:ext cx="106492" cy="128857"/>
            </a:xfrm>
            <a:custGeom>
              <a:avLst/>
              <a:pathLst>
                <a:path w="106492" h="128857">
                  <a:moveTo>
                    <a:pt x="0" y="128857"/>
                  </a:moveTo>
                  <a:lnTo>
                    <a:pt x="10649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6642" y="1140729"/>
              <a:ext cx="273655" cy="313913"/>
            </a:xfrm>
            <a:custGeom>
              <a:avLst/>
              <a:pathLst>
                <a:path w="273655" h="313913">
                  <a:moveTo>
                    <a:pt x="0" y="275608"/>
                  </a:moveTo>
                  <a:lnTo>
                    <a:pt x="4143" y="278922"/>
                  </a:lnTo>
                  <a:lnTo>
                    <a:pt x="8389" y="282104"/>
                  </a:lnTo>
                  <a:lnTo>
                    <a:pt x="12734" y="285149"/>
                  </a:lnTo>
                  <a:lnTo>
                    <a:pt x="17173" y="288055"/>
                  </a:lnTo>
                  <a:lnTo>
                    <a:pt x="21703" y="290818"/>
                  </a:lnTo>
                  <a:lnTo>
                    <a:pt x="26318" y="293437"/>
                  </a:lnTo>
                  <a:lnTo>
                    <a:pt x="31013" y="295907"/>
                  </a:lnTo>
                  <a:lnTo>
                    <a:pt x="35785" y="298228"/>
                  </a:lnTo>
                  <a:lnTo>
                    <a:pt x="40628" y="300395"/>
                  </a:lnTo>
                  <a:lnTo>
                    <a:pt x="45537" y="302408"/>
                  </a:lnTo>
                  <a:lnTo>
                    <a:pt x="50508" y="304264"/>
                  </a:lnTo>
                  <a:lnTo>
                    <a:pt x="55535" y="305962"/>
                  </a:lnTo>
                  <a:lnTo>
                    <a:pt x="60613" y="307499"/>
                  </a:lnTo>
                  <a:lnTo>
                    <a:pt x="65738" y="308874"/>
                  </a:lnTo>
                  <a:lnTo>
                    <a:pt x="70903" y="310085"/>
                  </a:lnTo>
                  <a:lnTo>
                    <a:pt x="76105" y="311133"/>
                  </a:lnTo>
                  <a:lnTo>
                    <a:pt x="81337" y="312014"/>
                  </a:lnTo>
                  <a:lnTo>
                    <a:pt x="86595" y="312729"/>
                  </a:lnTo>
                  <a:lnTo>
                    <a:pt x="91872" y="313277"/>
                  </a:lnTo>
                  <a:lnTo>
                    <a:pt x="97164" y="313657"/>
                  </a:lnTo>
                  <a:lnTo>
                    <a:pt x="102466" y="313869"/>
                  </a:lnTo>
                  <a:lnTo>
                    <a:pt x="107772" y="313913"/>
                  </a:lnTo>
                  <a:lnTo>
                    <a:pt x="113076" y="313788"/>
                  </a:lnTo>
                  <a:lnTo>
                    <a:pt x="118374" y="313495"/>
                  </a:lnTo>
                  <a:lnTo>
                    <a:pt x="123660" y="313034"/>
                  </a:lnTo>
                  <a:lnTo>
                    <a:pt x="128928" y="312405"/>
                  </a:lnTo>
                  <a:lnTo>
                    <a:pt x="134174" y="311610"/>
                  </a:lnTo>
                  <a:lnTo>
                    <a:pt x="139392" y="310648"/>
                  </a:lnTo>
                  <a:lnTo>
                    <a:pt x="144577" y="309521"/>
                  </a:lnTo>
                  <a:lnTo>
                    <a:pt x="149724" y="308231"/>
                  </a:lnTo>
                  <a:lnTo>
                    <a:pt x="154827" y="306777"/>
                  </a:lnTo>
                  <a:lnTo>
                    <a:pt x="159881" y="305163"/>
                  </a:lnTo>
                  <a:lnTo>
                    <a:pt x="164881" y="303389"/>
                  </a:lnTo>
                  <a:lnTo>
                    <a:pt x="169823" y="301457"/>
                  </a:lnTo>
                  <a:lnTo>
                    <a:pt x="174701" y="299369"/>
                  </a:lnTo>
                  <a:lnTo>
                    <a:pt x="179510" y="297128"/>
                  </a:lnTo>
                  <a:lnTo>
                    <a:pt x="184246" y="294734"/>
                  </a:lnTo>
                  <a:lnTo>
                    <a:pt x="188903" y="292192"/>
                  </a:lnTo>
                  <a:lnTo>
                    <a:pt x="193477" y="289504"/>
                  </a:lnTo>
                  <a:lnTo>
                    <a:pt x="197964" y="286671"/>
                  </a:lnTo>
                  <a:lnTo>
                    <a:pt x="202358" y="283698"/>
                  </a:lnTo>
                  <a:lnTo>
                    <a:pt x="206656" y="280586"/>
                  </a:lnTo>
                  <a:lnTo>
                    <a:pt x="210853" y="277340"/>
                  </a:lnTo>
                  <a:lnTo>
                    <a:pt x="214945" y="273962"/>
                  </a:lnTo>
                  <a:lnTo>
                    <a:pt x="218928" y="270456"/>
                  </a:lnTo>
                  <a:lnTo>
                    <a:pt x="222797" y="266826"/>
                  </a:lnTo>
                  <a:lnTo>
                    <a:pt x="226549" y="263074"/>
                  </a:lnTo>
                  <a:lnTo>
                    <a:pt x="230180" y="259206"/>
                  </a:lnTo>
                  <a:lnTo>
                    <a:pt x="233687" y="255224"/>
                  </a:lnTo>
                  <a:lnTo>
                    <a:pt x="237065" y="251132"/>
                  </a:lnTo>
                  <a:lnTo>
                    <a:pt x="240312" y="246936"/>
                  </a:lnTo>
                  <a:lnTo>
                    <a:pt x="243424" y="242639"/>
                  </a:lnTo>
                  <a:lnTo>
                    <a:pt x="246398" y="238245"/>
                  </a:lnTo>
                  <a:lnTo>
                    <a:pt x="249232" y="233758"/>
                  </a:lnTo>
                  <a:lnTo>
                    <a:pt x="251921" y="229185"/>
                  </a:lnTo>
                  <a:lnTo>
                    <a:pt x="254464" y="224528"/>
                  </a:lnTo>
                  <a:lnTo>
                    <a:pt x="256858" y="219793"/>
                  </a:lnTo>
                  <a:lnTo>
                    <a:pt x="259100" y="214984"/>
                  </a:lnTo>
                  <a:lnTo>
                    <a:pt x="261189" y="210106"/>
                  </a:lnTo>
                  <a:lnTo>
                    <a:pt x="263121" y="205165"/>
                  </a:lnTo>
                  <a:lnTo>
                    <a:pt x="264896" y="200165"/>
                  </a:lnTo>
                  <a:lnTo>
                    <a:pt x="266512" y="195111"/>
                  </a:lnTo>
                  <a:lnTo>
                    <a:pt x="267966" y="190008"/>
                  </a:lnTo>
                  <a:lnTo>
                    <a:pt x="269257" y="184862"/>
                  </a:lnTo>
                  <a:lnTo>
                    <a:pt x="270385" y="179677"/>
                  </a:lnTo>
                  <a:lnTo>
                    <a:pt x="271347" y="174459"/>
                  </a:lnTo>
                  <a:lnTo>
                    <a:pt x="272144" y="169213"/>
                  </a:lnTo>
                  <a:lnTo>
                    <a:pt x="272773" y="163945"/>
                  </a:lnTo>
                  <a:lnTo>
                    <a:pt x="273235" y="158659"/>
                  </a:lnTo>
                  <a:lnTo>
                    <a:pt x="273529" y="153361"/>
                  </a:lnTo>
                  <a:lnTo>
                    <a:pt x="273655" y="148057"/>
                  </a:lnTo>
                  <a:lnTo>
                    <a:pt x="273612" y="142751"/>
                  </a:lnTo>
                  <a:lnTo>
                    <a:pt x="273401" y="137449"/>
                  </a:lnTo>
                  <a:lnTo>
                    <a:pt x="273022" y="132157"/>
                  </a:lnTo>
                  <a:lnTo>
                    <a:pt x="272475" y="126880"/>
                  </a:lnTo>
                  <a:lnTo>
                    <a:pt x="271760" y="121622"/>
                  </a:lnTo>
                  <a:lnTo>
                    <a:pt x="270880" y="116390"/>
                  </a:lnTo>
                  <a:lnTo>
                    <a:pt x="269833" y="111188"/>
                  </a:lnTo>
                  <a:lnTo>
                    <a:pt x="268622" y="106022"/>
                  </a:lnTo>
                  <a:lnTo>
                    <a:pt x="267248" y="100897"/>
                  </a:lnTo>
                  <a:lnTo>
                    <a:pt x="265712" y="95819"/>
                  </a:lnTo>
                  <a:lnTo>
                    <a:pt x="264015" y="90791"/>
                  </a:lnTo>
                  <a:lnTo>
                    <a:pt x="262160" y="85820"/>
                  </a:lnTo>
                  <a:lnTo>
                    <a:pt x="260148" y="80911"/>
                  </a:lnTo>
                  <a:lnTo>
                    <a:pt x="257981" y="76067"/>
                  </a:lnTo>
                  <a:lnTo>
                    <a:pt x="255662" y="71295"/>
                  </a:lnTo>
                  <a:lnTo>
                    <a:pt x="253192" y="66599"/>
                  </a:lnTo>
                  <a:lnTo>
                    <a:pt x="250574" y="61984"/>
                  </a:lnTo>
                  <a:lnTo>
                    <a:pt x="247812" y="57454"/>
                  </a:lnTo>
                  <a:lnTo>
                    <a:pt x="244907" y="53014"/>
                  </a:lnTo>
                  <a:lnTo>
                    <a:pt x="241862" y="48669"/>
                  </a:lnTo>
                  <a:lnTo>
                    <a:pt x="238681" y="44422"/>
                  </a:lnTo>
                  <a:lnTo>
                    <a:pt x="235367" y="40278"/>
                  </a:lnTo>
                  <a:lnTo>
                    <a:pt x="231923" y="36242"/>
                  </a:lnTo>
                  <a:lnTo>
                    <a:pt x="228353" y="32317"/>
                  </a:lnTo>
                  <a:lnTo>
                    <a:pt x="224660" y="28507"/>
                  </a:lnTo>
                  <a:lnTo>
                    <a:pt x="220848" y="24817"/>
                  </a:lnTo>
                  <a:lnTo>
                    <a:pt x="216921" y="21249"/>
                  </a:lnTo>
                  <a:lnTo>
                    <a:pt x="212882" y="17808"/>
                  </a:lnTo>
                  <a:lnTo>
                    <a:pt x="208736" y="14496"/>
                  </a:lnTo>
                  <a:lnTo>
                    <a:pt x="204488" y="11318"/>
                  </a:lnTo>
                  <a:lnTo>
                    <a:pt x="200140" y="8276"/>
                  </a:lnTo>
                  <a:lnTo>
                    <a:pt x="195698" y="5374"/>
                  </a:lnTo>
                  <a:lnTo>
                    <a:pt x="191167" y="2614"/>
                  </a:lnTo>
                  <a:lnTo>
                    <a:pt x="186550" y="0"/>
                  </a:lnTo>
                  <a:lnTo>
                    <a:pt x="106492" y="1467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633135" y="1120312"/>
              <a:ext cx="80057" cy="167167"/>
            </a:xfrm>
            <a:custGeom>
              <a:avLst/>
              <a:pathLst>
                <a:path w="80057" h="167167">
                  <a:moveTo>
                    <a:pt x="80057" y="20416"/>
                  </a:moveTo>
                  <a:lnTo>
                    <a:pt x="74772" y="17654"/>
                  </a:lnTo>
                  <a:lnTo>
                    <a:pt x="69392" y="15083"/>
                  </a:lnTo>
                  <a:lnTo>
                    <a:pt x="63924" y="12705"/>
                  </a:lnTo>
                  <a:lnTo>
                    <a:pt x="58375" y="10523"/>
                  </a:lnTo>
                  <a:lnTo>
                    <a:pt x="52751" y="8541"/>
                  </a:lnTo>
                  <a:lnTo>
                    <a:pt x="47060" y="6760"/>
                  </a:lnTo>
                  <a:lnTo>
                    <a:pt x="41309" y="5184"/>
                  </a:lnTo>
                  <a:lnTo>
                    <a:pt x="35506" y="3814"/>
                  </a:lnTo>
                  <a:lnTo>
                    <a:pt x="29658" y="2651"/>
                  </a:lnTo>
                  <a:lnTo>
                    <a:pt x="23771" y="1698"/>
                  </a:lnTo>
                  <a:lnTo>
                    <a:pt x="17855" y="956"/>
                  </a:lnTo>
                  <a:lnTo>
                    <a:pt x="11916" y="425"/>
                  </a:lnTo>
                  <a:lnTo>
                    <a:pt x="596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68508" y="971635"/>
              <a:ext cx="167167" cy="258426"/>
            </a:xfrm>
            <a:custGeom>
              <a:avLst/>
              <a:pathLst>
                <a:path w="167167" h="258426">
                  <a:moveTo>
                    <a:pt x="167167" y="0"/>
                  </a:moveTo>
                  <a:lnTo>
                    <a:pt x="161808" y="85"/>
                  </a:lnTo>
                  <a:lnTo>
                    <a:pt x="156454" y="343"/>
                  </a:lnTo>
                  <a:lnTo>
                    <a:pt x="151112" y="772"/>
                  </a:lnTo>
                  <a:lnTo>
                    <a:pt x="145786" y="1373"/>
                  </a:lnTo>
                  <a:lnTo>
                    <a:pt x="140481" y="2143"/>
                  </a:lnTo>
                  <a:lnTo>
                    <a:pt x="135205" y="3084"/>
                  </a:lnTo>
                  <a:lnTo>
                    <a:pt x="129961" y="4193"/>
                  </a:lnTo>
                  <a:lnTo>
                    <a:pt x="124755" y="5469"/>
                  </a:lnTo>
                  <a:lnTo>
                    <a:pt x="119593" y="6912"/>
                  </a:lnTo>
                  <a:lnTo>
                    <a:pt x="114480" y="8519"/>
                  </a:lnTo>
                  <a:lnTo>
                    <a:pt x="109421" y="10290"/>
                  </a:lnTo>
                  <a:lnTo>
                    <a:pt x="104422" y="12222"/>
                  </a:lnTo>
                  <a:lnTo>
                    <a:pt x="99487" y="14313"/>
                  </a:lnTo>
                  <a:lnTo>
                    <a:pt x="94621" y="16561"/>
                  </a:lnTo>
                  <a:lnTo>
                    <a:pt x="89831" y="18964"/>
                  </a:lnTo>
                  <a:lnTo>
                    <a:pt x="85119" y="21520"/>
                  </a:lnTo>
                  <a:lnTo>
                    <a:pt x="80492" y="24225"/>
                  </a:lnTo>
                  <a:lnTo>
                    <a:pt x="75954" y="27077"/>
                  </a:lnTo>
                  <a:lnTo>
                    <a:pt x="71510" y="30073"/>
                  </a:lnTo>
                  <a:lnTo>
                    <a:pt x="67164" y="33210"/>
                  </a:lnTo>
                  <a:lnTo>
                    <a:pt x="62921" y="36485"/>
                  </a:lnTo>
                  <a:lnTo>
                    <a:pt x="58785" y="39894"/>
                  </a:lnTo>
                  <a:lnTo>
                    <a:pt x="54761" y="43434"/>
                  </a:lnTo>
                  <a:lnTo>
                    <a:pt x="50852" y="47101"/>
                  </a:lnTo>
                  <a:lnTo>
                    <a:pt x="47063" y="50892"/>
                  </a:lnTo>
                  <a:lnTo>
                    <a:pt x="43397" y="54802"/>
                  </a:lnTo>
                  <a:lnTo>
                    <a:pt x="39858" y="58828"/>
                  </a:lnTo>
                  <a:lnTo>
                    <a:pt x="36450" y="62965"/>
                  </a:lnTo>
                  <a:lnTo>
                    <a:pt x="33177" y="67209"/>
                  </a:lnTo>
                  <a:lnTo>
                    <a:pt x="30041" y="71556"/>
                  </a:lnTo>
                  <a:lnTo>
                    <a:pt x="27047" y="76001"/>
                  </a:lnTo>
                  <a:lnTo>
                    <a:pt x="24196" y="80540"/>
                  </a:lnTo>
                  <a:lnTo>
                    <a:pt x="21492" y="85168"/>
                  </a:lnTo>
                  <a:lnTo>
                    <a:pt x="18939" y="89880"/>
                  </a:lnTo>
                  <a:lnTo>
                    <a:pt x="16537" y="94671"/>
                  </a:lnTo>
                  <a:lnTo>
                    <a:pt x="14290" y="99538"/>
                  </a:lnTo>
                  <a:lnTo>
                    <a:pt x="12201" y="104473"/>
                  </a:lnTo>
                  <a:lnTo>
                    <a:pt x="10271" y="109474"/>
                  </a:lnTo>
                  <a:lnTo>
                    <a:pt x="8502" y="114533"/>
                  </a:lnTo>
                  <a:lnTo>
                    <a:pt x="6896" y="119647"/>
                  </a:lnTo>
                  <a:lnTo>
                    <a:pt x="5455" y="124809"/>
                  </a:lnTo>
                  <a:lnTo>
                    <a:pt x="4180" y="130015"/>
                  </a:lnTo>
                  <a:lnTo>
                    <a:pt x="3073" y="135259"/>
                  </a:lnTo>
                  <a:lnTo>
                    <a:pt x="2134" y="140536"/>
                  </a:lnTo>
                  <a:lnTo>
                    <a:pt x="1365" y="145841"/>
                  </a:lnTo>
                  <a:lnTo>
                    <a:pt x="767" y="151167"/>
                  </a:lnTo>
                  <a:lnTo>
                    <a:pt x="340" y="156510"/>
                  </a:lnTo>
                  <a:lnTo>
                    <a:pt x="84" y="161863"/>
                  </a:lnTo>
                  <a:lnTo>
                    <a:pt x="0" y="167222"/>
                  </a:lnTo>
                  <a:lnTo>
                    <a:pt x="87" y="172582"/>
                  </a:lnTo>
                  <a:lnTo>
                    <a:pt x="347" y="177935"/>
                  </a:lnTo>
                  <a:lnTo>
                    <a:pt x="778" y="183278"/>
                  </a:lnTo>
                  <a:lnTo>
                    <a:pt x="1380" y="188603"/>
                  </a:lnTo>
                  <a:lnTo>
                    <a:pt x="2152" y="193907"/>
                  </a:lnTo>
                  <a:lnTo>
                    <a:pt x="3094" y="199184"/>
                  </a:lnTo>
                  <a:lnTo>
                    <a:pt x="4205" y="204427"/>
                  </a:lnTo>
                  <a:lnTo>
                    <a:pt x="5483" y="209632"/>
                  </a:lnTo>
                  <a:lnTo>
                    <a:pt x="6928" y="214794"/>
                  </a:lnTo>
                  <a:lnTo>
                    <a:pt x="8537" y="219906"/>
                  </a:lnTo>
                  <a:lnTo>
                    <a:pt x="10309" y="224965"/>
                  </a:lnTo>
                  <a:lnTo>
                    <a:pt x="12243" y="229963"/>
                  </a:lnTo>
                  <a:lnTo>
                    <a:pt x="14335" y="234898"/>
                  </a:lnTo>
                  <a:lnTo>
                    <a:pt x="16585" y="239762"/>
                  </a:lnTo>
                  <a:lnTo>
                    <a:pt x="18990" y="244553"/>
                  </a:lnTo>
                  <a:lnTo>
                    <a:pt x="21547" y="249263"/>
                  </a:lnTo>
                  <a:lnTo>
                    <a:pt x="24254" y="253889"/>
                  </a:lnTo>
                  <a:lnTo>
                    <a:pt x="27107" y="25842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5616" y="1138802"/>
              <a:ext cx="140059" cy="91259"/>
            </a:xfrm>
            <a:custGeom>
              <a:avLst/>
              <a:pathLst>
                <a:path w="140059" h="91259">
                  <a:moveTo>
                    <a:pt x="0" y="91259"/>
                  </a:moveTo>
                  <a:lnTo>
                    <a:pt x="14005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95616" y="1063673"/>
              <a:ext cx="307214" cy="242295"/>
            </a:xfrm>
            <a:custGeom>
              <a:avLst/>
              <a:pathLst>
                <a:path w="307214" h="242295">
                  <a:moveTo>
                    <a:pt x="0" y="166388"/>
                  </a:moveTo>
                  <a:lnTo>
                    <a:pt x="2981" y="170809"/>
                  </a:lnTo>
                  <a:lnTo>
                    <a:pt x="6102" y="175132"/>
                  </a:lnTo>
                  <a:lnTo>
                    <a:pt x="9360" y="179353"/>
                  </a:lnTo>
                  <a:lnTo>
                    <a:pt x="12750" y="183468"/>
                  </a:lnTo>
                  <a:lnTo>
                    <a:pt x="16270" y="187473"/>
                  </a:lnTo>
                  <a:lnTo>
                    <a:pt x="19916" y="191364"/>
                  </a:lnTo>
                  <a:lnTo>
                    <a:pt x="23684" y="195136"/>
                  </a:lnTo>
                  <a:lnTo>
                    <a:pt x="27570" y="198787"/>
                  </a:lnTo>
                  <a:lnTo>
                    <a:pt x="31571" y="202311"/>
                  </a:lnTo>
                  <a:lnTo>
                    <a:pt x="35682" y="205707"/>
                  </a:lnTo>
                  <a:lnTo>
                    <a:pt x="39900" y="208969"/>
                  </a:lnTo>
                  <a:lnTo>
                    <a:pt x="44219" y="212095"/>
                  </a:lnTo>
                  <a:lnTo>
                    <a:pt x="48636" y="215082"/>
                  </a:lnTo>
                  <a:lnTo>
                    <a:pt x="53146" y="217926"/>
                  </a:lnTo>
                  <a:lnTo>
                    <a:pt x="57744" y="220626"/>
                  </a:lnTo>
                  <a:lnTo>
                    <a:pt x="62426" y="223177"/>
                  </a:lnTo>
                  <a:lnTo>
                    <a:pt x="67187" y="225577"/>
                  </a:lnTo>
                  <a:lnTo>
                    <a:pt x="72022" y="227825"/>
                  </a:lnTo>
                  <a:lnTo>
                    <a:pt x="76927" y="229917"/>
                  </a:lnTo>
                  <a:lnTo>
                    <a:pt x="81895" y="231852"/>
                  </a:lnTo>
                  <a:lnTo>
                    <a:pt x="86923" y="233627"/>
                  </a:lnTo>
                  <a:lnTo>
                    <a:pt x="92005" y="235241"/>
                  </a:lnTo>
                  <a:lnTo>
                    <a:pt x="97135" y="236692"/>
                  </a:lnTo>
                  <a:lnTo>
                    <a:pt x="102310" y="237979"/>
                  </a:lnTo>
                  <a:lnTo>
                    <a:pt x="107523" y="239100"/>
                  </a:lnTo>
                  <a:lnTo>
                    <a:pt x="112768" y="240054"/>
                  </a:lnTo>
                  <a:lnTo>
                    <a:pt x="118042" y="240840"/>
                  </a:lnTo>
                  <a:lnTo>
                    <a:pt x="123338" y="241458"/>
                  </a:lnTo>
                  <a:lnTo>
                    <a:pt x="128651" y="241907"/>
                  </a:lnTo>
                  <a:lnTo>
                    <a:pt x="133976" y="242186"/>
                  </a:lnTo>
                  <a:lnTo>
                    <a:pt x="139307" y="242295"/>
                  </a:lnTo>
                  <a:lnTo>
                    <a:pt x="144638" y="242234"/>
                  </a:lnTo>
                  <a:lnTo>
                    <a:pt x="149965" y="242003"/>
                  </a:lnTo>
                  <a:lnTo>
                    <a:pt x="155282" y="241602"/>
                  </a:lnTo>
                  <a:lnTo>
                    <a:pt x="160583" y="241032"/>
                  </a:lnTo>
                  <a:lnTo>
                    <a:pt x="165864" y="240293"/>
                  </a:lnTo>
                  <a:lnTo>
                    <a:pt x="171118" y="239386"/>
                  </a:lnTo>
                  <a:lnTo>
                    <a:pt x="176341" y="238312"/>
                  </a:lnTo>
                  <a:lnTo>
                    <a:pt x="181527" y="237072"/>
                  </a:lnTo>
                  <a:lnTo>
                    <a:pt x="186670" y="235667"/>
                  </a:lnTo>
                  <a:lnTo>
                    <a:pt x="191766" y="234099"/>
                  </a:lnTo>
                  <a:lnTo>
                    <a:pt x="196810" y="232369"/>
                  </a:lnTo>
                  <a:lnTo>
                    <a:pt x="201796" y="230479"/>
                  </a:lnTo>
                  <a:lnTo>
                    <a:pt x="206719" y="228431"/>
                  </a:lnTo>
                  <a:lnTo>
                    <a:pt x="211574" y="226227"/>
                  </a:lnTo>
                  <a:lnTo>
                    <a:pt x="216356" y="223870"/>
                  </a:lnTo>
                  <a:lnTo>
                    <a:pt x="221061" y="221361"/>
                  </a:lnTo>
                  <a:lnTo>
                    <a:pt x="225683" y="218703"/>
                  </a:lnTo>
                  <a:lnTo>
                    <a:pt x="230219" y="215899"/>
                  </a:lnTo>
                  <a:lnTo>
                    <a:pt x="234662" y="212952"/>
                  </a:lnTo>
                  <a:lnTo>
                    <a:pt x="239009" y="209865"/>
                  </a:lnTo>
                  <a:lnTo>
                    <a:pt x="243256" y="206641"/>
                  </a:lnTo>
                  <a:lnTo>
                    <a:pt x="247398" y="203283"/>
                  </a:lnTo>
                  <a:lnTo>
                    <a:pt x="251430" y="199794"/>
                  </a:lnTo>
                  <a:lnTo>
                    <a:pt x="255349" y="196179"/>
                  </a:lnTo>
                  <a:lnTo>
                    <a:pt x="259151" y="192441"/>
                  </a:lnTo>
                  <a:lnTo>
                    <a:pt x="262832" y="188583"/>
                  </a:lnTo>
                  <a:lnTo>
                    <a:pt x="266388" y="184610"/>
                  </a:lnTo>
                  <a:lnTo>
                    <a:pt x="269815" y="180525"/>
                  </a:lnTo>
                  <a:lnTo>
                    <a:pt x="273110" y="176334"/>
                  </a:lnTo>
                  <a:lnTo>
                    <a:pt x="276270" y="172039"/>
                  </a:lnTo>
                  <a:lnTo>
                    <a:pt x="279291" y="167646"/>
                  </a:lnTo>
                  <a:lnTo>
                    <a:pt x="282171" y="163158"/>
                  </a:lnTo>
                  <a:lnTo>
                    <a:pt x="284906" y="158581"/>
                  </a:lnTo>
                  <a:lnTo>
                    <a:pt x="287494" y="153919"/>
                  </a:lnTo>
                  <a:lnTo>
                    <a:pt x="289932" y="149177"/>
                  </a:lnTo>
                  <a:lnTo>
                    <a:pt x="292217" y="144360"/>
                  </a:lnTo>
                  <a:lnTo>
                    <a:pt x="294348" y="139472"/>
                  </a:lnTo>
                  <a:lnTo>
                    <a:pt x="296321" y="134519"/>
                  </a:lnTo>
                  <a:lnTo>
                    <a:pt x="298136" y="129505"/>
                  </a:lnTo>
                  <a:lnTo>
                    <a:pt x="299789" y="124436"/>
                  </a:lnTo>
                  <a:lnTo>
                    <a:pt x="301281" y="119317"/>
                  </a:lnTo>
                  <a:lnTo>
                    <a:pt x="302608" y="114153"/>
                  </a:lnTo>
                  <a:lnTo>
                    <a:pt x="303770" y="108949"/>
                  </a:lnTo>
                  <a:lnTo>
                    <a:pt x="304765" y="103711"/>
                  </a:lnTo>
                  <a:lnTo>
                    <a:pt x="305593" y="98443"/>
                  </a:lnTo>
                  <a:lnTo>
                    <a:pt x="306252" y="93152"/>
                  </a:lnTo>
                  <a:lnTo>
                    <a:pt x="306742" y="87843"/>
                  </a:lnTo>
                  <a:lnTo>
                    <a:pt x="307063" y="82521"/>
                  </a:lnTo>
                  <a:lnTo>
                    <a:pt x="307214" y="77191"/>
                  </a:lnTo>
                  <a:lnTo>
                    <a:pt x="307195" y="71859"/>
                  </a:lnTo>
                  <a:lnTo>
                    <a:pt x="307005" y="66530"/>
                  </a:lnTo>
                  <a:lnTo>
                    <a:pt x="306646" y="61211"/>
                  </a:lnTo>
                  <a:lnTo>
                    <a:pt x="306117" y="55905"/>
                  </a:lnTo>
                  <a:lnTo>
                    <a:pt x="305420" y="50619"/>
                  </a:lnTo>
                  <a:lnTo>
                    <a:pt x="304554" y="45358"/>
                  </a:lnTo>
                  <a:lnTo>
                    <a:pt x="303521" y="40127"/>
                  </a:lnTo>
                  <a:lnTo>
                    <a:pt x="302322" y="34931"/>
                  </a:lnTo>
                  <a:lnTo>
                    <a:pt x="300957" y="29777"/>
                  </a:lnTo>
                  <a:lnTo>
                    <a:pt x="299429" y="24669"/>
                  </a:lnTo>
                  <a:lnTo>
                    <a:pt x="297738" y="19612"/>
                  </a:lnTo>
                  <a:lnTo>
                    <a:pt x="295888" y="14611"/>
                  </a:lnTo>
                  <a:lnTo>
                    <a:pt x="293878" y="9673"/>
                  </a:lnTo>
                  <a:lnTo>
                    <a:pt x="291713" y="4800"/>
                  </a:lnTo>
                  <a:lnTo>
                    <a:pt x="289393" y="0"/>
                  </a:lnTo>
                  <a:lnTo>
                    <a:pt x="140059" y="75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135676" y="971635"/>
              <a:ext cx="149333" cy="167167"/>
            </a:xfrm>
            <a:custGeom>
              <a:avLst/>
              <a:pathLst>
                <a:path w="149333" h="167167">
                  <a:moveTo>
                    <a:pt x="149333" y="92037"/>
                  </a:moveTo>
                  <a:lnTo>
                    <a:pt x="146814" y="87226"/>
                  </a:lnTo>
                  <a:lnTo>
                    <a:pt x="144139" y="82499"/>
                  </a:lnTo>
                  <a:lnTo>
                    <a:pt x="141313" y="77861"/>
                  </a:lnTo>
                  <a:lnTo>
                    <a:pt x="138337" y="73318"/>
                  </a:lnTo>
                  <a:lnTo>
                    <a:pt x="135216" y="68874"/>
                  </a:lnTo>
                  <a:lnTo>
                    <a:pt x="131951" y="64533"/>
                  </a:lnTo>
                  <a:lnTo>
                    <a:pt x="128547" y="60301"/>
                  </a:lnTo>
                  <a:lnTo>
                    <a:pt x="125008" y="56181"/>
                  </a:lnTo>
                  <a:lnTo>
                    <a:pt x="121337" y="52179"/>
                  </a:lnTo>
                  <a:lnTo>
                    <a:pt x="117537" y="48298"/>
                  </a:lnTo>
                  <a:lnTo>
                    <a:pt x="113614" y="44543"/>
                  </a:lnTo>
                  <a:lnTo>
                    <a:pt x="109571" y="40917"/>
                  </a:lnTo>
                  <a:lnTo>
                    <a:pt x="105412" y="37424"/>
                  </a:lnTo>
                  <a:lnTo>
                    <a:pt x="101141" y="34068"/>
                  </a:lnTo>
                  <a:lnTo>
                    <a:pt x="96764" y="30853"/>
                  </a:lnTo>
                  <a:lnTo>
                    <a:pt x="92285" y="27781"/>
                  </a:lnTo>
                  <a:lnTo>
                    <a:pt x="87708" y="24857"/>
                  </a:lnTo>
                  <a:lnTo>
                    <a:pt x="83039" y="22083"/>
                  </a:lnTo>
                  <a:lnTo>
                    <a:pt x="78282" y="19462"/>
                  </a:lnTo>
                  <a:lnTo>
                    <a:pt x="73443" y="16997"/>
                  </a:lnTo>
                  <a:lnTo>
                    <a:pt x="68526" y="14690"/>
                  </a:lnTo>
                  <a:lnTo>
                    <a:pt x="63537" y="12545"/>
                  </a:lnTo>
                  <a:lnTo>
                    <a:pt x="58480" y="10563"/>
                  </a:lnTo>
                  <a:lnTo>
                    <a:pt x="53362" y="8745"/>
                  </a:lnTo>
                  <a:lnTo>
                    <a:pt x="48188" y="7096"/>
                  </a:lnTo>
                  <a:lnTo>
                    <a:pt x="42963" y="5615"/>
                  </a:lnTo>
                  <a:lnTo>
                    <a:pt x="37692" y="4304"/>
                  </a:lnTo>
                  <a:lnTo>
                    <a:pt x="32381" y="3166"/>
                  </a:lnTo>
                  <a:lnTo>
                    <a:pt x="27037" y="2200"/>
                  </a:lnTo>
                  <a:lnTo>
                    <a:pt x="21664" y="1409"/>
                  </a:lnTo>
                  <a:lnTo>
                    <a:pt x="16268" y="793"/>
                  </a:lnTo>
                  <a:lnTo>
                    <a:pt x="10855" y="352"/>
                  </a:lnTo>
                  <a:lnTo>
                    <a:pt x="543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50785" y="941493"/>
              <a:ext cx="66495" cy="167167"/>
            </a:xfrm>
            <a:custGeom>
              <a:avLst/>
              <a:pathLst>
                <a:path w="66495" h="167167">
                  <a:moveTo>
                    <a:pt x="66495" y="0"/>
                  </a:moveTo>
                  <a:lnTo>
                    <a:pt x="60797" y="97"/>
                  </a:lnTo>
                  <a:lnTo>
                    <a:pt x="55106" y="388"/>
                  </a:lnTo>
                  <a:lnTo>
                    <a:pt x="49428" y="873"/>
                  </a:lnTo>
                  <a:lnTo>
                    <a:pt x="43770" y="1551"/>
                  </a:lnTo>
                  <a:lnTo>
                    <a:pt x="38138" y="2422"/>
                  </a:lnTo>
                  <a:lnTo>
                    <a:pt x="32539" y="3484"/>
                  </a:lnTo>
                  <a:lnTo>
                    <a:pt x="26980" y="4737"/>
                  </a:lnTo>
                  <a:lnTo>
                    <a:pt x="21467" y="6178"/>
                  </a:lnTo>
                  <a:lnTo>
                    <a:pt x="16006" y="7806"/>
                  </a:lnTo>
                  <a:lnTo>
                    <a:pt x="10603" y="9620"/>
                  </a:lnTo>
                  <a:lnTo>
                    <a:pt x="5266" y="11616"/>
                  </a:lnTo>
                  <a:lnTo>
                    <a:pt x="0" y="13794"/>
                  </a:lnTo>
                  <a:lnTo>
                    <a:pt x="6649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50785" y="955287"/>
              <a:ext cx="66495" cy="153373"/>
            </a:xfrm>
            <a:custGeom>
              <a:avLst/>
              <a:pathLst>
                <a:path w="66495" h="153373">
                  <a:moveTo>
                    <a:pt x="0" y="0"/>
                  </a:moveTo>
                  <a:lnTo>
                    <a:pt x="66495" y="1533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50126" y="955287"/>
              <a:ext cx="334307" cy="320539"/>
            </a:xfrm>
            <a:custGeom>
              <a:avLst/>
              <a:pathLst>
                <a:path w="334307" h="320539">
                  <a:moveTo>
                    <a:pt x="100659" y="0"/>
                  </a:moveTo>
                  <a:lnTo>
                    <a:pt x="95825" y="2187"/>
                  </a:lnTo>
                  <a:lnTo>
                    <a:pt x="91064" y="4526"/>
                  </a:lnTo>
                  <a:lnTo>
                    <a:pt x="86379" y="7016"/>
                  </a:lnTo>
                  <a:lnTo>
                    <a:pt x="81776" y="9652"/>
                  </a:lnTo>
                  <a:lnTo>
                    <a:pt x="77258" y="12434"/>
                  </a:lnTo>
                  <a:lnTo>
                    <a:pt x="72831" y="15357"/>
                  </a:lnTo>
                  <a:lnTo>
                    <a:pt x="68499" y="18420"/>
                  </a:lnTo>
                  <a:lnTo>
                    <a:pt x="64267" y="21618"/>
                  </a:lnTo>
                  <a:lnTo>
                    <a:pt x="60138" y="24949"/>
                  </a:lnTo>
                  <a:lnTo>
                    <a:pt x="56117" y="28410"/>
                  </a:lnTo>
                  <a:lnTo>
                    <a:pt x="52207" y="31996"/>
                  </a:lnTo>
                  <a:lnTo>
                    <a:pt x="48414" y="35705"/>
                  </a:lnTo>
                  <a:lnTo>
                    <a:pt x="44740" y="39532"/>
                  </a:lnTo>
                  <a:lnTo>
                    <a:pt x="41189" y="43473"/>
                  </a:lnTo>
                  <a:lnTo>
                    <a:pt x="37765" y="47526"/>
                  </a:lnTo>
                  <a:lnTo>
                    <a:pt x="34472" y="51685"/>
                  </a:lnTo>
                  <a:lnTo>
                    <a:pt x="31312" y="55946"/>
                  </a:lnTo>
                  <a:lnTo>
                    <a:pt x="28289" y="60306"/>
                  </a:lnTo>
                  <a:lnTo>
                    <a:pt x="25406" y="64759"/>
                  </a:lnTo>
                  <a:lnTo>
                    <a:pt x="22665" y="69301"/>
                  </a:lnTo>
                  <a:lnTo>
                    <a:pt x="20070" y="73929"/>
                  </a:lnTo>
                  <a:lnTo>
                    <a:pt x="17623" y="78636"/>
                  </a:lnTo>
                  <a:lnTo>
                    <a:pt x="15327" y="83418"/>
                  </a:lnTo>
                  <a:lnTo>
                    <a:pt x="13184" y="88271"/>
                  </a:lnTo>
                  <a:lnTo>
                    <a:pt x="11196" y="93190"/>
                  </a:lnTo>
                  <a:lnTo>
                    <a:pt x="9364" y="98169"/>
                  </a:lnTo>
                  <a:lnTo>
                    <a:pt x="7692" y="103203"/>
                  </a:lnTo>
                  <a:lnTo>
                    <a:pt x="6181" y="108289"/>
                  </a:lnTo>
                  <a:lnTo>
                    <a:pt x="4831" y="113419"/>
                  </a:lnTo>
                  <a:lnTo>
                    <a:pt x="3645" y="118590"/>
                  </a:lnTo>
                  <a:lnTo>
                    <a:pt x="2624" y="123796"/>
                  </a:lnTo>
                  <a:lnTo>
                    <a:pt x="1768" y="129032"/>
                  </a:lnTo>
                  <a:lnTo>
                    <a:pt x="1079" y="134292"/>
                  </a:lnTo>
                  <a:lnTo>
                    <a:pt x="557" y="139571"/>
                  </a:lnTo>
                  <a:lnTo>
                    <a:pt x="203" y="144865"/>
                  </a:lnTo>
                  <a:lnTo>
                    <a:pt x="17" y="150166"/>
                  </a:lnTo>
                  <a:lnTo>
                    <a:pt x="0" y="155472"/>
                  </a:lnTo>
                  <a:lnTo>
                    <a:pt x="150" y="160775"/>
                  </a:lnTo>
                  <a:lnTo>
                    <a:pt x="469" y="166070"/>
                  </a:lnTo>
                  <a:lnTo>
                    <a:pt x="956" y="171353"/>
                  </a:lnTo>
                  <a:lnTo>
                    <a:pt x="1610" y="176618"/>
                  </a:lnTo>
                  <a:lnTo>
                    <a:pt x="2431" y="181859"/>
                  </a:lnTo>
                  <a:lnTo>
                    <a:pt x="3418" y="187071"/>
                  </a:lnTo>
                  <a:lnTo>
                    <a:pt x="4570" y="192250"/>
                  </a:lnTo>
                  <a:lnTo>
                    <a:pt x="5885" y="197389"/>
                  </a:lnTo>
                  <a:lnTo>
                    <a:pt x="7363" y="202484"/>
                  </a:lnTo>
                  <a:lnTo>
                    <a:pt x="9002" y="207530"/>
                  </a:lnTo>
                  <a:lnTo>
                    <a:pt x="10800" y="212521"/>
                  </a:lnTo>
                  <a:lnTo>
                    <a:pt x="12756" y="217453"/>
                  </a:lnTo>
                  <a:lnTo>
                    <a:pt x="14867" y="222320"/>
                  </a:lnTo>
                  <a:lnTo>
                    <a:pt x="17131" y="227117"/>
                  </a:lnTo>
                  <a:lnTo>
                    <a:pt x="19547" y="231841"/>
                  </a:lnTo>
                  <a:lnTo>
                    <a:pt x="22111" y="236485"/>
                  </a:lnTo>
                  <a:lnTo>
                    <a:pt x="24822" y="241045"/>
                  </a:lnTo>
                  <a:lnTo>
                    <a:pt x="27675" y="245518"/>
                  </a:lnTo>
                  <a:lnTo>
                    <a:pt x="30669" y="249897"/>
                  </a:lnTo>
                  <a:lnTo>
                    <a:pt x="33801" y="254179"/>
                  </a:lnTo>
                  <a:lnTo>
                    <a:pt x="37067" y="258360"/>
                  </a:lnTo>
                  <a:lnTo>
                    <a:pt x="40464" y="262435"/>
                  </a:lnTo>
                  <a:lnTo>
                    <a:pt x="43988" y="266400"/>
                  </a:lnTo>
                  <a:lnTo>
                    <a:pt x="47637" y="270252"/>
                  </a:lnTo>
                  <a:lnTo>
                    <a:pt x="51406" y="273985"/>
                  </a:lnTo>
                  <a:lnTo>
                    <a:pt x="55291" y="277597"/>
                  </a:lnTo>
                  <a:lnTo>
                    <a:pt x="59289" y="281084"/>
                  </a:lnTo>
                  <a:lnTo>
                    <a:pt x="63396" y="284443"/>
                  </a:lnTo>
                  <a:lnTo>
                    <a:pt x="67607" y="287669"/>
                  </a:lnTo>
                  <a:lnTo>
                    <a:pt x="71919" y="290760"/>
                  </a:lnTo>
                  <a:lnTo>
                    <a:pt x="76326" y="293713"/>
                  </a:lnTo>
                  <a:lnTo>
                    <a:pt x="80825" y="296524"/>
                  </a:lnTo>
                  <a:lnTo>
                    <a:pt x="85411" y="299192"/>
                  </a:lnTo>
                  <a:lnTo>
                    <a:pt x="90079" y="301712"/>
                  </a:lnTo>
                  <a:lnTo>
                    <a:pt x="94825" y="304083"/>
                  </a:lnTo>
                  <a:lnTo>
                    <a:pt x="99644" y="306302"/>
                  </a:lnTo>
                  <a:lnTo>
                    <a:pt x="104531" y="308367"/>
                  </a:lnTo>
                  <a:lnTo>
                    <a:pt x="109480" y="310276"/>
                  </a:lnTo>
                  <a:lnTo>
                    <a:pt x="114488" y="312027"/>
                  </a:lnTo>
                  <a:lnTo>
                    <a:pt x="119549" y="313619"/>
                  </a:lnTo>
                  <a:lnTo>
                    <a:pt x="124658" y="315049"/>
                  </a:lnTo>
                  <a:lnTo>
                    <a:pt x="129809" y="316316"/>
                  </a:lnTo>
                  <a:lnTo>
                    <a:pt x="134999" y="317419"/>
                  </a:lnTo>
                  <a:lnTo>
                    <a:pt x="140220" y="318356"/>
                  </a:lnTo>
                  <a:lnTo>
                    <a:pt x="145469" y="319128"/>
                  </a:lnTo>
                  <a:lnTo>
                    <a:pt x="150740" y="319732"/>
                  </a:lnTo>
                  <a:lnTo>
                    <a:pt x="156027" y="320169"/>
                  </a:lnTo>
                  <a:lnTo>
                    <a:pt x="161325" y="320439"/>
                  </a:lnTo>
                  <a:lnTo>
                    <a:pt x="166629" y="320539"/>
                  </a:lnTo>
                  <a:lnTo>
                    <a:pt x="171934" y="320472"/>
                  </a:lnTo>
                  <a:lnTo>
                    <a:pt x="177234" y="320236"/>
                  </a:lnTo>
                  <a:lnTo>
                    <a:pt x="182524" y="319832"/>
                  </a:lnTo>
                  <a:lnTo>
                    <a:pt x="187798" y="319261"/>
                  </a:lnTo>
                  <a:lnTo>
                    <a:pt x="193051" y="318522"/>
                  </a:lnTo>
                  <a:lnTo>
                    <a:pt x="198279" y="317617"/>
                  </a:lnTo>
                  <a:lnTo>
                    <a:pt x="203475" y="316547"/>
                  </a:lnTo>
                  <a:lnTo>
                    <a:pt x="208634" y="315312"/>
                  </a:lnTo>
                  <a:lnTo>
                    <a:pt x="213752" y="313914"/>
                  </a:lnTo>
                  <a:lnTo>
                    <a:pt x="218823" y="312355"/>
                  </a:lnTo>
                  <a:lnTo>
                    <a:pt x="223841" y="310635"/>
                  </a:lnTo>
                  <a:lnTo>
                    <a:pt x="228803" y="308757"/>
                  </a:lnTo>
                  <a:lnTo>
                    <a:pt x="233702" y="306723"/>
                  </a:lnTo>
                  <a:lnTo>
                    <a:pt x="238535" y="304534"/>
                  </a:lnTo>
                  <a:lnTo>
                    <a:pt x="243296" y="302193"/>
                  </a:lnTo>
                  <a:lnTo>
                    <a:pt x="247980" y="299702"/>
                  </a:lnTo>
                  <a:lnTo>
                    <a:pt x="252582" y="297063"/>
                  </a:lnTo>
                  <a:lnTo>
                    <a:pt x="257099" y="294280"/>
                  </a:lnTo>
                  <a:lnTo>
                    <a:pt x="261524" y="291355"/>
                  </a:lnTo>
                  <a:lnTo>
                    <a:pt x="265855" y="288291"/>
                  </a:lnTo>
                  <a:lnTo>
                    <a:pt x="270087" y="285091"/>
                  </a:lnTo>
                  <a:lnTo>
                    <a:pt x="274215" y="281759"/>
                  </a:lnTo>
                  <a:lnTo>
                    <a:pt x="278234" y="278297"/>
                  </a:lnTo>
                  <a:lnTo>
                    <a:pt x="282143" y="274709"/>
                  </a:lnTo>
                  <a:lnTo>
                    <a:pt x="285935" y="270999"/>
                  </a:lnTo>
                  <a:lnTo>
                    <a:pt x="289607" y="267171"/>
                  </a:lnTo>
                  <a:lnTo>
                    <a:pt x="293157" y="263228"/>
                  </a:lnTo>
                  <a:lnTo>
                    <a:pt x="296579" y="259174"/>
                  </a:lnTo>
                  <a:lnTo>
                    <a:pt x="299871" y="255014"/>
                  </a:lnTo>
                  <a:lnTo>
                    <a:pt x="303030" y="250752"/>
                  </a:lnTo>
                  <a:lnTo>
                    <a:pt x="306051" y="246391"/>
                  </a:lnTo>
                  <a:lnTo>
                    <a:pt x="308933" y="241937"/>
                  </a:lnTo>
                  <a:lnTo>
                    <a:pt x="311672" y="237394"/>
                  </a:lnTo>
                  <a:lnTo>
                    <a:pt x="314265" y="232765"/>
                  </a:lnTo>
                  <a:lnTo>
                    <a:pt x="316710" y="228057"/>
                  </a:lnTo>
                  <a:lnTo>
                    <a:pt x="319005" y="223274"/>
                  </a:lnTo>
                  <a:lnTo>
                    <a:pt x="321146" y="218421"/>
                  </a:lnTo>
                  <a:lnTo>
                    <a:pt x="323133" y="213501"/>
                  </a:lnTo>
                  <a:lnTo>
                    <a:pt x="324962" y="208522"/>
                  </a:lnTo>
                  <a:lnTo>
                    <a:pt x="326633" y="203486"/>
                  </a:lnTo>
                  <a:lnTo>
                    <a:pt x="328143" y="198401"/>
                  </a:lnTo>
                  <a:lnTo>
                    <a:pt x="329490" y="193270"/>
                  </a:lnTo>
                  <a:lnTo>
                    <a:pt x="330675" y="188098"/>
                  </a:lnTo>
                  <a:lnTo>
                    <a:pt x="331694" y="182892"/>
                  </a:lnTo>
                  <a:lnTo>
                    <a:pt x="332548" y="177656"/>
                  </a:lnTo>
                  <a:lnTo>
                    <a:pt x="333235" y="172396"/>
                  </a:lnTo>
                  <a:lnTo>
                    <a:pt x="333755" y="167116"/>
                  </a:lnTo>
                  <a:lnTo>
                    <a:pt x="334108" y="161823"/>
                  </a:lnTo>
                  <a:lnTo>
                    <a:pt x="334292" y="156521"/>
                  </a:lnTo>
                  <a:lnTo>
                    <a:pt x="334307" y="151216"/>
                  </a:lnTo>
                  <a:lnTo>
                    <a:pt x="334155" y="145913"/>
                  </a:lnTo>
                  <a:lnTo>
                    <a:pt x="333834" y="140617"/>
                  </a:lnTo>
                  <a:lnTo>
                    <a:pt x="333345" y="135335"/>
                  </a:lnTo>
                  <a:lnTo>
                    <a:pt x="332689" y="130070"/>
                  </a:lnTo>
                  <a:lnTo>
                    <a:pt x="331866" y="124829"/>
                  </a:lnTo>
                  <a:lnTo>
                    <a:pt x="330878" y="119617"/>
                  </a:lnTo>
                  <a:lnTo>
                    <a:pt x="329724" y="114439"/>
                  </a:lnTo>
                  <a:lnTo>
                    <a:pt x="328407" y="109300"/>
                  </a:lnTo>
                  <a:lnTo>
                    <a:pt x="326927" y="104205"/>
                  </a:lnTo>
                  <a:lnTo>
                    <a:pt x="325286" y="99160"/>
                  </a:lnTo>
                  <a:lnTo>
                    <a:pt x="323487" y="94170"/>
                  </a:lnTo>
                  <a:lnTo>
                    <a:pt x="321529" y="89239"/>
                  </a:lnTo>
                  <a:lnTo>
                    <a:pt x="319416" y="84373"/>
                  </a:lnTo>
                  <a:lnTo>
                    <a:pt x="317150" y="79576"/>
                  </a:lnTo>
                  <a:lnTo>
                    <a:pt x="314733" y="74853"/>
                  </a:lnTo>
                  <a:lnTo>
                    <a:pt x="312167" y="70210"/>
                  </a:lnTo>
                  <a:lnTo>
                    <a:pt x="309455" y="65650"/>
                  </a:lnTo>
                  <a:lnTo>
                    <a:pt x="306600" y="61179"/>
                  </a:lnTo>
                  <a:lnTo>
                    <a:pt x="303604" y="56801"/>
                  </a:lnTo>
                  <a:lnTo>
                    <a:pt x="300471" y="52520"/>
                  </a:lnTo>
                  <a:lnTo>
                    <a:pt x="297204" y="48340"/>
                  </a:lnTo>
                  <a:lnTo>
                    <a:pt x="293806" y="44266"/>
                  </a:lnTo>
                  <a:lnTo>
                    <a:pt x="290280" y="40302"/>
                  </a:lnTo>
                  <a:lnTo>
                    <a:pt x="286630" y="36452"/>
                  </a:lnTo>
                  <a:lnTo>
                    <a:pt x="282860" y="32720"/>
                  </a:lnTo>
                  <a:lnTo>
                    <a:pt x="278973" y="29109"/>
                  </a:lnTo>
                  <a:lnTo>
                    <a:pt x="274974" y="25624"/>
                  </a:lnTo>
                  <a:lnTo>
                    <a:pt x="270866" y="22267"/>
                  </a:lnTo>
                  <a:lnTo>
                    <a:pt x="266653" y="19042"/>
                  </a:lnTo>
                  <a:lnTo>
                    <a:pt x="262341" y="15952"/>
                  </a:lnTo>
                  <a:lnTo>
                    <a:pt x="257932" y="13001"/>
                  </a:lnTo>
                  <a:lnTo>
                    <a:pt x="253432" y="10191"/>
                  </a:lnTo>
                  <a:lnTo>
                    <a:pt x="167154" y="1533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617280" y="941493"/>
              <a:ext cx="86278" cy="167167"/>
            </a:xfrm>
            <a:custGeom>
              <a:avLst/>
              <a:pathLst>
                <a:path w="86278" h="167167">
                  <a:moveTo>
                    <a:pt x="86278" y="23985"/>
                  </a:moveTo>
                  <a:lnTo>
                    <a:pt x="81376" y="21144"/>
                  </a:lnTo>
                  <a:lnTo>
                    <a:pt x="76381" y="18470"/>
                  </a:lnTo>
                  <a:lnTo>
                    <a:pt x="71298" y="15967"/>
                  </a:lnTo>
                  <a:lnTo>
                    <a:pt x="66133" y="13637"/>
                  </a:lnTo>
                  <a:lnTo>
                    <a:pt x="60892" y="11485"/>
                  </a:lnTo>
                  <a:lnTo>
                    <a:pt x="55582" y="9510"/>
                  </a:lnTo>
                  <a:lnTo>
                    <a:pt x="50207" y="7717"/>
                  </a:lnTo>
                  <a:lnTo>
                    <a:pt x="44775" y="6108"/>
                  </a:lnTo>
                  <a:lnTo>
                    <a:pt x="39291" y="4683"/>
                  </a:lnTo>
                  <a:lnTo>
                    <a:pt x="33762" y="3444"/>
                  </a:lnTo>
                  <a:lnTo>
                    <a:pt x="28194" y="2394"/>
                  </a:lnTo>
                  <a:lnTo>
                    <a:pt x="22594" y="1534"/>
                  </a:lnTo>
                  <a:lnTo>
                    <a:pt x="16968" y="863"/>
                  </a:lnTo>
                  <a:lnTo>
                    <a:pt x="11323" y="383"/>
                  </a:lnTo>
                  <a:lnTo>
                    <a:pt x="566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60358" y="1031511"/>
              <a:ext cx="45536" cy="167167"/>
            </a:xfrm>
            <a:custGeom>
              <a:avLst/>
              <a:pathLst>
                <a:path w="45536" h="167167">
                  <a:moveTo>
                    <a:pt x="45536" y="0"/>
                  </a:moveTo>
                  <a:lnTo>
                    <a:pt x="38949" y="129"/>
                  </a:lnTo>
                  <a:lnTo>
                    <a:pt x="32373" y="519"/>
                  </a:lnTo>
                  <a:lnTo>
                    <a:pt x="25816" y="1167"/>
                  </a:lnTo>
                  <a:lnTo>
                    <a:pt x="19291" y="2073"/>
                  </a:lnTo>
                  <a:lnTo>
                    <a:pt x="12806" y="3235"/>
                  </a:lnTo>
                  <a:lnTo>
                    <a:pt x="6373" y="4652"/>
                  </a:lnTo>
                  <a:lnTo>
                    <a:pt x="0" y="6321"/>
                  </a:lnTo>
                  <a:lnTo>
                    <a:pt x="455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0358" y="1037833"/>
              <a:ext cx="45536" cy="160845"/>
            </a:xfrm>
            <a:custGeom>
              <a:avLst/>
              <a:pathLst>
                <a:path w="45536" h="160845">
                  <a:moveTo>
                    <a:pt x="0" y="0"/>
                  </a:moveTo>
                  <a:lnTo>
                    <a:pt x="45536" y="1608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8742" y="1037833"/>
              <a:ext cx="167152" cy="322855"/>
            </a:xfrm>
            <a:custGeom>
              <a:avLst/>
              <a:pathLst>
                <a:path w="167152" h="322855">
                  <a:moveTo>
                    <a:pt x="121616" y="0"/>
                  </a:moveTo>
                  <a:lnTo>
                    <a:pt x="116507" y="1534"/>
                  </a:lnTo>
                  <a:lnTo>
                    <a:pt x="111450" y="3231"/>
                  </a:lnTo>
                  <a:lnTo>
                    <a:pt x="106450" y="5089"/>
                  </a:lnTo>
                  <a:lnTo>
                    <a:pt x="101511" y="7105"/>
                  </a:lnTo>
                  <a:lnTo>
                    <a:pt x="96640" y="9277"/>
                  </a:lnTo>
                  <a:lnTo>
                    <a:pt x="91840" y="11604"/>
                  </a:lnTo>
                  <a:lnTo>
                    <a:pt x="87117" y="14083"/>
                  </a:lnTo>
                  <a:lnTo>
                    <a:pt x="82475" y="16711"/>
                  </a:lnTo>
                  <a:lnTo>
                    <a:pt x="77919" y="19486"/>
                  </a:lnTo>
                  <a:lnTo>
                    <a:pt x="73455" y="22405"/>
                  </a:lnTo>
                  <a:lnTo>
                    <a:pt x="69086" y="25465"/>
                  </a:lnTo>
                  <a:lnTo>
                    <a:pt x="64816" y="28662"/>
                  </a:lnTo>
                  <a:lnTo>
                    <a:pt x="60651" y="31995"/>
                  </a:lnTo>
                  <a:lnTo>
                    <a:pt x="56594" y="35458"/>
                  </a:lnTo>
                  <a:lnTo>
                    <a:pt x="52650" y="39049"/>
                  </a:lnTo>
                  <a:lnTo>
                    <a:pt x="48822" y="42765"/>
                  </a:lnTo>
                  <a:lnTo>
                    <a:pt x="45115" y="46600"/>
                  </a:lnTo>
                  <a:lnTo>
                    <a:pt x="41533" y="50552"/>
                  </a:lnTo>
                  <a:lnTo>
                    <a:pt x="38078" y="54616"/>
                  </a:lnTo>
                  <a:lnTo>
                    <a:pt x="34754" y="58788"/>
                  </a:lnTo>
                  <a:lnTo>
                    <a:pt x="31565" y="63064"/>
                  </a:lnTo>
                  <a:lnTo>
                    <a:pt x="28515" y="67440"/>
                  </a:lnTo>
                  <a:lnTo>
                    <a:pt x="25605" y="71910"/>
                  </a:lnTo>
                  <a:lnTo>
                    <a:pt x="22840" y="76472"/>
                  </a:lnTo>
                  <a:lnTo>
                    <a:pt x="20221" y="81119"/>
                  </a:lnTo>
                  <a:lnTo>
                    <a:pt x="17752" y="85847"/>
                  </a:lnTo>
                  <a:lnTo>
                    <a:pt x="15436" y="90652"/>
                  </a:lnTo>
                  <a:lnTo>
                    <a:pt x="13273" y="95528"/>
                  </a:lnTo>
                  <a:lnTo>
                    <a:pt x="11268" y="100471"/>
                  </a:lnTo>
                  <a:lnTo>
                    <a:pt x="9421" y="105475"/>
                  </a:lnTo>
                  <a:lnTo>
                    <a:pt x="7735" y="110536"/>
                  </a:lnTo>
                  <a:lnTo>
                    <a:pt x="6211" y="115647"/>
                  </a:lnTo>
                  <a:lnTo>
                    <a:pt x="4851" y="120805"/>
                  </a:lnTo>
                  <a:lnTo>
                    <a:pt x="3656" y="126004"/>
                  </a:lnTo>
                  <a:lnTo>
                    <a:pt x="2627" y="131238"/>
                  </a:lnTo>
                  <a:lnTo>
                    <a:pt x="1766" y="136502"/>
                  </a:lnTo>
                  <a:lnTo>
                    <a:pt x="1074" y="141791"/>
                  </a:lnTo>
                  <a:lnTo>
                    <a:pt x="551" y="147099"/>
                  </a:lnTo>
                  <a:lnTo>
                    <a:pt x="197" y="152422"/>
                  </a:lnTo>
                  <a:lnTo>
                    <a:pt x="13" y="157753"/>
                  </a:lnTo>
                  <a:lnTo>
                    <a:pt x="0" y="163087"/>
                  </a:lnTo>
                  <a:lnTo>
                    <a:pt x="156" y="168419"/>
                  </a:lnTo>
                  <a:lnTo>
                    <a:pt x="483" y="173743"/>
                  </a:lnTo>
                  <a:lnTo>
                    <a:pt x="979" y="179054"/>
                  </a:lnTo>
                  <a:lnTo>
                    <a:pt x="1645" y="184346"/>
                  </a:lnTo>
                  <a:lnTo>
                    <a:pt x="2479" y="189615"/>
                  </a:lnTo>
                  <a:lnTo>
                    <a:pt x="3480" y="194854"/>
                  </a:lnTo>
                  <a:lnTo>
                    <a:pt x="4649" y="200059"/>
                  </a:lnTo>
                  <a:lnTo>
                    <a:pt x="5983" y="205223"/>
                  </a:lnTo>
                  <a:lnTo>
                    <a:pt x="7481" y="210343"/>
                  </a:lnTo>
                  <a:lnTo>
                    <a:pt x="9141" y="215412"/>
                  </a:lnTo>
                  <a:lnTo>
                    <a:pt x="10962" y="220425"/>
                  </a:lnTo>
                  <a:lnTo>
                    <a:pt x="12943" y="225378"/>
                  </a:lnTo>
                  <a:lnTo>
                    <a:pt x="15080" y="230265"/>
                  </a:lnTo>
                  <a:lnTo>
                    <a:pt x="17372" y="235082"/>
                  </a:lnTo>
                  <a:lnTo>
                    <a:pt x="19817" y="239823"/>
                  </a:lnTo>
                  <a:lnTo>
                    <a:pt x="22412" y="244483"/>
                  </a:lnTo>
                  <a:lnTo>
                    <a:pt x="25154" y="249059"/>
                  </a:lnTo>
                  <a:lnTo>
                    <a:pt x="28041" y="253544"/>
                  </a:lnTo>
                  <a:lnTo>
                    <a:pt x="31069" y="257935"/>
                  </a:lnTo>
                  <a:lnTo>
                    <a:pt x="34236" y="262228"/>
                  </a:lnTo>
                  <a:lnTo>
                    <a:pt x="37538" y="266417"/>
                  </a:lnTo>
                  <a:lnTo>
                    <a:pt x="40973" y="270498"/>
                  </a:lnTo>
                  <a:lnTo>
                    <a:pt x="44535" y="274468"/>
                  </a:lnTo>
                  <a:lnTo>
                    <a:pt x="48223" y="278322"/>
                  </a:lnTo>
                  <a:lnTo>
                    <a:pt x="52031" y="282057"/>
                  </a:lnTo>
                  <a:lnTo>
                    <a:pt x="55957" y="285668"/>
                  </a:lnTo>
                  <a:lnTo>
                    <a:pt x="59996" y="289152"/>
                  </a:lnTo>
                  <a:lnTo>
                    <a:pt x="64144" y="292506"/>
                  </a:lnTo>
                  <a:lnTo>
                    <a:pt x="68398" y="295725"/>
                  </a:lnTo>
                  <a:lnTo>
                    <a:pt x="72751" y="298807"/>
                  </a:lnTo>
                  <a:lnTo>
                    <a:pt x="77201" y="301749"/>
                  </a:lnTo>
                  <a:lnTo>
                    <a:pt x="81742" y="304547"/>
                  </a:lnTo>
                  <a:lnTo>
                    <a:pt x="86370" y="307199"/>
                  </a:lnTo>
                  <a:lnTo>
                    <a:pt x="91081" y="309702"/>
                  </a:lnTo>
                  <a:lnTo>
                    <a:pt x="95869" y="312053"/>
                  </a:lnTo>
                  <a:lnTo>
                    <a:pt x="100729" y="314250"/>
                  </a:lnTo>
                  <a:lnTo>
                    <a:pt x="105658" y="316291"/>
                  </a:lnTo>
                  <a:lnTo>
                    <a:pt x="110648" y="318174"/>
                  </a:lnTo>
                  <a:lnTo>
                    <a:pt x="115697" y="319897"/>
                  </a:lnTo>
                  <a:lnTo>
                    <a:pt x="120797" y="321457"/>
                  </a:lnTo>
                  <a:lnTo>
                    <a:pt x="125945" y="322855"/>
                  </a:lnTo>
                  <a:lnTo>
                    <a:pt x="167152" y="1608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4688" y="1031511"/>
              <a:ext cx="208373" cy="334330"/>
            </a:xfrm>
            <a:custGeom>
              <a:avLst/>
              <a:pathLst>
                <a:path w="208373" h="334330">
                  <a:moveTo>
                    <a:pt x="0" y="329176"/>
                  </a:moveTo>
                  <a:lnTo>
                    <a:pt x="5202" y="330411"/>
                  </a:lnTo>
                  <a:lnTo>
                    <a:pt x="10441" y="331479"/>
                  </a:lnTo>
                  <a:lnTo>
                    <a:pt x="15712" y="332379"/>
                  </a:lnTo>
                  <a:lnTo>
                    <a:pt x="21009" y="333110"/>
                  </a:lnTo>
                  <a:lnTo>
                    <a:pt x="26326" y="333671"/>
                  </a:lnTo>
                  <a:lnTo>
                    <a:pt x="31659" y="334062"/>
                  </a:lnTo>
                  <a:lnTo>
                    <a:pt x="37002" y="334281"/>
                  </a:lnTo>
                  <a:lnTo>
                    <a:pt x="42348" y="334330"/>
                  </a:lnTo>
                  <a:lnTo>
                    <a:pt x="47694" y="334208"/>
                  </a:lnTo>
                  <a:lnTo>
                    <a:pt x="53033" y="333916"/>
                  </a:lnTo>
                  <a:lnTo>
                    <a:pt x="58360" y="333452"/>
                  </a:lnTo>
                  <a:lnTo>
                    <a:pt x="63669" y="332818"/>
                  </a:lnTo>
                  <a:lnTo>
                    <a:pt x="68955" y="332015"/>
                  </a:lnTo>
                  <a:lnTo>
                    <a:pt x="74213" y="331043"/>
                  </a:lnTo>
                  <a:lnTo>
                    <a:pt x="79438" y="329904"/>
                  </a:lnTo>
                  <a:lnTo>
                    <a:pt x="84623" y="328598"/>
                  </a:lnTo>
                  <a:lnTo>
                    <a:pt x="89763" y="327127"/>
                  </a:lnTo>
                  <a:lnTo>
                    <a:pt x="94854" y="325492"/>
                  </a:lnTo>
                  <a:lnTo>
                    <a:pt x="99890" y="323695"/>
                  </a:lnTo>
                  <a:lnTo>
                    <a:pt x="104867" y="321738"/>
                  </a:lnTo>
                  <a:lnTo>
                    <a:pt x="109777" y="319623"/>
                  </a:lnTo>
                  <a:lnTo>
                    <a:pt x="114618" y="317352"/>
                  </a:lnTo>
                  <a:lnTo>
                    <a:pt x="119384" y="314928"/>
                  </a:lnTo>
                  <a:lnTo>
                    <a:pt x="124070" y="312352"/>
                  </a:lnTo>
                  <a:lnTo>
                    <a:pt x="128670" y="309627"/>
                  </a:lnTo>
                  <a:lnTo>
                    <a:pt x="133182" y="306757"/>
                  </a:lnTo>
                  <a:lnTo>
                    <a:pt x="137599" y="303744"/>
                  </a:lnTo>
                  <a:lnTo>
                    <a:pt x="141918" y="300592"/>
                  </a:lnTo>
                  <a:lnTo>
                    <a:pt x="146133" y="297302"/>
                  </a:lnTo>
                  <a:lnTo>
                    <a:pt x="150242" y="293880"/>
                  </a:lnTo>
                  <a:lnTo>
                    <a:pt x="154239" y="290328"/>
                  </a:lnTo>
                  <a:lnTo>
                    <a:pt x="158120" y="286650"/>
                  </a:lnTo>
                  <a:lnTo>
                    <a:pt x="161881" y="282850"/>
                  </a:lnTo>
                  <a:lnTo>
                    <a:pt x="165519" y="278931"/>
                  </a:lnTo>
                  <a:lnTo>
                    <a:pt x="169030" y="274898"/>
                  </a:lnTo>
                  <a:lnTo>
                    <a:pt x="172410" y="270755"/>
                  </a:lnTo>
                  <a:lnTo>
                    <a:pt x="175656" y="266506"/>
                  </a:lnTo>
                  <a:lnTo>
                    <a:pt x="178764" y="262155"/>
                  </a:lnTo>
                  <a:lnTo>
                    <a:pt x="181732" y="257707"/>
                  </a:lnTo>
                  <a:lnTo>
                    <a:pt x="184555" y="253167"/>
                  </a:lnTo>
                  <a:lnTo>
                    <a:pt x="187233" y="248538"/>
                  </a:lnTo>
                  <a:lnTo>
                    <a:pt x="189760" y="243826"/>
                  </a:lnTo>
                  <a:lnTo>
                    <a:pt x="192136" y="239036"/>
                  </a:lnTo>
                  <a:lnTo>
                    <a:pt x="194357" y="234172"/>
                  </a:lnTo>
                  <a:lnTo>
                    <a:pt x="196422" y="229240"/>
                  </a:lnTo>
                  <a:lnTo>
                    <a:pt x="198328" y="224244"/>
                  </a:lnTo>
                  <a:lnTo>
                    <a:pt x="200073" y="219190"/>
                  </a:lnTo>
                  <a:lnTo>
                    <a:pt x="201655" y="214082"/>
                  </a:lnTo>
                  <a:lnTo>
                    <a:pt x="203074" y="208927"/>
                  </a:lnTo>
                  <a:lnTo>
                    <a:pt x="204326" y="203729"/>
                  </a:lnTo>
                  <a:lnTo>
                    <a:pt x="205412" y="198493"/>
                  </a:lnTo>
                  <a:lnTo>
                    <a:pt x="206330" y="193225"/>
                  </a:lnTo>
                  <a:lnTo>
                    <a:pt x="207079" y="187931"/>
                  </a:lnTo>
                  <a:lnTo>
                    <a:pt x="207658" y="182616"/>
                  </a:lnTo>
                  <a:lnTo>
                    <a:pt x="208067" y="177284"/>
                  </a:lnTo>
                  <a:lnTo>
                    <a:pt x="208305" y="171942"/>
                  </a:lnTo>
                  <a:lnTo>
                    <a:pt x="208373" y="166596"/>
                  </a:lnTo>
                  <a:lnTo>
                    <a:pt x="208269" y="161250"/>
                  </a:lnTo>
                  <a:lnTo>
                    <a:pt x="207994" y="155910"/>
                  </a:lnTo>
                  <a:lnTo>
                    <a:pt x="207549" y="150581"/>
                  </a:lnTo>
                  <a:lnTo>
                    <a:pt x="206933" y="145270"/>
                  </a:lnTo>
                  <a:lnTo>
                    <a:pt x="206148" y="139981"/>
                  </a:lnTo>
                  <a:lnTo>
                    <a:pt x="205194" y="134720"/>
                  </a:lnTo>
                  <a:lnTo>
                    <a:pt x="204073" y="129492"/>
                  </a:lnTo>
                  <a:lnTo>
                    <a:pt x="202785" y="124302"/>
                  </a:lnTo>
                  <a:lnTo>
                    <a:pt x="201331" y="119156"/>
                  </a:lnTo>
                  <a:lnTo>
                    <a:pt x="199714" y="114060"/>
                  </a:lnTo>
                  <a:lnTo>
                    <a:pt x="197934" y="109018"/>
                  </a:lnTo>
                  <a:lnTo>
                    <a:pt x="195994" y="104035"/>
                  </a:lnTo>
                  <a:lnTo>
                    <a:pt x="193896" y="99117"/>
                  </a:lnTo>
                  <a:lnTo>
                    <a:pt x="191641" y="94268"/>
                  </a:lnTo>
                  <a:lnTo>
                    <a:pt x="189233" y="89495"/>
                  </a:lnTo>
                  <a:lnTo>
                    <a:pt x="186673" y="84800"/>
                  </a:lnTo>
                  <a:lnTo>
                    <a:pt x="183965" y="80190"/>
                  </a:lnTo>
                  <a:lnTo>
                    <a:pt x="181110" y="75669"/>
                  </a:lnTo>
                  <a:lnTo>
                    <a:pt x="178112" y="71241"/>
                  </a:lnTo>
                  <a:lnTo>
                    <a:pt x="174974" y="66912"/>
                  </a:lnTo>
                  <a:lnTo>
                    <a:pt x="171699" y="62685"/>
                  </a:lnTo>
                  <a:lnTo>
                    <a:pt x="168291" y="58565"/>
                  </a:lnTo>
                  <a:lnTo>
                    <a:pt x="164753" y="54556"/>
                  </a:lnTo>
                  <a:lnTo>
                    <a:pt x="161088" y="50662"/>
                  </a:lnTo>
                  <a:lnTo>
                    <a:pt x="157301" y="46888"/>
                  </a:lnTo>
                  <a:lnTo>
                    <a:pt x="153394" y="43237"/>
                  </a:lnTo>
                  <a:lnTo>
                    <a:pt x="149374" y="39712"/>
                  </a:lnTo>
                  <a:lnTo>
                    <a:pt x="145242" y="36318"/>
                  </a:lnTo>
                  <a:lnTo>
                    <a:pt x="141004" y="33057"/>
                  </a:lnTo>
                  <a:lnTo>
                    <a:pt x="136664" y="29934"/>
                  </a:lnTo>
                  <a:lnTo>
                    <a:pt x="132226" y="26952"/>
                  </a:lnTo>
                  <a:lnTo>
                    <a:pt x="127695" y="24112"/>
                  </a:lnTo>
                  <a:lnTo>
                    <a:pt x="123076" y="21419"/>
                  </a:lnTo>
                  <a:lnTo>
                    <a:pt x="118373" y="18876"/>
                  </a:lnTo>
                  <a:lnTo>
                    <a:pt x="113590" y="16484"/>
                  </a:lnTo>
                  <a:lnTo>
                    <a:pt x="108734" y="14246"/>
                  </a:lnTo>
                  <a:lnTo>
                    <a:pt x="103809" y="12164"/>
                  </a:lnTo>
                  <a:lnTo>
                    <a:pt x="98820" y="10241"/>
                  </a:lnTo>
                  <a:lnTo>
                    <a:pt x="93771" y="8479"/>
                  </a:lnTo>
                  <a:lnTo>
                    <a:pt x="88669" y="6879"/>
                  </a:lnTo>
                  <a:lnTo>
                    <a:pt x="83519" y="5443"/>
                  </a:lnTo>
                  <a:lnTo>
                    <a:pt x="78325" y="4173"/>
                  </a:lnTo>
                  <a:lnTo>
                    <a:pt x="73093" y="3069"/>
                  </a:lnTo>
                  <a:lnTo>
                    <a:pt x="67829" y="2133"/>
                  </a:lnTo>
                  <a:lnTo>
                    <a:pt x="62537" y="1366"/>
                  </a:lnTo>
                  <a:lnTo>
                    <a:pt x="57223" y="769"/>
                  </a:lnTo>
                  <a:lnTo>
                    <a:pt x="51893" y="341"/>
                  </a:lnTo>
                  <a:lnTo>
                    <a:pt x="46553" y="85"/>
                  </a:lnTo>
                  <a:lnTo>
                    <a:pt x="41206" y="0"/>
                  </a:lnTo>
                  <a:lnTo>
                    <a:pt x="4120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658" y="1236837"/>
              <a:ext cx="164430" cy="167167"/>
            </a:xfrm>
            <a:custGeom>
              <a:avLst/>
              <a:pathLst>
                <a:path w="164430" h="167167">
                  <a:moveTo>
                    <a:pt x="164430" y="0"/>
                  </a:moveTo>
                  <a:lnTo>
                    <a:pt x="159029" y="87"/>
                  </a:lnTo>
                  <a:lnTo>
                    <a:pt x="153633" y="349"/>
                  </a:lnTo>
                  <a:lnTo>
                    <a:pt x="148249" y="784"/>
                  </a:lnTo>
                  <a:lnTo>
                    <a:pt x="142881" y="1394"/>
                  </a:lnTo>
                  <a:lnTo>
                    <a:pt x="137536" y="2177"/>
                  </a:lnTo>
                  <a:lnTo>
                    <a:pt x="132219" y="3132"/>
                  </a:lnTo>
                  <a:lnTo>
                    <a:pt x="126936" y="4258"/>
                  </a:lnTo>
                  <a:lnTo>
                    <a:pt x="121692" y="5555"/>
                  </a:lnTo>
                  <a:lnTo>
                    <a:pt x="116493" y="7020"/>
                  </a:lnTo>
                  <a:lnTo>
                    <a:pt x="111343" y="8653"/>
                  </a:lnTo>
                  <a:lnTo>
                    <a:pt x="106249" y="10451"/>
                  </a:lnTo>
                  <a:lnTo>
                    <a:pt x="101216" y="12412"/>
                  </a:lnTo>
                  <a:lnTo>
                    <a:pt x="96249" y="14535"/>
                  </a:lnTo>
                  <a:lnTo>
                    <a:pt x="91353" y="16818"/>
                  </a:lnTo>
                  <a:lnTo>
                    <a:pt x="86534" y="19258"/>
                  </a:lnTo>
                  <a:lnTo>
                    <a:pt x="81795" y="21852"/>
                  </a:lnTo>
                  <a:lnTo>
                    <a:pt x="77143" y="24598"/>
                  </a:lnTo>
                  <a:lnTo>
                    <a:pt x="72582" y="27492"/>
                  </a:lnTo>
                  <a:lnTo>
                    <a:pt x="68117" y="30533"/>
                  </a:lnTo>
                  <a:lnTo>
                    <a:pt x="63753" y="33716"/>
                  </a:lnTo>
                  <a:lnTo>
                    <a:pt x="59494" y="37039"/>
                  </a:lnTo>
                  <a:lnTo>
                    <a:pt x="55344" y="40497"/>
                  </a:lnTo>
                  <a:lnTo>
                    <a:pt x="51308" y="44088"/>
                  </a:lnTo>
                  <a:lnTo>
                    <a:pt x="47391" y="47807"/>
                  </a:lnTo>
                  <a:lnTo>
                    <a:pt x="43595" y="51651"/>
                  </a:lnTo>
                  <a:lnTo>
                    <a:pt x="39926" y="55615"/>
                  </a:lnTo>
                  <a:lnTo>
                    <a:pt x="36387" y="59696"/>
                  </a:lnTo>
                  <a:lnTo>
                    <a:pt x="32981" y="63890"/>
                  </a:lnTo>
                  <a:lnTo>
                    <a:pt x="29713" y="68191"/>
                  </a:lnTo>
                  <a:lnTo>
                    <a:pt x="26585" y="72595"/>
                  </a:lnTo>
                  <a:lnTo>
                    <a:pt x="23601" y="77098"/>
                  </a:lnTo>
                  <a:lnTo>
                    <a:pt x="20765" y="81696"/>
                  </a:lnTo>
                  <a:lnTo>
                    <a:pt x="18078" y="86382"/>
                  </a:lnTo>
                  <a:lnTo>
                    <a:pt x="15544" y="91153"/>
                  </a:lnTo>
                  <a:lnTo>
                    <a:pt x="13166" y="96003"/>
                  </a:lnTo>
                  <a:lnTo>
                    <a:pt x="10946" y="100928"/>
                  </a:lnTo>
                  <a:lnTo>
                    <a:pt x="8886" y="105921"/>
                  </a:lnTo>
                  <a:lnTo>
                    <a:pt x="6988" y="110979"/>
                  </a:lnTo>
                  <a:lnTo>
                    <a:pt x="5255" y="116095"/>
                  </a:lnTo>
                  <a:lnTo>
                    <a:pt x="3688" y="121265"/>
                  </a:lnTo>
                  <a:lnTo>
                    <a:pt x="2289" y="126483"/>
                  </a:lnTo>
                  <a:lnTo>
                    <a:pt x="1059" y="131743"/>
                  </a:lnTo>
                  <a:lnTo>
                    <a:pt x="0" y="137040"/>
                  </a:lnTo>
                  <a:lnTo>
                    <a:pt x="16443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4658" y="1373878"/>
              <a:ext cx="164430" cy="30127"/>
            </a:xfrm>
            <a:custGeom>
              <a:avLst/>
              <a:pathLst>
                <a:path w="164430" h="30127">
                  <a:moveTo>
                    <a:pt x="0" y="0"/>
                  </a:moveTo>
                  <a:lnTo>
                    <a:pt x="164430" y="30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1927" y="1238674"/>
              <a:ext cx="334328" cy="332486"/>
            </a:xfrm>
            <a:custGeom>
              <a:avLst/>
              <a:pathLst>
                <a:path w="334328" h="332486">
                  <a:moveTo>
                    <a:pt x="2731" y="135204"/>
                  </a:moveTo>
                  <a:lnTo>
                    <a:pt x="1860" y="140419"/>
                  </a:lnTo>
                  <a:lnTo>
                    <a:pt x="1155" y="145660"/>
                  </a:lnTo>
                  <a:lnTo>
                    <a:pt x="616" y="150921"/>
                  </a:lnTo>
                  <a:lnTo>
                    <a:pt x="243" y="156196"/>
                  </a:lnTo>
                  <a:lnTo>
                    <a:pt x="38" y="161480"/>
                  </a:lnTo>
                  <a:lnTo>
                    <a:pt x="0" y="166768"/>
                  </a:lnTo>
                  <a:lnTo>
                    <a:pt x="129" y="172055"/>
                  </a:lnTo>
                  <a:lnTo>
                    <a:pt x="425" y="177334"/>
                  </a:lnTo>
                  <a:lnTo>
                    <a:pt x="888" y="182602"/>
                  </a:lnTo>
                  <a:lnTo>
                    <a:pt x="1517" y="187853"/>
                  </a:lnTo>
                  <a:lnTo>
                    <a:pt x="2313" y="193081"/>
                  </a:lnTo>
                  <a:lnTo>
                    <a:pt x="3273" y="198281"/>
                  </a:lnTo>
                  <a:lnTo>
                    <a:pt x="4397" y="203448"/>
                  </a:lnTo>
                  <a:lnTo>
                    <a:pt x="5684" y="208577"/>
                  </a:lnTo>
                  <a:lnTo>
                    <a:pt x="7133" y="213663"/>
                  </a:lnTo>
                  <a:lnTo>
                    <a:pt x="8742" y="218701"/>
                  </a:lnTo>
                  <a:lnTo>
                    <a:pt x="10509" y="223685"/>
                  </a:lnTo>
                  <a:lnTo>
                    <a:pt x="12433" y="228610"/>
                  </a:lnTo>
                  <a:lnTo>
                    <a:pt x="14512" y="233473"/>
                  </a:lnTo>
                  <a:lnTo>
                    <a:pt x="16744" y="238267"/>
                  </a:lnTo>
                  <a:lnTo>
                    <a:pt x="19126" y="242988"/>
                  </a:lnTo>
                  <a:lnTo>
                    <a:pt x="21656" y="247631"/>
                  </a:lnTo>
                  <a:lnTo>
                    <a:pt x="24332" y="252192"/>
                  </a:lnTo>
                  <a:lnTo>
                    <a:pt x="27151" y="256667"/>
                  </a:lnTo>
                  <a:lnTo>
                    <a:pt x="30110" y="261049"/>
                  </a:lnTo>
                  <a:lnTo>
                    <a:pt x="33206" y="265336"/>
                  </a:lnTo>
                  <a:lnTo>
                    <a:pt x="36436" y="269523"/>
                  </a:lnTo>
                  <a:lnTo>
                    <a:pt x="39797" y="273606"/>
                  </a:lnTo>
                  <a:lnTo>
                    <a:pt x="43286" y="277580"/>
                  </a:lnTo>
                  <a:lnTo>
                    <a:pt x="46898" y="281442"/>
                  </a:lnTo>
                  <a:lnTo>
                    <a:pt x="50631" y="285188"/>
                  </a:lnTo>
                  <a:lnTo>
                    <a:pt x="54480" y="288814"/>
                  </a:lnTo>
                  <a:lnTo>
                    <a:pt x="58442" y="292316"/>
                  </a:lnTo>
                  <a:lnTo>
                    <a:pt x="62513" y="295691"/>
                  </a:lnTo>
                  <a:lnTo>
                    <a:pt x="66689" y="298936"/>
                  </a:lnTo>
                  <a:lnTo>
                    <a:pt x="70965" y="302047"/>
                  </a:lnTo>
                  <a:lnTo>
                    <a:pt x="75337" y="305021"/>
                  </a:lnTo>
                  <a:lnTo>
                    <a:pt x="79802" y="307856"/>
                  </a:lnTo>
                  <a:lnTo>
                    <a:pt x="84354" y="310548"/>
                  </a:lnTo>
                  <a:lnTo>
                    <a:pt x="88988" y="313094"/>
                  </a:lnTo>
                  <a:lnTo>
                    <a:pt x="93701" y="315493"/>
                  </a:lnTo>
                  <a:lnTo>
                    <a:pt x="98487" y="317741"/>
                  </a:lnTo>
                  <a:lnTo>
                    <a:pt x="103342" y="319837"/>
                  </a:lnTo>
                  <a:lnTo>
                    <a:pt x="108261" y="321778"/>
                  </a:lnTo>
                  <a:lnTo>
                    <a:pt x="113239" y="323563"/>
                  </a:lnTo>
                  <a:lnTo>
                    <a:pt x="118271" y="325189"/>
                  </a:lnTo>
                  <a:lnTo>
                    <a:pt x="123352" y="326656"/>
                  </a:lnTo>
                  <a:lnTo>
                    <a:pt x="128476" y="327961"/>
                  </a:lnTo>
                  <a:lnTo>
                    <a:pt x="133640" y="329103"/>
                  </a:lnTo>
                  <a:lnTo>
                    <a:pt x="138836" y="330081"/>
                  </a:lnTo>
                  <a:lnTo>
                    <a:pt x="144062" y="330895"/>
                  </a:lnTo>
                  <a:lnTo>
                    <a:pt x="149310" y="331542"/>
                  </a:lnTo>
                  <a:lnTo>
                    <a:pt x="154576" y="332024"/>
                  </a:lnTo>
                  <a:lnTo>
                    <a:pt x="159855" y="332339"/>
                  </a:lnTo>
                  <a:lnTo>
                    <a:pt x="165141" y="332486"/>
                  </a:lnTo>
                  <a:lnTo>
                    <a:pt x="170429" y="332466"/>
                  </a:lnTo>
                  <a:lnTo>
                    <a:pt x="175714" y="332279"/>
                  </a:lnTo>
                  <a:lnTo>
                    <a:pt x="180990" y="331925"/>
                  </a:lnTo>
                  <a:lnTo>
                    <a:pt x="186252" y="331404"/>
                  </a:lnTo>
                  <a:lnTo>
                    <a:pt x="191496" y="330718"/>
                  </a:lnTo>
                  <a:lnTo>
                    <a:pt x="196715" y="329865"/>
                  </a:lnTo>
                  <a:lnTo>
                    <a:pt x="201904" y="328848"/>
                  </a:lnTo>
                  <a:lnTo>
                    <a:pt x="207059" y="327667"/>
                  </a:lnTo>
                  <a:lnTo>
                    <a:pt x="212173" y="326324"/>
                  </a:lnTo>
                  <a:lnTo>
                    <a:pt x="217243" y="324820"/>
                  </a:lnTo>
                  <a:lnTo>
                    <a:pt x="222263" y="323156"/>
                  </a:lnTo>
                  <a:lnTo>
                    <a:pt x="227227" y="321334"/>
                  </a:lnTo>
                  <a:lnTo>
                    <a:pt x="232131" y="319356"/>
                  </a:lnTo>
                  <a:lnTo>
                    <a:pt x="236971" y="317224"/>
                  </a:lnTo>
                  <a:lnTo>
                    <a:pt x="241740" y="314940"/>
                  </a:lnTo>
                  <a:lnTo>
                    <a:pt x="246435" y="312506"/>
                  </a:lnTo>
                  <a:lnTo>
                    <a:pt x="251050" y="309925"/>
                  </a:lnTo>
                  <a:lnTo>
                    <a:pt x="255582" y="307199"/>
                  </a:lnTo>
                  <a:lnTo>
                    <a:pt x="260025" y="304332"/>
                  </a:lnTo>
                  <a:lnTo>
                    <a:pt x="264375" y="301325"/>
                  </a:lnTo>
                  <a:lnTo>
                    <a:pt x="268628" y="298182"/>
                  </a:lnTo>
                  <a:lnTo>
                    <a:pt x="272779" y="294906"/>
                  </a:lnTo>
                  <a:lnTo>
                    <a:pt x="276824" y="291501"/>
                  </a:lnTo>
                  <a:lnTo>
                    <a:pt x="280760" y="287969"/>
                  </a:lnTo>
                  <a:lnTo>
                    <a:pt x="284582" y="284314"/>
                  </a:lnTo>
                  <a:lnTo>
                    <a:pt x="288287" y="280541"/>
                  </a:lnTo>
                  <a:lnTo>
                    <a:pt x="291871" y="276652"/>
                  </a:lnTo>
                  <a:lnTo>
                    <a:pt x="295329" y="272652"/>
                  </a:lnTo>
                  <a:lnTo>
                    <a:pt x="298660" y="268544"/>
                  </a:lnTo>
                  <a:lnTo>
                    <a:pt x="301858" y="264333"/>
                  </a:lnTo>
                  <a:lnTo>
                    <a:pt x="304923" y="260023"/>
                  </a:lnTo>
                  <a:lnTo>
                    <a:pt x="307849" y="255618"/>
                  </a:lnTo>
                  <a:lnTo>
                    <a:pt x="310634" y="251123"/>
                  </a:lnTo>
                  <a:lnTo>
                    <a:pt x="313276" y="246542"/>
                  </a:lnTo>
                  <a:lnTo>
                    <a:pt x="315771" y="241880"/>
                  </a:lnTo>
                  <a:lnTo>
                    <a:pt x="318118" y="237141"/>
                  </a:lnTo>
                  <a:lnTo>
                    <a:pt x="320314" y="232331"/>
                  </a:lnTo>
                  <a:lnTo>
                    <a:pt x="322357" y="227453"/>
                  </a:lnTo>
                  <a:lnTo>
                    <a:pt x="324244" y="222513"/>
                  </a:lnTo>
                  <a:lnTo>
                    <a:pt x="325974" y="217516"/>
                  </a:lnTo>
                  <a:lnTo>
                    <a:pt x="327545" y="212467"/>
                  </a:lnTo>
                  <a:lnTo>
                    <a:pt x="328956" y="207370"/>
                  </a:lnTo>
                  <a:lnTo>
                    <a:pt x="330205" y="202232"/>
                  </a:lnTo>
                  <a:lnTo>
                    <a:pt x="331290" y="197056"/>
                  </a:lnTo>
                  <a:lnTo>
                    <a:pt x="332212" y="191849"/>
                  </a:lnTo>
                  <a:lnTo>
                    <a:pt x="332968" y="186615"/>
                  </a:lnTo>
                  <a:lnTo>
                    <a:pt x="333558" y="181360"/>
                  </a:lnTo>
                  <a:lnTo>
                    <a:pt x="333982" y="176089"/>
                  </a:lnTo>
                  <a:lnTo>
                    <a:pt x="334238" y="170807"/>
                  </a:lnTo>
                  <a:lnTo>
                    <a:pt x="334328" y="165520"/>
                  </a:lnTo>
                  <a:lnTo>
                    <a:pt x="334250" y="160232"/>
                  </a:lnTo>
                  <a:lnTo>
                    <a:pt x="334006" y="154950"/>
                  </a:lnTo>
                  <a:lnTo>
                    <a:pt x="333594" y="149678"/>
                  </a:lnTo>
                  <a:lnTo>
                    <a:pt x="333015" y="144421"/>
                  </a:lnTo>
                  <a:lnTo>
                    <a:pt x="332271" y="139186"/>
                  </a:lnTo>
                  <a:lnTo>
                    <a:pt x="331361" y="133976"/>
                  </a:lnTo>
                  <a:lnTo>
                    <a:pt x="330288" y="128798"/>
                  </a:lnTo>
                  <a:lnTo>
                    <a:pt x="329050" y="123657"/>
                  </a:lnTo>
                  <a:lnTo>
                    <a:pt x="327651" y="118557"/>
                  </a:lnTo>
                  <a:lnTo>
                    <a:pt x="326092" y="113505"/>
                  </a:lnTo>
                  <a:lnTo>
                    <a:pt x="324373" y="108504"/>
                  </a:lnTo>
                  <a:lnTo>
                    <a:pt x="322497" y="103559"/>
                  </a:lnTo>
                  <a:lnTo>
                    <a:pt x="320465" y="98677"/>
                  </a:lnTo>
                  <a:lnTo>
                    <a:pt x="318280" y="93861"/>
                  </a:lnTo>
                  <a:lnTo>
                    <a:pt x="315944" y="89117"/>
                  </a:lnTo>
                  <a:lnTo>
                    <a:pt x="313459" y="84450"/>
                  </a:lnTo>
                  <a:lnTo>
                    <a:pt x="310828" y="79863"/>
                  </a:lnTo>
                  <a:lnTo>
                    <a:pt x="308052" y="75361"/>
                  </a:lnTo>
                  <a:lnTo>
                    <a:pt x="305136" y="70950"/>
                  </a:lnTo>
                  <a:lnTo>
                    <a:pt x="302082" y="66633"/>
                  </a:lnTo>
                  <a:lnTo>
                    <a:pt x="298893" y="62415"/>
                  </a:lnTo>
                  <a:lnTo>
                    <a:pt x="295571" y="58300"/>
                  </a:lnTo>
                  <a:lnTo>
                    <a:pt x="292122" y="54292"/>
                  </a:lnTo>
                  <a:lnTo>
                    <a:pt x="288547" y="50395"/>
                  </a:lnTo>
                  <a:lnTo>
                    <a:pt x="284851" y="46613"/>
                  </a:lnTo>
                  <a:lnTo>
                    <a:pt x="281037" y="42950"/>
                  </a:lnTo>
                  <a:lnTo>
                    <a:pt x="277109" y="39409"/>
                  </a:lnTo>
                  <a:lnTo>
                    <a:pt x="273071" y="35994"/>
                  </a:lnTo>
                  <a:lnTo>
                    <a:pt x="268927" y="32709"/>
                  </a:lnTo>
                  <a:lnTo>
                    <a:pt x="264682" y="29557"/>
                  </a:lnTo>
                  <a:lnTo>
                    <a:pt x="260338" y="26540"/>
                  </a:lnTo>
                  <a:lnTo>
                    <a:pt x="255902" y="23662"/>
                  </a:lnTo>
                  <a:lnTo>
                    <a:pt x="251377" y="20926"/>
                  </a:lnTo>
                  <a:lnTo>
                    <a:pt x="246767" y="18335"/>
                  </a:lnTo>
                  <a:lnTo>
                    <a:pt x="242078" y="15891"/>
                  </a:lnTo>
                  <a:lnTo>
                    <a:pt x="237314" y="13596"/>
                  </a:lnTo>
                  <a:lnTo>
                    <a:pt x="232479" y="11453"/>
                  </a:lnTo>
                  <a:lnTo>
                    <a:pt x="227579" y="9464"/>
                  </a:lnTo>
                  <a:lnTo>
                    <a:pt x="222619" y="7631"/>
                  </a:lnTo>
                  <a:lnTo>
                    <a:pt x="217603" y="5955"/>
                  </a:lnTo>
                  <a:lnTo>
                    <a:pt x="212537" y="4440"/>
                  </a:lnTo>
                  <a:lnTo>
                    <a:pt x="207425" y="3085"/>
                  </a:lnTo>
                  <a:lnTo>
                    <a:pt x="202273" y="1893"/>
                  </a:lnTo>
                  <a:lnTo>
                    <a:pt x="197086" y="864"/>
                  </a:lnTo>
                  <a:lnTo>
                    <a:pt x="191869" y="0"/>
                  </a:lnTo>
                  <a:lnTo>
                    <a:pt x="167161" y="165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629088" y="1236837"/>
              <a:ext cx="24708" cy="167167"/>
            </a:xfrm>
            <a:custGeom>
              <a:avLst/>
              <a:pathLst>
                <a:path w="24708" h="167167">
                  <a:moveTo>
                    <a:pt x="24708" y="1836"/>
                  </a:moveTo>
                  <a:lnTo>
                    <a:pt x="16506" y="816"/>
                  </a:lnTo>
                  <a:lnTo>
                    <a:pt x="8263" y="2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9315" y="1546402"/>
              <a:ext cx="43251" cy="167167"/>
            </a:xfrm>
            <a:custGeom>
              <a:avLst/>
              <a:pathLst>
                <a:path w="43251" h="167167">
                  <a:moveTo>
                    <a:pt x="43251" y="0"/>
                  </a:moveTo>
                  <a:lnTo>
                    <a:pt x="37003" y="116"/>
                  </a:lnTo>
                  <a:lnTo>
                    <a:pt x="30763" y="467"/>
                  </a:lnTo>
                  <a:lnTo>
                    <a:pt x="24541" y="1050"/>
                  </a:lnTo>
                  <a:lnTo>
                    <a:pt x="18345" y="1865"/>
                  </a:lnTo>
                  <a:lnTo>
                    <a:pt x="12183" y="2912"/>
                  </a:lnTo>
                  <a:lnTo>
                    <a:pt x="6065" y="4188"/>
                  </a:lnTo>
                  <a:lnTo>
                    <a:pt x="0" y="5692"/>
                  </a:lnTo>
                  <a:lnTo>
                    <a:pt x="432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69315" y="1552094"/>
              <a:ext cx="43251" cy="161475"/>
            </a:xfrm>
            <a:custGeom>
              <a:avLst/>
              <a:pathLst>
                <a:path w="43251" h="161475">
                  <a:moveTo>
                    <a:pt x="0" y="0"/>
                  </a:moveTo>
                  <a:lnTo>
                    <a:pt x="43251" y="1614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45411" y="1552094"/>
              <a:ext cx="334314" cy="328642"/>
            </a:xfrm>
            <a:custGeom>
              <a:avLst/>
              <a:pathLst>
                <a:path w="334314" h="328642">
                  <a:moveTo>
                    <a:pt x="123903" y="0"/>
                  </a:moveTo>
                  <a:lnTo>
                    <a:pt x="118817" y="1448"/>
                  </a:lnTo>
                  <a:lnTo>
                    <a:pt x="113780" y="3057"/>
                  </a:lnTo>
                  <a:lnTo>
                    <a:pt x="108796" y="4825"/>
                  </a:lnTo>
                  <a:lnTo>
                    <a:pt x="103870" y="6749"/>
                  </a:lnTo>
                  <a:lnTo>
                    <a:pt x="99007" y="8829"/>
                  </a:lnTo>
                  <a:lnTo>
                    <a:pt x="94213" y="11061"/>
                  </a:lnTo>
                  <a:lnTo>
                    <a:pt x="89492" y="13443"/>
                  </a:lnTo>
                  <a:lnTo>
                    <a:pt x="84848" y="15974"/>
                  </a:lnTo>
                  <a:lnTo>
                    <a:pt x="80287" y="18650"/>
                  </a:lnTo>
                  <a:lnTo>
                    <a:pt x="75813" y="21469"/>
                  </a:lnTo>
                  <a:lnTo>
                    <a:pt x="71430" y="24428"/>
                  </a:lnTo>
                  <a:lnTo>
                    <a:pt x="67143" y="27525"/>
                  </a:lnTo>
                  <a:lnTo>
                    <a:pt x="62956" y="30755"/>
                  </a:lnTo>
                  <a:lnTo>
                    <a:pt x="58873" y="34117"/>
                  </a:lnTo>
                  <a:lnTo>
                    <a:pt x="54899" y="37606"/>
                  </a:lnTo>
                  <a:lnTo>
                    <a:pt x="51037" y="41218"/>
                  </a:lnTo>
                  <a:lnTo>
                    <a:pt x="47291" y="44951"/>
                  </a:lnTo>
                  <a:lnTo>
                    <a:pt x="43666" y="48801"/>
                  </a:lnTo>
                  <a:lnTo>
                    <a:pt x="40163" y="52764"/>
                  </a:lnTo>
                  <a:lnTo>
                    <a:pt x="36788" y="56835"/>
                  </a:lnTo>
                  <a:lnTo>
                    <a:pt x="33544" y="61011"/>
                  </a:lnTo>
                  <a:lnTo>
                    <a:pt x="30433" y="65287"/>
                  </a:lnTo>
                  <a:lnTo>
                    <a:pt x="27459" y="69660"/>
                  </a:lnTo>
                  <a:lnTo>
                    <a:pt x="24624" y="74125"/>
                  </a:lnTo>
                  <a:lnTo>
                    <a:pt x="21933" y="78677"/>
                  </a:lnTo>
                  <a:lnTo>
                    <a:pt x="19386" y="83312"/>
                  </a:lnTo>
                  <a:lnTo>
                    <a:pt x="16988" y="88025"/>
                  </a:lnTo>
                  <a:lnTo>
                    <a:pt x="14740" y="92812"/>
                  </a:lnTo>
                  <a:lnTo>
                    <a:pt x="12644" y="97667"/>
                  </a:lnTo>
                  <a:lnTo>
                    <a:pt x="10703" y="102587"/>
                  </a:lnTo>
                  <a:lnTo>
                    <a:pt x="8919" y="107565"/>
                  </a:lnTo>
                  <a:lnTo>
                    <a:pt x="7293" y="112597"/>
                  </a:lnTo>
                  <a:lnTo>
                    <a:pt x="5827" y="117678"/>
                  </a:lnTo>
                  <a:lnTo>
                    <a:pt x="4522" y="122803"/>
                  </a:lnTo>
                  <a:lnTo>
                    <a:pt x="3380" y="127967"/>
                  </a:lnTo>
                  <a:lnTo>
                    <a:pt x="2402" y="133164"/>
                  </a:lnTo>
                  <a:lnTo>
                    <a:pt x="1589" y="138389"/>
                  </a:lnTo>
                  <a:lnTo>
                    <a:pt x="942" y="143638"/>
                  </a:lnTo>
                  <a:lnTo>
                    <a:pt x="461" y="148904"/>
                  </a:lnTo>
                  <a:lnTo>
                    <a:pt x="147" y="154183"/>
                  </a:lnTo>
                  <a:lnTo>
                    <a:pt x="0" y="159470"/>
                  </a:lnTo>
                  <a:lnTo>
                    <a:pt x="20" y="164758"/>
                  </a:lnTo>
                  <a:lnTo>
                    <a:pt x="207" y="170043"/>
                  </a:lnTo>
                  <a:lnTo>
                    <a:pt x="562" y="175319"/>
                  </a:lnTo>
                  <a:lnTo>
                    <a:pt x="1083" y="180582"/>
                  </a:lnTo>
                  <a:lnTo>
                    <a:pt x="1771" y="185825"/>
                  </a:lnTo>
                  <a:lnTo>
                    <a:pt x="2624" y="191045"/>
                  </a:lnTo>
                  <a:lnTo>
                    <a:pt x="3641" y="196234"/>
                  </a:lnTo>
                  <a:lnTo>
                    <a:pt x="4822" y="201389"/>
                  </a:lnTo>
                  <a:lnTo>
                    <a:pt x="6166" y="206504"/>
                  </a:lnTo>
                  <a:lnTo>
                    <a:pt x="7671" y="211573"/>
                  </a:lnTo>
                  <a:lnTo>
                    <a:pt x="9336" y="216593"/>
                  </a:lnTo>
                  <a:lnTo>
                    <a:pt x="11158" y="221557"/>
                  </a:lnTo>
                  <a:lnTo>
                    <a:pt x="13137" y="226462"/>
                  </a:lnTo>
                  <a:lnTo>
                    <a:pt x="15269" y="231301"/>
                  </a:lnTo>
                  <a:lnTo>
                    <a:pt x="17554" y="236070"/>
                  </a:lnTo>
                  <a:lnTo>
                    <a:pt x="19988" y="240765"/>
                  </a:lnTo>
                  <a:lnTo>
                    <a:pt x="22570" y="245380"/>
                  </a:lnTo>
                  <a:lnTo>
                    <a:pt x="25296" y="249912"/>
                  </a:lnTo>
                  <a:lnTo>
                    <a:pt x="28165" y="254355"/>
                  </a:lnTo>
                  <a:lnTo>
                    <a:pt x="31172" y="258705"/>
                  </a:lnTo>
                  <a:lnTo>
                    <a:pt x="34316" y="262957"/>
                  </a:lnTo>
                  <a:lnTo>
                    <a:pt x="37592" y="267108"/>
                  </a:lnTo>
                  <a:lnTo>
                    <a:pt x="40998" y="271154"/>
                  </a:lnTo>
                  <a:lnTo>
                    <a:pt x="44531" y="275089"/>
                  </a:lnTo>
                  <a:lnTo>
                    <a:pt x="48186" y="278911"/>
                  </a:lnTo>
                  <a:lnTo>
                    <a:pt x="51960" y="282615"/>
                  </a:lnTo>
                  <a:lnTo>
                    <a:pt x="55849" y="286199"/>
                  </a:lnTo>
                  <a:lnTo>
                    <a:pt x="59850" y="289657"/>
                  </a:lnTo>
                  <a:lnTo>
                    <a:pt x="63958" y="292987"/>
                  </a:lnTo>
                  <a:lnTo>
                    <a:pt x="68170" y="296185"/>
                  </a:lnTo>
                  <a:lnTo>
                    <a:pt x="72481" y="299249"/>
                  </a:lnTo>
                  <a:lnTo>
                    <a:pt x="76886" y="302175"/>
                  </a:lnTo>
                  <a:lnTo>
                    <a:pt x="81382" y="304960"/>
                  </a:lnTo>
                  <a:lnTo>
                    <a:pt x="85963" y="307601"/>
                  </a:lnTo>
                  <a:lnTo>
                    <a:pt x="90626" y="310096"/>
                  </a:lnTo>
                  <a:lnTo>
                    <a:pt x="95365" y="312442"/>
                  </a:lnTo>
                  <a:lnTo>
                    <a:pt x="100176" y="314637"/>
                  </a:lnTo>
                  <a:lnTo>
                    <a:pt x="105055" y="316679"/>
                  </a:lnTo>
                  <a:lnTo>
                    <a:pt x="109995" y="318566"/>
                  </a:lnTo>
                  <a:lnTo>
                    <a:pt x="114992" y="320296"/>
                  </a:lnTo>
                  <a:lnTo>
                    <a:pt x="120042" y="321866"/>
                  </a:lnTo>
                  <a:lnTo>
                    <a:pt x="125139" y="323276"/>
                  </a:lnTo>
                  <a:lnTo>
                    <a:pt x="130278" y="324524"/>
                  </a:lnTo>
                  <a:lnTo>
                    <a:pt x="135454" y="325609"/>
                  </a:lnTo>
                  <a:lnTo>
                    <a:pt x="140662" y="326529"/>
                  </a:lnTo>
                  <a:lnTo>
                    <a:pt x="145896" y="327285"/>
                  </a:lnTo>
                  <a:lnTo>
                    <a:pt x="151151" y="327874"/>
                  </a:lnTo>
                  <a:lnTo>
                    <a:pt x="156423" y="328297"/>
                  </a:lnTo>
                  <a:lnTo>
                    <a:pt x="161705" y="328553"/>
                  </a:lnTo>
                  <a:lnTo>
                    <a:pt x="166992" y="328642"/>
                  </a:lnTo>
                  <a:lnTo>
                    <a:pt x="172280" y="328564"/>
                  </a:lnTo>
                  <a:lnTo>
                    <a:pt x="177563" y="328318"/>
                  </a:lnTo>
                  <a:lnTo>
                    <a:pt x="182835" y="327905"/>
                  </a:lnTo>
                  <a:lnTo>
                    <a:pt x="188092" y="327326"/>
                  </a:lnTo>
                  <a:lnTo>
                    <a:pt x="193327" y="326581"/>
                  </a:lnTo>
                  <a:lnTo>
                    <a:pt x="198536" y="325670"/>
                  </a:lnTo>
                  <a:lnTo>
                    <a:pt x="203714" y="324595"/>
                  </a:lnTo>
                  <a:lnTo>
                    <a:pt x="208856" y="323357"/>
                  </a:lnTo>
                  <a:lnTo>
                    <a:pt x="213956" y="321957"/>
                  </a:lnTo>
                  <a:lnTo>
                    <a:pt x="219008" y="320397"/>
                  </a:lnTo>
                  <a:lnTo>
                    <a:pt x="224009" y="318677"/>
                  </a:lnTo>
                  <a:lnTo>
                    <a:pt x="228953" y="316800"/>
                  </a:lnTo>
                  <a:lnTo>
                    <a:pt x="233835" y="314767"/>
                  </a:lnTo>
                  <a:lnTo>
                    <a:pt x="238651" y="312582"/>
                  </a:lnTo>
                  <a:lnTo>
                    <a:pt x="243395" y="310244"/>
                  </a:lnTo>
                  <a:lnTo>
                    <a:pt x="248062" y="307758"/>
                  </a:lnTo>
                  <a:lnTo>
                    <a:pt x="252649" y="305126"/>
                  </a:lnTo>
                  <a:lnTo>
                    <a:pt x="257150" y="302350"/>
                  </a:lnTo>
                  <a:lnTo>
                    <a:pt x="261561" y="299433"/>
                  </a:lnTo>
                  <a:lnTo>
                    <a:pt x="265878" y="296378"/>
                  </a:lnTo>
                  <a:lnTo>
                    <a:pt x="270095" y="293187"/>
                  </a:lnTo>
                  <a:lnTo>
                    <a:pt x="274210" y="289865"/>
                  </a:lnTo>
                  <a:lnTo>
                    <a:pt x="278218" y="286415"/>
                  </a:lnTo>
                  <a:lnTo>
                    <a:pt x="282114" y="282839"/>
                  </a:lnTo>
                  <a:lnTo>
                    <a:pt x="285895" y="279142"/>
                  </a:lnTo>
                  <a:lnTo>
                    <a:pt x="289558" y="275327"/>
                  </a:lnTo>
                  <a:lnTo>
                    <a:pt x="293098" y="271399"/>
                  </a:lnTo>
                  <a:lnTo>
                    <a:pt x="296512" y="267360"/>
                  </a:lnTo>
                  <a:lnTo>
                    <a:pt x="299797" y="263215"/>
                  </a:lnTo>
                  <a:lnTo>
                    <a:pt x="302948" y="258969"/>
                  </a:lnTo>
                  <a:lnTo>
                    <a:pt x="305964" y="254625"/>
                  </a:lnTo>
                  <a:lnTo>
                    <a:pt x="308841" y="250187"/>
                  </a:lnTo>
                  <a:lnTo>
                    <a:pt x="311576" y="245661"/>
                  </a:lnTo>
                  <a:lnTo>
                    <a:pt x="314167" y="241051"/>
                  </a:lnTo>
                  <a:lnTo>
                    <a:pt x="316611" y="236361"/>
                  </a:lnTo>
                  <a:lnTo>
                    <a:pt x="318905" y="231596"/>
                  </a:lnTo>
                  <a:lnTo>
                    <a:pt x="321047" y="226761"/>
                  </a:lnTo>
                  <a:lnTo>
                    <a:pt x="323035" y="221861"/>
                  </a:lnTo>
                  <a:lnTo>
                    <a:pt x="324867" y="216900"/>
                  </a:lnTo>
                  <a:lnTo>
                    <a:pt x="326541" y="211883"/>
                  </a:lnTo>
                  <a:lnTo>
                    <a:pt x="328056" y="206817"/>
                  </a:lnTo>
                  <a:lnTo>
                    <a:pt x="329409" y="201704"/>
                  </a:lnTo>
                  <a:lnTo>
                    <a:pt x="330601" y="196552"/>
                  </a:lnTo>
                  <a:lnTo>
                    <a:pt x="331628" y="191364"/>
                  </a:lnTo>
                  <a:lnTo>
                    <a:pt x="332492" y="186147"/>
                  </a:lnTo>
                  <a:lnTo>
                    <a:pt x="333189" y="180905"/>
                  </a:lnTo>
                  <a:lnTo>
                    <a:pt x="333721" y="175643"/>
                  </a:lnTo>
                  <a:lnTo>
                    <a:pt x="334086" y="170368"/>
                  </a:lnTo>
                  <a:lnTo>
                    <a:pt x="334283" y="165083"/>
                  </a:lnTo>
                  <a:lnTo>
                    <a:pt x="334314" y="159795"/>
                  </a:lnTo>
                  <a:lnTo>
                    <a:pt x="334177" y="154508"/>
                  </a:lnTo>
                  <a:lnTo>
                    <a:pt x="333873" y="149228"/>
                  </a:lnTo>
                  <a:lnTo>
                    <a:pt x="333402" y="143961"/>
                  </a:lnTo>
                  <a:lnTo>
                    <a:pt x="332765" y="138711"/>
                  </a:lnTo>
                  <a:lnTo>
                    <a:pt x="331962" y="133484"/>
                  </a:lnTo>
                  <a:lnTo>
                    <a:pt x="330994" y="128285"/>
                  </a:lnTo>
                  <a:lnTo>
                    <a:pt x="329863" y="123119"/>
                  </a:lnTo>
                  <a:lnTo>
                    <a:pt x="328568" y="117992"/>
                  </a:lnTo>
                  <a:lnTo>
                    <a:pt x="327112" y="112908"/>
                  </a:lnTo>
                  <a:lnTo>
                    <a:pt x="325496" y="107873"/>
                  </a:lnTo>
                  <a:lnTo>
                    <a:pt x="323721" y="102891"/>
                  </a:lnTo>
                  <a:lnTo>
                    <a:pt x="321789" y="97968"/>
                  </a:lnTo>
                  <a:lnTo>
                    <a:pt x="319703" y="93109"/>
                  </a:lnTo>
                  <a:lnTo>
                    <a:pt x="317464" y="88317"/>
                  </a:lnTo>
                  <a:lnTo>
                    <a:pt x="315075" y="83600"/>
                  </a:lnTo>
                  <a:lnTo>
                    <a:pt x="312538" y="78960"/>
                  </a:lnTo>
                  <a:lnTo>
                    <a:pt x="309855" y="74402"/>
                  </a:lnTo>
                  <a:lnTo>
                    <a:pt x="307030" y="69932"/>
                  </a:lnTo>
                  <a:lnTo>
                    <a:pt x="304064" y="65554"/>
                  </a:lnTo>
                  <a:lnTo>
                    <a:pt x="300961" y="61271"/>
                  </a:lnTo>
                  <a:lnTo>
                    <a:pt x="297725" y="57089"/>
                  </a:lnTo>
                  <a:lnTo>
                    <a:pt x="294358" y="53011"/>
                  </a:lnTo>
                  <a:lnTo>
                    <a:pt x="290863" y="49042"/>
                  </a:lnTo>
                  <a:lnTo>
                    <a:pt x="287245" y="45185"/>
                  </a:lnTo>
                  <a:lnTo>
                    <a:pt x="283506" y="41444"/>
                  </a:lnTo>
                  <a:lnTo>
                    <a:pt x="279651" y="37824"/>
                  </a:lnTo>
                  <a:lnTo>
                    <a:pt x="275684" y="34328"/>
                  </a:lnTo>
                  <a:lnTo>
                    <a:pt x="271608" y="30958"/>
                  </a:lnTo>
                  <a:lnTo>
                    <a:pt x="167155" y="1614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212566" y="1546402"/>
              <a:ext cx="104452" cy="167167"/>
            </a:xfrm>
            <a:custGeom>
              <a:avLst/>
              <a:pathLst>
                <a:path w="104452" h="167167">
                  <a:moveTo>
                    <a:pt x="104452" y="36651"/>
                  </a:moveTo>
                  <a:lnTo>
                    <a:pt x="99989" y="33201"/>
                  </a:lnTo>
                  <a:lnTo>
                    <a:pt x="95412" y="29903"/>
                  </a:lnTo>
                  <a:lnTo>
                    <a:pt x="90727" y="26762"/>
                  </a:lnTo>
                  <a:lnTo>
                    <a:pt x="85938" y="23781"/>
                  </a:lnTo>
                  <a:lnTo>
                    <a:pt x="81051" y="20963"/>
                  </a:lnTo>
                  <a:lnTo>
                    <a:pt x="76072" y="18312"/>
                  </a:lnTo>
                  <a:lnTo>
                    <a:pt x="71006" y="15830"/>
                  </a:lnTo>
                  <a:lnTo>
                    <a:pt x="65860" y="13520"/>
                  </a:lnTo>
                  <a:lnTo>
                    <a:pt x="60638" y="11385"/>
                  </a:lnTo>
                  <a:lnTo>
                    <a:pt x="55348" y="9428"/>
                  </a:lnTo>
                  <a:lnTo>
                    <a:pt x="49994" y="7651"/>
                  </a:lnTo>
                  <a:lnTo>
                    <a:pt x="44584" y="6055"/>
                  </a:lnTo>
                  <a:lnTo>
                    <a:pt x="39122" y="4642"/>
                  </a:lnTo>
                  <a:lnTo>
                    <a:pt x="33616" y="3415"/>
                  </a:lnTo>
                  <a:lnTo>
                    <a:pt x="28072" y="2374"/>
                  </a:lnTo>
                  <a:lnTo>
                    <a:pt x="22496" y="1520"/>
                  </a:lnTo>
                  <a:lnTo>
                    <a:pt x="16894" y="855"/>
                  </a:lnTo>
                  <a:lnTo>
                    <a:pt x="11274" y="380"/>
                  </a:lnTo>
                  <a:lnTo>
                    <a:pt x="564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791" y="1943516"/>
              <a:ext cx="1991" cy="167167"/>
            </a:xfrm>
            <a:custGeom>
              <a:avLst/>
              <a:pathLst>
                <a:path w="1991" h="167167">
                  <a:moveTo>
                    <a:pt x="1991" y="0"/>
                  </a:moveTo>
                  <a:lnTo>
                    <a:pt x="0" y="11"/>
                  </a:lnTo>
                  <a:lnTo>
                    <a:pt x="199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76791" y="1943528"/>
              <a:ext cx="1991" cy="167155"/>
            </a:xfrm>
            <a:custGeom>
              <a:avLst/>
              <a:pathLst>
                <a:path w="1991" h="167155">
                  <a:moveTo>
                    <a:pt x="0" y="0"/>
                  </a:moveTo>
                  <a:lnTo>
                    <a:pt x="1991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52781" y="1943528"/>
              <a:ext cx="126002" cy="167155"/>
            </a:xfrm>
            <a:custGeom>
              <a:avLst/>
              <a:pathLst>
                <a:path w="126002" h="167155">
                  <a:moveTo>
                    <a:pt x="124010" y="0"/>
                  </a:moveTo>
                  <a:lnTo>
                    <a:pt x="118383" y="161"/>
                  </a:lnTo>
                  <a:lnTo>
                    <a:pt x="112766" y="512"/>
                  </a:lnTo>
                  <a:lnTo>
                    <a:pt x="107163" y="1053"/>
                  </a:lnTo>
                  <a:lnTo>
                    <a:pt x="101581" y="1781"/>
                  </a:lnTo>
                  <a:lnTo>
                    <a:pt x="96027" y="2697"/>
                  </a:lnTo>
                  <a:lnTo>
                    <a:pt x="90508" y="3799"/>
                  </a:lnTo>
                  <a:lnTo>
                    <a:pt x="85028" y="5087"/>
                  </a:lnTo>
                  <a:lnTo>
                    <a:pt x="79595" y="6558"/>
                  </a:lnTo>
                  <a:lnTo>
                    <a:pt x="74214" y="8212"/>
                  </a:lnTo>
                  <a:lnTo>
                    <a:pt x="68893" y="10045"/>
                  </a:lnTo>
                  <a:lnTo>
                    <a:pt x="63636" y="12057"/>
                  </a:lnTo>
                  <a:lnTo>
                    <a:pt x="58449" y="14245"/>
                  </a:lnTo>
                  <a:lnTo>
                    <a:pt x="53340" y="16606"/>
                  </a:lnTo>
                  <a:lnTo>
                    <a:pt x="48312" y="19137"/>
                  </a:lnTo>
                  <a:lnTo>
                    <a:pt x="43373" y="21837"/>
                  </a:lnTo>
                  <a:lnTo>
                    <a:pt x="38527" y="24701"/>
                  </a:lnTo>
                  <a:lnTo>
                    <a:pt x="33781" y="27727"/>
                  </a:lnTo>
                  <a:lnTo>
                    <a:pt x="29139" y="30910"/>
                  </a:lnTo>
                  <a:lnTo>
                    <a:pt x="24607" y="34249"/>
                  </a:lnTo>
                  <a:lnTo>
                    <a:pt x="20190" y="37738"/>
                  </a:lnTo>
                  <a:lnTo>
                    <a:pt x="15893" y="41374"/>
                  </a:lnTo>
                  <a:lnTo>
                    <a:pt x="11721" y="45152"/>
                  </a:lnTo>
                  <a:lnTo>
                    <a:pt x="7678" y="49069"/>
                  </a:lnTo>
                  <a:lnTo>
                    <a:pt x="3769" y="53119"/>
                  </a:lnTo>
                  <a:lnTo>
                    <a:pt x="0" y="57299"/>
                  </a:lnTo>
                  <a:lnTo>
                    <a:pt x="126002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11630" y="1943516"/>
              <a:ext cx="334301" cy="334334"/>
            </a:xfrm>
            <a:custGeom>
              <a:avLst/>
              <a:pathLst>
                <a:path w="334301" h="334334">
                  <a:moveTo>
                    <a:pt x="41150" y="57311"/>
                  </a:moveTo>
                  <a:lnTo>
                    <a:pt x="37726" y="61366"/>
                  </a:lnTo>
                  <a:lnTo>
                    <a:pt x="34433" y="65528"/>
                  </a:lnTo>
                  <a:lnTo>
                    <a:pt x="31273" y="69793"/>
                  </a:lnTo>
                  <a:lnTo>
                    <a:pt x="28250" y="74155"/>
                  </a:lnTo>
                  <a:lnTo>
                    <a:pt x="25367" y="78612"/>
                  </a:lnTo>
                  <a:lnTo>
                    <a:pt x="22628" y="83158"/>
                  </a:lnTo>
                  <a:lnTo>
                    <a:pt x="20034" y="87788"/>
                  </a:lnTo>
                  <a:lnTo>
                    <a:pt x="17588" y="92498"/>
                  </a:lnTo>
                  <a:lnTo>
                    <a:pt x="15293" y="97284"/>
                  </a:lnTo>
                  <a:lnTo>
                    <a:pt x="13151" y="102140"/>
                  </a:lnTo>
                  <a:lnTo>
                    <a:pt x="11164" y="107062"/>
                  </a:lnTo>
                  <a:lnTo>
                    <a:pt x="9335" y="112044"/>
                  </a:lnTo>
                  <a:lnTo>
                    <a:pt x="7664" y="117082"/>
                  </a:lnTo>
                  <a:lnTo>
                    <a:pt x="6155" y="122170"/>
                  </a:lnTo>
                  <a:lnTo>
                    <a:pt x="4807" y="127304"/>
                  </a:lnTo>
                  <a:lnTo>
                    <a:pt x="3624" y="132478"/>
                  </a:lnTo>
                  <a:lnTo>
                    <a:pt x="2605" y="137687"/>
                  </a:lnTo>
                  <a:lnTo>
                    <a:pt x="1752" y="142925"/>
                  </a:lnTo>
                  <a:lnTo>
                    <a:pt x="1066" y="148188"/>
                  </a:lnTo>
                  <a:lnTo>
                    <a:pt x="547" y="153470"/>
                  </a:lnTo>
                  <a:lnTo>
                    <a:pt x="196" y="158766"/>
                  </a:lnTo>
                  <a:lnTo>
                    <a:pt x="14" y="164070"/>
                  </a:lnTo>
                  <a:lnTo>
                    <a:pt x="0" y="169378"/>
                  </a:lnTo>
                  <a:lnTo>
                    <a:pt x="154" y="174683"/>
                  </a:lnTo>
                  <a:lnTo>
                    <a:pt x="477" y="179981"/>
                  </a:lnTo>
                  <a:lnTo>
                    <a:pt x="968" y="185266"/>
                  </a:lnTo>
                  <a:lnTo>
                    <a:pt x="1626" y="190532"/>
                  </a:lnTo>
                  <a:lnTo>
                    <a:pt x="2451" y="195775"/>
                  </a:lnTo>
                  <a:lnTo>
                    <a:pt x="3442" y="200989"/>
                  </a:lnTo>
                  <a:lnTo>
                    <a:pt x="4598" y="206169"/>
                  </a:lnTo>
                  <a:lnTo>
                    <a:pt x="5919" y="211310"/>
                  </a:lnTo>
                  <a:lnTo>
                    <a:pt x="7401" y="216406"/>
                  </a:lnTo>
                  <a:lnTo>
                    <a:pt x="9045" y="221453"/>
                  </a:lnTo>
                  <a:lnTo>
                    <a:pt x="10848" y="226445"/>
                  </a:lnTo>
                  <a:lnTo>
                    <a:pt x="12809" y="231377"/>
                  </a:lnTo>
                  <a:lnTo>
                    <a:pt x="14925" y="236244"/>
                  </a:lnTo>
                  <a:lnTo>
                    <a:pt x="17194" y="241042"/>
                  </a:lnTo>
                  <a:lnTo>
                    <a:pt x="19615" y="245766"/>
                  </a:lnTo>
                  <a:lnTo>
                    <a:pt x="22185" y="250410"/>
                  </a:lnTo>
                  <a:lnTo>
                    <a:pt x="24900" y="254970"/>
                  </a:lnTo>
                  <a:lnTo>
                    <a:pt x="27759" y="259441"/>
                  </a:lnTo>
                  <a:lnTo>
                    <a:pt x="30759" y="263820"/>
                  </a:lnTo>
                  <a:lnTo>
                    <a:pt x="33896" y="268101"/>
                  </a:lnTo>
                  <a:lnTo>
                    <a:pt x="37167" y="272281"/>
                  </a:lnTo>
                  <a:lnTo>
                    <a:pt x="40570" y="276354"/>
                  </a:lnTo>
                  <a:lnTo>
                    <a:pt x="44100" y="280318"/>
                  </a:lnTo>
                  <a:lnTo>
                    <a:pt x="47754" y="284167"/>
                  </a:lnTo>
                  <a:lnTo>
                    <a:pt x="51528" y="287898"/>
                  </a:lnTo>
                  <a:lnTo>
                    <a:pt x="55419" y="291508"/>
                  </a:lnTo>
                  <a:lnTo>
                    <a:pt x="59423" y="294992"/>
                  </a:lnTo>
                  <a:lnTo>
                    <a:pt x="63535" y="298348"/>
                  </a:lnTo>
                  <a:lnTo>
                    <a:pt x="67752" y="301571"/>
                  </a:lnTo>
                  <a:lnTo>
                    <a:pt x="72069" y="304659"/>
                  </a:lnTo>
                  <a:lnTo>
                    <a:pt x="76482" y="307608"/>
                  </a:lnTo>
                  <a:lnTo>
                    <a:pt x="80986" y="310416"/>
                  </a:lnTo>
                  <a:lnTo>
                    <a:pt x="85577" y="313079"/>
                  </a:lnTo>
                  <a:lnTo>
                    <a:pt x="90250" y="315595"/>
                  </a:lnTo>
                  <a:lnTo>
                    <a:pt x="95001" y="317962"/>
                  </a:lnTo>
                  <a:lnTo>
                    <a:pt x="99824" y="320176"/>
                  </a:lnTo>
                  <a:lnTo>
                    <a:pt x="104715" y="322237"/>
                  </a:lnTo>
                  <a:lnTo>
                    <a:pt x="109670" y="324140"/>
                  </a:lnTo>
                  <a:lnTo>
                    <a:pt x="114682" y="325886"/>
                  </a:lnTo>
                  <a:lnTo>
                    <a:pt x="119747" y="327472"/>
                  </a:lnTo>
                  <a:lnTo>
                    <a:pt x="124860" y="328896"/>
                  </a:lnTo>
                  <a:lnTo>
                    <a:pt x="130015" y="330157"/>
                  </a:lnTo>
                  <a:lnTo>
                    <a:pt x="135208" y="331254"/>
                  </a:lnTo>
                  <a:lnTo>
                    <a:pt x="140433" y="332185"/>
                  </a:lnTo>
                  <a:lnTo>
                    <a:pt x="145686" y="332950"/>
                  </a:lnTo>
                  <a:lnTo>
                    <a:pt x="150959" y="333548"/>
                  </a:lnTo>
                  <a:lnTo>
                    <a:pt x="156249" y="333978"/>
                  </a:lnTo>
                  <a:lnTo>
                    <a:pt x="161550" y="334240"/>
                  </a:lnTo>
                  <a:lnTo>
                    <a:pt x="166857" y="334334"/>
                  </a:lnTo>
                  <a:lnTo>
                    <a:pt x="172164" y="334259"/>
                  </a:lnTo>
                  <a:lnTo>
                    <a:pt x="177466" y="334016"/>
                  </a:lnTo>
                  <a:lnTo>
                    <a:pt x="182758" y="333604"/>
                  </a:lnTo>
                  <a:lnTo>
                    <a:pt x="188033" y="333025"/>
                  </a:lnTo>
                  <a:lnTo>
                    <a:pt x="193288" y="332279"/>
                  </a:lnTo>
                  <a:lnTo>
                    <a:pt x="198517" y="331366"/>
                  </a:lnTo>
                  <a:lnTo>
                    <a:pt x="203713" y="330287"/>
                  </a:lnTo>
                  <a:lnTo>
                    <a:pt x="208873" y="329044"/>
                  </a:lnTo>
                  <a:lnTo>
                    <a:pt x="213991" y="327638"/>
                  </a:lnTo>
                  <a:lnTo>
                    <a:pt x="219062" y="326070"/>
                  </a:lnTo>
                  <a:lnTo>
                    <a:pt x="224080" y="324342"/>
                  </a:lnTo>
                  <a:lnTo>
                    <a:pt x="229041" y="322456"/>
                  </a:lnTo>
                  <a:lnTo>
                    <a:pt x="233940" y="320413"/>
                  </a:lnTo>
                  <a:lnTo>
                    <a:pt x="238771" y="318216"/>
                  </a:lnTo>
                  <a:lnTo>
                    <a:pt x="243530" y="315866"/>
                  </a:lnTo>
                  <a:lnTo>
                    <a:pt x="248212" y="313366"/>
                  </a:lnTo>
                  <a:lnTo>
                    <a:pt x="252813" y="310719"/>
                  </a:lnTo>
                  <a:lnTo>
                    <a:pt x="257327" y="307928"/>
                  </a:lnTo>
                  <a:lnTo>
                    <a:pt x="261750" y="304994"/>
                  </a:lnTo>
                  <a:lnTo>
                    <a:pt x="266077" y="301921"/>
                  </a:lnTo>
                  <a:lnTo>
                    <a:pt x="270305" y="298713"/>
                  </a:lnTo>
                  <a:lnTo>
                    <a:pt x="274430" y="295372"/>
                  </a:lnTo>
                  <a:lnTo>
                    <a:pt x="278445" y="291902"/>
                  </a:lnTo>
                  <a:lnTo>
                    <a:pt x="282349" y="288306"/>
                  </a:lnTo>
                  <a:lnTo>
                    <a:pt x="286137" y="284588"/>
                  </a:lnTo>
                  <a:lnTo>
                    <a:pt x="289804" y="280751"/>
                  </a:lnTo>
                  <a:lnTo>
                    <a:pt x="293348" y="276800"/>
                  </a:lnTo>
                  <a:lnTo>
                    <a:pt x="296765" y="272739"/>
                  </a:lnTo>
                  <a:lnTo>
                    <a:pt x="300051" y="268571"/>
                  </a:lnTo>
                  <a:lnTo>
                    <a:pt x="303203" y="264301"/>
                  </a:lnTo>
                  <a:lnTo>
                    <a:pt x="306218" y="259933"/>
                  </a:lnTo>
                  <a:lnTo>
                    <a:pt x="309093" y="255472"/>
                  </a:lnTo>
                  <a:lnTo>
                    <a:pt x="311825" y="250921"/>
                  </a:lnTo>
                  <a:lnTo>
                    <a:pt x="314411" y="246286"/>
                  </a:lnTo>
                  <a:lnTo>
                    <a:pt x="316848" y="241571"/>
                  </a:lnTo>
                  <a:lnTo>
                    <a:pt x="319135" y="236782"/>
                  </a:lnTo>
                  <a:lnTo>
                    <a:pt x="321268" y="231922"/>
                  </a:lnTo>
                  <a:lnTo>
                    <a:pt x="323246" y="226997"/>
                  </a:lnTo>
                  <a:lnTo>
                    <a:pt x="325067" y="222011"/>
                  </a:lnTo>
                  <a:lnTo>
                    <a:pt x="326729" y="216970"/>
                  </a:lnTo>
                  <a:lnTo>
                    <a:pt x="328229" y="211879"/>
                  </a:lnTo>
                  <a:lnTo>
                    <a:pt x="329567" y="206743"/>
                  </a:lnTo>
                  <a:lnTo>
                    <a:pt x="330742" y="201567"/>
                  </a:lnTo>
                  <a:lnTo>
                    <a:pt x="331752" y="196357"/>
                  </a:lnTo>
                  <a:lnTo>
                    <a:pt x="332595" y="191117"/>
                  </a:lnTo>
                  <a:lnTo>
                    <a:pt x="333272" y="185853"/>
                  </a:lnTo>
                  <a:lnTo>
                    <a:pt x="333782" y="180569"/>
                  </a:lnTo>
                  <a:lnTo>
                    <a:pt x="334123" y="175273"/>
                  </a:lnTo>
                  <a:lnTo>
                    <a:pt x="334296" y="169968"/>
                  </a:lnTo>
                  <a:lnTo>
                    <a:pt x="334301" y="164661"/>
                  </a:lnTo>
                  <a:lnTo>
                    <a:pt x="334137" y="159356"/>
                  </a:lnTo>
                  <a:lnTo>
                    <a:pt x="333805" y="154059"/>
                  </a:lnTo>
                  <a:lnTo>
                    <a:pt x="333305" y="148775"/>
                  </a:lnTo>
                  <a:lnTo>
                    <a:pt x="332637" y="143509"/>
                  </a:lnTo>
                  <a:lnTo>
                    <a:pt x="331803" y="138268"/>
                  </a:lnTo>
                  <a:lnTo>
                    <a:pt x="330802" y="133055"/>
                  </a:lnTo>
                  <a:lnTo>
                    <a:pt x="329637" y="127877"/>
                  </a:lnTo>
                  <a:lnTo>
                    <a:pt x="328308" y="122739"/>
                  </a:lnTo>
                  <a:lnTo>
                    <a:pt x="326816" y="117645"/>
                  </a:lnTo>
                  <a:lnTo>
                    <a:pt x="325164" y="112602"/>
                  </a:lnTo>
                  <a:lnTo>
                    <a:pt x="323352" y="107613"/>
                  </a:lnTo>
                  <a:lnTo>
                    <a:pt x="321383" y="102684"/>
                  </a:lnTo>
                  <a:lnTo>
                    <a:pt x="319258" y="97821"/>
                  </a:lnTo>
                  <a:lnTo>
                    <a:pt x="316980" y="93027"/>
                  </a:lnTo>
                  <a:lnTo>
                    <a:pt x="314550" y="88308"/>
                  </a:lnTo>
                  <a:lnTo>
                    <a:pt x="311973" y="83668"/>
                  </a:lnTo>
                  <a:lnTo>
                    <a:pt x="309249" y="79113"/>
                  </a:lnTo>
                  <a:lnTo>
                    <a:pt x="306382" y="74647"/>
                  </a:lnTo>
                  <a:lnTo>
                    <a:pt x="303375" y="70273"/>
                  </a:lnTo>
                  <a:lnTo>
                    <a:pt x="300230" y="65998"/>
                  </a:lnTo>
                  <a:lnTo>
                    <a:pt x="296951" y="61824"/>
                  </a:lnTo>
                  <a:lnTo>
                    <a:pt x="293542" y="57756"/>
                  </a:lnTo>
                  <a:lnTo>
                    <a:pt x="290005" y="53799"/>
                  </a:lnTo>
                  <a:lnTo>
                    <a:pt x="286344" y="49956"/>
                  </a:lnTo>
                  <a:lnTo>
                    <a:pt x="282563" y="46232"/>
                  </a:lnTo>
                  <a:lnTo>
                    <a:pt x="278665" y="42629"/>
                  </a:lnTo>
                  <a:lnTo>
                    <a:pt x="274656" y="39151"/>
                  </a:lnTo>
                  <a:lnTo>
                    <a:pt x="270538" y="35803"/>
                  </a:lnTo>
                  <a:lnTo>
                    <a:pt x="266315" y="32587"/>
                  </a:lnTo>
                  <a:lnTo>
                    <a:pt x="261993" y="29507"/>
                  </a:lnTo>
                  <a:lnTo>
                    <a:pt x="257575" y="26566"/>
                  </a:lnTo>
                  <a:lnTo>
                    <a:pt x="253066" y="23766"/>
                  </a:lnTo>
                  <a:lnTo>
                    <a:pt x="248470" y="21111"/>
                  </a:lnTo>
                  <a:lnTo>
                    <a:pt x="243793" y="18603"/>
                  </a:lnTo>
                  <a:lnTo>
                    <a:pt x="239038" y="16245"/>
                  </a:lnTo>
                  <a:lnTo>
                    <a:pt x="234210" y="14039"/>
                  </a:lnTo>
                  <a:lnTo>
                    <a:pt x="229315" y="11987"/>
                  </a:lnTo>
                  <a:lnTo>
                    <a:pt x="224358" y="10092"/>
                  </a:lnTo>
                  <a:lnTo>
                    <a:pt x="219342" y="8355"/>
                  </a:lnTo>
                  <a:lnTo>
                    <a:pt x="214275" y="6779"/>
                  </a:lnTo>
                  <a:lnTo>
                    <a:pt x="209159" y="5363"/>
                  </a:lnTo>
                  <a:lnTo>
                    <a:pt x="204001" y="4111"/>
                  </a:lnTo>
                  <a:lnTo>
                    <a:pt x="198807" y="3024"/>
                  </a:lnTo>
                  <a:lnTo>
                    <a:pt x="193580" y="2102"/>
                  </a:lnTo>
                  <a:lnTo>
                    <a:pt x="188326" y="1346"/>
                  </a:lnTo>
                  <a:lnTo>
                    <a:pt x="183051" y="757"/>
                  </a:lnTo>
                  <a:lnTo>
                    <a:pt x="177761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460" y="2406772"/>
              <a:ext cx="20273" cy="167167"/>
            </a:xfrm>
            <a:custGeom>
              <a:avLst/>
              <a:pathLst>
                <a:path w="20273" h="167167">
                  <a:moveTo>
                    <a:pt x="20273" y="0"/>
                  </a:moveTo>
                  <a:lnTo>
                    <a:pt x="10118" y="308"/>
                  </a:lnTo>
                  <a:lnTo>
                    <a:pt x="0" y="1233"/>
                  </a:lnTo>
                  <a:lnTo>
                    <a:pt x="2027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460" y="2408006"/>
              <a:ext cx="20273" cy="165933"/>
            </a:xfrm>
            <a:custGeom>
              <a:avLst/>
              <a:pathLst>
                <a:path w="20273" h="165933">
                  <a:moveTo>
                    <a:pt x="0" y="0"/>
                  </a:moveTo>
                  <a:lnTo>
                    <a:pt x="20273" y="1659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478575" y="2408006"/>
              <a:ext cx="334315" cy="333098"/>
            </a:xfrm>
            <a:custGeom>
              <a:avLst/>
              <a:pathLst>
                <a:path w="334315" h="333098">
                  <a:moveTo>
                    <a:pt x="146884" y="0"/>
                  </a:moveTo>
                  <a:lnTo>
                    <a:pt x="141629" y="726"/>
                  </a:lnTo>
                  <a:lnTo>
                    <a:pt x="136400" y="1620"/>
                  </a:lnTo>
                  <a:lnTo>
                    <a:pt x="131202" y="2678"/>
                  </a:lnTo>
                  <a:lnTo>
                    <a:pt x="126040" y="3901"/>
                  </a:lnTo>
                  <a:lnTo>
                    <a:pt x="120919" y="5288"/>
                  </a:lnTo>
                  <a:lnTo>
                    <a:pt x="115845" y="6836"/>
                  </a:lnTo>
                  <a:lnTo>
                    <a:pt x="110823" y="8544"/>
                  </a:lnTo>
                  <a:lnTo>
                    <a:pt x="105857" y="10410"/>
                  </a:lnTo>
                  <a:lnTo>
                    <a:pt x="100954" y="12434"/>
                  </a:lnTo>
                  <a:lnTo>
                    <a:pt x="96116" y="14612"/>
                  </a:lnTo>
                  <a:lnTo>
                    <a:pt x="91351" y="16942"/>
                  </a:lnTo>
                  <a:lnTo>
                    <a:pt x="86662" y="19422"/>
                  </a:lnTo>
                  <a:lnTo>
                    <a:pt x="82053" y="22050"/>
                  </a:lnTo>
                  <a:lnTo>
                    <a:pt x="77531" y="24823"/>
                  </a:lnTo>
                  <a:lnTo>
                    <a:pt x="73099" y="27738"/>
                  </a:lnTo>
                  <a:lnTo>
                    <a:pt x="68761" y="30792"/>
                  </a:lnTo>
                  <a:lnTo>
                    <a:pt x="64523" y="33982"/>
                  </a:lnTo>
                  <a:lnTo>
                    <a:pt x="60387" y="37305"/>
                  </a:lnTo>
                  <a:lnTo>
                    <a:pt x="56360" y="40758"/>
                  </a:lnTo>
                  <a:lnTo>
                    <a:pt x="52444" y="44336"/>
                  </a:lnTo>
                  <a:lnTo>
                    <a:pt x="48643" y="48037"/>
                  </a:lnTo>
                  <a:lnTo>
                    <a:pt x="44962" y="51857"/>
                  </a:lnTo>
                  <a:lnTo>
                    <a:pt x="41404" y="55792"/>
                  </a:lnTo>
                  <a:lnTo>
                    <a:pt x="37973" y="59838"/>
                  </a:lnTo>
                  <a:lnTo>
                    <a:pt x="34671" y="63990"/>
                  </a:lnTo>
                  <a:lnTo>
                    <a:pt x="31504" y="68245"/>
                  </a:lnTo>
                  <a:lnTo>
                    <a:pt x="28472" y="72599"/>
                  </a:lnTo>
                  <a:lnTo>
                    <a:pt x="25581" y="77046"/>
                  </a:lnTo>
                  <a:lnTo>
                    <a:pt x="22831" y="81583"/>
                  </a:lnTo>
                  <a:lnTo>
                    <a:pt x="20228" y="86205"/>
                  </a:lnTo>
                  <a:lnTo>
                    <a:pt x="17772" y="90907"/>
                  </a:lnTo>
                  <a:lnTo>
                    <a:pt x="15467" y="95685"/>
                  </a:lnTo>
                  <a:lnTo>
                    <a:pt x="13314" y="100533"/>
                  </a:lnTo>
                  <a:lnTo>
                    <a:pt x="11316" y="105448"/>
                  </a:lnTo>
                  <a:lnTo>
                    <a:pt x="9476" y="110423"/>
                  </a:lnTo>
                  <a:lnTo>
                    <a:pt x="7794" y="115454"/>
                  </a:lnTo>
                  <a:lnTo>
                    <a:pt x="6272" y="120536"/>
                  </a:lnTo>
                  <a:lnTo>
                    <a:pt x="4913" y="125664"/>
                  </a:lnTo>
                  <a:lnTo>
                    <a:pt x="3717" y="130832"/>
                  </a:lnTo>
                  <a:lnTo>
                    <a:pt x="2685" y="136036"/>
                  </a:lnTo>
                  <a:lnTo>
                    <a:pt x="1820" y="141269"/>
                  </a:lnTo>
                  <a:lnTo>
                    <a:pt x="1120" y="146528"/>
                  </a:lnTo>
                  <a:lnTo>
                    <a:pt x="588" y="151806"/>
                  </a:lnTo>
                  <a:lnTo>
                    <a:pt x="224" y="157098"/>
                  </a:lnTo>
                  <a:lnTo>
                    <a:pt x="27" y="162400"/>
                  </a:lnTo>
                  <a:lnTo>
                    <a:pt x="0" y="167704"/>
                  </a:lnTo>
                  <a:lnTo>
                    <a:pt x="140" y="173007"/>
                  </a:lnTo>
                  <a:lnTo>
                    <a:pt x="448" y="178303"/>
                  </a:lnTo>
                  <a:lnTo>
                    <a:pt x="925" y="183587"/>
                  </a:lnTo>
                  <a:lnTo>
                    <a:pt x="1569" y="188852"/>
                  </a:lnTo>
                  <a:lnTo>
                    <a:pt x="2379" y="194095"/>
                  </a:lnTo>
                  <a:lnTo>
                    <a:pt x="3356" y="199309"/>
                  </a:lnTo>
                  <a:lnTo>
                    <a:pt x="4497" y="204490"/>
                  </a:lnTo>
                  <a:lnTo>
                    <a:pt x="5803" y="209632"/>
                  </a:lnTo>
                  <a:lnTo>
                    <a:pt x="7270" y="214729"/>
                  </a:lnTo>
                  <a:lnTo>
                    <a:pt x="8899" y="219778"/>
                  </a:lnTo>
                  <a:lnTo>
                    <a:pt x="10687" y="224772"/>
                  </a:lnTo>
                  <a:lnTo>
                    <a:pt x="12633" y="229707"/>
                  </a:lnTo>
                  <a:lnTo>
                    <a:pt x="14735" y="234578"/>
                  </a:lnTo>
                  <a:lnTo>
                    <a:pt x="16989" y="239380"/>
                  </a:lnTo>
                  <a:lnTo>
                    <a:pt x="19395" y="244108"/>
                  </a:lnTo>
                  <a:lnTo>
                    <a:pt x="21950" y="248757"/>
                  </a:lnTo>
                  <a:lnTo>
                    <a:pt x="24651" y="253323"/>
                  </a:lnTo>
                  <a:lnTo>
                    <a:pt x="27496" y="257800"/>
                  </a:lnTo>
                  <a:lnTo>
                    <a:pt x="30481" y="262186"/>
                  </a:lnTo>
                  <a:lnTo>
                    <a:pt x="33604" y="266474"/>
                  </a:lnTo>
                  <a:lnTo>
                    <a:pt x="36862" y="270661"/>
                  </a:lnTo>
                  <a:lnTo>
                    <a:pt x="40250" y="274742"/>
                  </a:lnTo>
                  <a:lnTo>
                    <a:pt x="43767" y="278714"/>
                  </a:lnTo>
                  <a:lnTo>
                    <a:pt x="47407" y="282573"/>
                  </a:lnTo>
                  <a:lnTo>
                    <a:pt x="51169" y="286314"/>
                  </a:lnTo>
                  <a:lnTo>
                    <a:pt x="55047" y="289933"/>
                  </a:lnTo>
                  <a:lnTo>
                    <a:pt x="59038" y="293428"/>
                  </a:lnTo>
                  <a:lnTo>
                    <a:pt x="63137" y="296795"/>
                  </a:lnTo>
                  <a:lnTo>
                    <a:pt x="67342" y="300029"/>
                  </a:lnTo>
                  <a:lnTo>
                    <a:pt x="71647" y="303129"/>
                  </a:lnTo>
                  <a:lnTo>
                    <a:pt x="76048" y="306090"/>
                  </a:lnTo>
                  <a:lnTo>
                    <a:pt x="80541" y="308911"/>
                  </a:lnTo>
                  <a:lnTo>
                    <a:pt x="85122" y="311587"/>
                  </a:lnTo>
                  <a:lnTo>
                    <a:pt x="89785" y="314117"/>
                  </a:lnTo>
                  <a:lnTo>
                    <a:pt x="94525" y="316497"/>
                  </a:lnTo>
                  <a:lnTo>
                    <a:pt x="99339" y="318726"/>
                  </a:lnTo>
                  <a:lnTo>
                    <a:pt x="104222" y="320801"/>
                  </a:lnTo>
                  <a:lnTo>
                    <a:pt x="109167" y="322720"/>
                  </a:lnTo>
                  <a:lnTo>
                    <a:pt x="114171" y="324481"/>
                  </a:lnTo>
                  <a:lnTo>
                    <a:pt x="119229" y="326082"/>
                  </a:lnTo>
                  <a:lnTo>
                    <a:pt x="124334" y="327522"/>
                  </a:lnTo>
                  <a:lnTo>
                    <a:pt x="129483" y="328800"/>
                  </a:lnTo>
                  <a:lnTo>
                    <a:pt x="134670" y="329913"/>
                  </a:lnTo>
                  <a:lnTo>
                    <a:pt x="139889" y="330861"/>
                  </a:lnTo>
                  <a:lnTo>
                    <a:pt x="145136" y="331644"/>
                  </a:lnTo>
                  <a:lnTo>
                    <a:pt x="150405" y="332259"/>
                  </a:lnTo>
                  <a:lnTo>
                    <a:pt x="155691" y="332707"/>
                  </a:lnTo>
                  <a:lnTo>
                    <a:pt x="160988" y="332987"/>
                  </a:lnTo>
                  <a:lnTo>
                    <a:pt x="166292" y="333098"/>
                  </a:lnTo>
                  <a:lnTo>
                    <a:pt x="171597" y="333042"/>
                  </a:lnTo>
                  <a:lnTo>
                    <a:pt x="176897" y="332817"/>
                  </a:lnTo>
                  <a:lnTo>
                    <a:pt x="182187" y="332423"/>
                  </a:lnTo>
                  <a:lnTo>
                    <a:pt x="187462" y="331863"/>
                  </a:lnTo>
                  <a:lnTo>
                    <a:pt x="192717" y="331135"/>
                  </a:lnTo>
                  <a:lnTo>
                    <a:pt x="197946" y="330241"/>
                  </a:lnTo>
                  <a:lnTo>
                    <a:pt x="203144" y="329181"/>
                  </a:lnTo>
                  <a:lnTo>
                    <a:pt x="208305" y="327957"/>
                  </a:lnTo>
                  <a:lnTo>
                    <a:pt x="213426" y="326570"/>
                  </a:lnTo>
                  <a:lnTo>
                    <a:pt x="218499" y="325021"/>
                  </a:lnTo>
                  <a:lnTo>
                    <a:pt x="223521" y="323312"/>
                  </a:lnTo>
                  <a:lnTo>
                    <a:pt x="228487" y="321444"/>
                  </a:lnTo>
                  <a:lnTo>
                    <a:pt x="233390" y="319420"/>
                  </a:lnTo>
                  <a:lnTo>
                    <a:pt x="238227" y="317241"/>
                  </a:lnTo>
                  <a:lnTo>
                    <a:pt x="242992" y="314910"/>
                  </a:lnTo>
                  <a:lnTo>
                    <a:pt x="247681" y="312429"/>
                  </a:lnTo>
                  <a:lnTo>
                    <a:pt x="252289" y="309800"/>
                  </a:lnTo>
                  <a:lnTo>
                    <a:pt x="256811" y="307026"/>
                  </a:lnTo>
                  <a:lnTo>
                    <a:pt x="261242" y="304111"/>
                  </a:lnTo>
                  <a:lnTo>
                    <a:pt x="265579" y="301056"/>
                  </a:lnTo>
                  <a:lnTo>
                    <a:pt x="269817" y="297865"/>
                  </a:lnTo>
                  <a:lnTo>
                    <a:pt x="273952" y="294541"/>
                  </a:lnTo>
                  <a:lnTo>
                    <a:pt x="277978" y="291088"/>
                  </a:lnTo>
                  <a:lnTo>
                    <a:pt x="281894" y="287508"/>
                  </a:lnTo>
                  <a:lnTo>
                    <a:pt x="285694" y="283806"/>
                  </a:lnTo>
                  <a:lnTo>
                    <a:pt x="289374" y="279986"/>
                  </a:lnTo>
                  <a:lnTo>
                    <a:pt x="292931" y="276051"/>
                  </a:lnTo>
                  <a:lnTo>
                    <a:pt x="296362" y="272004"/>
                  </a:lnTo>
                  <a:lnTo>
                    <a:pt x="299663" y="267851"/>
                  </a:lnTo>
                  <a:lnTo>
                    <a:pt x="302830" y="263596"/>
                  </a:lnTo>
                  <a:lnTo>
                    <a:pt x="305860" y="259242"/>
                  </a:lnTo>
                  <a:lnTo>
                    <a:pt x="308751" y="254794"/>
                  </a:lnTo>
                  <a:lnTo>
                    <a:pt x="311499" y="250256"/>
                  </a:lnTo>
                  <a:lnTo>
                    <a:pt x="314102" y="245634"/>
                  </a:lnTo>
                  <a:lnTo>
                    <a:pt x="316557" y="240931"/>
                  </a:lnTo>
                  <a:lnTo>
                    <a:pt x="318862" y="236153"/>
                  </a:lnTo>
                  <a:lnTo>
                    <a:pt x="321013" y="231304"/>
                  </a:lnTo>
                  <a:lnTo>
                    <a:pt x="323010" y="226389"/>
                  </a:lnTo>
                  <a:lnTo>
                    <a:pt x="324850" y="221414"/>
                  </a:lnTo>
                  <a:lnTo>
                    <a:pt x="326531" y="216382"/>
                  </a:lnTo>
                  <a:lnTo>
                    <a:pt x="328051" y="211300"/>
                  </a:lnTo>
                  <a:lnTo>
                    <a:pt x="329410" y="206172"/>
                  </a:lnTo>
                  <a:lnTo>
                    <a:pt x="330605" y="201004"/>
                  </a:lnTo>
                  <a:lnTo>
                    <a:pt x="331635" y="195800"/>
                  </a:lnTo>
                  <a:lnTo>
                    <a:pt x="332500" y="190566"/>
                  </a:lnTo>
                  <a:lnTo>
                    <a:pt x="333199" y="185307"/>
                  </a:lnTo>
                  <a:lnTo>
                    <a:pt x="333730" y="180029"/>
                  </a:lnTo>
                  <a:lnTo>
                    <a:pt x="334093" y="174737"/>
                  </a:lnTo>
                  <a:lnTo>
                    <a:pt x="334288" y="169435"/>
                  </a:lnTo>
                  <a:lnTo>
                    <a:pt x="334315" y="164130"/>
                  </a:lnTo>
                  <a:lnTo>
                    <a:pt x="334174" y="158828"/>
                  </a:lnTo>
                  <a:lnTo>
                    <a:pt x="333864" y="153532"/>
                  </a:lnTo>
                  <a:lnTo>
                    <a:pt x="333387" y="148248"/>
                  </a:lnTo>
                  <a:lnTo>
                    <a:pt x="332742" y="142983"/>
                  </a:lnTo>
                  <a:lnTo>
                    <a:pt x="331931" y="137740"/>
                  </a:lnTo>
                  <a:lnTo>
                    <a:pt x="330953" y="132526"/>
                  </a:lnTo>
                  <a:lnTo>
                    <a:pt x="329811" y="127346"/>
                  </a:lnTo>
                  <a:lnTo>
                    <a:pt x="328504" y="122205"/>
                  </a:lnTo>
                  <a:lnTo>
                    <a:pt x="327036" y="117107"/>
                  </a:lnTo>
                  <a:lnTo>
                    <a:pt x="325406" y="112059"/>
                  </a:lnTo>
                  <a:lnTo>
                    <a:pt x="323617" y="107065"/>
                  </a:lnTo>
                  <a:lnTo>
                    <a:pt x="321670" y="102130"/>
                  </a:lnTo>
                  <a:lnTo>
                    <a:pt x="319568" y="97259"/>
                  </a:lnTo>
                  <a:lnTo>
                    <a:pt x="317312" y="92458"/>
                  </a:lnTo>
                  <a:lnTo>
                    <a:pt x="314905" y="87731"/>
                  </a:lnTo>
                  <a:lnTo>
                    <a:pt x="312349" y="83082"/>
                  </a:lnTo>
                  <a:lnTo>
                    <a:pt x="309647" y="78517"/>
                  </a:lnTo>
                  <a:lnTo>
                    <a:pt x="306802" y="74040"/>
                  </a:lnTo>
                  <a:lnTo>
                    <a:pt x="303816" y="69655"/>
                  </a:lnTo>
                  <a:lnTo>
                    <a:pt x="300692" y="65367"/>
                  </a:lnTo>
                  <a:lnTo>
                    <a:pt x="297434" y="61181"/>
                  </a:lnTo>
                  <a:lnTo>
                    <a:pt x="294045" y="57100"/>
                  </a:lnTo>
                  <a:lnTo>
                    <a:pt x="290528" y="53129"/>
                  </a:lnTo>
                  <a:lnTo>
                    <a:pt x="286886" y="49271"/>
                  </a:lnTo>
                  <a:lnTo>
                    <a:pt x="283124" y="45531"/>
                  </a:lnTo>
                  <a:lnTo>
                    <a:pt x="279245" y="41912"/>
                  </a:lnTo>
                  <a:lnTo>
                    <a:pt x="275254" y="38418"/>
                  </a:lnTo>
                  <a:lnTo>
                    <a:pt x="271153" y="35052"/>
                  </a:lnTo>
                  <a:lnTo>
                    <a:pt x="266948" y="31818"/>
                  </a:lnTo>
                  <a:lnTo>
                    <a:pt x="262643" y="28719"/>
                  </a:lnTo>
                  <a:lnTo>
                    <a:pt x="258241" y="25759"/>
                  </a:lnTo>
                  <a:lnTo>
                    <a:pt x="253747" y="22939"/>
                  </a:lnTo>
                  <a:lnTo>
                    <a:pt x="249166" y="20264"/>
                  </a:lnTo>
                  <a:lnTo>
                    <a:pt x="244503" y="17735"/>
                  </a:lnTo>
                  <a:lnTo>
                    <a:pt x="239762" y="15356"/>
                  </a:lnTo>
                  <a:lnTo>
                    <a:pt x="234947" y="13128"/>
                  </a:lnTo>
                  <a:lnTo>
                    <a:pt x="230065" y="11054"/>
                  </a:lnTo>
                  <a:lnTo>
                    <a:pt x="225119" y="9136"/>
                  </a:lnTo>
                  <a:lnTo>
                    <a:pt x="220114" y="7375"/>
                  </a:lnTo>
                  <a:lnTo>
                    <a:pt x="215057" y="5775"/>
                  </a:lnTo>
                  <a:lnTo>
                    <a:pt x="209951" y="4336"/>
                  </a:lnTo>
                  <a:lnTo>
                    <a:pt x="204802" y="3059"/>
                  </a:lnTo>
                  <a:lnTo>
                    <a:pt x="199615" y="1947"/>
                  </a:lnTo>
                  <a:lnTo>
                    <a:pt x="167158" y="165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45733" y="2406772"/>
              <a:ext cx="32457" cy="167167"/>
            </a:xfrm>
            <a:custGeom>
              <a:avLst/>
              <a:pathLst>
                <a:path w="32457" h="167167">
                  <a:moveTo>
                    <a:pt x="32457" y="3181"/>
                  </a:moveTo>
                  <a:lnTo>
                    <a:pt x="26025" y="2038"/>
                  </a:lnTo>
                  <a:lnTo>
                    <a:pt x="19554" y="1147"/>
                  </a:lnTo>
                  <a:lnTo>
                    <a:pt x="13052" y="510"/>
                  </a:lnTo>
                  <a:lnTo>
                    <a:pt x="6531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660" y="2911194"/>
              <a:ext cx="3320" cy="167167"/>
            </a:xfrm>
            <a:custGeom>
              <a:avLst/>
              <a:pathLst>
                <a:path w="3320" h="167167">
                  <a:moveTo>
                    <a:pt x="3320" y="0"/>
                  </a:moveTo>
                  <a:lnTo>
                    <a:pt x="0" y="32"/>
                  </a:lnTo>
                  <a:lnTo>
                    <a:pt x="332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660" y="2911227"/>
              <a:ext cx="3320" cy="167134"/>
            </a:xfrm>
            <a:custGeom>
              <a:avLst/>
              <a:pathLst>
                <a:path w="3320" h="167134">
                  <a:moveTo>
                    <a:pt x="0" y="0"/>
                  </a:moveTo>
                  <a:lnTo>
                    <a:pt x="3320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358813" y="2911227"/>
              <a:ext cx="334334" cy="334281"/>
            </a:xfrm>
            <a:custGeom>
              <a:avLst/>
              <a:pathLst>
                <a:path w="334334" h="334281">
                  <a:moveTo>
                    <a:pt x="163846" y="0"/>
                  </a:moveTo>
                  <a:lnTo>
                    <a:pt x="158552" y="189"/>
                  </a:lnTo>
                  <a:lnTo>
                    <a:pt x="153267" y="545"/>
                  </a:lnTo>
                  <a:lnTo>
                    <a:pt x="147995" y="1069"/>
                  </a:lnTo>
                  <a:lnTo>
                    <a:pt x="142743" y="1760"/>
                  </a:lnTo>
                  <a:lnTo>
                    <a:pt x="137516" y="2617"/>
                  </a:lnTo>
                  <a:lnTo>
                    <a:pt x="132318" y="3639"/>
                  </a:lnTo>
                  <a:lnTo>
                    <a:pt x="127155" y="4826"/>
                  </a:lnTo>
                  <a:lnTo>
                    <a:pt x="122033" y="6175"/>
                  </a:lnTo>
                  <a:lnTo>
                    <a:pt x="116955" y="7686"/>
                  </a:lnTo>
                  <a:lnTo>
                    <a:pt x="111928" y="9357"/>
                  </a:lnTo>
                  <a:lnTo>
                    <a:pt x="106957" y="11186"/>
                  </a:lnTo>
                  <a:lnTo>
                    <a:pt x="102046" y="13172"/>
                  </a:lnTo>
                  <a:lnTo>
                    <a:pt x="97200" y="15313"/>
                  </a:lnTo>
                  <a:lnTo>
                    <a:pt x="92425" y="17606"/>
                  </a:lnTo>
                  <a:lnTo>
                    <a:pt x="87725" y="20049"/>
                  </a:lnTo>
                  <a:lnTo>
                    <a:pt x="83104" y="22640"/>
                  </a:lnTo>
                  <a:lnTo>
                    <a:pt x="78568" y="25376"/>
                  </a:lnTo>
                  <a:lnTo>
                    <a:pt x="74121" y="28255"/>
                  </a:lnTo>
                  <a:lnTo>
                    <a:pt x="69768" y="31272"/>
                  </a:lnTo>
                  <a:lnTo>
                    <a:pt x="65512" y="34427"/>
                  </a:lnTo>
                  <a:lnTo>
                    <a:pt x="61358" y="37714"/>
                  </a:lnTo>
                  <a:lnTo>
                    <a:pt x="57310" y="41132"/>
                  </a:lnTo>
                  <a:lnTo>
                    <a:pt x="53373" y="44676"/>
                  </a:lnTo>
                  <a:lnTo>
                    <a:pt x="49550" y="48343"/>
                  </a:lnTo>
                  <a:lnTo>
                    <a:pt x="45845" y="52129"/>
                  </a:lnTo>
                  <a:lnTo>
                    <a:pt x="42262" y="56031"/>
                  </a:lnTo>
                  <a:lnTo>
                    <a:pt x="38805" y="60044"/>
                  </a:lnTo>
                  <a:lnTo>
                    <a:pt x="35476" y="64165"/>
                  </a:lnTo>
                  <a:lnTo>
                    <a:pt x="32280" y="68389"/>
                  </a:lnTo>
                  <a:lnTo>
                    <a:pt x="29219" y="72713"/>
                  </a:lnTo>
                  <a:lnTo>
                    <a:pt x="26296" y="77131"/>
                  </a:lnTo>
                  <a:lnTo>
                    <a:pt x="23515" y="81640"/>
                  </a:lnTo>
                  <a:lnTo>
                    <a:pt x="20879" y="86234"/>
                  </a:lnTo>
                  <a:lnTo>
                    <a:pt x="18389" y="90910"/>
                  </a:lnTo>
                  <a:lnTo>
                    <a:pt x="16048" y="95662"/>
                  </a:lnTo>
                  <a:lnTo>
                    <a:pt x="13860" y="100486"/>
                  </a:lnTo>
                  <a:lnTo>
                    <a:pt x="11825" y="105377"/>
                  </a:lnTo>
                  <a:lnTo>
                    <a:pt x="9946" y="110330"/>
                  </a:lnTo>
                  <a:lnTo>
                    <a:pt x="8225" y="115340"/>
                  </a:lnTo>
                  <a:lnTo>
                    <a:pt x="6664" y="120402"/>
                  </a:lnTo>
                  <a:lnTo>
                    <a:pt x="5264" y="125511"/>
                  </a:lnTo>
                  <a:lnTo>
                    <a:pt x="4026" y="130662"/>
                  </a:lnTo>
                  <a:lnTo>
                    <a:pt x="2953" y="135850"/>
                  </a:lnTo>
                  <a:lnTo>
                    <a:pt x="2044" y="141068"/>
                  </a:lnTo>
                  <a:lnTo>
                    <a:pt x="1301" y="146313"/>
                  </a:lnTo>
                  <a:lnTo>
                    <a:pt x="724" y="151579"/>
                  </a:lnTo>
                  <a:lnTo>
                    <a:pt x="315" y="156861"/>
                  </a:lnTo>
                  <a:lnTo>
                    <a:pt x="73" y="162153"/>
                  </a:lnTo>
                  <a:lnTo>
                    <a:pt x="0" y="167449"/>
                  </a:lnTo>
                  <a:lnTo>
                    <a:pt x="93" y="172746"/>
                  </a:lnTo>
                  <a:lnTo>
                    <a:pt x="355" y="178037"/>
                  </a:lnTo>
                  <a:lnTo>
                    <a:pt x="784" y="183317"/>
                  </a:lnTo>
                  <a:lnTo>
                    <a:pt x="1381" y="188580"/>
                  </a:lnTo>
                  <a:lnTo>
                    <a:pt x="2143" y="193822"/>
                  </a:lnTo>
                  <a:lnTo>
                    <a:pt x="3072" y="199038"/>
                  </a:lnTo>
                  <a:lnTo>
                    <a:pt x="4165" y="204221"/>
                  </a:lnTo>
                  <a:lnTo>
                    <a:pt x="5422" y="209367"/>
                  </a:lnTo>
                  <a:lnTo>
                    <a:pt x="6841" y="214471"/>
                  </a:lnTo>
                  <a:lnTo>
                    <a:pt x="8422" y="219527"/>
                  </a:lnTo>
                  <a:lnTo>
                    <a:pt x="10162" y="224530"/>
                  </a:lnTo>
                  <a:lnTo>
                    <a:pt x="12059" y="229476"/>
                  </a:lnTo>
                  <a:lnTo>
                    <a:pt x="14112" y="234360"/>
                  </a:lnTo>
                  <a:lnTo>
                    <a:pt x="16319" y="239175"/>
                  </a:lnTo>
                  <a:lnTo>
                    <a:pt x="18677" y="243919"/>
                  </a:lnTo>
                  <a:lnTo>
                    <a:pt x="21185" y="248585"/>
                  </a:lnTo>
                  <a:lnTo>
                    <a:pt x="23839" y="253170"/>
                  </a:lnTo>
                  <a:lnTo>
                    <a:pt x="26637" y="257668"/>
                  </a:lnTo>
                  <a:lnTo>
                    <a:pt x="29576" y="262075"/>
                  </a:lnTo>
                  <a:lnTo>
                    <a:pt x="32653" y="266387"/>
                  </a:lnTo>
                  <a:lnTo>
                    <a:pt x="35866" y="270599"/>
                  </a:lnTo>
                  <a:lnTo>
                    <a:pt x="39210" y="274707"/>
                  </a:lnTo>
                  <a:lnTo>
                    <a:pt x="42683" y="278708"/>
                  </a:lnTo>
                  <a:lnTo>
                    <a:pt x="46280" y="282596"/>
                  </a:lnTo>
                  <a:lnTo>
                    <a:pt x="49999" y="286368"/>
                  </a:lnTo>
                  <a:lnTo>
                    <a:pt x="53836" y="290021"/>
                  </a:lnTo>
                  <a:lnTo>
                    <a:pt x="57787" y="293550"/>
                  </a:lnTo>
                  <a:lnTo>
                    <a:pt x="61847" y="296952"/>
                  </a:lnTo>
                  <a:lnTo>
                    <a:pt x="66013" y="300224"/>
                  </a:lnTo>
                  <a:lnTo>
                    <a:pt x="70281" y="303362"/>
                  </a:lnTo>
                  <a:lnTo>
                    <a:pt x="74646" y="306364"/>
                  </a:lnTo>
                  <a:lnTo>
                    <a:pt x="79104" y="309225"/>
                  </a:lnTo>
                  <a:lnTo>
                    <a:pt x="83650" y="311944"/>
                  </a:lnTo>
                  <a:lnTo>
                    <a:pt x="88280" y="314518"/>
                  </a:lnTo>
                  <a:lnTo>
                    <a:pt x="92990" y="316943"/>
                  </a:lnTo>
                  <a:lnTo>
                    <a:pt x="97774" y="319218"/>
                  </a:lnTo>
                  <a:lnTo>
                    <a:pt x="102627" y="321340"/>
                  </a:lnTo>
                  <a:lnTo>
                    <a:pt x="107546" y="323308"/>
                  </a:lnTo>
                  <a:lnTo>
                    <a:pt x="112524" y="325119"/>
                  </a:lnTo>
                  <a:lnTo>
                    <a:pt x="117557" y="326771"/>
                  </a:lnTo>
                  <a:lnTo>
                    <a:pt x="122640" y="328262"/>
                  </a:lnTo>
                  <a:lnTo>
                    <a:pt x="127768" y="329592"/>
                  </a:lnTo>
                  <a:lnTo>
                    <a:pt x="132935" y="330759"/>
                  </a:lnTo>
                  <a:lnTo>
                    <a:pt x="138137" y="331761"/>
                  </a:lnTo>
                  <a:lnTo>
                    <a:pt x="143368" y="332599"/>
                  </a:lnTo>
                  <a:lnTo>
                    <a:pt x="148622" y="333270"/>
                  </a:lnTo>
                  <a:lnTo>
                    <a:pt x="153896" y="333774"/>
                  </a:lnTo>
                  <a:lnTo>
                    <a:pt x="159182" y="334111"/>
                  </a:lnTo>
                  <a:lnTo>
                    <a:pt x="164477" y="334280"/>
                  </a:lnTo>
                  <a:lnTo>
                    <a:pt x="169774" y="334281"/>
                  </a:lnTo>
                  <a:lnTo>
                    <a:pt x="175069" y="334115"/>
                  </a:lnTo>
                  <a:lnTo>
                    <a:pt x="180356" y="333780"/>
                  </a:lnTo>
                  <a:lnTo>
                    <a:pt x="185629" y="333279"/>
                  </a:lnTo>
                  <a:lnTo>
                    <a:pt x="190884" y="332610"/>
                  </a:lnTo>
                  <a:lnTo>
                    <a:pt x="196115" y="331776"/>
                  </a:lnTo>
                  <a:lnTo>
                    <a:pt x="201318" y="330776"/>
                  </a:lnTo>
                  <a:lnTo>
                    <a:pt x="206485" y="329612"/>
                  </a:lnTo>
                  <a:lnTo>
                    <a:pt x="211614" y="328284"/>
                  </a:lnTo>
                  <a:lnTo>
                    <a:pt x="216697" y="326795"/>
                  </a:lnTo>
                  <a:lnTo>
                    <a:pt x="221731" y="325146"/>
                  </a:lnTo>
                  <a:lnTo>
                    <a:pt x="226711" y="323337"/>
                  </a:lnTo>
                  <a:lnTo>
                    <a:pt x="231630" y="321372"/>
                  </a:lnTo>
                  <a:lnTo>
                    <a:pt x="236485" y="319252"/>
                  </a:lnTo>
                  <a:lnTo>
                    <a:pt x="241270" y="316980"/>
                  </a:lnTo>
                  <a:lnTo>
                    <a:pt x="245980" y="314556"/>
                  </a:lnTo>
                  <a:lnTo>
                    <a:pt x="250612" y="311985"/>
                  </a:lnTo>
                  <a:lnTo>
                    <a:pt x="255159" y="309268"/>
                  </a:lnTo>
                  <a:lnTo>
                    <a:pt x="259619" y="306409"/>
                  </a:lnTo>
                  <a:lnTo>
                    <a:pt x="263985" y="303410"/>
                  </a:lnTo>
                  <a:lnTo>
                    <a:pt x="268255" y="300274"/>
                  </a:lnTo>
                  <a:lnTo>
                    <a:pt x="272422" y="297004"/>
                  </a:lnTo>
                  <a:lnTo>
                    <a:pt x="276484" y="293604"/>
                  </a:lnTo>
                  <a:lnTo>
                    <a:pt x="280437" y="290076"/>
                  </a:lnTo>
                  <a:lnTo>
                    <a:pt x="284275" y="286426"/>
                  </a:lnTo>
                  <a:lnTo>
                    <a:pt x="287996" y="282655"/>
                  </a:lnTo>
                  <a:lnTo>
                    <a:pt x="291596" y="278769"/>
                  </a:lnTo>
                  <a:lnTo>
                    <a:pt x="295070" y="274770"/>
                  </a:lnTo>
                  <a:lnTo>
                    <a:pt x="298417" y="270664"/>
                  </a:lnTo>
                  <a:lnTo>
                    <a:pt x="301631" y="266453"/>
                  </a:lnTo>
                  <a:lnTo>
                    <a:pt x="304710" y="262143"/>
                  </a:lnTo>
                  <a:lnTo>
                    <a:pt x="307652" y="257737"/>
                  </a:lnTo>
                  <a:lnTo>
                    <a:pt x="310452" y="253240"/>
                  </a:lnTo>
                  <a:lnTo>
                    <a:pt x="313108" y="248657"/>
                  </a:lnTo>
                  <a:lnTo>
                    <a:pt x="315618" y="243992"/>
                  </a:lnTo>
                  <a:lnTo>
                    <a:pt x="317979" y="239250"/>
                  </a:lnTo>
                  <a:lnTo>
                    <a:pt x="320188" y="234435"/>
                  </a:lnTo>
                  <a:lnTo>
                    <a:pt x="322244" y="229553"/>
                  </a:lnTo>
                  <a:lnTo>
                    <a:pt x="324143" y="224608"/>
                  </a:lnTo>
                  <a:lnTo>
                    <a:pt x="325886" y="219605"/>
                  </a:lnTo>
                  <a:lnTo>
                    <a:pt x="327469" y="214550"/>
                  </a:lnTo>
                  <a:lnTo>
                    <a:pt x="328890" y="209447"/>
                  </a:lnTo>
                  <a:lnTo>
                    <a:pt x="330150" y="204301"/>
                  </a:lnTo>
                  <a:lnTo>
                    <a:pt x="331246" y="199119"/>
                  </a:lnTo>
                  <a:lnTo>
                    <a:pt x="332177" y="193904"/>
                  </a:lnTo>
                  <a:lnTo>
                    <a:pt x="332942" y="188662"/>
                  </a:lnTo>
                  <a:lnTo>
                    <a:pt x="333541" y="183399"/>
                  </a:lnTo>
                  <a:lnTo>
                    <a:pt x="333973" y="178119"/>
                  </a:lnTo>
                  <a:lnTo>
                    <a:pt x="334237" y="172828"/>
                  </a:lnTo>
                  <a:lnTo>
                    <a:pt x="334334" y="167532"/>
                  </a:lnTo>
                  <a:lnTo>
                    <a:pt x="334262" y="162235"/>
                  </a:lnTo>
                  <a:lnTo>
                    <a:pt x="334023" y="156943"/>
                  </a:lnTo>
                  <a:lnTo>
                    <a:pt x="333616" y="151661"/>
                  </a:lnTo>
                  <a:lnTo>
                    <a:pt x="333043" y="146395"/>
                  </a:lnTo>
                  <a:lnTo>
                    <a:pt x="332302" y="141150"/>
                  </a:lnTo>
                  <a:lnTo>
                    <a:pt x="331396" y="135930"/>
                  </a:lnTo>
                  <a:lnTo>
                    <a:pt x="330325" y="130743"/>
                  </a:lnTo>
                  <a:lnTo>
                    <a:pt x="329090" y="125591"/>
                  </a:lnTo>
                  <a:lnTo>
                    <a:pt x="327692" y="120482"/>
                  </a:lnTo>
                  <a:lnTo>
                    <a:pt x="326134" y="115419"/>
                  </a:lnTo>
                  <a:lnTo>
                    <a:pt x="324415" y="110408"/>
                  </a:lnTo>
                  <a:lnTo>
                    <a:pt x="322539" y="105454"/>
                  </a:lnTo>
                  <a:lnTo>
                    <a:pt x="320507" y="100562"/>
                  </a:lnTo>
                  <a:lnTo>
                    <a:pt x="318320" y="95737"/>
                  </a:lnTo>
                  <a:lnTo>
                    <a:pt x="315982" y="90983"/>
                  </a:lnTo>
                  <a:lnTo>
                    <a:pt x="313495" y="86306"/>
                  </a:lnTo>
                  <a:lnTo>
                    <a:pt x="310860" y="81711"/>
                  </a:lnTo>
                  <a:lnTo>
                    <a:pt x="308081" y="77201"/>
                  </a:lnTo>
                  <a:lnTo>
                    <a:pt x="305161" y="72781"/>
                  </a:lnTo>
                  <a:lnTo>
                    <a:pt x="302102" y="68456"/>
                  </a:lnTo>
                  <a:lnTo>
                    <a:pt x="298908" y="64230"/>
                  </a:lnTo>
                  <a:lnTo>
                    <a:pt x="295581" y="60108"/>
                  </a:lnTo>
                  <a:lnTo>
                    <a:pt x="292126" y="56092"/>
                  </a:lnTo>
                  <a:lnTo>
                    <a:pt x="288545" y="52189"/>
                  </a:lnTo>
                  <a:lnTo>
                    <a:pt x="284842" y="48401"/>
                  </a:lnTo>
                  <a:lnTo>
                    <a:pt x="281020" y="44732"/>
                  </a:lnTo>
                  <a:lnTo>
                    <a:pt x="277085" y="41186"/>
                  </a:lnTo>
                  <a:lnTo>
                    <a:pt x="273039" y="37766"/>
                  </a:lnTo>
                  <a:lnTo>
                    <a:pt x="268887" y="34477"/>
                  </a:lnTo>
                  <a:lnTo>
                    <a:pt x="264633" y="31320"/>
                  </a:lnTo>
                  <a:lnTo>
                    <a:pt x="260281" y="28300"/>
                  </a:lnTo>
                  <a:lnTo>
                    <a:pt x="255835" y="25420"/>
                  </a:lnTo>
                  <a:lnTo>
                    <a:pt x="251300" y="22682"/>
                  </a:lnTo>
                  <a:lnTo>
                    <a:pt x="246681" y="20088"/>
                  </a:lnTo>
                  <a:lnTo>
                    <a:pt x="241982" y="17643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2911194"/>
              <a:ext cx="74815" cy="167167"/>
            </a:xfrm>
            <a:custGeom>
              <a:avLst/>
              <a:pathLst>
                <a:path w="74815" h="167167">
                  <a:moveTo>
                    <a:pt x="74815" y="17676"/>
                  </a:moveTo>
                  <a:lnTo>
                    <a:pt x="69432" y="15101"/>
                  </a:lnTo>
                  <a:lnTo>
                    <a:pt x="63961" y="12720"/>
                  </a:lnTo>
                  <a:lnTo>
                    <a:pt x="58409" y="10536"/>
                  </a:lnTo>
                  <a:lnTo>
                    <a:pt x="52782" y="8551"/>
                  </a:lnTo>
                  <a:lnTo>
                    <a:pt x="47088" y="6769"/>
                  </a:lnTo>
                  <a:lnTo>
                    <a:pt x="41334" y="5190"/>
                  </a:lnTo>
                  <a:lnTo>
                    <a:pt x="35528" y="3819"/>
                  </a:lnTo>
                  <a:lnTo>
                    <a:pt x="29676" y="2655"/>
                  </a:lnTo>
                  <a:lnTo>
                    <a:pt x="23786" y="1700"/>
                  </a:lnTo>
                  <a:lnTo>
                    <a:pt x="17866" y="957"/>
                  </a:lnTo>
                  <a:lnTo>
                    <a:pt x="11923" y="425"/>
                  </a:lnTo>
                  <a:lnTo>
                    <a:pt x="5965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389" y="3429590"/>
              <a:ext cx="16591" cy="167167"/>
            </a:xfrm>
            <a:custGeom>
              <a:avLst/>
              <a:pathLst>
                <a:path w="16591" h="167167">
                  <a:moveTo>
                    <a:pt x="16591" y="0"/>
                  </a:moveTo>
                  <a:lnTo>
                    <a:pt x="8285" y="206"/>
                  </a:lnTo>
                  <a:lnTo>
                    <a:pt x="0" y="825"/>
                  </a:lnTo>
                  <a:lnTo>
                    <a:pt x="1659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9389" y="3430415"/>
              <a:ext cx="16591" cy="166342"/>
            </a:xfrm>
            <a:custGeom>
              <a:avLst/>
              <a:pathLst>
                <a:path w="16591" h="166342">
                  <a:moveTo>
                    <a:pt x="0" y="0"/>
                  </a:moveTo>
                  <a:lnTo>
                    <a:pt x="16591" y="1663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32" y="3430415"/>
              <a:ext cx="334313" cy="333506"/>
            </a:xfrm>
            <a:custGeom>
              <a:avLst/>
              <a:pathLst>
                <a:path w="334313" h="333506">
                  <a:moveTo>
                    <a:pt x="150556" y="0"/>
                  </a:moveTo>
                  <a:lnTo>
                    <a:pt x="145304" y="607"/>
                  </a:lnTo>
                  <a:lnTo>
                    <a:pt x="140073" y="1381"/>
                  </a:lnTo>
                  <a:lnTo>
                    <a:pt x="134870" y="2320"/>
                  </a:lnTo>
                  <a:lnTo>
                    <a:pt x="129699" y="3423"/>
                  </a:lnTo>
                  <a:lnTo>
                    <a:pt x="124565" y="4689"/>
                  </a:lnTo>
                  <a:lnTo>
                    <a:pt x="119474" y="6116"/>
                  </a:lnTo>
                  <a:lnTo>
                    <a:pt x="114431" y="7704"/>
                  </a:lnTo>
                  <a:lnTo>
                    <a:pt x="109440" y="9450"/>
                  </a:lnTo>
                  <a:lnTo>
                    <a:pt x="104508" y="11354"/>
                  </a:lnTo>
                  <a:lnTo>
                    <a:pt x="99637" y="13412"/>
                  </a:lnTo>
                  <a:lnTo>
                    <a:pt x="94835" y="15624"/>
                  </a:lnTo>
                  <a:lnTo>
                    <a:pt x="90104" y="17986"/>
                  </a:lnTo>
                  <a:lnTo>
                    <a:pt x="85451" y="20497"/>
                  </a:lnTo>
                  <a:lnTo>
                    <a:pt x="80880" y="23153"/>
                  </a:lnTo>
                  <a:lnTo>
                    <a:pt x="76395" y="25953"/>
                  </a:lnTo>
                  <a:lnTo>
                    <a:pt x="72000" y="28894"/>
                  </a:lnTo>
                  <a:lnTo>
                    <a:pt x="67701" y="31971"/>
                  </a:lnTo>
                  <a:lnTo>
                    <a:pt x="63501" y="35184"/>
                  </a:lnTo>
                  <a:lnTo>
                    <a:pt x="59405" y="38527"/>
                  </a:lnTo>
                  <a:lnTo>
                    <a:pt x="55417" y="41998"/>
                  </a:lnTo>
                  <a:lnTo>
                    <a:pt x="51541" y="45594"/>
                  </a:lnTo>
                  <a:lnTo>
                    <a:pt x="47780" y="49310"/>
                  </a:lnTo>
                  <a:lnTo>
                    <a:pt x="44138" y="53144"/>
                  </a:lnTo>
                  <a:lnTo>
                    <a:pt x="40620" y="57091"/>
                  </a:lnTo>
                  <a:lnTo>
                    <a:pt x="37228" y="61147"/>
                  </a:lnTo>
                  <a:lnTo>
                    <a:pt x="33966" y="65308"/>
                  </a:lnTo>
                  <a:lnTo>
                    <a:pt x="30838" y="69571"/>
                  </a:lnTo>
                  <a:lnTo>
                    <a:pt x="27846" y="73930"/>
                  </a:lnTo>
                  <a:lnTo>
                    <a:pt x="24993" y="78381"/>
                  </a:lnTo>
                  <a:lnTo>
                    <a:pt x="22282" y="82921"/>
                  </a:lnTo>
                  <a:lnTo>
                    <a:pt x="19716" y="87544"/>
                  </a:lnTo>
                  <a:lnTo>
                    <a:pt x="17298" y="92246"/>
                  </a:lnTo>
                  <a:lnTo>
                    <a:pt x="15030" y="97022"/>
                  </a:lnTo>
                  <a:lnTo>
                    <a:pt x="12914" y="101868"/>
                  </a:lnTo>
                  <a:lnTo>
                    <a:pt x="10952" y="106778"/>
                  </a:lnTo>
                  <a:lnTo>
                    <a:pt x="9146" y="111747"/>
                  </a:lnTo>
                  <a:lnTo>
                    <a:pt x="7499" y="116771"/>
                  </a:lnTo>
                  <a:lnTo>
                    <a:pt x="6011" y="121845"/>
                  </a:lnTo>
                  <a:lnTo>
                    <a:pt x="4684" y="126963"/>
                  </a:lnTo>
                  <a:lnTo>
                    <a:pt x="3520" y="132121"/>
                  </a:lnTo>
                  <a:lnTo>
                    <a:pt x="2520" y="137313"/>
                  </a:lnTo>
                  <a:lnTo>
                    <a:pt x="1684" y="142533"/>
                  </a:lnTo>
                  <a:lnTo>
                    <a:pt x="1014" y="147778"/>
                  </a:lnTo>
                  <a:lnTo>
                    <a:pt x="510" y="153041"/>
                  </a:lnTo>
                  <a:lnTo>
                    <a:pt x="173" y="158318"/>
                  </a:lnTo>
                  <a:lnTo>
                    <a:pt x="3" y="163603"/>
                  </a:lnTo>
                  <a:lnTo>
                    <a:pt x="0" y="168890"/>
                  </a:lnTo>
                  <a:lnTo>
                    <a:pt x="164" y="174175"/>
                  </a:lnTo>
                  <a:lnTo>
                    <a:pt x="495" y="179452"/>
                  </a:lnTo>
                  <a:lnTo>
                    <a:pt x="993" y="184715"/>
                  </a:lnTo>
                  <a:lnTo>
                    <a:pt x="1657" y="189961"/>
                  </a:lnTo>
                  <a:lnTo>
                    <a:pt x="2487" y="195183"/>
                  </a:lnTo>
                  <a:lnTo>
                    <a:pt x="3481" y="200376"/>
                  </a:lnTo>
                  <a:lnTo>
                    <a:pt x="4640" y="205535"/>
                  </a:lnTo>
                  <a:lnTo>
                    <a:pt x="5960" y="210654"/>
                  </a:lnTo>
                  <a:lnTo>
                    <a:pt x="7442" y="215730"/>
                  </a:lnTo>
                  <a:lnTo>
                    <a:pt x="9084" y="220756"/>
                  </a:lnTo>
                  <a:lnTo>
                    <a:pt x="10884" y="225727"/>
                  </a:lnTo>
                  <a:lnTo>
                    <a:pt x="12840" y="230639"/>
                  </a:lnTo>
                  <a:lnTo>
                    <a:pt x="14951" y="235487"/>
                  </a:lnTo>
                  <a:lnTo>
                    <a:pt x="17214" y="240266"/>
                  </a:lnTo>
                  <a:lnTo>
                    <a:pt x="19627" y="244971"/>
                  </a:lnTo>
                  <a:lnTo>
                    <a:pt x="22187" y="249597"/>
                  </a:lnTo>
                  <a:lnTo>
                    <a:pt x="24892" y="254139"/>
                  </a:lnTo>
                  <a:lnTo>
                    <a:pt x="27740" y="258594"/>
                  </a:lnTo>
                  <a:lnTo>
                    <a:pt x="30727" y="262957"/>
                  </a:lnTo>
                  <a:lnTo>
                    <a:pt x="33851" y="267223"/>
                  </a:lnTo>
                  <a:lnTo>
                    <a:pt x="37108" y="271388"/>
                  </a:lnTo>
                  <a:lnTo>
                    <a:pt x="40495" y="275448"/>
                  </a:lnTo>
                  <a:lnTo>
                    <a:pt x="44009" y="279399"/>
                  </a:lnTo>
                  <a:lnTo>
                    <a:pt x="47646" y="283236"/>
                  </a:lnTo>
                  <a:lnTo>
                    <a:pt x="51403" y="286957"/>
                  </a:lnTo>
                  <a:lnTo>
                    <a:pt x="55275" y="290557"/>
                  </a:lnTo>
                  <a:lnTo>
                    <a:pt x="59260" y="294033"/>
                  </a:lnTo>
                  <a:lnTo>
                    <a:pt x="63352" y="297381"/>
                  </a:lnTo>
                  <a:lnTo>
                    <a:pt x="67548" y="300598"/>
                  </a:lnTo>
                  <a:lnTo>
                    <a:pt x="71843" y="303681"/>
                  </a:lnTo>
                  <a:lnTo>
                    <a:pt x="76235" y="306626"/>
                  </a:lnTo>
                  <a:lnTo>
                    <a:pt x="80717" y="309431"/>
                  </a:lnTo>
                  <a:lnTo>
                    <a:pt x="85285" y="312093"/>
                  </a:lnTo>
                  <a:lnTo>
                    <a:pt x="89935" y="314609"/>
                  </a:lnTo>
                  <a:lnTo>
                    <a:pt x="94663" y="316977"/>
                  </a:lnTo>
                  <a:lnTo>
                    <a:pt x="99463" y="319194"/>
                  </a:lnTo>
                  <a:lnTo>
                    <a:pt x="104331" y="321258"/>
                  </a:lnTo>
                  <a:lnTo>
                    <a:pt x="109261" y="323167"/>
                  </a:lnTo>
                  <a:lnTo>
                    <a:pt x="114250" y="324919"/>
                  </a:lnTo>
                  <a:lnTo>
                    <a:pt x="119292" y="326513"/>
                  </a:lnTo>
                  <a:lnTo>
                    <a:pt x="124381" y="327946"/>
                  </a:lnTo>
                  <a:lnTo>
                    <a:pt x="129513" y="329218"/>
                  </a:lnTo>
                  <a:lnTo>
                    <a:pt x="134683" y="330326"/>
                  </a:lnTo>
                  <a:lnTo>
                    <a:pt x="139885" y="331271"/>
                  </a:lnTo>
                  <a:lnTo>
                    <a:pt x="145115" y="332051"/>
                  </a:lnTo>
                  <a:lnTo>
                    <a:pt x="150366" y="332665"/>
                  </a:lnTo>
                  <a:lnTo>
                    <a:pt x="155635" y="333112"/>
                  </a:lnTo>
                  <a:lnTo>
                    <a:pt x="160914" y="333393"/>
                  </a:lnTo>
                  <a:lnTo>
                    <a:pt x="166201" y="333506"/>
                  </a:lnTo>
                  <a:lnTo>
                    <a:pt x="171488" y="333453"/>
                  </a:lnTo>
                  <a:lnTo>
                    <a:pt x="176770" y="333232"/>
                  </a:lnTo>
                  <a:lnTo>
                    <a:pt x="182043" y="332844"/>
                  </a:lnTo>
                  <a:lnTo>
                    <a:pt x="187302" y="332290"/>
                  </a:lnTo>
                  <a:lnTo>
                    <a:pt x="192540" y="331569"/>
                  </a:lnTo>
                  <a:lnTo>
                    <a:pt x="197752" y="330684"/>
                  </a:lnTo>
                  <a:lnTo>
                    <a:pt x="202934" y="329633"/>
                  </a:lnTo>
                  <a:lnTo>
                    <a:pt x="208081" y="328420"/>
                  </a:lnTo>
                  <a:lnTo>
                    <a:pt x="213186" y="327044"/>
                  </a:lnTo>
                  <a:lnTo>
                    <a:pt x="218245" y="325508"/>
                  </a:lnTo>
                  <a:lnTo>
                    <a:pt x="223253" y="323813"/>
                  </a:lnTo>
                  <a:lnTo>
                    <a:pt x="228205" y="321959"/>
                  </a:lnTo>
                  <a:lnTo>
                    <a:pt x="233096" y="319951"/>
                  </a:lnTo>
                  <a:lnTo>
                    <a:pt x="237921" y="317788"/>
                  </a:lnTo>
                  <a:lnTo>
                    <a:pt x="242675" y="315474"/>
                  </a:lnTo>
                  <a:lnTo>
                    <a:pt x="247354" y="313011"/>
                  </a:lnTo>
                  <a:lnTo>
                    <a:pt x="251952" y="310401"/>
                  </a:lnTo>
                  <a:lnTo>
                    <a:pt x="256465" y="307647"/>
                  </a:lnTo>
                  <a:lnTo>
                    <a:pt x="260890" y="304752"/>
                  </a:lnTo>
                  <a:lnTo>
                    <a:pt x="265220" y="301718"/>
                  </a:lnTo>
                  <a:lnTo>
                    <a:pt x="269452" y="298549"/>
                  </a:lnTo>
                  <a:lnTo>
                    <a:pt x="273582" y="295247"/>
                  </a:lnTo>
                  <a:lnTo>
                    <a:pt x="277605" y="291817"/>
                  </a:lnTo>
                  <a:lnTo>
                    <a:pt x="281518" y="288261"/>
                  </a:lnTo>
                  <a:lnTo>
                    <a:pt x="285317" y="284583"/>
                  </a:lnTo>
                  <a:lnTo>
                    <a:pt x="288997" y="280786"/>
                  </a:lnTo>
                  <a:lnTo>
                    <a:pt x="292555" y="276876"/>
                  </a:lnTo>
                  <a:lnTo>
                    <a:pt x="295988" y="272854"/>
                  </a:lnTo>
                  <a:lnTo>
                    <a:pt x="299292" y="268727"/>
                  </a:lnTo>
                  <a:lnTo>
                    <a:pt x="302464" y="264496"/>
                  </a:lnTo>
                  <a:lnTo>
                    <a:pt x="305501" y="260168"/>
                  </a:lnTo>
                  <a:lnTo>
                    <a:pt x="308399" y="255745"/>
                  </a:lnTo>
                  <a:lnTo>
                    <a:pt x="311156" y="251234"/>
                  </a:lnTo>
                  <a:lnTo>
                    <a:pt x="313768" y="246637"/>
                  </a:lnTo>
                  <a:lnTo>
                    <a:pt x="316234" y="241960"/>
                  </a:lnTo>
                  <a:lnTo>
                    <a:pt x="318551" y="237207"/>
                  </a:lnTo>
                  <a:lnTo>
                    <a:pt x="320716" y="232383"/>
                  </a:lnTo>
                  <a:lnTo>
                    <a:pt x="322728" y="227494"/>
                  </a:lnTo>
                  <a:lnTo>
                    <a:pt x="324584" y="222543"/>
                  </a:lnTo>
                  <a:lnTo>
                    <a:pt x="326283" y="217536"/>
                  </a:lnTo>
                  <a:lnTo>
                    <a:pt x="327822" y="212478"/>
                  </a:lnTo>
                  <a:lnTo>
                    <a:pt x="329201" y="207373"/>
                  </a:lnTo>
                  <a:lnTo>
                    <a:pt x="330418" y="202228"/>
                  </a:lnTo>
                  <a:lnTo>
                    <a:pt x="331471" y="197046"/>
                  </a:lnTo>
                  <a:lnTo>
                    <a:pt x="332360" y="191834"/>
                  </a:lnTo>
                  <a:lnTo>
                    <a:pt x="333083" y="186597"/>
                  </a:lnTo>
                  <a:lnTo>
                    <a:pt x="333641" y="181339"/>
                  </a:lnTo>
                  <a:lnTo>
                    <a:pt x="334032" y="176066"/>
                  </a:lnTo>
                  <a:lnTo>
                    <a:pt x="334256" y="170783"/>
                  </a:lnTo>
                  <a:lnTo>
                    <a:pt x="334313" y="165496"/>
                  </a:lnTo>
                  <a:lnTo>
                    <a:pt x="334202" y="160210"/>
                  </a:lnTo>
                  <a:lnTo>
                    <a:pt x="333925" y="154930"/>
                  </a:lnTo>
                  <a:lnTo>
                    <a:pt x="333481" y="149661"/>
                  </a:lnTo>
                  <a:lnTo>
                    <a:pt x="332870" y="144409"/>
                  </a:lnTo>
                  <a:lnTo>
                    <a:pt x="332093" y="139179"/>
                  </a:lnTo>
                  <a:lnTo>
                    <a:pt x="331152" y="133977"/>
                  </a:lnTo>
                  <a:lnTo>
                    <a:pt x="330046" y="128806"/>
                  </a:lnTo>
                  <a:lnTo>
                    <a:pt x="328778" y="123673"/>
                  </a:lnTo>
                  <a:lnTo>
                    <a:pt x="327348" y="118583"/>
                  </a:lnTo>
                  <a:lnTo>
                    <a:pt x="325757" y="113541"/>
                  </a:lnTo>
                  <a:lnTo>
                    <a:pt x="324008" y="108551"/>
                  </a:lnTo>
                  <a:lnTo>
                    <a:pt x="322102" y="103619"/>
                  </a:lnTo>
                  <a:lnTo>
                    <a:pt x="320041" y="98750"/>
                  </a:lnTo>
                  <a:lnTo>
                    <a:pt x="317827" y="93949"/>
                  </a:lnTo>
                  <a:lnTo>
                    <a:pt x="315462" y="89220"/>
                  </a:lnTo>
                  <a:lnTo>
                    <a:pt x="312949" y="84568"/>
                  </a:lnTo>
                  <a:lnTo>
                    <a:pt x="310290" y="79998"/>
                  </a:lnTo>
                  <a:lnTo>
                    <a:pt x="307487" y="75514"/>
                  </a:lnTo>
                  <a:lnTo>
                    <a:pt x="304545" y="71121"/>
                  </a:lnTo>
                  <a:lnTo>
                    <a:pt x="301465" y="66823"/>
                  </a:lnTo>
                  <a:lnTo>
                    <a:pt x="298250" y="62625"/>
                  </a:lnTo>
                  <a:lnTo>
                    <a:pt x="294905" y="58531"/>
                  </a:lnTo>
                  <a:lnTo>
                    <a:pt x="291431" y="54545"/>
                  </a:lnTo>
                  <a:lnTo>
                    <a:pt x="287834" y="50670"/>
                  </a:lnTo>
                  <a:lnTo>
                    <a:pt x="284115" y="46911"/>
                  </a:lnTo>
                  <a:lnTo>
                    <a:pt x="280280" y="43272"/>
                  </a:lnTo>
                  <a:lnTo>
                    <a:pt x="167148" y="1663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429590"/>
              <a:ext cx="113132" cy="167167"/>
            </a:xfrm>
            <a:custGeom>
              <a:avLst/>
              <a:pathLst>
                <a:path w="113132" h="167167">
                  <a:moveTo>
                    <a:pt x="113132" y="44097"/>
                  </a:moveTo>
                  <a:lnTo>
                    <a:pt x="108909" y="40346"/>
                  </a:lnTo>
                  <a:lnTo>
                    <a:pt x="104563" y="36739"/>
                  </a:lnTo>
                  <a:lnTo>
                    <a:pt x="100097" y="33281"/>
                  </a:lnTo>
                  <a:lnTo>
                    <a:pt x="95517" y="29976"/>
                  </a:lnTo>
                  <a:lnTo>
                    <a:pt x="90828" y="26827"/>
                  </a:lnTo>
                  <a:lnTo>
                    <a:pt x="86035" y="23839"/>
                  </a:lnTo>
                  <a:lnTo>
                    <a:pt x="81144" y="21015"/>
                  </a:lnTo>
                  <a:lnTo>
                    <a:pt x="76160" y="18357"/>
                  </a:lnTo>
                  <a:lnTo>
                    <a:pt x="71090" y="15869"/>
                  </a:lnTo>
                  <a:lnTo>
                    <a:pt x="65938" y="13554"/>
                  </a:lnTo>
                  <a:lnTo>
                    <a:pt x="60711" y="11414"/>
                  </a:lnTo>
                  <a:lnTo>
                    <a:pt x="55415" y="9452"/>
                  </a:lnTo>
                  <a:lnTo>
                    <a:pt x="50055" y="7670"/>
                  </a:lnTo>
                  <a:lnTo>
                    <a:pt x="44638" y="6070"/>
                  </a:lnTo>
                  <a:lnTo>
                    <a:pt x="39170" y="4654"/>
                  </a:lnTo>
                  <a:lnTo>
                    <a:pt x="33658" y="3423"/>
                  </a:lnTo>
                  <a:lnTo>
                    <a:pt x="28107" y="2379"/>
                  </a:lnTo>
                  <a:lnTo>
                    <a:pt x="22524" y="1524"/>
                  </a:lnTo>
                  <a:lnTo>
                    <a:pt x="16916" y="858"/>
                  </a:lnTo>
                  <a:lnTo>
                    <a:pt x="11288" y="381"/>
                  </a:lnTo>
                  <a:lnTo>
                    <a:pt x="564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215" y="3934012"/>
              <a:ext cx="3518" cy="167167"/>
            </a:xfrm>
            <a:custGeom>
              <a:avLst/>
              <a:pathLst>
                <a:path w="3518" h="167167">
                  <a:moveTo>
                    <a:pt x="3518" y="0"/>
                  </a:moveTo>
                  <a:lnTo>
                    <a:pt x="0" y="37"/>
                  </a:lnTo>
                  <a:lnTo>
                    <a:pt x="351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215" y="3934049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78566" y="3934049"/>
              <a:ext cx="334325" cy="334288"/>
            </a:xfrm>
            <a:custGeom>
              <a:avLst/>
              <a:pathLst>
                <a:path w="334325" h="334288">
                  <a:moveTo>
                    <a:pt x="163648" y="0"/>
                  </a:moveTo>
                  <a:lnTo>
                    <a:pt x="158365" y="194"/>
                  </a:lnTo>
                  <a:lnTo>
                    <a:pt x="153091" y="556"/>
                  </a:lnTo>
                  <a:lnTo>
                    <a:pt x="147831" y="1084"/>
                  </a:lnTo>
                  <a:lnTo>
                    <a:pt x="142591" y="1779"/>
                  </a:lnTo>
                  <a:lnTo>
                    <a:pt x="137374" y="2639"/>
                  </a:lnTo>
                  <a:lnTo>
                    <a:pt x="132188" y="3663"/>
                  </a:lnTo>
                  <a:lnTo>
                    <a:pt x="127037" y="4851"/>
                  </a:lnTo>
                  <a:lnTo>
                    <a:pt x="121925" y="6201"/>
                  </a:lnTo>
                  <a:lnTo>
                    <a:pt x="116859" y="7712"/>
                  </a:lnTo>
                  <a:lnTo>
                    <a:pt x="111844" y="9382"/>
                  </a:lnTo>
                  <a:lnTo>
                    <a:pt x="106883" y="11211"/>
                  </a:lnTo>
                  <a:lnTo>
                    <a:pt x="101983" y="13195"/>
                  </a:lnTo>
                  <a:lnTo>
                    <a:pt x="97148" y="15333"/>
                  </a:lnTo>
                  <a:lnTo>
                    <a:pt x="92384" y="17623"/>
                  </a:lnTo>
                  <a:lnTo>
                    <a:pt x="87694" y="20062"/>
                  </a:lnTo>
                  <a:lnTo>
                    <a:pt x="83083" y="22649"/>
                  </a:lnTo>
                  <a:lnTo>
                    <a:pt x="78556" y="25380"/>
                  </a:lnTo>
                  <a:lnTo>
                    <a:pt x="74119" y="28252"/>
                  </a:lnTo>
                  <a:lnTo>
                    <a:pt x="69774" y="31264"/>
                  </a:lnTo>
                  <a:lnTo>
                    <a:pt x="65526" y="34412"/>
                  </a:lnTo>
                  <a:lnTo>
                    <a:pt x="61381" y="37692"/>
                  </a:lnTo>
                  <a:lnTo>
                    <a:pt x="57341" y="41102"/>
                  </a:lnTo>
                  <a:lnTo>
                    <a:pt x="53411" y="44637"/>
                  </a:lnTo>
                  <a:lnTo>
                    <a:pt x="49594" y="48296"/>
                  </a:lnTo>
                  <a:lnTo>
                    <a:pt x="45895" y="52073"/>
                  </a:lnTo>
                  <a:lnTo>
                    <a:pt x="42318" y="55965"/>
                  </a:lnTo>
                  <a:lnTo>
                    <a:pt x="38865" y="59968"/>
                  </a:lnTo>
                  <a:lnTo>
                    <a:pt x="35541" y="64079"/>
                  </a:lnTo>
                  <a:lnTo>
                    <a:pt x="32348" y="68292"/>
                  </a:lnTo>
                  <a:lnTo>
                    <a:pt x="29290" y="72605"/>
                  </a:lnTo>
                  <a:lnTo>
                    <a:pt x="26370" y="77012"/>
                  </a:lnTo>
                  <a:lnTo>
                    <a:pt x="23591" y="81509"/>
                  </a:lnTo>
                  <a:lnTo>
                    <a:pt x="20956" y="86092"/>
                  </a:lnTo>
                  <a:lnTo>
                    <a:pt x="18466" y="90755"/>
                  </a:lnTo>
                  <a:lnTo>
                    <a:pt x="16126" y="95495"/>
                  </a:lnTo>
                  <a:lnTo>
                    <a:pt x="13936" y="100307"/>
                  </a:lnTo>
                  <a:lnTo>
                    <a:pt x="11900" y="105186"/>
                  </a:lnTo>
                  <a:lnTo>
                    <a:pt x="10019" y="110126"/>
                  </a:lnTo>
                  <a:lnTo>
                    <a:pt x="8295" y="115124"/>
                  </a:lnTo>
                  <a:lnTo>
                    <a:pt x="6730" y="120174"/>
                  </a:lnTo>
                  <a:lnTo>
                    <a:pt x="5325" y="125270"/>
                  </a:lnTo>
                  <a:lnTo>
                    <a:pt x="4083" y="130408"/>
                  </a:lnTo>
                  <a:lnTo>
                    <a:pt x="3003" y="135584"/>
                  </a:lnTo>
                  <a:lnTo>
                    <a:pt x="2088" y="140790"/>
                  </a:lnTo>
                  <a:lnTo>
                    <a:pt x="1337" y="146023"/>
                  </a:lnTo>
                  <a:lnTo>
                    <a:pt x="753" y="151277"/>
                  </a:lnTo>
                  <a:lnTo>
                    <a:pt x="335" y="156547"/>
                  </a:lnTo>
                  <a:lnTo>
                    <a:pt x="84" y="161828"/>
                  </a:lnTo>
                  <a:lnTo>
                    <a:pt x="0" y="167114"/>
                  </a:lnTo>
                  <a:lnTo>
                    <a:pt x="83" y="172400"/>
                  </a:lnTo>
                  <a:lnTo>
                    <a:pt x="333" y="177680"/>
                  </a:lnTo>
                  <a:lnTo>
                    <a:pt x="750" y="182950"/>
                  </a:lnTo>
                  <a:lnTo>
                    <a:pt x="1333" y="188205"/>
                  </a:lnTo>
                  <a:lnTo>
                    <a:pt x="2083" y="193438"/>
                  </a:lnTo>
                  <a:lnTo>
                    <a:pt x="2997" y="198645"/>
                  </a:lnTo>
                  <a:lnTo>
                    <a:pt x="4076" y="203820"/>
                  </a:lnTo>
                  <a:lnTo>
                    <a:pt x="5317" y="208959"/>
                  </a:lnTo>
                  <a:lnTo>
                    <a:pt x="6721" y="214055"/>
                  </a:lnTo>
                  <a:lnTo>
                    <a:pt x="8285" y="219105"/>
                  </a:lnTo>
                  <a:lnTo>
                    <a:pt x="10008" y="224103"/>
                  </a:lnTo>
                  <a:lnTo>
                    <a:pt x="11888" y="229044"/>
                  </a:lnTo>
                  <a:lnTo>
                    <a:pt x="13923" y="233923"/>
                  </a:lnTo>
                  <a:lnTo>
                    <a:pt x="16112" y="238735"/>
                  </a:lnTo>
                  <a:lnTo>
                    <a:pt x="18452" y="243476"/>
                  </a:lnTo>
                  <a:lnTo>
                    <a:pt x="20940" y="248140"/>
                  </a:lnTo>
                  <a:lnTo>
                    <a:pt x="23575" y="252723"/>
                  </a:lnTo>
                  <a:lnTo>
                    <a:pt x="26353" y="257221"/>
                  </a:lnTo>
                  <a:lnTo>
                    <a:pt x="29272" y="261629"/>
                  </a:lnTo>
                  <a:lnTo>
                    <a:pt x="32329" y="265942"/>
                  </a:lnTo>
                  <a:lnTo>
                    <a:pt x="35521" y="270156"/>
                  </a:lnTo>
                  <a:lnTo>
                    <a:pt x="38845" y="274267"/>
                  </a:lnTo>
                  <a:lnTo>
                    <a:pt x="42296" y="278271"/>
                  </a:lnTo>
                  <a:lnTo>
                    <a:pt x="45873" y="282164"/>
                  </a:lnTo>
                  <a:lnTo>
                    <a:pt x="49571" y="285942"/>
                  </a:lnTo>
                  <a:lnTo>
                    <a:pt x="53387" y="289601"/>
                  </a:lnTo>
                  <a:lnTo>
                    <a:pt x="57316" y="293137"/>
                  </a:lnTo>
                  <a:lnTo>
                    <a:pt x="61356" y="296548"/>
                  </a:lnTo>
                  <a:lnTo>
                    <a:pt x="65501" y="299829"/>
                  </a:lnTo>
                  <a:lnTo>
                    <a:pt x="69748" y="302977"/>
                  </a:lnTo>
                  <a:lnTo>
                    <a:pt x="74092" y="305989"/>
                  </a:lnTo>
                  <a:lnTo>
                    <a:pt x="78529" y="308863"/>
                  </a:lnTo>
                  <a:lnTo>
                    <a:pt x="83055" y="311595"/>
                  </a:lnTo>
                  <a:lnTo>
                    <a:pt x="87665" y="314182"/>
                  </a:lnTo>
                  <a:lnTo>
                    <a:pt x="92355" y="316623"/>
                  </a:lnTo>
                  <a:lnTo>
                    <a:pt x="97119" y="318914"/>
                  </a:lnTo>
                  <a:lnTo>
                    <a:pt x="101954" y="321053"/>
                  </a:lnTo>
                  <a:lnTo>
                    <a:pt x="106853" y="323038"/>
                  </a:lnTo>
                  <a:lnTo>
                    <a:pt x="111813" y="324867"/>
                  </a:lnTo>
                  <a:lnTo>
                    <a:pt x="116829" y="326538"/>
                  </a:lnTo>
                  <a:lnTo>
                    <a:pt x="121894" y="328050"/>
                  </a:lnTo>
                  <a:lnTo>
                    <a:pt x="127005" y="329401"/>
                  </a:lnTo>
                  <a:lnTo>
                    <a:pt x="132157" y="330590"/>
                  </a:lnTo>
                  <a:lnTo>
                    <a:pt x="137343" y="331615"/>
                  </a:lnTo>
                  <a:lnTo>
                    <a:pt x="142559" y="332476"/>
                  </a:lnTo>
                  <a:lnTo>
                    <a:pt x="147799" y="333172"/>
                  </a:lnTo>
                  <a:lnTo>
                    <a:pt x="153059" y="333701"/>
                  </a:lnTo>
                  <a:lnTo>
                    <a:pt x="158333" y="334064"/>
                  </a:lnTo>
                  <a:lnTo>
                    <a:pt x="163616" y="334260"/>
                  </a:lnTo>
                  <a:lnTo>
                    <a:pt x="168903" y="334288"/>
                  </a:lnTo>
                  <a:lnTo>
                    <a:pt x="174187" y="334150"/>
                  </a:lnTo>
                  <a:lnTo>
                    <a:pt x="179465" y="333844"/>
                  </a:lnTo>
                  <a:lnTo>
                    <a:pt x="184731" y="333372"/>
                  </a:lnTo>
                  <a:lnTo>
                    <a:pt x="189978" y="332734"/>
                  </a:lnTo>
                  <a:lnTo>
                    <a:pt x="195203" y="331930"/>
                  </a:lnTo>
                  <a:lnTo>
                    <a:pt x="200400" y="330961"/>
                  </a:lnTo>
                  <a:lnTo>
                    <a:pt x="205564" y="329828"/>
                  </a:lnTo>
                  <a:lnTo>
                    <a:pt x="210690" y="328532"/>
                  </a:lnTo>
                  <a:lnTo>
                    <a:pt x="215771" y="327075"/>
                  </a:lnTo>
                  <a:lnTo>
                    <a:pt x="220805" y="325459"/>
                  </a:lnTo>
                  <a:lnTo>
                    <a:pt x="225784" y="323683"/>
                  </a:lnTo>
                  <a:lnTo>
                    <a:pt x="230705" y="321752"/>
                  </a:lnTo>
                  <a:lnTo>
                    <a:pt x="235562" y="319665"/>
                  </a:lnTo>
                  <a:lnTo>
                    <a:pt x="240351" y="317426"/>
                  </a:lnTo>
                  <a:lnTo>
                    <a:pt x="245067" y="315037"/>
                  </a:lnTo>
                  <a:lnTo>
                    <a:pt x="249705" y="312500"/>
                  </a:lnTo>
                  <a:lnTo>
                    <a:pt x="254261" y="309817"/>
                  </a:lnTo>
                  <a:lnTo>
                    <a:pt x="258729" y="306992"/>
                  </a:lnTo>
                  <a:lnTo>
                    <a:pt x="263105" y="304027"/>
                  </a:lnTo>
                  <a:lnTo>
                    <a:pt x="267386" y="300925"/>
                  </a:lnTo>
                  <a:lnTo>
                    <a:pt x="271567" y="297689"/>
                  </a:lnTo>
                  <a:lnTo>
                    <a:pt x="275643" y="294322"/>
                  </a:lnTo>
                  <a:lnTo>
                    <a:pt x="279610" y="290829"/>
                  </a:lnTo>
                  <a:lnTo>
                    <a:pt x="283466" y="287211"/>
                  </a:lnTo>
                  <a:lnTo>
                    <a:pt x="287204" y="283474"/>
                  </a:lnTo>
                  <a:lnTo>
                    <a:pt x="290823" y="279620"/>
                  </a:lnTo>
                  <a:lnTo>
                    <a:pt x="294318" y="275654"/>
                  </a:lnTo>
                  <a:lnTo>
                    <a:pt x="297686" y="271579"/>
                  </a:lnTo>
                  <a:lnTo>
                    <a:pt x="300924" y="267400"/>
                  </a:lnTo>
                  <a:lnTo>
                    <a:pt x="304028" y="263120"/>
                  </a:lnTo>
                  <a:lnTo>
                    <a:pt x="306994" y="258745"/>
                  </a:lnTo>
                  <a:lnTo>
                    <a:pt x="309821" y="254277"/>
                  </a:lnTo>
                  <a:lnTo>
                    <a:pt x="312506" y="249723"/>
                  </a:lnTo>
                  <a:lnTo>
                    <a:pt x="315045" y="245086"/>
                  </a:lnTo>
                  <a:lnTo>
                    <a:pt x="317436" y="240371"/>
                  </a:lnTo>
                  <a:lnTo>
                    <a:pt x="319676" y="235583"/>
                  </a:lnTo>
                  <a:lnTo>
                    <a:pt x="321765" y="230726"/>
                  </a:lnTo>
                  <a:lnTo>
                    <a:pt x="323698" y="225806"/>
                  </a:lnTo>
                  <a:lnTo>
                    <a:pt x="325475" y="220827"/>
                  </a:lnTo>
                  <a:lnTo>
                    <a:pt x="327094" y="215795"/>
                  </a:lnTo>
                  <a:lnTo>
                    <a:pt x="328553" y="210714"/>
                  </a:lnTo>
                  <a:lnTo>
                    <a:pt x="329850" y="205589"/>
                  </a:lnTo>
                  <a:lnTo>
                    <a:pt x="330985" y="200425"/>
                  </a:lnTo>
                  <a:lnTo>
                    <a:pt x="331956" y="195229"/>
                  </a:lnTo>
                  <a:lnTo>
                    <a:pt x="332762" y="190004"/>
                  </a:lnTo>
                  <a:lnTo>
                    <a:pt x="333402" y="184756"/>
                  </a:lnTo>
                  <a:lnTo>
                    <a:pt x="333877" y="179491"/>
                  </a:lnTo>
                  <a:lnTo>
                    <a:pt x="334184" y="174214"/>
                  </a:lnTo>
                  <a:lnTo>
                    <a:pt x="334325" y="168929"/>
                  </a:lnTo>
                  <a:lnTo>
                    <a:pt x="334298" y="163642"/>
                  </a:lnTo>
                  <a:lnTo>
                    <a:pt x="334104" y="158359"/>
                  </a:lnTo>
                  <a:lnTo>
                    <a:pt x="333743" y="153085"/>
                  </a:lnTo>
                  <a:lnTo>
                    <a:pt x="333216" y="147825"/>
                  </a:lnTo>
                  <a:lnTo>
                    <a:pt x="332523" y="142584"/>
                  </a:lnTo>
                  <a:lnTo>
                    <a:pt x="331664" y="137368"/>
                  </a:lnTo>
                  <a:lnTo>
                    <a:pt x="330640" y="132181"/>
                  </a:lnTo>
                  <a:lnTo>
                    <a:pt x="329454" y="127030"/>
                  </a:lnTo>
                  <a:lnTo>
                    <a:pt x="328104" y="121918"/>
                  </a:lnTo>
                  <a:lnTo>
                    <a:pt x="326594" y="116852"/>
                  </a:lnTo>
                  <a:lnTo>
                    <a:pt x="324925" y="111836"/>
                  </a:lnTo>
                  <a:lnTo>
                    <a:pt x="323097" y="106875"/>
                  </a:lnTo>
                  <a:lnTo>
                    <a:pt x="321114" y="101975"/>
                  </a:lnTo>
                  <a:lnTo>
                    <a:pt x="318977" y="97140"/>
                  </a:lnTo>
                  <a:lnTo>
                    <a:pt x="316688" y="92374"/>
                  </a:lnTo>
                  <a:lnTo>
                    <a:pt x="314249" y="87684"/>
                  </a:lnTo>
                  <a:lnTo>
                    <a:pt x="311664" y="83073"/>
                  </a:lnTo>
                  <a:lnTo>
                    <a:pt x="308934" y="78546"/>
                  </a:lnTo>
                  <a:lnTo>
                    <a:pt x="306062" y="74107"/>
                  </a:lnTo>
                  <a:lnTo>
                    <a:pt x="303051" y="69762"/>
                  </a:lnTo>
                  <a:lnTo>
                    <a:pt x="299904" y="65514"/>
                  </a:lnTo>
                  <a:lnTo>
                    <a:pt x="296625" y="61368"/>
                  </a:lnTo>
                  <a:lnTo>
                    <a:pt x="293216" y="57327"/>
                  </a:lnTo>
                  <a:lnTo>
                    <a:pt x="289681" y="53396"/>
                  </a:lnTo>
                  <a:lnTo>
                    <a:pt x="286023" y="49579"/>
                  </a:lnTo>
                  <a:lnTo>
                    <a:pt x="282247" y="45880"/>
                  </a:lnTo>
                  <a:lnTo>
                    <a:pt x="278355" y="42301"/>
                  </a:lnTo>
                  <a:lnTo>
                    <a:pt x="274352" y="38848"/>
                  </a:lnTo>
                  <a:lnTo>
                    <a:pt x="270243" y="35523"/>
                  </a:lnTo>
                  <a:lnTo>
                    <a:pt x="266030" y="32330"/>
                  </a:lnTo>
                  <a:lnTo>
                    <a:pt x="261718" y="29271"/>
                  </a:lnTo>
                  <a:lnTo>
                    <a:pt x="257311" y="26350"/>
                  </a:lnTo>
                  <a:lnTo>
                    <a:pt x="252815" y="23570"/>
                  </a:lnTo>
                  <a:lnTo>
                    <a:pt x="248233" y="20934"/>
                  </a:lnTo>
                  <a:lnTo>
                    <a:pt x="243569" y="18444"/>
                  </a:lnTo>
                  <a:lnTo>
                    <a:pt x="238830" y="16102"/>
                  </a:lnTo>
                  <a:lnTo>
                    <a:pt x="234018" y="13912"/>
                  </a:lnTo>
                  <a:lnTo>
                    <a:pt x="229140" y="11874"/>
                  </a:lnTo>
                  <a:lnTo>
                    <a:pt x="224200" y="9992"/>
                  </a:lnTo>
                  <a:lnTo>
                    <a:pt x="219202" y="8268"/>
                  </a:lnTo>
                  <a:lnTo>
                    <a:pt x="214153" y="6702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3934012"/>
              <a:ext cx="46986" cy="167167"/>
            </a:xfrm>
            <a:custGeom>
              <a:avLst/>
              <a:pathLst>
                <a:path w="46986" h="167167">
                  <a:moveTo>
                    <a:pt x="46986" y="6739"/>
                  </a:moveTo>
                  <a:lnTo>
                    <a:pt x="41244" y="5167"/>
                  </a:lnTo>
                  <a:lnTo>
                    <a:pt x="35449" y="3801"/>
                  </a:lnTo>
                  <a:lnTo>
                    <a:pt x="29610" y="2643"/>
                  </a:lnTo>
                  <a:lnTo>
                    <a:pt x="23733" y="1693"/>
                  </a:lnTo>
                  <a:lnTo>
                    <a:pt x="17826" y="953"/>
                  </a:lnTo>
                  <a:lnTo>
                    <a:pt x="11896" y="423"/>
                  </a:lnTo>
                  <a:lnTo>
                    <a:pt x="5952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265" y="4397268"/>
              <a:ext cx="3518" cy="167167"/>
            </a:xfrm>
            <a:custGeom>
              <a:avLst/>
              <a:pathLst>
                <a:path w="3518" h="167167">
                  <a:moveTo>
                    <a:pt x="3518" y="0"/>
                  </a:moveTo>
                  <a:lnTo>
                    <a:pt x="0" y="37"/>
                  </a:lnTo>
                  <a:lnTo>
                    <a:pt x="351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265" y="4397305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11616" y="4397305"/>
              <a:ext cx="334325" cy="334288"/>
            </a:xfrm>
            <a:custGeom>
              <a:avLst/>
              <a:pathLst>
                <a:path w="334325" h="334288">
                  <a:moveTo>
                    <a:pt x="163648" y="0"/>
                  </a:moveTo>
                  <a:lnTo>
                    <a:pt x="158365" y="194"/>
                  </a:lnTo>
                  <a:lnTo>
                    <a:pt x="153091" y="556"/>
                  </a:lnTo>
                  <a:lnTo>
                    <a:pt x="147831" y="1084"/>
                  </a:lnTo>
                  <a:lnTo>
                    <a:pt x="142591" y="1779"/>
                  </a:lnTo>
                  <a:lnTo>
                    <a:pt x="137374" y="2639"/>
                  </a:lnTo>
                  <a:lnTo>
                    <a:pt x="132188" y="3663"/>
                  </a:lnTo>
                  <a:lnTo>
                    <a:pt x="127037" y="4851"/>
                  </a:lnTo>
                  <a:lnTo>
                    <a:pt x="121925" y="6201"/>
                  </a:lnTo>
                  <a:lnTo>
                    <a:pt x="116859" y="7712"/>
                  </a:lnTo>
                  <a:lnTo>
                    <a:pt x="111844" y="9382"/>
                  </a:lnTo>
                  <a:lnTo>
                    <a:pt x="106883" y="11211"/>
                  </a:lnTo>
                  <a:lnTo>
                    <a:pt x="101983" y="13195"/>
                  </a:lnTo>
                  <a:lnTo>
                    <a:pt x="97148" y="15333"/>
                  </a:lnTo>
                  <a:lnTo>
                    <a:pt x="92384" y="17623"/>
                  </a:lnTo>
                  <a:lnTo>
                    <a:pt x="87694" y="20062"/>
                  </a:lnTo>
                  <a:lnTo>
                    <a:pt x="83083" y="22649"/>
                  </a:lnTo>
                  <a:lnTo>
                    <a:pt x="78556" y="25380"/>
                  </a:lnTo>
                  <a:lnTo>
                    <a:pt x="74119" y="28252"/>
                  </a:lnTo>
                  <a:lnTo>
                    <a:pt x="69774" y="31264"/>
                  </a:lnTo>
                  <a:lnTo>
                    <a:pt x="65526" y="34412"/>
                  </a:lnTo>
                  <a:lnTo>
                    <a:pt x="61381" y="37692"/>
                  </a:lnTo>
                  <a:lnTo>
                    <a:pt x="57341" y="41102"/>
                  </a:lnTo>
                  <a:lnTo>
                    <a:pt x="53411" y="44637"/>
                  </a:lnTo>
                  <a:lnTo>
                    <a:pt x="49594" y="48296"/>
                  </a:lnTo>
                  <a:lnTo>
                    <a:pt x="45895" y="52073"/>
                  </a:lnTo>
                  <a:lnTo>
                    <a:pt x="42318" y="55965"/>
                  </a:lnTo>
                  <a:lnTo>
                    <a:pt x="38865" y="59968"/>
                  </a:lnTo>
                  <a:lnTo>
                    <a:pt x="35541" y="64079"/>
                  </a:lnTo>
                  <a:lnTo>
                    <a:pt x="32348" y="68292"/>
                  </a:lnTo>
                  <a:lnTo>
                    <a:pt x="29290" y="72605"/>
                  </a:lnTo>
                  <a:lnTo>
                    <a:pt x="26370" y="77012"/>
                  </a:lnTo>
                  <a:lnTo>
                    <a:pt x="23591" y="81509"/>
                  </a:lnTo>
                  <a:lnTo>
                    <a:pt x="20956" y="86092"/>
                  </a:lnTo>
                  <a:lnTo>
                    <a:pt x="18466" y="90755"/>
                  </a:lnTo>
                  <a:lnTo>
                    <a:pt x="16126" y="95495"/>
                  </a:lnTo>
                  <a:lnTo>
                    <a:pt x="13936" y="100307"/>
                  </a:lnTo>
                  <a:lnTo>
                    <a:pt x="11900" y="105186"/>
                  </a:lnTo>
                  <a:lnTo>
                    <a:pt x="10019" y="110126"/>
                  </a:lnTo>
                  <a:lnTo>
                    <a:pt x="8295" y="115124"/>
                  </a:lnTo>
                  <a:lnTo>
                    <a:pt x="6730" y="120174"/>
                  </a:lnTo>
                  <a:lnTo>
                    <a:pt x="5325" y="125270"/>
                  </a:lnTo>
                  <a:lnTo>
                    <a:pt x="4083" y="130408"/>
                  </a:lnTo>
                  <a:lnTo>
                    <a:pt x="3003" y="135584"/>
                  </a:lnTo>
                  <a:lnTo>
                    <a:pt x="2088" y="140790"/>
                  </a:lnTo>
                  <a:lnTo>
                    <a:pt x="1337" y="146023"/>
                  </a:lnTo>
                  <a:lnTo>
                    <a:pt x="753" y="151277"/>
                  </a:lnTo>
                  <a:lnTo>
                    <a:pt x="335" y="156547"/>
                  </a:lnTo>
                  <a:lnTo>
                    <a:pt x="84" y="161828"/>
                  </a:lnTo>
                  <a:lnTo>
                    <a:pt x="0" y="167114"/>
                  </a:lnTo>
                  <a:lnTo>
                    <a:pt x="83" y="172400"/>
                  </a:lnTo>
                  <a:lnTo>
                    <a:pt x="333" y="177680"/>
                  </a:lnTo>
                  <a:lnTo>
                    <a:pt x="750" y="182950"/>
                  </a:lnTo>
                  <a:lnTo>
                    <a:pt x="1333" y="188205"/>
                  </a:lnTo>
                  <a:lnTo>
                    <a:pt x="2083" y="193438"/>
                  </a:lnTo>
                  <a:lnTo>
                    <a:pt x="2997" y="198645"/>
                  </a:lnTo>
                  <a:lnTo>
                    <a:pt x="4076" y="203820"/>
                  </a:lnTo>
                  <a:lnTo>
                    <a:pt x="5317" y="208959"/>
                  </a:lnTo>
                  <a:lnTo>
                    <a:pt x="6721" y="214055"/>
                  </a:lnTo>
                  <a:lnTo>
                    <a:pt x="8285" y="219105"/>
                  </a:lnTo>
                  <a:lnTo>
                    <a:pt x="10008" y="224103"/>
                  </a:lnTo>
                  <a:lnTo>
                    <a:pt x="11888" y="229044"/>
                  </a:lnTo>
                  <a:lnTo>
                    <a:pt x="13923" y="233923"/>
                  </a:lnTo>
                  <a:lnTo>
                    <a:pt x="16112" y="238735"/>
                  </a:lnTo>
                  <a:lnTo>
                    <a:pt x="18452" y="243476"/>
                  </a:lnTo>
                  <a:lnTo>
                    <a:pt x="20940" y="248140"/>
                  </a:lnTo>
                  <a:lnTo>
                    <a:pt x="23575" y="252723"/>
                  </a:lnTo>
                  <a:lnTo>
                    <a:pt x="26353" y="257221"/>
                  </a:lnTo>
                  <a:lnTo>
                    <a:pt x="29272" y="261629"/>
                  </a:lnTo>
                  <a:lnTo>
                    <a:pt x="32329" y="265942"/>
                  </a:lnTo>
                  <a:lnTo>
                    <a:pt x="35521" y="270156"/>
                  </a:lnTo>
                  <a:lnTo>
                    <a:pt x="38845" y="274267"/>
                  </a:lnTo>
                  <a:lnTo>
                    <a:pt x="42296" y="278271"/>
                  </a:lnTo>
                  <a:lnTo>
                    <a:pt x="45873" y="282164"/>
                  </a:lnTo>
                  <a:lnTo>
                    <a:pt x="49571" y="285942"/>
                  </a:lnTo>
                  <a:lnTo>
                    <a:pt x="53387" y="289601"/>
                  </a:lnTo>
                  <a:lnTo>
                    <a:pt x="57316" y="293137"/>
                  </a:lnTo>
                  <a:lnTo>
                    <a:pt x="61356" y="296548"/>
                  </a:lnTo>
                  <a:lnTo>
                    <a:pt x="65501" y="299829"/>
                  </a:lnTo>
                  <a:lnTo>
                    <a:pt x="69748" y="302977"/>
                  </a:lnTo>
                  <a:lnTo>
                    <a:pt x="74092" y="305989"/>
                  </a:lnTo>
                  <a:lnTo>
                    <a:pt x="78529" y="308863"/>
                  </a:lnTo>
                  <a:lnTo>
                    <a:pt x="83055" y="311595"/>
                  </a:lnTo>
                  <a:lnTo>
                    <a:pt x="87665" y="314182"/>
                  </a:lnTo>
                  <a:lnTo>
                    <a:pt x="92355" y="316623"/>
                  </a:lnTo>
                  <a:lnTo>
                    <a:pt x="97119" y="318914"/>
                  </a:lnTo>
                  <a:lnTo>
                    <a:pt x="101954" y="321053"/>
                  </a:lnTo>
                  <a:lnTo>
                    <a:pt x="106853" y="323038"/>
                  </a:lnTo>
                  <a:lnTo>
                    <a:pt x="111813" y="324867"/>
                  </a:lnTo>
                  <a:lnTo>
                    <a:pt x="116829" y="326538"/>
                  </a:lnTo>
                  <a:lnTo>
                    <a:pt x="121894" y="328050"/>
                  </a:lnTo>
                  <a:lnTo>
                    <a:pt x="127005" y="329401"/>
                  </a:lnTo>
                  <a:lnTo>
                    <a:pt x="132157" y="330590"/>
                  </a:lnTo>
                  <a:lnTo>
                    <a:pt x="137343" y="331615"/>
                  </a:lnTo>
                  <a:lnTo>
                    <a:pt x="142559" y="332476"/>
                  </a:lnTo>
                  <a:lnTo>
                    <a:pt x="147799" y="333172"/>
                  </a:lnTo>
                  <a:lnTo>
                    <a:pt x="153059" y="333701"/>
                  </a:lnTo>
                  <a:lnTo>
                    <a:pt x="158333" y="334064"/>
                  </a:lnTo>
                  <a:lnTo>
                    <a:pt x="163616" y="334260"/>
                  </a:lnTo>
                  <a:lnTo>
                    <a:pt x="168903" y="334288"/>
                  </a:lnTo>
                  <a:lnTo>
                    <a:pt x="174187" y="334150"/>
                  </a:lnTo>
                  <a:lnTo>
                    <a:pt x="179465" y="333844"/>
                  </a:lnTo>
                  <a:lnTo>
                    <a:pt x="184731" y="333372"/>
                  </a:lnTo>
                  <a:lnTo>
                    <a:pt x="189978" y="332734"/>
                  </a:lnTo>
                  <a:lnTo>
                    <a:pt x="195203" y="331930"/>
                  </a:lnTo>
                  <a:lnTo>
                    <a:pt x="200400" y="330961"/>
                  </a:lnTo>
                  <a:lnTo>
                    <a:pt x="205564" y="329828"/>
                  </a:lnTo>
                  <a:lnTo>
                    <a:pt x="210690" y="328532"/>
                  </a:lnTo>
                  <a:lnTo>
                    <a:pt x="215771" y="327075"/>
                  </a:lnTo>
                  <a:lnTo>
                    <a:pt x="220805" y="325459"/>
                  </a:lnTo>
                  <a:lnTo>
                    <a:pt x="225784" y="323683"/>
                  </a:lnTo>
                  <a:lnTo>
                    <a:pt x="230705" y="321752"/>
                  </a:lnTo>
                  <a:lnTo>
                    <a:pt x="235562" y="319665"/>
                  </a:lnTo>
                  <a:lnTo>
                    <a:pt x="240351" y="317426"/>
                  </a:lnTo>
                  <a:lnTo>
                    <a:pt x="245067" y="315037"/>
                  </a:lnTo>
                  <a:lnTo>
                    <a:pt x="249705" y="312500"/>
                  </a:lnTo>
                  <a:lnTo>
                    <a:pt x="254261" y="309817"/>
                  </a:lnTo>
                  <a:lnTo>
                    <a:pt x="258729" y="306992"/>
                  </a:lnTo>
                  <a:lnTo>
                    <a:pt x="263105" y="304027"/>
                  </a:lnTo>
                  <a:lnTo>
                    <a:pt x="267386" y="300925"/>
                  </a:lnTo>
                  <a:lnTo>
                    <a:pt x="271567" y="297689"/>
                  </a:lnTo>
                  <a:lnTo>
                    <a:pt x="275643" y="294322"/>
                  </a:lnTo>
                  <a:lnTo>
                    <a:pt x="279610" y="290829"/>
                  </a:lnTo>
                  <a:lnTo>
                    <a:pt x="283466" y="287211"/>
                  </a:lnTo>
                  <a:lnTo>
                    <a:pt x="287204" y="283474"/>
                  </a:lnTo>
                  <a:lnTo>
                    <a:pt x="290823" y="279620"/>
                  </a:lnTo>
                  <a:lnTo>
                    <a:pt x="294318" y="275654"/>
                  </a:lnTo>
                  <a:lnTo>
                    <a:pt x="297686" y="271579"/>
                  </a:lnTo>
                  <a:lnTo>
                    <a:pt x="300924" y="267400"/>
                  </a:lnTo>
                  <a:lnTo>
                    <a:pt x="304028" y="263120"/>
                  </a:lnTo>
                  <a:lnTo>
                    <a:pt x="306994" y="258745"/>
                  </a:lnTo>
                  <a:lnTo>
                    <a:pt x="309821" y="254277"/>
                  </a:lnTo>
                  <a:lnTo>
                    <a:pt x="312506" y="249723"/>
                  </a:lnTo>
                  <a:lnTo>
                    <a:pt x="315045" y="245086"/>
                  </a:lnTo>
                  <a:lnTo>
                    <a:pt x="317436" y="240371"/>
                  </a:lnTo>
                  <a:lnTo>
                    <a:pt x="319676" y="235583"/>
                  </a:lnTo>
                  <a:lnTo>
                    <a:pt x="321765" y="230726"/>
                  </a:lnTo>
                  <a:lnTo>
                    <a:pt x="323698" y="225806"/>
                  </a:lnTo>
                  <a:lnTo>
                    <a:pt x="325475" y="220827"/>
                  </a:lnTo>
                  <a:lnTo>
                    <a:pt x="327094" y="215795"/>
                  </a:lnTo>
                  <a:lnTo>
                    <a:pt x="328553" y="210714"/>
                  </a:lnTo>
                  <a:lnTo>
                    <a:pt x="329850" y="205589"/>
                  </a:lnTo>
                  <a:lnTo>
                    <a:pt x="330985" y="200425"/>
                  </a:lnTo>
                  <a:lnTo>
                    <a:pt x="331956" y="195229"/>
                  </a:lnTo>
                  <a:lnTo>
                    <a:pt x="332762" y="190004"/>
                  </a:lnTo>
                  <a:lnTo>
                    <a:pt x="333402" y="184756"/>
                  </a:lnTo>
                  <a:lnTo>
                    <a:pt x="333877" y="179491"/>
                  </a:lnTo>
                  <a:lnTo>
                    <a:pt x="334184" y="174214"/>
                  </a:lnTo>
                  <a:lnTo>
                    <a:pt x="334325" y="168929"/>
                  </a:lnTo>
                  <a:lnTo>
                    <a:pt x="334298" y="163642"/>
                  </a:lnTo>
                  <a:lnTo>
                    <a:pt x="334104" y="158359"/>
                  </a:lnTo>
                  <a:lnTo>
                    <a:pt x="333743" y="153085"/>
                  </a:lnTo>
                  <a:lnTo>
                    <a:pt x="333216" y="147825"/>
                  </a:lnTo>
                  <a:lnTo>
                    <a:pt x="332523" y="142584"/>
                  </a:lnTo>
                  <a:lnTo>
                    <a:pt x="331664" y="137368"/>
                  </a:lnTo>
                  <a:lnTo>
                    <a:pt x="330640" y="132181"/>
                  </a:lnTo>
                  <a:lnTo>
                    <a:pt x="329454" y="127030"/>
                  </a:lnTo>
                  <a:lnTo>
                    <a:pt x="328104" y="121918"/>
                  </a:lnTo>
                  <a:lnTo>
                    <a:pt x="326594" y="116852"/>
                  </a:lnTo>
                  <a:lnTo>
                    <a:pt x="324925" y="111836"/>
                  </a:lnTo>
                  <a:lnTo>
                    <a:pt x="323097" y="106875"/>
                  </a:lnTo>
                  <a:lnTo>
                    <a:pt x="321114" y="101975"/>
                  </a:lnTo>
                  <a:lnTo>
                    <a:pt x="318977" y="97140"/>
                  </a:lnTo>
                  <a:lnTo>
                    <a:pt x="316688" y="92374"/>
                  </a:lnTo>
                  <a:lnTo>
                    <a:pt x="314249" y="87684"/>
                  </a:lnTo>
                  <a:lnTo>
                    <a:pt x="311664" y="83073"/>
                  </a:lnTo>
                  <a:lnTo>
                    <a:pt x="308934" y="78546"/>
                  </a:lnTo>
                  <a:lnTo>
                    <a:pt x="306062" y="74107"/>
                  </a:lnTo>
                  <a:lnTo>
                    <a:pt x="303051" y="69762"/>
                  </a:lnTo>
                  <a:lnTo>
                    <a:pt x="299904" y="65514"/>
                  </a:lnTo>
                  <a:lnTo>
                    <a:pt x="296625" y="61368"/>
                  </a:lnTo>
                  <a:lnTo>
                    <a:pt x="293216" y="57327"/>
                  </a:lnTo>
                  <a:lnTo>
                    <a:pt x="289681" y="53396"/>
                  </a:lnTo>
                  <a:lnTo>
                    <a:pt x="286023" y="49579"/>
                  </a:lnTo>
                  <a:lnTo>
                    <a:pt x="282247" y="45880"/>
                  </a:lnTo>
                  <a:lnTo>
                    <a:pt x="278355" y="42301"/>
                  </a:lnTo>
                  <a:lnTo>
                    <a:pt x="274352" y="38848"/>
                  </a:lnTo>
                  <a:lnTo>
                    <a:pt x="270243" y="35523"/>
                  </a:lnTo>
                  <a:lnTo>
                    <a:pt x="266030" y="32330"/>
                  </a:lnTo>
                  <a:lnTo>
                    <a:pt x="261718" y="29271"/>
                  </a:lnTo>
                  <a:lnTo>
                    <a:pt x="257311" y="26350"/>
                  </a:lnTo>
                  <a:lnTo>
                    <a:pt x="252815" y="23570"/>
                  </a:lnTo>
                  <a:lnTo>
                    <a:pt x="248233" y="20934"/>
                  </a:lnTo>
                  <a:lnTo>
                    <a:pt x="243569" y="18444"/>
                  </a:lnTo>
                  <a:lnTo>
                    <a:pt x="238830" y="16102"/>
                  </a:lnTo>
                  <a:lnTo>
                    <a:pt x="234018" y="13912"/>
                  </a:lnTo>
                  <a:lnTo>
                    <a:pt x="229140" y="11874"/>
                  </a:lnTo>
                  <a:lnTo>
                    <a:pt x="224200" y="9992"/>
                  </a:lnTo>
                  <a:lnTo>
                    <a:pt x="219202" y="8268"/>
                  </a:lnTo>
                  <a:lnTo>
                    <a:pt x="214153" y="6702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8783" y="4397268"/>
              <a:ext cx="46986" cy="167167"/>
            </a:xfrm>
            <a:custGeom>
              <a:avLst/>
              <a:pathLst>
                <a:path w="46986" h="167167">
                  <a:moveTo>
                    <a:pt x="46986" y="6739"/>
                  </a:moveTo>
                  <a:lnTo>
                    <a:pt x="41244" y="5167"/>
                  </a:lnTo>
                  <a:lnTo>
                    <a:pt x="35449" y="3801"/>
                  </a:lnTo>
                  <a:lnTo>
                    <a:pt x="29610" y="2643"/>
                  </a:lnTo>
                  <a:lnTo>
                    <a:pt x="23733" y="1693"/>
                  </a:lnTo>
                  <a:lnTo>
                    <a:pt x="17826" y="953"/>
                  </a:lnTo>
                  <a:lnTo>
                    <a:pt x="11896" y="423"/>
                  </a:lnTo>
                  <a:lnTo>
                    <a:pt x="5952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807" y="4794382"/>
              <a:ext cx="758" cy="167167"/>
            </a:xfrm>
            <a:custGeom>
              <a:avLst/>
              <a:pathLst>
                <a:path w="758" h="167167">
                  <a:moveTo>
                    <a:pt x="758" y="0"/>
                  </a:moveTo>
                  <a:lnTo>
                    <a:pt x="0" y="1"/>
                  </a:lnTo>
                  <a:lnTo>
                    <a:pt x="75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07" y="4794384"/>
              <a:ext cx="758" cy="167165"/>
            </a:xfrm>
            <a:custGeom>
              <a:avLst/>
              <a:pathLst>
                <a:path w="758" h="167165">
                  <a:moveTo>
                    <a:pt x="0" y="0"/>
                  </a:moveTo>
                  <a:lnTo>
                    <a:pt x="75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7944" y="4794384"/>
              <a:ext cx="164622" cy="167165"/>
            </a:xfrm>
            <a:custGeom>
              <a:avLst/>
              <a:pathLst>
                <a:path w="164622" h="167165">
                  <a:moveTo>
                    <a:pt x="163863" y="0"/>
                  </a:moveTo>
                  <a:lnTo>
                    <a:pt x="158455" y="112"/>
                  </a:lnTo>
                  <a:lnTo>
                    <a:pt x="153053" y="399"/>
                  </a:lnTo>
                  <a:lnTo>
                    <a:pt x="147663" y="860"/>
                  </a:lnTo>
                  <a:lnTo>
                    <a:pt x="142291" y="1496"/>
                  </a:lnTo>
                  <a:lnTo>
                    <a:pt x="136942" y="2305"/>
                  </a:lnTo>
                  <a:lnTo>
                    <a:pt x="131623" y="3287"/>
                  </a:lnTo>
                  <a:lnTo>
                    <a:pt x="126337" y="4441"/>
                  </a:lnTo>
                  <a:lnTo>
                    <a:pt x="121092" y="5765"/>
                  </a:lnTo>
                  <a:lnTo>
                    <a:pt x="115893" y="7258"/>
                  </a:lnTo>
                  <a:lnTo>
                    <a:pt x="110745" y="8918"/>
                  </a:lnTo>
                  <a:lnTo>
                    <a:pt x="105653" y="10744"/>
                  </a:lnTo>
                  <a:lnTo>
                    <a:pt x="100622" y="12734"/>
                  </a:lnTo>
                  <a:lnTo>
                    <a:pt x="95659" y="14886"/>
                  </a:lnTo>
                  <a:lnTo>
                    <a:pt x="90768" y="17197"/>
                  </a:lnTo>
                  <a:lnTo>
                    <a:pt x="85954" y="19665"/>
                  </a:lnTo>
                  <a:lnTo>
                    <a:pt x="81223" y="22287"/>
                  </a:lnTo>
                  <a:lnTo>
                    <a:pt x="76579" y="25062"/>
                  </a:lnTo>
                  <a:lnTo>
                    <a:pt x="72027" y="27985"/>
                  </a:lnTo>
                  <a:lnTo>
                    <a:pt x="67573" y="31054"/>
                  </a:lnTo>
                  <a:lnTo>
                    <a:pt x="63219" y="34265"/>
                  </a:lnTo>
                  <a:lnTo>
                    <a:pt x="58972" y="37616"/>
                  </a:lnTo>
                  <a:lnTo>
                    <a:pt x="54836" y="41102"/>
                  </a:lnTo>
                  <a:lnTo>
                    <a:pt x="50815" y="44720"/>
                  </a:lnTo>
                  <a:lnTo>
                    <a:pt x="46912" y="48466"/>
                  </a:lnTo>
                  <a:lnTo>
                    <a:pt x="43133" y="52337"/>
                  </a:lnTo>
                  <a:lnTo>
                    <a:pt x="39482" y="56328"/>
                  </a:lnTo>
                  <a:lnTo>
                    <a:pt x="35961" y="60435"/>
                  </a:lnTo>
                  <a:lnTo>
                    <a:pt x="32575" y="64654"/>
                  </a:lnTo>
                  <a:lnTo>
                    <a:pt x="29327" y="68980"/>
                  </a:lnTo>
                  <a:lnTo>
                    <a:pt x="26221" y="73409"/>
                  </a:lnTo>
                  <a:lnTo>
                    <a:pt x="23260" y="77936"/>
                  </a:lnTo>
                  <a:lnTo>
                    <a:pt x="20447" y="82557"/>
                  </a:lnTo>
                  <a:lnTo>
                    <a:pt x="17785" y="87266"/>
                  </a:lnTo>
                  <a:lnTo>
                    <a:pt x="15277" y="92059"/>
                  </a:lnTo>
                  <a:lnTo>
                    <a:pt x="12925" y="96930"/>
                  </a:lnTo>
                  <a:lnTo>
                    <a:pt x="10732" y="101875"/>
                  </a:lnTo>
                  <a:lnTo>
                    <a:pt x="8700" y="106889"/>
                  </a:lnTo>
                  <a:lnTo>
                    <a:pt x="6831" y="111965"/>
                  </a:lnTo>
                  <a:lnTo>
                    <a:pt x="5128" y="117100"/>
                  </a:lnTo>
                  <a:lnTo>
                    <a:pt x="3591" y="122286"/>
                  </a:lnTo>
                  <a:lnTo>
                    <a:pt x="2224" y="127520"/>
                  </a:lnTo>
                  <a:lnTo>
                    <a:pt x="1026" y="132795"/>
                  </a:lnTo>
                  <a:lnTo>
                    <a:pt x="0" y="138107"/>
                  </a:lnTo>
                  <a:lnTo>
                    <a:pt x="164622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45419" y="4794382"/>
              <a:ext cx="334293" cy="334334"/>
            </a:xfrm>
            <a:custGeom>
              <a:avLst/>
              <a:pathLst>
                <a:path w="334293" h="334334">
                  <a:moveTo>
                    <a:pt x="2524" y="138108"/>
                  </a:moveTo>
                  <a:lnTo>
                    <a:pt x="1685" y="143346"/>
                  </a:lnTo>
                  <a:lnTo>
                    <a:pt x="1012" y="148608"/>
                  </a:lnTo>
                  <a:lnTo>
                    <a:pt x="507" y="153889"/>
                  </a:lnTo>
                  <a:lnTo>
                    <a:pt x="170" y="159183"/>
                  </a:lnTo>
                  <a:lnTo>
                    <a:pt x="0" y="164485"/>
                  </a:lnTo>
                  <a:lnTo>
                    <a:pt x="0" y="169790"/>
                  </a:lnTo>
                  <a:lnTo>
                    <a:pt x="167" y="175092"/>
                  </a:lnTo>
                  <a:lnTo>
                    <a:pt x="502" y="180386"/>
                  </a:lnTo>
                  <a:lnTo>
                    <a:pt x="1006" y="185667"/>
                  </a:lnTo>
                  <a:lnTo>
                    <a:pt x="1676" y="190929"/>
                  </a:lnTo>
                  <a:lnTo>
                    <a:pt x="2514" y="196167"/>
                  </a:lnTo>
                  <a:lnTo>
                    <a:pt x="3517" y="201376"/>
                  </a:lnTo>
                  <a:lnTo>
                    <a:pt x="4684" y="206551"/>
                  </a:lnTo>
                  <a:lnTo>
                    <a:pt x="6016" y="211686"/>
                  </a:lnTo>
                  <a:lnTo>
                    <a:pt x="7510" y="216776"/>
                  </a:lnTo>
                  <a:lnTo>
                    <a:pt x="9164" y="221816"/>
                  </a:lnTo>
                  <a:lnTo>
                    <a:pt x="10978" y="226801"/>
                  </a:lnTo>
                  <a:lnTo>
                    <a:pt x="12948" y="231726"/>
                  </a:lnTo>
                  <a:lnTo>
                    <a:pt x="15074" y="236586"/>
                  </a:lnTo>
                  <a:lnTo>
                    <a:pt x="17354" y="241377"/>
                  </a:lnTo>
                  <a:lnTo>
                    <a:pt x="19784" y="246092"/>
                  </a:lnTo>
                  <a:lnTo>
                    <a:pt x="22362" y="250728"/>
                  </a:lnTo>
                  <a:lnTo>
                    <a:pt x="25086" y="255280"/>
                  </a:lnTo>
                  <a:lnTo>
                    <a:pt x="27953" y="259743"/>
                  </a:lnTo>
                  <a:lnTo>
                    <a:pt x="30961" y="264113"/>
                  </a:lnTo>
                  <a:lnTo>
                    <a:pt x="34105" y="268385"/>
                  </a:lnTo>
                  <a:lnTo>
                    <a:pt x="37384" y="272555"/>
                  </a:lnTo>
                  <a:lnTo>
                    <a:pt x="40793" y="276619"/>
                  </a:lnTo>
                  <a:lnTo>
                    <a:pt x="44330" y="280573"/>
                  </a:lnTo>
                  <a:lnTo>
                    <a:pt x="47990" y="284413"/>
                  </a:lnTo>
                  <a:lnTo>
                    <a:pt x="51770" y="288135"/>
                  </a:lnTo>
                  <a:lnTo>
                    <a:pt x="55666" y="291735"/>
                  </a:lnTo>
                  <a:lnTo>
                    <a:pt x="59675" y="295209"/>
                  </a:lnTo>
                  <a:lnTo>
                    <a:pt x="63792" y="298555"/>
                  </a:lnTo>
                  <a:lnTo>
                    <a:pt x="68012" y="301768"/>
                  </a:lnTo>
                  <a:lnTo>
                    <a:pt x="72333" y="304846"/>
                  </a:lnTo>
                  <a:lnTo>
                    <a:pt x="76749" y="307785"/>
                  </a:lnTo>
                  <a:lnTo>
                    <a:pt x="81256" y="310582"/>
                  </a:lnTo>
                  <a:lnTo>
                    <a:pt x="85850" y="313235"/>
                  </a:lnTo>
                  <a:lnTo>
                    <a:pt x="90526" y="315741"/>
                  </a:lnTo>
                  <a:lnTo>
                    <a:pt x="95278" y="318097"/>
                  </a:lnTo>
                  <a:lnTo>
                    <a:pt x="100103" y="320302"/>
                  </a:lnTo>
                  <a:lnTo>
                    <a:pt x="104996" y="322352"/>
                  </a:lnTo>
                  <a:lnTo>
                    <a:pt x="109951" y="324245"/>
                  </a:lnTo>
                  <a:lnTo>
                    <a:pt x="114964" y="325981"/>
                  </a:lnTo>
                  <a:lnTo>
                    <a:pt x="120029" y="327557"/>
                  </a:lnTo>
                  <a:lnTo>
                    <a:pt x="125142" y="328971"/>
                  </a:lnTo>
                  <a:lnTo>
                    <a:pt x="130297" y="330222"/>
                  </a:lnTo>
                  <a:lnTo>
                    <a:pt x="135489" y="331309"/>
                  </a:lnTo>
                  <a:lnTo>
                    <a:pt x="140713" y="332231"/>
                  </a:lnTo>
                  <a:lnTo>
                    <a:pt x="145964" y="332987"/>
                  </a:lnTo>
                  <a:lnTo>
                    <a:pt x="151236" y="333576"/>
                  </a:lnTo>
                  <a:lnTo>
                    <a:pt x="156524" y="333997"/>
                  </a:lnTo>
                  <a:lnTo>
                    <a:pt x="161823" y="334250"/>
                  </a:lnTo>
                  <a:lnTo>
                    <a:pt x="167127" y="334334"/>
                  </a:lnTo>
                  <a:lnTo>
                    <a:pt x="172431" y="334251"/>
                  </a:lnTo>
                  <a:lnTo>
                    <a:pt x="177730" y="333999"/>
                  </a:lnTo>
                  <a:lnTo>
                    <a:pt x="183018" y="333579"/>
                  </a:lnTo>
                  <a:lnTo>
                    <a:pt x="188290" y="332992"/>
                  </a:lnTo>
                  <a:lnTo>
                    <a:pt x="193541" y="332238"/>
                  </a:lnTo>
                  <a:lnTo>
                    <a:pt x="198765" y="331317"/>
                  </a:lnTo>
                  <a:lnTo>
                    <a:pt x="203957" y="330231"/>
                  </a:lnTo>
                  <a:lnTo>
                    <a:pt x="209113" y="328981"/>
                  </a:lnTo>
                  <a:lnTo>
                    <a:pt x="214226" y="327568"/>
                  </a:lnTo>
                  <a:lnTo>
                    <a:pt x="219291" y="325993"/>
                  </a:lnTo>
                  <a:lnTo>
                    <a:pt x="224305" y="324259"/>
                  </a:lnTo>
                  <a:lnTo>
                    <a:pt x="229260" y="322366"/>
                  </a:lnTo>
                  <a:lnTo>
                    <a:pt x="234153" y="320317"/>
                  </a:lnTo>
                  <a:lnTo>
                    <a:pt x="238979" y="318114"/>
                  </a:lnTo>
                  <a:lnTo>
                    <a:pt x="243732" y="315759"/>
                  </a:lnTo>
                  <a:lnTo>
                    <a:pt x="248408" y="313254"/>
                  </a:lnTo>
                  <a:lnTo>
                    <a:pt x="253002" y="310602"/>
                  </a:lnTo>
                  <a:lnTo>
                    <a:pt x="257510" y="307806"/>
                  </a:lnTo>
                  <a:lnTo>
                    <a:pt x="261927" y="304868"/>
                  </a:lnTo>
                  <a:lnTo>
                    <a:pt x="266249" y="301791"/>
                  </a:lnTo>
                  <a:lnTo>
                    <a:pt x="270470" y="298579"/>
                  </a:lnTo>
                  <a:lnTo>
                    <a:pt x="274588" y="295234"/>
                  </a:lnTo>
                  <a:lnTo>
                    <a:pt x="278597" y="291761"/>
                  </a:lnTo>
                  <a:lnTo>
                    <a:pt x="282494" y="288162"/>
                  </a:lnTo>
                  <a:lnTo>
                    <a:pt x="286275" y="284441"/>
                  </a:lnTo>
                  <a:lnTo>
                    <a:pt x="289936" y="280602"/>
                  </a:lnTo>
                  <a:lnTo>
                    <a:pt x="293474" y="276649"/>
                  </a:lnTo>
                  <a:lnTo>
                    <a:pt x="296884" y="272586"/>
                  </a:lnTo>
                  <a:lnTo>
                    <a:pt x="300163" y="268416"/>
                  </a:lnTo>
                  <a:lnTo>
                    <a:pt x="303309" y="264145"/>
                  </a:lnTo>
                  <a:lnTo>
                    <a:pt x="306317" y="259776"/>
                  </a:lnTo>
                  <a:lnTo>
                    <a:pt x="309186" y="255313"/>
                  </a:lnTo>
                  <a:lnTo>
                    <a:pt x="311911" y="250762"/>
                  </a:lnTo>
                  <a:lnTo>
                    <a:pt x="314491" y="246127"/>
                  </a:lnTo>
                  <a:lnTo>
                    <a:pt x="316922" y="241412"/>
                  </a:lnTo>
                  <a:lnTo>
                    <a:pt x="319202" y="236622"/>
                  </a:lnTo>
                  <a:lnTo>
                    <a:pt x="321329" y="231763"/>
                  </a:lnTo>
                  <a:lnTo>
                    <a:pt x="323301" y="226838"/>
                  </a:lnTo>
                  <a:lnTo>
                    <a:pt x="325116" y="221853"/>
                  </a:lnTo>
                  <a:lnTo>
                    <a:pt x="326771" y="216814"/>
                  </a:lnTo>
                  <a:lnTo>
                    <a:pt x="328266" y="211724"/>
                  </a:lnTo>
                  <a:lnTo>
                    <a:pt x="329599" y="206589"/>
                  </a:lnTo>
                  <a:lnTo>
                    <a:pt x="330768" y="201415"/>
                  </a:lnTo>
                  <a:lnTo>
                    <a:pt x="331772" y="196206"/>
                  </a:lnTo>
                  <a:lnTo>
                    <a:pt x="332611" y="190968"/>
                  </a:lnTo>
                  <a:lnTo>
                    <a:pt x="333283" y="185706"/>
                  </a:lnTo>
                  <a:lnTo>
                    <a:pt x="333787" y="180425"/>
                  </a:lnTo>
                  <a:lnTo>
                    <a:pt x="334124" y="175131"/>
                  </a:lnTo>
                  <a:lnTo>
                    <a:pt x="334293" y="169829"/>
                  </a:lnTo>
                  <a:lnTo>
                    <a:pt x="334293" y="164524"/>
                  </a:lnTo>
                  <a:lnTo>
                    <a:pt x="334125" y="159222"/>
                  </a:lnTo>
                  <a:lnTo>
                    <a:pt x="333789" y="153928"/>
                  </a:lnTo>
                  <a:lnTo>
                    <a:pt x="333285" y="148648"/>
                  </a:lnTo>
                  <a:lnTo>
                    <a:pt x="332614" y="143385"/>
                  </a:lnTo>
                  <a:lnTo>
                    <a:pt x="331776" y="138147"/>
                  </a:lnTo>
                  <a:lnTo>
                    <a:pt x="330772" y="132938"/>
                  </a:lnTo>
                  <a:lnTo>
                    <a:pt x="329604" y="127764"/>
                  </a:lnTo>
                  <a:lnTo>
                    <a:pt x="328272" y="122629"/>
                  </a:lnTo>
                  <a:lnTo>
                    <a:pt x="326777" y="117539"/>
                  </a:lnTo>
                  <a:lnTo>
                    <a:pt x="325122" y="112499"/>
                  </a:lnTo>
                  <a:lnTo>
                    <a:pt x="323308" y="107514"/>
                  </a:lnTo>
                  <a:lnTo>
                    <a:pt x="321337" y="102589"/>
                  </a:lnTo>
                  <a:lnTo>
                    <a:pt x="319210" y="97730"/>
                  </a:lnTo>
                  <a:lnTo>
                    <a:pt x="316930" y="92940"/>
                  </a:lnTo>
                  <a:lnTo>
                    <a:pt x="314500" y="88225"/>
                  </a:lnTo>
                  <a:lnTo>
                    <a:pt x="311921" y="83589"/>
                  </a:lnTo>
                  <a:lnTo>
                    <a:pt x="309196" y="79037"/>
                  </a:lnTo>
                  <a:lnTo>
                    <a:pt x="306328" y="74575"/>
                  </a:lnTo>
                  <a:lnTo>
                    <a:pt x="303320" y="70205"/>
                  </a:lnTo>
                  <a:lnTo>
                    <a:pt x="300175" y="65933"/>
                  </a:lnTo>
                  <a:lnTo>
                    <a:pt x="296896" y="61763"/>
                  </a:lnTo>
                  <a:lnTo>
                    <a:pt x="293487" y="57700"/>
                  </a:lnTo>
                  <a:lnTo>
                    <a:pt x="289950" y="53746"/>
                  </a:lnTo>
                  <a:lnTo>
                    <a:pt x="286289" y="49907"/>
                  </a:lnTo>
                  <a:lnTo>
                    <a:pt x="282509" y="46185"/>
                  </a:lnTo>
                  <a:lnTo>
                    <a:pt x="278612" y="42586"/>
                  </a:lnTo>
                  <a:lnTo>
                    <a:pt x="274603" y="39112"/>
                  </a:lnTo>
                  <a:lnTo>
                    <a:pt x="270486" y="35767"/>
                  </a:lnTo>
                  <a:lnTo>
                    <a:pt x="266264" y="32554"/>
                  </a:lnTo>
                  <a:lnTo>
                    <a:pt x="261943" y="29477"/>
                  </a:lnTo>
                  <a:lnTo>
                    <a:pt x="257527" y="26539"/>
                  </a:lnTo>
                  <a:lnTo>
                    <a:pt x="253019" y="23742"/>
                  </a:lnTo>
                  <a:lnTo>
                    <a:pt x="248425" y="21089"/>
                  </a:lnTo>
                  <a:lnTo>
                    <a:pt x="243750" y="18584"/>
                  </a:lnTo>
                  <a:lnTo>
                    <a:pt x="238997" y="16228"/>
                  </a:lnTo>
                  <a:lnTo>
                    <a:pt x="234171" y="14024"/>
                  </a:lnTo>
                  <a:lnTo>
                    <a:pt x="229278" y="11975"/>
                  </a:lnTo>
                  <a:lnTo>
                    <a:pt x="224323" y="10082"/>
                  </a:lnTo>
                  <a:lnTo>
                    <a:pt x="219310" y="8347"/>
                  </a:lnTo>
                  <a:lnTo>
                    <a:pt x="214245" y="6771"/>
                  </a:lnTo>
                  <a:lnTo>
                    <a:pt x="209132" y="5358"/>
                  </a:lnTo>
                  <a:lnTo>
                    <a:pt x="203976" y="4107"/>
                  </a:lnTo>
                  <a:lnTo>
                    <a:pt x="198784" y="3021"/>
                  </a:lnTo>
                  <a:lnTo>
                    <a:pt x="193560" y="2099"/>
                  </a:lnTo>
                  <a:lnTo>
                    <a:pt x="188309" y="1344"/>
                  </a:lnTo>
                  <a:lnTo>
                    <a:pt x="183037" y="757"/>
                  </a:lnTo>
                  <a:lnTo>
                    <a:pt x="177749" y="336"/>
                  </a:lnTo>
                  <a:lnTo>
                    <a:pt x="172450" y="84"/>
                  </a:lnTo>
                  <a:lnTo>
                    <a:pt x="167146" y="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6" y="5103947"/>
              <a:ext cx="71" cy="167167"/>
            </a:xfrm>
            <a:custGeom>
              <a:avLst/>
              <a:pathLst>
                <a:path w="71" h="167167">
                  <a:moveTo>
                    <a:pt x="0" y="0"/>
                  </a:moveTo>
                  <a:lnTo>
                    <a:pt x="7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61939" y="5103947"/>
              <a:ext cx="334302" cy="334334"/>
            </a:xfrm>
            <a:custGeom>
              <a:avLst/>
              <a:pathLst>
                <a:path w="334302" h="334334">
                  <a:moveTo>
                    <a:pt x="167077" y="0"/>
                  </a:moveTo>
                  <a:lnTo>
                    <a:pt x="161771" y="86"/>
                  </a:lnTo>
                  <a:lnTo>
                    <a:pt x="156470" y="341"/>
                  </a:lnTo>
                  <a:lnTo>
                    <a:pt x="151179" y="764"/>
                  </a:lnTo>
                  <a:lnTo>
                    <a:pt x="145905" y="1355"/>
                  </a:lnTo>
                  <a:lnTo>
                    <a:pt x="140653" y="2113"/>
                  </a:lnTo>
                  <a:lnTo>
                    <a:pt x="135427" y="3037"/>
                  </a:lnTo>
                  <a:lnTo>
                    <a:pt x="130233" y="4127"/>
                  </a:lnTo>
                  <a:lnTo>
                    <a:pt x="125076" y="5381"/>
                  </a:lnTo>
                  <a:lnTo>
                    <a:pt x="119961" y="6798"/>
                  </a:lnTo>
                  <a:lnTo>
                    <a:pt x="114895" y="8376"/>
                  </a:lnTo>
                  <a:lnTo>
                    <a:pt x="109880" y="10115"/>
                  </a:lnTo>
                  <a:lnTo>
                    <a:pt x="104924" y="12012"/>
                  </a:lnTo>
                  <a:lnTo>
                    <a:pt x="100030" y="14066"/>
                  </a:lnTo>
                  <a:lnTo>
                    <a:pt x="95204" y="16273"/>
                  </a:lnTo>
                  <a:lnTo>
                    <a:pt x="90450" y="18633"/>
                  </a:lnTo>
                  <a:lnTo>
                    <a:pt x="85774" y="21143"/>
                  </a:lnTo>
                  <a:lnTo>
                    <a:pt x="81180" y="23799"/>
                  </a:lnTo>
                  <a:lnTo>
                    <a:pt x="76672" y="26600"/>
                  </a:lnTo>
                  <a:lnTo>
                    <a:pt x="72256" y="29543"/>
                  </a:lnTo>
                  <a:lnTo>
                    <a:pt x="67935" y="32625"/>
                  </a:lnTo>
                  <a:lnTo>
                    <a:pt x="63714" y="35842"/>
                  </a:lnTo>
                  <a:lnTo>
                    <a:pt x="59598" y="39192"/>
                  </a:lnTo>
                  <a:lnTo>
                    <a:pt x="55590" y="42670"/>
                  </a:lnTo>
                  <a:lnTo>
                    <a:pt x="51694" y="46274"/>
                  </a:lnTo>
                  <a:lnTo>
                    <a:pt x="47915" y="50000"/>
                  </a:lnTo>
                  <a:lnTo>
                    <a:pt x="44255" y="53844"/>
                  </a:lnTo>
                  <a:lnTo>
                    <a:pt x="40720" y="57802"/>
                  </a:lnTo>
                  <a:lnTo>
                    <a:pt x="37312" y="61870"/>
                  </a:lnTo>
                  <a:lnTo>
                    <a:pt x="34035" y="66045"/>
                  </a:lnTo>
                  <a:lnTo>
                    <a:pt x="30892" y="70321"/>
                  </a:lnTo>
                  <a:lnTo>
                    <a:pt x="27887" y="74695"/>
                  </a:lnTo>
                  <a:lnTo>
                    <a:pt x="25022" y="79162"/>
                  </a:lnTo>
                  <a:lnTo>
                    <a:pt x="22300" y="83718"/>
                  </a:lnTo>
                  <a:lnTo>
                    <a:pt x="19724" y="88358"/>
                  </a:lnTo>
                  <a:lnTo>
                    <a:pt x="17296" y="93078"/>
                  </a:lnTo>
                  <a:lnTo>
                    <a:pt x="15020" y="97872"/>
                  </a:lnTo>
                  <a:lnTo>
                    <a:pt x="12897" y="102736"/>
                  </a:lnTo>
                  <a:lnTo>
                    <a:pt x="10930" y="107665"/>
                  </a:lnTo>
                  <a:lnTo>
                    <a:pt x="9120" y="112654"/>
                  </a:lnTo>
                  <a:lnTo>
                    <a:pt x="7469" y="117697"/>
                  </a:lnTo>
                  <a:lnTo>
                    <a:pt x="5979" y="122791"/>
                  </a:lnTo>
                  <a:lnTo>
                    <a:pt x="4652" y="127929"/>
                  </a:lnTo>
                  <a:lnTo>
                    <a:pt x="3488" y="133107"/>
                  </a:lnTo>
                  <a:lnTo>
                    <a:pt x="2489" y="138320"/>
                  </a:lnTo>
                  <a:lnTo>
                    <a:pt x="1657" y="143561"/>
                  </a:lnTo>
                  <a:lnTo>
                    <a:pt x="991" y="148826"/>
                  </a:lnTo>
                  <a:lnTo>
                    <a:pt x="492" y="154110"/>
                  </a:lnTo>
                  <a:lnTo>
                    <a:pt x="162" y="159407"/>
                  </a:lnTo>
                  <a:lnTo>
                    <a:pt x="0" y="164711"/>
                  </a:lnTo>
                  <a:lnTo>
                    <a:pt x="6" y="170018"/>
                  </a:lnTo>
                  <a:lnTo>
                    <a:pt x="181" y="175322"/>
                  </a:lnTo>
                  <a:lnTo>
                    <a:pt x="524" y="180618"/>
                  </a:lnTo>
                  <a:lnTo>
                    <a:pt x="1035" y="185901"/>
                  </a:lnTo>
                  <a:lnTo>
                    <a:pt x="1713" y="191164"/>
                  </a:lnTo>
                  <a:lnTo>
                    <a:pt x="2558" y="196404"/>
                  </a:lnTo>
                  <a:lnTo>
                    <a:pt x="3569" y="201614"/>
                  </a:lnTo>
                  <a:lnTo>
                    <a:pt x="4745" y="206789"/>
                  </a:lnTo>
                  <a:lnTo>
                    <a:pt x="6084" y="211924"/>
                  </a:lnTo>
                  <a:lnTo>
                    <a:pt x="7586" y="217014"/>
                  </a:lnTo>
                  <a:lnTo>
                    <a:pt x="9249" y="222054"/>
                  </a:lnTo>
                  <a:lnTo>
                    <a:pt x="11071" y="227039"/>
                  </a:lnTo>
                  <a:lnTo>
                    <a:pt x="13050" y="231963"/>
                  </a:lnTo>
                  <a:lnTo>
                    <a:pt x="15185" y="236822"/>
                  </a:lnTo>
                  <a:lnTo>
                    <a:pt x="17472" y="241611"/>
                  </a:lnTo>
                  <a:lnTo>
                    <a:pt x="19911" y="246324"/>
                  </a:lnTo>
                  <a:lnTo>
                    <a:pt x="22498" y="250958"/>
                  </a:lnTo>
                  <a:lnTo>
                    <a:pt x="25230" y="255508"/>
                  </a:lnTo>
                  <a:lnTo>
                    <a:pt x="28106" y="259968"/>
                  </a:lnTo>
                  <a:lnTo>
                    <a:pt x="31122" y="264335"/>
                  </a:lnTo>
                  <a:lnTo>
                    <a:pt x="34275" y="268604"/>
                  </a:lnTo>
                  <a:lnTo>
                    <a:pt x="37562" y="272771"/>
                  </a:lnTo>
                  <a:lnTo>
                    <a:pt x="40979" y="276831"/>
                  </a:lnTo>
                  <a:lnTo>
                    <a:pt x="44524" y="280781"/>
                  </a:lnTo>
                  <a:lnTo>
                    <a:pt x="48192" y="284616"/>
                  </a:lnTo>
                  <a:lnTo>
                    <a:pt x="51980" y="288333"/>
                  </a:lnTo>
                  <a:lnTo>
                    <a:pt x="55885" y="291928"/>
                  </a:lnTo>
                  <a:lnTo>
                    <a:pt x="59901" y="295397"/>
                  </a:lnTo>
                  <a:lnTo>
                    <a:pt x="64025" y="298736"/>
                  </a:lnTo>
                  <a:lnTo>
                    <a:pt x="68254" y="301943"/>
                  </a:lnTo>
                  <a:lnTo>
                    <a:pt x="72582" y="305015"/>
                  </a:lnTo>
                  <a:lnTo>
                    <a:pt x="77005" y="307947"/>
                  </a:lnTo>
                  <a:lnTo>
                    <a:pt x="81520" y="310738"/>
                  </a:lnTo>
                  <a:lnTo>
                    <a:pt x="86120" y="313383"/>
                  </a:lnTo>
                  <a:lnTo>
                    <a:pt x="90802" y="315882"/>
                  </a:lnTo>
                  <a:lnTo>
                    <a:pt x="95561" y="318230"/>
                  </a:lnTo>
                  <a:lnTo>
                    <a:pt x="100393" y="320427"/>
                  </a:lnTo>
                  <a:lnTo>
                    <a:pt x="105291" y="322469"/>
                  </a:lnTo>
                  <a:lnTo>
                    <a:pt x="110252" y="324354"/>
                  </a:lnTo>
                  <a:lnTo>
                    <a:pt x="115271" y="326081"/>
                  </a:lnTo>
                  <a:lnTo>
                    <a:pt x="120341" y="327647"/>
                  </a:lnTo>
                  <a:lnTo>
                    <a:pt x="125459" y="329052"/>
                  </a:lnTo>
                  <a:lnTo>
                    <a:pt x="130619" y="330294"/>
                  </a:lnTo>
                  <a:lnTo>
                    <a:pt x="135815" y="331372"/>
                  </a:lnTo>
                  <a:lnTo>
                    <a:pt x="141043" y="332283"/>
                  </a:lnTo>
                  <a:lnTo>
                    <a:pt x="146298" y="333029"/>
                  </a:lnTo>
                  <a:lnTo>
                    <a:pt x="151573" y="333607"/>
                  </a:lnTo>
                  <a:lnTo>
                    <a:pt x="156864" y="334018"/>
                  </a:lnTo>
                  <a:lnTo>
                    <a:pt x="162166" y="334260"/>
                  </a:lnTo>
                  <a:lnTo>
                    <a:pt x="167473" y="334334"/>
                  </a:lnTo>
                  <a:lnTo>
                    <a:pt x="172779" y="334240"/>
                  </a:lnTo>
                  <a:lnTo>
                    <a:pt x="178079" y="333977"/>
                  </a:lnTo>
                  <a:lnTo>
                    <a:pt x="183369" y="333546"/>
                  </a:lnTo>
                  <a:lnTo>
                    <a:pt x="188642" y="332947"/>
                  </a:lnTo>
                  <a:lnTo>
                    <a:pt x="193894" y="332181"/>
                  </a:lnTo>
                  <a:lnTo>
                    <a:pt x="199118" y="331249"/>
                  </a:lnTo>
                  <a:lnTo>
                    <a:pt x="204311" y="330151"/>
                  </a:lnTo>
                  <a:lnTo>
                    <a:pt x="209466" y="328890"/>
                  </a:lnTo>
                  <a:lnTo>
                    <a:pt x="214578" y="327465"/>
                  </a:lnTo>
                  <a:lnTo>
                    <a:pt x="219642" y="325879"/>
                  </a:lnTo>
                  <a:lnTo>
                    <a:pt x="224654" y="324132"/>
                  </a:lnTo>
                  <a:lnTo>
                    <a:pt x="229607" y="322228"/>
                  </a:lnTo>
                  <a:lnTo>
                    <a:pt x="234498" y="320167"/>
                  </a:lnTo>
                  <a:lnTo>
                    <a:pt x="239321" y="317952"/>
                  </a:lnTo>
                  <a:lnTo>
                    <a:pt x="244071" y="315585"/>
                  </a:lnTo>
                  <a:lnTo>
                    <a:pt x="248743" y="313069"/>
                  </a:lnTo>
                  <a:lnTo>
                    <a:pt x="253334" y="310405"/>
                  </a:lnTo>
                  <a:lnTo>
                    <a:pt x="257837" y="307597"/>
                  </a:lnTo>
                  <a:lnTo>
                    <a:pt x="262249" y="304648"/>
                  </a:lnTo>
                  <a:lnTo>
                    <a:pt x="266565" y="301559"/>
                  </a:lnTo>
                  <a:lnTo>
                    <a:pt x="270781" y="298336"/>
                  </a:lnTo>
                  <a:lnTo>
                    <a:pt x="274893" y="294980"/>
                  </a:lnTo>
                  <a:lnTo>
                    <a:pt x="278895" y="291496"/>
                  </a:lnTo>
                  <a:lnTo>
                    <a:pt x="282786" y="287886"/>
                  </a:lnTo>
                  <a:lnTo>
                    <a:pt x="286559" y="284154"/>
                  </a:lnTo>
                  <a:lnTo>
                    <a:pt x="290213" y="280305"/>
                  </a:lnTo>
                  <a:lnTo>
                    <a:pt x="293742" y="276342"/>
                  </a:lnTo>
                  <a:lnTo>
                    <a:pt x="297144" y="272268"/>
                  </a:lnTo>
                  <a:lnTo>
                    <a:pt x="300415" y="268089"/>
                  </a:lnTo>
                  <a:lnTo>
                    <a:pt x="303551" y="263807"/>
                  </a:lnTo>
                  <a:lnTo>
                    <a:pt x="306550" y="259429"/>
                  </a:lnTo>
                  <a:lnTo>
                    <a:pt x="309408" y="254957"/>
                  </a:lnTo>
                  <a:lnTo>
                    <a:pt x="312124" y="250397"/>
                  </a:lnTo>
                  <a:lnTo>
                    <a:pt x="314692" y="245754"/>
                  </a:lnTo>
                  <a:lnTo>
                    <a:pt x="317113" y="241030"/>
                  </a:lnTo>
                  <a:lnTo>
                    <a:pt x="319382" y="236233"/>
                  </a:lnTo>
                  <a:lnTo>
                    <a:pt x="321497" y="231366"/>
                  </a:lnTo>
                  <a:lnTo>
                    <a:pt x="323458" y="226434"/>
                  </a:lnTo>
                  <a:lnTo>
                    <a:pt x="325260" y="221442"/>
                  </a:lnTo>
                  <a:lnTo>
                    <a:pt x="326903" y="216396"/>
                  </a:lnTo>
                  <a:lnTo>
                    <a:pt x="328385" y="211300"/>
                  </a:lnTo>
                  <a:lnTo>
                    <a:pt x="329705" y="206160"/>
                  </a:lnTo>
                  <a:lnTo>
                    <a:pt x="330861" y="200980"/>
                  </a:lnTo>
                  <a:lnTo>
                    <a:pt x="331852" y="195766"/>
                  </a:lnTo>
                  <a:lnTo>
                    <a:pt x="332677" y="190524"/>
                  </a:lnTo>
                  <a:lnTo>
                    <a:pt x="333335" y="185257"/>
                  </a:lnTo>
                  <a:lnTo>
                    <a:pt x="333825" y="179973"/>
                  </a:lnTo>
                  <a:lnTo>
                    <a:pt x="334148" y="174676"/>
                  </a:lnTo>
                  <a:lnTo>
                    <a:pt x="334302" y="169371"/>
                  </a:lnTo>
                  <a:lnTo>
                    <a:pt x="334288" y="164064"/>
                  </a:lnTo>
                  <a:lnTo>
                    <a:pt x="334105" y="158760"/>
                  </a:lnTo>
                  <a:lnTo>
                    <a:pt x="333754" y="153464"/>
                  </a:lnTo>
                  <a:lnTo>
                    <a:pt x="333235" y="148183"/>
                  </a:lnTo>
                  <a:lnTo>
                    <a:pt x="332549" y="142920"/>
                  </a:lnTo>
                  <a:lnTo>
                    <a:pt x="331696" y="137682"/>
                  </a:lnTo>
                  <a:lnTo>
                    <a:pt x="330677" y="132474"/>
                  </a:lnTo>
                  <a:lnTo>
                    <a:pt x="329493" y="127300"/>
                  </a:lnTo>
                  <a:lnTo>
                    <a:pt x="328146" y="122167"/>
                  </a:lnTo>
                  <a:lnTo>
                    <a:pt x="326636" y="117079"/>
                  </a:lnTo>
                  <a:lnTo>
                    <a:pt x="324966" y="112042"/>
                  </a:lnTo>
                  <a:lnTo>
                    <a:pt x="323136" y="107060"/>
                  </a:lnTo>
                  <a:lnTo>
                    <a:pt x="321150" y="102139"/>
                  </a:lnTo>
                  <a:lnTo>
                    <a:pt x="319008" y="97283"/>
                  </a:lnTo>
                  <a:lnTo>
                    <a:pt x="316713" y="92498"/>
                  </a:lnTo>
                  <a:lnTo>
                    <a:pt x="314268" y="87788"/>
                  </a:lnTo>
                  <a:lnTo>
                    <a:pt x="311674" y="83158"/>
                  </a:lnTo>
                  <a:lnTo>
                    <a:pt x="308934" y="78613"/>
                  </a:lnTo>
                  <a:lnTo>
                    <a:pt x="306052" y="74156"/>
                  </a:lnTo>
                  <a:lnTo>
                    <a:pt x="303029" y="69794"/>
                  </a:lnTo>
                  <a:lnTo>
                    <a:pt x="299870" y="65530"/>
                  </a:lnTo>
                  <a:lnTo>
                    <a:pt x="296577" y="61368"/>
                  </a:lnTo>
                  <a:lnTo>
                    <a:pt x="293153" y="57313"/>
                  </a:lnTo>
                  <a:lnTo>
                    <a:pt x="289603" y="53369"/>
                  </a:lnTo>
                  <a:lnTo>
                    <a:pt x="285929" y="49539"/>
                  </a:lnTo>
                  <a:lnTo>
                    <a:pt x="282135" y="45828"/>
                  </a:lnTo>
                  <a:lnTo>
                    <a:pt x="278225" y="42239"/>
                  </a:lnTo>
                  <a:lnTo>
                    <a:pt x="274204" y="38776"/>
                  </a:lnTo>
                  <a:lnTo>
                    <a:pt x="270074" y="35442"/>
                  </a:lnTo>
                  <a:lnTo>
                    <a:pt x="265841" y="32242"/>
                  </a:lnTo>
                  <a:lnTo>
                    <a:pt x="261508" y="29177"/>
                  </a:lnTo>
                  <a:lnTo>
                    <a:pt x="257080" y="26251"/>
                  </a:lnTo>
                  <a:lnTo>
                    <a:pt x="252562" y="23467"/>
                  </a:lnTo>
                  <a:lnTo>
                    <a:pt x="247957" y="20829"/>
                  </a:lnTo>
                  <a:lnTo>
                    <a:pt x="243272" y="18337"/>
                  </a:lnTo>
                  <a:lnTo>
                    <a:pt x="238509" y="15996"/>
                  </a:lnTo>
                  <a:lnTo>
                    <a:pt x="233674" y="1380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88" y="5103947"/>
              <a:ext cx="66525" cy="167167"/>
            </a:xfrm>
            <a:custGeom>
              <a:avLst/>
              <a:pathLst>
                <a:path w="66525" h="167167">
                  <a:moveTo>
                    <a:pt x="66525" y="13807"/>
                  </a:moveTo>
                  <a:lnTo>
                    <a:pt x="61256" y="11627"/>
                  </a:lnTo>
                  <a:lnTo>
                    <a:pt x="55917" y="9629"/>
                  </a:lnTo>
                  <a:lnTo>
                    <a:pt x="50512" y="7814"/>
                  </a:lnTo>
                  <a:lnTo>
                    <a:pt x="45049" y="6184"/>
                  </a:lnTo>
                  <a:lnTo>
                    <a:pt x="39533" y="4741"/>
                  </a:lnTo>
                  <a:lnTo>
                    <a:pt x="33971" y="3488"/>
                  </a:lnTo>
                  <a:lnTo>
                    <a:pt x="28370" y="2424"/>
                  </a:lnTo>
                  <a:lnTo>
                    <a:pt x="22735" y="1553"/>
                  </a:lnTo>
                  <a:lnTo>
                    <a:pt x="17075" y="874"/>
                  </a:lnTo>
                  <a:lnTo>
                    <a:pt x="11394" y="388"/>
                  </a:lnTo>
                  <a:lnTo>
                    <a:pt x="570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40213" y="5309273"/>
              <a:ext cx="165681" cy="167167"/>
            </a:xfrm>
            <a:custGeom>
              <a:avLst/>
              <a:pathLst>
                <a:path w="165681" h="167167">
                  <a:moveTo>
                    <a:pt x="165678" y="0"/>
                  </a:moveTo>
                  <a:lnTo>
                    <a:pt x="160218" y="89"/>
                  </a:lnTo>
                  <a:lnTo>
                    <a:pt x="154764" y="356"/>
                  </a:lnTo>
                  <a:lnTo>
                    <a:pt x="149322" y="802"/>
                  </a:lnTo>
                  <a:lnTo>
                    <a:pt x="143897" y="1425"/>
                  </a:lnTo>
                  <a:lnTo>
                    <a:pt x="138495" y="2225"/>
                  </a:lnTo>
                  <a:lnTo>
                    <a:pt x="133122" y="3201"/>
                  </a:lnTo>
                  <a:lnTo>
                    <a:pt x="127784" y="4352"/>
                  </a:lnTo>
                  <a:lnTo>
                    <a:pt x="122487" y="5676"/>
                  </a:lnTo>
                  <a:lnTo>
                    <a:pt x="117235" y="7173"/>
                  </a:lnTo>
                  <a:lnTo>
                    <a:pt x="112036" y="8841"/>
                  </a:lnTo>
                  <a:lnTo>
                    <a:pt x="106893" y="10678"/>
                  </a:lnTo>
                  <a:lnTo>
                    <a:pt x="101813" y="12681"/>
                  </a:lnTo>
                  <a:lnTo>
                    <a:pt x="96802" y="14850"/>
                  </a:lnTo>
                  <a:lnTo>
                    <a:pt x="91864" y="17181"/>
                  </a:lnTo>
                  <a:lnTo>
                    <a:pt x="87004" y="19672"/>
                  </a:lnTo>
                  <a:lnTo>
                    <a:pt x="82229" y="22320"/>
                  </a:lnTo>
                  <a:lnTo>
                    <a:pt x="77542" y="25123"/>
                  </a:lnTo>
                  <a:lnTo>
                    <a:pt x="72950" y="28077"/>
                  </a:lnTo>
                  <a:lnTo>
                    <a:pt x="68457" y="31180"/>
                  </a:lnTo>
                  <a:lnTo>
                    <a:pt x="64067" y="34428"/>
                  </a:lnTo>
                  <a:lnTo>
                    <a:pt x="59786" y="37818"/>
                  </a:lnTo>
                  <a:lnTo>
                    <a:pt x="55618" y="41346"/>
                  </a:lnTo>
                  <a:lnTo>
                    <a:pt x="51567" y="45008"/>
                  </a:lnTo>
                  <a:lnTo>
                    <a:pt x="47638" y="48800"/>
                  </a:lnTo>
                  <a:lnTo>
                    <a:pt x="43835" y="52719"/>
                  </a:lnTo>
                  <a:lnTo>
                    <a:pt x="40162" y="56759"/>
                  </a:lnTo>
                  <a:lnTo>
                    <a:pt x="36623" y="60918"/>
                  </a:lnTo>
                  <a:lnTo>
                    <a:pt x="33221" y="65190"/>
                  </a:lnTo>
                  <a:lnTo>
                    <a:pt x="29961" y="69570"/>
                  </a:lnTo>
                  <a:lnTo>
                    <a:pt x="26846" y="74055"/>
                  </a:lnTo>
                  <a:lnTo>
                    <a:pt x="23879" y="78640"/>
                  </a:lnTo>
                  <a:lnTo>
                    <a:pt x="21063" y="83318"/>
                  </a:lnTo>
                  <a:lnTo>
                    <a:pt x="18402" y="88086"/>
                  </a:lnTo>
                  <a:lnTo>
                    <a:pt x="15898" y="92939"/>
                  </a:lnTo>
                  <a:lnTo>
                    <a:pt x="13553" y="97871"/>
                  </a:lnTo>
                  <a:lnTo>
                    <a:pt x="11371" y="102876"/>
                  </a:lnTo>
                  <a:lnTo>
                    <a:pt x="9353" y="107951"/>
                  </a:lnTo>
                  <a:lnTo>
                    <a:pt x="7503" y="113088"/>
                  </a:lnTo>
                  <a:lnTo>
                    <a:pt x="5821" y="118283"/>
                  </a:lnTo>
                  <a:lnTo>
                    <a:pt x="4310" y="123530"/>
                  </a:lnTo>
                  <a:lnTo>
                    <a:pt x="2970" y="128824"/>
                  </a:lnTo>
                  <a:lnTo>
                    <a:pt x="1805" y="134159"/>
                  </a:lnTo>
                  <a:lnTo>
                    <a:pt x="814" y="139529"/>
                  </a:lnTo>
                  <a:lnTo>
                    <a:pt x="0" y="144929"/>
                  </a:lnTo>
                  <a:lnTo>
                    <a:pt x="16568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38731" y="5309273"/>
              <a:ext cx="334317" cy="334331"/>
            </a:xfrm>
            <a:custGeom>
              <a:avLst/>
              <a:pathLst>
                <a:path w="334317" h="334331">
                  <a:moveTo>
                    <a:pt x="1481" y="144929"/>
                  </a:moveTo>
                  <a:lnTo>
                    <a:pt x="860" y="150186"/>
                  </a:lnTo>
                  <a:lnTo>
                    <a:pt x="406" y="155461"/>
                  </a:lnTo>
                  <a:lnTo>
                    <a:pt x="119" y="160748"/>
                  </a:lnTo>
                  <a:lnTo>
                    <a:pt x="0" y="166041"/>
                  </a:lnTo>
                  <a:lnTo>
                    <a:pt x="48" y="171335"/>
                  </a:lnTo>
                  <a:lnTo>
                    <a:pt x="263" y="176625"/>
                  </a:lnTo>
                  <a:lnTo>
                    <a:pt x="647" y="181905"/>
                  </a:lnTo>
                  <a:lnTo>
                    <a:pt x="1197" y="187171"/>
                  </a:lnTo>
                  <a:lnTo>
                    <a:pt x="1914" y="192416"/>
                  </a:lnTo>
                  <a:lnTo>
                    <a:pt x="2796" y="197637"/>
                  </a:lnTo>
                  <a:lnTo>
                    <a:pt x="3843" y="202826"/>
                  </a:lnTo>
                  <a:lnTo>
                    <a:pt x="5054" y="207980"/>
                  </a:lnTo>
                  <a:lnTo>
                    <a:pt x="6428" y="213093"/>
                  </a:lnTo>
                  <a:lnTo>
                    <a:pt x="7963" y="218160"/>
                  </a:lnTo>
                  <a:lnTo>
                    <a:pt x="9658" y="223176"/>
                  </a:lnTo>
                  <a:lnTo>
                    <a:pt x="11510" y="228135"/>
                  </a:lnTo>
                  <a:lnTo>
                    <a:pt x="13519" y="233034"/>
                  </a:lnTo>
                  <a:lnTo>
                    <a:pt x="15682" y="237866"/>
                  </a:lnTo>
                  <a:lnTo>
                    <a:pt x="17997" y="242628"/>
                  </a:lnTo>
                  <a:lnTo>
                    <a:pt x="20461" y="247313"/>
                  </a:lnTo>
                  <a:lnTo>
                    <a:pt x="23073" y="251919"/>
                  </a:lnTo>
                  <a:lnTo>
                    <a:pt x="25829" y="256439"/>
                  </a:lnTo>
                  <a:lnTo>
                    <a:pt x="28727" y="260870"/>
                  </a:lnTo>
                  <a:lnTo>
                    <a:pt x="31763" y="265207"/>
                  </a:lnTo>
                  <a:lnTo>
                    <a:pt x="34936" y="269445"/>
                  </a:lnTo>
                  <a:lnTo>
                    <a:pt x="38241" y="273581"/>
                  </a:lnTo>
                  <a:lnTo>
                    <a:pt x="41675" y="277610"/>
                  </a:lnTo>
                  <a:lnTo>
                    <a:pt x="45236" y="281529"/>
                  </a:lnTo>
                  <a:lnTo>
                    <a:pt x="48918" y="285332"/>
                  </a:lnTo>
                  <a:lnTo>
                    <a:pt x="52719" y="289018"/>
                  </a:lnTo>
                  <a:lnTo>
                    <a:pt x="56635" y="292581"/>
                  </a:lnTo>
                  <a:lnTo>
                    <a:pt x="60662" y="296018"/>
                  </a:lnTo>
                  <a:lnTo>
                    <a:pt x="64796" y="299326"/>
                  </a:lnTo>
                  <a:lnTo>
                    <a:pt x="69032" y="302501"/>
                  </a:lnTo>
                  <a:lnTo>
                    <a:pt x="73367" y="305541"/>
                  </a:lnTo>
                  <a:lnTo>
                    <a:pt x="77796" y="308441"/>
                  </a:lnTo>
                  <a:lnTo>
                    <a:pt x="82315" y="311201"/>
                  </a:lnTo>
                  <a:lnTo>
                    <a:pt x="86918" y="313815"/>
                  </a:lnTo>
                  <a:lnTo>
                    <a:pt x="91602" y="316283"/>
                  </a:lnTo>
                  <a:lnTo>
                    <a:pt x="96362" y="318601"/>
                  </a:lnTo>
                  <a:lnTo>
                    <a:pt x="101193" y="320767"/>
                  </a:lnTo>
                  <a:lnTo>
                    <a:pt x="106090" y="322779"/>
                  </a:lnTo>
                  <a:lnTo>
                    <a:pt x="111049" y="324635"/>
                  </a:lnTo>
                  <a:lnTo>
                    <a:pt x="116063" y="326333"/>
                  </a:lnTo>
                  <a:lnTo>
                    <a:pt x="121129" y="327871"/>
                  </a:lnTo>
                  <a:lnTo>
                    <a:pt x="126241" y="329248"/>
                  </a:lnTo>
                  <a:lnTo>
                    <a:pt x="131394" y="330463"/>
                  </a:lnTo>
                  <a:lnTo>
                    <a:pt x="136583" y="331514"/>
                  </a:lnTo>
                  <a:lnTo>
                    <a:pt x="141803" y="332400"/>
                  </a:lnTo>
                  <a:lnTo>
                    <a:pt x="147048" y="333120"/>
                  </a:lnTo>
                  <a:lnTo>
                    <a:pt x="152313" y="333673"/>
                  </a:lnTo>
                  <a:lnTo>
                    <a:pt x="157593" y="334060"/>
                  </a:lnTo>
                  <a:lnTo>
                    <a:pt x="162883" y="334280"/>
                  </a:lnTo>
                  <a:lnTo>
                    <a:pt x="168177" y="334331"/>
                  </a:lnTo>
                  <a:lnTo>
                    <a:pt x="173470" y="334215"/>
                  </a:lnTo>
                  <a:lnTo>
                    <a:pt x="178757" y="333932"/>
                  </a:lnTo>
                  <a:lnTo>
                    <a:pt x="184032" y="333481"/>
                  </a:lnTo>
                  <a:lnTo>
                    <a:pt x="189290" y="332864"/>
                  </a:lnTo>
                  <a:lnTo>
                    <a:pt x="194526" y="332080"/>
                  </a:lnTo>
                  <a:lnTo>
                    <a:pt x="199735" y="331131"/>
                  </a:lnTo>
                  <a:lnTo>
                    <a:pt x="204910" y="330017"/>
                  </a:lnTo>
                  <a:lnTo>
                    <a:pt x="210048" y="328740"/>
                  </a:lnTo>
                  <a:lnTo>
                    <a:pt x="215143" y="327301"/>
                  </a:lnTo>
                  <a:lnTo>
                    <a:pt x="220190" y="325701"/>
                  </a:lnTo>
                  <a:lnTo>
                    <a:pt x="225184" y="323942"/>
                  </a:lnTo>
                  <a:lnTo>
                    <a:pt x="230119" y="322026"/>
                  </a:lnTo>
                  <a:lnTo>
                    <a:pt x="234992" y="319955"/>
                  </a:lnTo>
                  <a:lnTo>
                    <a:pt x="239796" y="317731"/>
                  </a:lnTo>
                  <a:lnTo>
                    <a:pt x="244527" y="315355"/>
                  </a:lnTo>
                  <a:lnTo>
                    <a:pt x="249181" y="312831"/>
                  </a:lnTo>
                  <a:lnTo>
                    <a:pt x="253753" y="310161"/>
                  </a:lnTo>
                  <a:lnTo>
                    <a:pt x="258238" y="307347"/>
                  </a:lnTo>
                  <a:lnTo>
                    <a:pt x="262631" y="304393"/>
                  </a:lnTo>
                  <a:lnTo>
                    <a:pt x="266928" y="301301"/>
                  </a:lnTo>
                  <a:lnTo>
                    <a:pt x="271126" y="298074"/>
                  </a:lnTo>
                  <a:lnTo>
                    <a:pt x="275219" y="294716"/>
                  </a:lnTo>
                  <a:lnTo>
                    <a:pt x="279204" y="291231"/>
                  </a:lnTo>
                  <a:lnTo>
                    <a:pt x="283077" y="287620"/>
                  </a:lnTo>
                  <a:lnTo>
                    <a:pt x="286833" y="283889"/>
                  </a:lnTo>
                  <a:lnTo>
                    <a:pt x="290469" y="280041"/>
                  </a:lnTo>
                  <a:lnTo>
                    <a:pt x="293982" y="276080"/>
                  </a:lnTo>
                  <a:lnTo>
                    <a:pt x="297367" y="272009"/>
                  </a:lnTo>
                  <a:lnTo>
                    <a:pt x="300622" y="267834"/>
                  </a:lnTo>
                  <a:lnTo>
                    <a:pt x="303742" y="263557"/>
                  </a:lnTo>
                  <a:lnTo>
                    <a:pt x="306726" y="259184"/>
                  </a:lnTo>
                  <a:lnTo>
                    <a:pt x="309570" y="254718"/>
                  </a:lnTo>
                  <a:lnTo>
                    <a:pt x="312271" y="250165"/>
                  </a:lnTo>
                  <a:lnTo>
                    <a:pt x="314827" y="245528"/>
                  </a:lnTo>
                  <a:lnTo>
                    <a:pt x="317234" y="240813"/>
                  </a:lnTo>
                  <a:lnTo>
                    <a:pt x="319491" y="236023"/>
                  </a:lnTo>
                  <a:lnTo>
                    <a:pt x="321595" y="231165"/>
                  </a:lnTo>
                  <a:lnTo>
                    <a:pt x="323544" y="226243"/>
                  </a:lnTo>
                  <a:lnTo>
                    <a:pt x="325336" y="221261"/>
                  </a:lnTo>
                  <a:lnTo>
                    <a:pt x="326970" y="216225"/>
                  </a:lnTo>
                  <a:lnTo>
                    <a:pt x="328443" y="211140"/>
                  </a:lnTo>
                  <a:lnTo>
                    <a:pt x="329755" y="206011"/>
                  </a:lnTo>
                  <a:lnTo>
                    <a:pt x="330904" y="200842"/>
                  </a:lnTo>
                  <a:lnTo>
                    <a:pt x="331888" y="195640"/>
                  </a:lnTo>
                  <a:lnTo>
                    <a:pt x="332707" y="190410"/>
                  </a:lnTo>
                  <a:lnTo>
                    <a:pt x="333360" y="185156"/>
                  </a:lnTo>
                  <a:lnTo>
                    <a:pt x="333846" y="179884"/>
                  </a:lnTo>
                  <a:lnTo>
                    <a:pt x="334165" y="174599"/>
                  </a:lnTo>
                  <a:lnTo>
                    <a:pt x="334317" y="169307"/>
                  </a:lnTo>
                  <a:lnTo>
                    <a:pt x="334301" y="164013"/>
                  </a:lnTo>
                  <a:lnTo>
                    <a:pt x="334117" y="158722"/>
                  </a:lnTo>
                  <a:lnTo>
                    <a:pt x="333766" y="153439"/>
                  </a:lnTo>
                  <a:lnTo>
                    <a:pt x="333248" y="148170"/>
                  </a:lnTo>
                  <a:lnTo>
                    <a:pt x="332563" y="142920"/>
                  </a:lnTo>
                  <a:lnTo>
                    <a:pt x="331712" y="137695"/>
                  </a:lnTo>
                  <a:lnTo>
                    <a:pt x="330696" y="132499"/>
                  </a:lnTo>
                  <a:lnTo>
                    <a:pt x="329516" y="127338"/>
                  </a:lnTo>
                  <a:lnTo>
                    <a:pt x="328174" y="122217"/>
                  </a:lnTo>
                  <a:lnTo>
                    <a:pt x="326670" y="117140"/>
                  </a:lnTo>
                  <a:lnTo>
                    <a:pt x="325005" y="112114"/>
                  </a:lnTo>
                  <a:lnTo>
                    <a:pt x="323183" y="107144"/>
                  </a:lnTo>
                  <a:lnTo>
                    <a:pt x="321204" y="102233"/>
                  </a:lnTo>
                  <a:lnTo>
                    <a:pt x="319070" y="97388"/>
                  </a:lnTo>
                  <a:lnTo>
                    <a:pt x="316785" y="92612"/>
                  </a:lnTo>
                  <a:lnTo>
                    <a:pt x="314349" y="87912"/>
                  </a:lnTo>
                  <a:lnTo>
                    <a:pt x="311765" y="83291"/>
                  </a:lnTo>
                  <a:lnTo>
                    <a:pt x="309036" y="78754"/>
                  </a:lnTo>
                  <a:lnTo>
                    <a:pt x="306166" y="74305"/>
                  </a:lnTo>
                  <a:lnTo>
                    <a:pt x="303155" y="69950"/>
                  </a:lnTo>
                  <a:lnTo>
                    <a:pt x="300009" y="65693"/>
                  </a:lnTo>
                  <a:lnTo>
                    <a:pt x="296729" y="61537"/>
                  </a:lnTo>
                  <a:lnTo>
                    <a:pt x="293319" y="57487"/>
                  </a:lnTo>
                  <a:lnTo>
                    <a:pt x="289782" y="53547"/>
                  </a:lnTo>
                  <a:lnTo>
                    <a:pt x="286123" y="49721"/>
                  </a:lnTo>
                  <a:lnTo>
                    <a:pt x="282344" y="46013"/>
                  </a:lnTo>
                  <a:lnTo>
                    <a:pt x="278450" y="42426"/>
                  </a:lnTo>
                  <a:lnTo>
                    <a:pt x="274444" y="38965"/>
                  </a:lnTo>
                  <a:lnTo>
                    <a:pt x="270330" y="35632"/>
                  </a:lnTo>
                  <a:lnTo>
                    <a:pt x="266113" y="32431"/>
                  </a:lnTo>
                  <a:lnTo>
                    <a:pt x="261797" y="29365"/>
                  </a:lnTo>
                  <a:lnTo>
                    <a:pt x="257386" y="26437"/>
                  </a:lnTo>
                  <a:lnTo>
                    <a:pt x="252884" y="23651"/>
                  </a:lnTo>
                  <a:lnTo>
                    <a:pt x="248296" y="21008"/>
                  </a:lnTo>
                  <a:lnTo>
                    <a:pt x="243627" y="18512"/>
                  </a:lnTo>
                  <a:lnTo>
                    <a:pt x="238881" y="16165"/>
                  </a:lnTo>
                  <a:lnTo>
                    <a:pt x="234064" y="13970"/>
                  </a:lnTo>
                  <a:lnTo>
                    <a:pt x="229179" y="11928"/>
                  </a:lnTo>
                  <a:lnTo>
                    <a:pt x="224232" y="10042"/>
                  </a:lnTo>
                  <a:lnTo>
                    <a:pt x="219228" y="8314"/>
                  </a:lnTo>
                  <a:lnTo>
                    <a:pt x="214171" y="6745"/>
                  </a:lnTo>
                  <a:lnTo>
                    <a:pt x="209068" y="5337"/>
                  </a:lnTo>
                  <a:lnTo>
                    <a:pt x="203922" y="4091"/>
                  </a:lnTo>
                  <a:lnTo>
                    <a:pt x="198739" y="3009"/>
                  </a:lnTo>
                  <a:lnTo>
                    <a:pt x="193525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075" y="5399291"/>
              <a:ext cx="6205" cy="167167"/>
            </a:xfrm>
            <a:custGeom>
              <a:avLst/>
              <a:pathLst>
                <a:path w="6205" h="167167">
                  <a:moveTo>
                    <a:pt x="6205" y="0"/>
                  </a:moveTo>
                  <a:lnTo>
                    <a:pt x="0" y="115"/>
                  </a:lnTo>
                  <a:lnTo>
                    <a:pt x="620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075" y="5399406"/>
              <a:ext cx="6205" cy="167052"/>
            </a:xfrm>
            <a:custGeom>
              <a:avLst/>
              <a:pathLst>
                <a:path w="6205" h="167052">
                  <a:moveTo>
                    <a:pt x="0" y="0"/>
                  </a:moveTo>
                  <a:lnTo>
                    <a:pt x="6205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075" y="5399406"/>
              <a:ext cx="6205" cy="167052"/>
            </a:xfrm>
            <a:custGeom>
              <a:avLst/>
              <a:pathLst>
                <a:path w="6205" h="167052">
                  <a:moveTo>
                    <a:pt x="0" y="0"/>
                  </a:moveTo>
                  <a:lnTo>
                    <a:pt x="6205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075" y="5399406"/>
              <a:ext cx="6205" cy="167052"/>
            </a:xfrm>
            <a:custGeom>
              <a:avLst/>
              <a:pathLst>
                <a:path w="6205" h="167052">
                  <a:moveTo>
                    <a:pt x="0" y="0"/>
                  </a:moveTo>
                  <a:lnTo>
                    <a:pt x="6205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075" y="5399406"/>
              <a:ext cx="6205" cy="167052"/>
            </a:xfrm>
            <a:custGeom>
              <a:avLst/>
              <a:pathLst>
                <a:path w="6205" h="167052">
                  <a:moveTo>
                    <a:pt x="0" y="0"/>
                  </a:moveTo>
                  <a:lnTo>
                    <a:pt x="6205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075" y="5399406"/>
              <a:ext cx="6205" cy="167052"/>
            </a:xfrm>
            <a:custGeom>
              <a:avLst/>
              <a:pathLst>
                <a:path w="6205" h="167052">
                  <a:moveTo>
                    <a:pt x="0" y="0"/>
                  </a:moveTo>
                  <a:lnTo>
                    <a:pt x="6205" y="167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1075" y="5399406"/>
              <a:ext cx="6205" cy="167052"/>
            </a:xfrm>
            <a:custGeom>
              <a:avLst/>
              <a:pathLst>
                <a:path w="6205" h="167052">
                  <a:moveTo>
                    <a:pt x="0" y="0"/>
                  </a:moveTo>
                  <a:lnTo>
                    <a:pt x="6205" y="167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127" y="5399406"/>
              <a:ext cx="334307" cy="334219"/>
            </a:xfrm>
            <a:custGeom>
              <a:avLst/>
              <a:pathLst>
                <a:path w="334307" h="334219">
                  <a:moveTo>
                    <a:pt x="160947" y="0"/>
                  </a:moveTo>
                  <a:lnTo>
                    <a:pt x="155660" y="280"/>
                  </a:lnTo>
                  <a:lnTo>
                    <a:pt x="150384" y="727"/>
                  </a:lnTo>
                  <a:lnTo>
                    <a:pt x="145126" y="1342"/>
                  </a:lnTo>
                  <a:lnTo>
                    <a:pt x="139889" y="2122"/>
                  </a:lnTo>
                  <a:lnTo>
                    <a:pt x="134680" y="3068"/>
                  </a:lnTo>
                  <a:lnTo>
                    <a:pt x="129503" y="4179"/>
                  </a:lnTo>
                  <a:lnTo>
                    <a:pt x="124365" y="5453"/>
                  </a:lnTo>
                  <a:lnTo>
                    <a:pt x="119269" y="6889"/>
                  </a:lnTo>
                  <a:lnTo>
                    <a:pt x="114221" y="8486"/>
                  </a:lnTo>
                  <a:lnTo>
                    <a:pt x="109226" y="10241"/>
                  </a:lnTo>
                  <a:lnTo>
                    <a:pt x="104289" y="12154"/>
                  </a:lnTo>
                  <a:lnTo>
                    <a:pt x="99416" y="14223"/>
                  </a:lnTo>
                  <a:lnTo>
                    <a:pt x="94610" y="16444"/>
                  </a:lnTo>
                  <a:lnTo>
                    <a:pt x="89877" y="18817"/>
                  </a:lnTo>
                  <a:lnTo>
                    <a:pt x="85222" y="21338"/>
                  </a:lnTo>
                  <a:lnTo>
                    <a:pt x="80648" y="24006"/>
                  </a:lnTo>
                  <a:lnTo>
                    <a:pt x="76162" y="26817"/>
                  </a:lnTo>
                  <a:lnTo>
                    <a:pt x="71767" y="29769"/>
                  </a:lnTo>
                  <a:lnTo>
                    <a:pt x="67467" y="32858"/>
                  </a:lnTo>
                  <a:lnTo>
                    <a:pt x="63268" y="36082"/>
                  </a:lnTo>
                  <a:lnTo>
                    <a:pt x="59172" y="39438"/>
                  </a:lnTo>
                  <a:lnTo>
                    <a:pt x="55185" y="42921"/>
                  </a:lnTo>
                  <a:lnTo>
                    <a:pt x="51310" y="46529"/>
                  </a:lnTo>
                  <a:lnTo>
                    <a:pt x="47552" y="50258"/>
                  </a:lnTo>
                  <a:lnTo>
                    <a:pt x="43913" y="54104"/>
                  </a:lnTo>
                  <a:lnTo>
                    <a:pt x="40398" y="58063"/>
                  </a:lnTo>
                  <a:lnTo>
                    <a:pt x="37011" y="62132"/>
                  </a:lnTo>
                  <a:lnTo>
                    <a:pt x="33753" y="66306"/>
                  </a:lnTo>
                  <a:lnTo>
                    <a:pt x="30630" y="70581"/>
                  </a:lnTo>
                  <a:lnTo>
                    <a:pt x="27643" y="74952"/>
                  </a:lnTo>
                  <a:lnTo>
                    <a:pt x="24797" y="79416"/>
                  </a:lnTo>
                  <a:lnTo>
                    <a:pt x="22093" y="83968"/>
                  </a:lnTo>
                  <a:lnTo>
                    <a:pt x="19535" y="88603"/>
                  </a:lnTo>
                  <a:lnTo>
                    <a:pt x="17125" y="93317"/>
                  </a:lnTo>
                  <a:lnTo>
                    <a:pt x="14865" y="98105"/>
                  </a:lnTo>
                  <a:lnTo>
                    <a:pt x="12758" y="102962"/>
                  </a:lnTo>
                  <a:lnTo>
                    <a:pt x="10806" y="107884"/>
                  </a:lnTo>
                  <a:lnTo>
                    <a:pt x="9011" y="112865"/>
                  </a:lnTo>
                  <a:lnTo>
                    <a:pt x="7374" y="117900"/>
                  </a:lnTo>
                  <a:lnTo>
                    <a:pt x="5898" y="122984"/>
                  </a:lnTo>
                  <a:lnTo>
                    <a:pt x="4583" y="128113"/>
                  </a:lnTo>
                  <a:lnTo>
                    <a:pt x="3431" y="133280"/>
                  </a:lnTo>
                  <a:lnTo>
                    <a:pt x="2444" y="138482"/>
                  </a:lnTo>
                  <a:lnTo>
                    <a:pt x="1622" y="143712"/>
                  </a:lnTo>
                  <a:lnTo>
                    <a:pt x="966" y="148965"/>
                  </a:lnTo>
                  <a:lnTo>
                    <a:pt x="476" y="154237"/>
                  </a:lnTo>
                  <a:lnTo>
                    <a:pt x="154" y="159522"/>
                  </a:lnTo>
                  <a:lnTo>
                    <a:pt x="0" y="164814"/>
                  </a:lnTo>
                  <a:lnTo>
                    <a:pt x="12" y="170108"/>
                  </a:lnTo>
                  <a:lnTo>
                    <a:pt x="193" y="175400"/>
                  </a:lnTo>
                  <a:lnTo>
                    <a:pt x="541" y="180683"/>
                  </a:lnTo>
                  <a:lnTo>
                    <a:pt x="1056" y="185952"/>
                  </a:lnTo>
                  <a:lnTo>
                    <a:pt x="1738" y="191202"/>
                  </a:lnTo>
                  <a:lnTo>
                    <a:pt x="2586" y="196428"/>
                  </a:lnTo>
                  <a:lnTo>
                    <a:pt x="3599" y="201625"/>
                  </a:lnTo>
                  <a:lnTo>
                    <a:pt x="4776" y="206787"/>
                  </a:lnTo>
                  <a:lnTo>
                    <a:pt x="6115" y="211909"/>
                  </a:lnTo>
                  <a:lnTo>
                    <a:pt x="7617" y="216986"/>
                  </a:lnTo>
                  <a:lnTo>
                    <a:pt x="9278" y="222013"/>
                  </a:lnTo>
                  <a:lnTo>
                    <a:pt x="11098" y="226985"/>
                  </a:lnTo>
                  <a:lnTo>
                    <a:pt x="13074" y="231897"/>
                  </a:lnTo>
                  <a:lnTo>
                    <a:pt x="15204" y="236743"/>
                  </a:lnTo>
                  <a:lnTo>
                    <a:pt x="17488" y="241520"/>
                  </a:lnTo>
                  <a:lnTo>
                    <a:pt x="19921" y="246222"/>
                  </a:lnTo>
                  <a:lnTo>
                    <a:pt x="22502" y="250845"/>
                  </a:lnTo>
                  <a:lnTo>
                    <a:pt x="25228" y="255384"/>
                  </a:lnTo>
                  <a:lnTo>
                    <a:pt x="28096" y="259834"/>
                  </a:lnTo>
                  <a:lnTo>
                    <a:pt x="31104" y="264191"/>
                  </a:lnTo>
                  <a:lnTo>
                    <a:pt x="34248" y="268450"/>
                  </a:lnTo>
                  <a:lnTo>
                    <a:pt x="37526" y="272608"/>
                  </a:lnTo>
                  <a:lnTo>
                    <a:pt x="40934" y="276660"/>
                  </a:lnTo>
                  <a:lnTo>
                    <a:pt x="44468" y="280602"/>
                  </a:lnTo>
                  <a:lnTo>
                    <a:pt x="48125" y="284430"/>
                  </a:lnTo>
                  <a:lnTo>
                    <a:pt x="51902" y="288140"/>
                  </a:lnTo>
                  <a:lnTo>
                    <a:pt x="55795" y="291729"/>
                  </a:lnTo>
                  <a:lnTo>
                    <a:pt x="59799" y="295193"/>
                  </a:lnTo>
                  <a:lnTo>
                    <a:pt x="63910" y="298528"/>
                  </a:lnTo>
                  <a:lnTo>
                    <a:pt x="68126" y="301732"/>
                  </a:lnTo>
                  <a:lnTo>
                    <a:pt x="72440" y="304800"/>
                  </a:lnTo>
                  <a:lnTo>
                    <a:pt x="76850" y="307730"/>
                  </a:lnTo>
                  <a:lnTo>
                    <a:pt x="81350" y="310519"/>
                  </a:lnTo>
                  <a:lnTo>
                    <a:pt x="85936" y="313165"/>
                  </a:lnTo>
                  <a:lnTo>
                    <a:pt x="90604" y="315663"/>
                  </a:lnTo>
                  <a:lnTo>
                    <a:pt x="95348" y="318013"/>
                  </a:lnTo>
                  <a:lnTo>
                    <a:pt x="100165" y="320211"/>
                  </a:lnTo>
                  <a:lnTo>
                    <a:pt x="105049" y="322255"/>
                  </a:lnTo>
                  <a:lnTo>
                    <a:pt x="109995" y="324144"/>
                  </a:lnTo>
                  <a:lnTo>
                    <a:pt x="114998" y="325875"/>
                  </a:lnTo>
                  <a:lnTo>
                    <a:pt x="120054" y="327447"/>
                  </a:lnTo>
                  <a:lnTo>
                    <a:pt x="125157" y="328858"/>
                  </a:lnTo>
                  <a:lnTo>
                    <a:pt x="130302" y="330107"/>
                  </a:lnTo>
                  <a:lnTo>
                    <a:pt x="135484" y="331192"/>
                  </a:lnTo>
                  <a:lnTo>
                    <a:pt x="140697" y="332113"/>
                  </a:lnTo>
                  <a:lnTo>
                    <a:pt x="145938" y="332868"/>
                  </a:lnTo>
                  <a:lnTo>
                    <a:pt x="151199" y="333456"/>
                  </a:lnTo>
                  <a:lnTo>
                    <a:pt x="156477" y="333878"/>
                  </a:lnTo>
                  <a:lnTo>
                    <a:pt x="161765" y="334132"/>
                  </a:lnTo>
                  <a:lnTo>
                    <a:pt x="167059" y="334219"/>
                  </a:lnTo>
                  <a:lnTo>
                    <a:pt x="172353" y="334138"/>
                  </a:lnTo>
                  <a:lnTo>
                    <a:pt x="177641" y="333890"/>
                  </a:lnTo>
                  <a:lnTo>
                    <a:pt x="182919" y="333474"/>
                  </a:lnTo>
                  <a:lnTo>
                    <a:pt x="188181" y="332891"/>
                  </a:lnTo>
                  <a:lnTo>
                    <a:pt x="193423" y="332142"/>
                  </a:lnTo>
                  <a:lnTo>
                    <a:pt x="198637" y="331227"/>
                  </a:lnTo>
                  <a:lnTo>
                    <a:pt x="203821" y="330148"/>
                  </a:lnTo>
                  <a:lnTo>
                    <a:pt x="208967" y="328905"/>
                  </a:lnTo>
                  <a:lnTo>
                    <a:pt x="214071" y="327500"/>
                  </a:lnTo>
                  <a:lnTo>
                    <a:pt x="219129" y="325933"/>
                  </a:lnTo>
                  <a:lnTo>
                    <a:pt x="224134" y="324208"/>
                  </a:lnTo>
                  <a:lnTo>
                    <a:pt x="229082" y="322324"/>
                  </a:lnTo>
                  <a:lnTo>
                    <a:pt x="233968" y="320285"/>
                  </a:lnTo>
                  <a:lnTo>
                    <a:pt x="238787" y="318093"/>
                  </a:lnTo>
                  <a:lnTo>
                    <a:pt x="243534" y="315748"/>
                  </a:lnTo>
                  <a:lnTo>
                    <a:pt x="248205" y="313255"/>
                  </a:lnTo>
                  <a:lnTo>
                    <a:pt x="252794" y="310615"/>
                  </a:lnTo>
                  <a:lnTo>
                    <a:pt x="257297" y="307831"/>
                  </a:lnTo>
                  <a:lnTo>
                    <a:pt x="261710" y="304906"/>
                  </a:lnTo>
                  <a:lnTo>
                    <a:pt x="266028" y="301842"/>
                  </a:lnTo>
                  <a:lnTo>
                    <a:pt x="270247" y="298643"/>
                  </a:lnTo>
                  <a:lnTo>
                    <a:pt x="274362" y="295313"/>
                  </a:lnTo>
                  <a:lnTo>
                    <a:pt x="278370" y="291853"/>
                  </a:lnTo>
                  <a:lnTo>
                    <a:pt x="282267" y="288269"/>
                  </a:lnTo>
                  <a:lnTo>
                    <a:pt x="286048" y="284563"/>
                  </a:lnTo>
                  <a:lnTo>
                    <a:pt x="289709" y="280738"/>
                  </a:lnTo>
                  <a:lnTo>
                    <a:pt x="293248" y="276800"/>
                  </a:lnTo>
                  <a:lnTo>
                    <a:pt x="296660" y="272752"/>
                  </a:lnTo>
                  <a:lnTo>
                    <a:pt x="299942" y="268598"/>
                  </a:lnTo>
                  <a:lnTo>
                    <a:pt x="303091" y="264342"/>
                  </a:lnTo>
                  <a:lnTo>
                    <a:pt x="306104" y="259988"/>
                  </a:lnTo>
                  <a:lnTo>
                    <a:pt x="308978" y="255542"/>
                  </a:lnTo>
                  <a:lnTo>
                    <a:pt x="311709" y="251006"/>
                  </a:lnTo>
                  <a:lnTo>
                    <a:pt x="314295" y="246386"/>
                  </a:lnTo>
                  <a:lnTo>
                    <a:pt x="316733" y="241687"/>
                  </a:lnTo>
                  <a:lnTo>
                    <a:pt x="319022" y="236913"/>
                  </a:lnTo>
                  <a:lnTo>
                    <a:pt x="321158" y="232068"/>
                  </a:lnTo>
                  <a:lnTo>
                    <a:pt x="323140" y="227159"/>
                  </a:lnTo>
                  <a:lnTo>
                    <a:pt x="324965" y="222189"/>
                  </a:lnTo>
                  <a:lnTo>
                    <a:pt x="326632" y="217164"/>
                  </a:lnTo>
                  <a:lnTo>
                    <a:pt x="328139" y="212088"/>
                  </a:lnTo>
                  <a:lnTo>
                    <a:pt x="329484" y="206968"/>
                  </a:lnTo>
                  <a:lnTo>
                    <a:pt x="330667" y="201807"/>
                  </a:lnTo>
                  <a:lnTo>
                    <a:pt x="331685" y="196612"/>
                  </a:lnTo>
                  <a:lnTo>
                    <a:pt x="332539" y="191386"/>
                  </a:lnTo>
                  <a:lnTo>
                    <a:pt x="333226" y="186137"/>
                  </a:lnTo>
                  <a:lnTo>
                    <a:pt x="333747" y="180868"/>
                  </a:lnTo>
                  <a:lnTo>
                    <a:pt x="334101" y="175586"/>
                  </a:lnTo>
                  <a:lnTo>
                    <a:pt x="334288" y="170295"/>
                  </a:lnTo>
                  <a:lnTo>
                    <a:pt x="334307" y="165000"/>
                  </a:lnTo>
                  <a:lnTo>
                    <a:pt x="334158" y="159708"/>
                  </a:lnTo>
                  <a:lnTo>
                    <a:pt x="333842" y="154423"/>
                  </a:lnTo>
                  <a:lnTo>
                    <a:pt x="333358" y="149151"/>
                  </a:lnTo>
                  <a:lnTo>
                    <a:pt x="332708" y="143896"/>
                  </a:lnTo>
                  <a:lnTo>
                    <a:pt x="331892" y="138665"/>
                  </a:lnTo>
                  <a:lnTo>
                    <a:pt x="330910" y="133463"/>
                  </a:lnTo>
                  <a:lnTo>
                    <a:pt x="329764" y="128294"/>
                  </a:lnTo>
                  <a:lnTo>
                    <a:pt x="328455" y="123164"/>
                  </a:lnTo>
                  <a:lnTo>
                    <a:pt x="326985" y="118078"/>
                  </a:lnTo>
                  <a:lnTo>
                    <a:pt x="325354" y="113041"/>
                  </a:lnTo>
                  <a:lnTo>
                    <a:pt x="323564" y="108058"/>
                  </a:lnTo>
                  <a:lnTo>
                    <a:pt x="321617" y="103135"/>
                  </a:lnTo>
                  <a:lnTo>
                    <a:pt x="319516" y="98275"/>
                  </a:lnTo>
                  <a:lnTo>
                    <a:pt x="317261" y="93485"/>
                  </a:lnTo>
                  <a:lnTo>
                    <a:pt x="314856" y="88768"/>
                  </a:lnTo>
                  <a:lnTo>
                    <a:pt x="312303" y="84130"/>
                  </a:lnTo>
                  <a:lnTo>
                    <a:pt x="309605" y="79575"/>
                  </a:lnTo>
                  <a:lnTo>
                    <a:pt x="306763" y="75108"/>
                  </a:lnTo>
                  <a:lnTo>
                    <a:pt x="303781" y="70733"/>
                  </a:lnTo>
                  <a:lnTo>
                    <a:pt x="300663" y="66454"/>
                  </a:lnTo>
                  <a:lnTo>
                    <a:pt x="297410" y="62277"/>
                  </a:lnTo>
                  <a:lnTo>
                    <a:pt x="294027" y="58205"/>
                  </a:lnTo>
                  <a:lnTo>
                    <a:pt x="290516" y="54241"/>
                  </a:lnTo>
                  <a:lnTo>
                    <a:pt x="286882" y="50391"/>
                  </a:lnTo>
                  <a:lnTo>
                    <a:pt x="283128" y="46658"/>
                  </a:lnTo>
                  <a:lnTo>
                    <a:pt x="279257" y="43046"/>
                  </a:lnTo>
                  <a:lnTo>
                    <a:pt x="275274" y="39558"/>
                  </a:lnTo>
                  <a:lnTo>
                    <a:pt x="271182" y="36198"/>
                  </a:lnTo>
                  <a:lnTo>
                    <a:pt x="266986" y="32969"/>
                  </a:lnTo>
                  <a:lnTo>
                    <a:pt x="262690" y="29875"/>
                  </a:lnTo>
                  <a:lnTo>
                    <a:pt x="258298" y="26919"/>
                  </a:lnTo>
                  <a:lnTo>
                    <a:pt x="253815" y="24103"/>
                  </a:lnTo>
                  <a:lnTo>
                    <a:pt x="249245" y="21430"/>
                  </a:lnTo>
                  <a:lnTo>
                    <a:pt x="244592" y="18903"/>
                  </a:lnTo>
                  <a:lnTo>
                    <a:pt x="239862" y="16525"/>
                  </a:lnTo>
                  <a:lnTo>
                    <a:pt x="235059" y="14298"/>
                  </a:lnTo>
                  <a:lnTo>
                    <a:pt x="230187" y="12224"/>
                  </a:lnTo>
                  <a:lnTo>
                    <a:pt x="225253" y="10306"/>
                  </a:lnTo>
                  <a:lnTo>
                    <a:pt x="220260" y="8545"/>
                  </a:lnTo>
                  <a:lnTo>
                    <a:pt x="215214" y="6942"/>
                  </a:lnTo>
                  <a:lnTo>
                    <a:pt x="210119" y="5501"/>
                  </a:lnTo>
                  <a:lnTo>
                    <a:pt x="204982" y="4221"/>
                  </a:lnTo>
                  <a:lnTo>
                    <a:pt x="167152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7280" y="5399291"/>
              <a:ext cx="37830" cy="167167"/>
            </a:xfrm>
            <a:custGeom>
              <a:avLst/>
              <a:pathLst>
                <a:path w="37830" h="167167">
                  <a:moveTo>
                    <a:pt x="37830" y="4336"/>
                  </a:moveTo>
                  <a:lnTo>
                    <a:pt x="31609" y="3015"/>
                  </a:lnTo>
                  <a:lnTo>
                    <a:pt x="25342" y="1932"/>
                  </a:lnTo>
                  <a:lnTo>
                    <a:pt x="19038" y="1087"/>
                  </a:lnTo>
                  <a:lnTo>
                    <a:pt x="12707" y="483"/>
                  </a:lnTo>
                  <a:lnTo>
                    <a:pt x="6358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90108" y="5369149"/>
              <a:ext cx="45567" cy="167167"/>
            </a:xfrm>
            <a:custGeom>
              <a:avLst/>
              <a:pathLst>
                <a:path w="45567" h="167167">
                  <a:moveTo>
                    <a:pt x="45567" y="0"/>
                  </a:moveTo>
                  <a:lnTo>
                    <a:pt x="38976" y="130"/>
                  </a:lnTo>
                  <a:lnTo>
                    <a:pt x="32395" y="519"/>
                  </a:lnTo>
                  <a:lnTo>
                    <a:pt x="25834" y="1168"/>
                  </a:lnTo>
                  <a:lnTo>
                    <a:pt x="19304" y="2075"/>
                  </a:lnTo>
                  <a:lnTo>
                    <a:pt x="12815" y="3239"/>
                  </a:lnTo>
                  <a:lnTo>
                    <a:pt x="6377" y="4658"/>
                  </a:lnTo>
                  <a:lnTo>
                    <a:pt x="0" y="6330"/>
                  </a:lnTo>
                  <a:lnTo>
                    <a:pt x="455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90108" y="5375480"/>
              <a:ext cx="45567" cy="160836"/>
            </a:xfrm>
            <a:custGeom>
              <a:avLst/>
              <a:pathLst>
                <a:path w="45567" h="160836">
                  <a:moveTo>
                    <a:pt x="0" y="0"/>
                  </a:moveTo>
                  <a:lnTo>
                    <a:pt x="45567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0108" y="5375480"/>
              <a:ext cx="45567" cy="160836"/>
            </a:xfrm>
            <a:custGeom>
              <a:avLst/>
              <a:pathLst>
                <a:path w="45567" h="160836">
                  <a:moveTo>
                    <a:pt x="0" y="0"/>
                  </a:moveTo>
                  <a:lnTo>
                    <a:pt x="45567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0108" y="5375480"/>
              <a:ext cx="45567" cy="160836"/>
            </a:xfrm>
            <a:custGeom>
              <a:avLst/>
              <a:pathLst>
                <a:path w="45567" h="160836">
                  <a:moveTo>
                    <a:pt x="0" y="0"/>
                  </a:moveTo>
                  <a:lnTo>
                    <a:pt x="45567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0108" y="5375480"/>
              <a:ext cx="45567" cy="160836"/>
            </a:xfrm>
            <a:custGeom>
              <a:avLst/>
              <a:pathLst>
                <a:path w="45567" h="160836">
                  <a:moveTo>
                    <a:pt x="0" y="0"/>
                  </a:moveTo>
                  <a:lnTo>
                    <a:pt x="45567" y="1608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90108" y="5375480"/>
              <a:ext cx="45567" cy="160836"/>
            </a:xfrm>
            <a:custGeom>
              <a:avLst/>
              <a:pathLst>
                <a:path w="45567" h="160836">
                  <a:moveTo>
                    <a:pt x="0" y="0"/>
                  </a:moveTo>
                  <a:lnTo>
                    <a:pt x="45567" y="1608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8514" y="5375480"/>
              <a:ext cx="167161" cy="327891"/>
            </a:xfrm>
            <a:custGeom>
              <a:avLst/>
              <a:pathLst>
                <a:path w="167161" h="327891">
                  <a:moveTo>
                    <a:pt x="121593" y="0"/>
                  </a:moveTo>
                  <a:lnTo>
                    <a:pt x="116505" y="1529"/>
                  </a:lnTo>
                  <a:lnTo>
                    <a:pt x="111468" y="3219"/>
                  </a:lnTo>
                  <a:lnTo>
                    <a:pt x="106487" y="5068"/>
                  </a:lnTo>
                  <a:lnTo>
                    <a:pt x="101568" y="7075"/>
                  </a:lnTo>
                  <a:lnTo>
                    <a:pt x="96715" y="9237"/>
                  </a:lnTo>
                  <a:lnTo>
                    <a:pt x="91933" y="11553"/>
                  </a:lnTo>
                  <a:lnTo>
                    <a:pt x="87227" y="14019"/>
                  </a:lnTo>
                  <a:lnTo>
                    <a:pt x="82601" y="16633"/>
                  </a:lnTo>
                  <a:lnTo>
                    <a:pt x="78062" y="19393"/>
                  </a:lnTo>
                  <a:lnTo>
                    <a:pt x="73612" y="22296"/>
                  </a:lnTo>
                  <a:lnTo>
                    <a:pt x="69256" y="25339"/>
                  </a:lnTo>
                  <a:lnTo>
                    <a:pt x="65000" y="28518"/>
                  </a:lnTo>
                  <a:lnTo>
                    <a:pt x="60847" y="31832"/>
                  </a:lnTo>
                  <a:lnTo>
                    <a:pt x="56801" y="35275"/>
                  </a:lnTo>
                  <a:lnTo>
                    <a:pt x="52866" y="38846"/>
                  </a:lnTo>
                  <a:lnTo>
                    <a:pt x="49048" y="42539"/>
                  </a:lnTo>
                  <a:lnTo>
                    <a:pt x="45348" y="46353"/>
                  </a:lnTo>
                  <a:lnTo>
                    <a:pt x="41771" y="50282"/>
                  </a:lnTo>
                  <a:lnTo>
                    <a:pt x="38321" y="54322"/>
                  </a:lnTo>
                  <a:lnTo>
                    <a:pt x="35002" y="58470"/>
                  </a:lnTo>
                  <a:lnTo>
                    <a:pt x="31815" y="62722"/>
                  </a:lnTo>
                  <a:lnTo>
                    <a:pt x="28766" y="67072"/>
                  </a:lnTo>
                  <a:lnTo>
                    <a:pt x="25856" y="71518"/>
                  </a:lnTo>
                  <a:lnTo>
                    <a:pt x="23089" y="76053"/>
                  </a:lnTo>
                  <a:lnTo>
                    <a:pt x="20467" y="80674"/>
                  </a:lnTo>
                  <a:lnTo>
                    <a:pt x="17994" y="85376"/>
                  </a:lnTo>
                  <a:lnTo>
                    <a:pt x="15671" y="90155"/>
                  </a:lnTo>
                  <a:lnTo>
                    <a:pt x="13502" y="95005"/>
                  </a:lnTo>
                  <a:lnTo>
                    <a:pt x="11487" y="99921"/>
                  </a:lnTo>
                  <a:lnTo>
                    <a:pt x="9630" y="104899"/>
                  </a:lnTo>
                  <a:lnTo>
                    <a:pt x="7932" y="109933"/>
                  </a:lnTo>
                  <a:lnTo>
                    <a:pt x="6395" y="115019"/>
                  </a:lnTo>
                  <a:lnTo>
                    <a:pt x="5020" y="120151"/>
                  </a:lnTo>
                  <a:lnTo>
                    <a:pt x="3809" y="125324"/>
                  </a:lnTo>
                  <a:lnTo>
                    <a:pt x="2763" y="130533"/>
                  </a:lnTo>
                  <a:lnTo>
                    <a:pt x="1883" y="135773"/>
                  </a:lnTo>
                  <a:lnTo>
                    <a:pt x="1170" y="141037"/>
                  </a:lnTo>
                  <a:lnTo>
                    <a:pt x="625" y="146322"/>
                  </a:lnTo>
                  <a:lnTo>
                    <a:pt x="248" y="151622"/>
                  </a:lnTo>
                  <a:lnTo>
                    <a:pt x="39" y="156931"/>
                  </a:lnTo>
                  <a:lnTo>
                    <a:pt x="0" y="162244"/>
                  </a:lnTo>
                  <a:lnTo>
                    <a:pt x="129" y="167555"/>
                  </a:lnTo>
                  <a:lnTo>
                    <a:pt x="427" y="172860"/>
                  </a:lnTo>
                  <a:lnTo>
                    <a:pt x="893" y="178152"/>
                  </a:lnTo>
                  <a:lnTo>
                    <a:pt x="1527" y="183427"/>
                  </a:lnTo>
                  <a:lnTo>
                    <a:pt x="2329" y="188679"/>
                  </a:lnTo>
                  <a:lnTo>
                    <a:pt x="3297" y="193903"/>
                  </a:lnTo>
                  <a:lnTo>
                    <a:pt x="4430" y="199094"/>
                  </a:lnTo>
                  <a:lnTo>
                    <a:pt x="5728" y="204246"/>
                  </a:lnTo>
                  <a:lnTo>
                    <a:pt x="7189" y="209354"/>
                  </a:lnTo>
                  <a:lnTo>
                    <a:pt x="8812" y="214413"/>
                  </a:lnTo>
                  <a:lnTo>
                    <a:pt x="10594" y="219418"/>
                  </a:lnTo>
                  <a:lnTo>
                    <a:pt x="12535" y="224364"/>
                  </a:lnTo>
                  <a:lnTo>
                    <a:pt x="14632" y="229246"/>
                  </a:lnTo>
                  <a:lnTo>
                    <a:pt x="16883" y="234058"/>
                  </a:lnTo>
                  <a:lnTo>
                    <a:pt x="19286" y="238797"/>
                  </a:lnTo>
                  <a:lnTo>
                    <a:pt x="21838" y="243457"/>
                  </a:lnTo>
                  <a:lnTo>
                    <a:pt x="24537" y="248033"/>
                  </a:lnTo>
                  <a:lnTo>
                    <a:pt x="27380" y="252522"/>
                  </a:lnTo>
                  <a:lnTo>
                    <a:pt x="30364" y="256917"/>
                  </a:lnTo>
                  <a:lnTo>
                    <a:pt x="33486" y="261216"/>
                  </a:lnTo>
                  <a:lnTo>
                    <a:pt x="36744" y="265413"/>
                  </a:lnTo>
                  <a:lnTo>
                    <a:pt x="40133" y="269505"/>
                  </a:lnTo>
                  <a:lnTo>
                    <a:pt x="43650" y="273487"/>
                  </a:lnTo>
                  <a:lnTo>
                    <a:pt x="47293" y="277355"/>
                  </a:lnTo>
                  <a:lnTo>
                    <a:pt x="51056" y="281105"/>
                  </a:lnTo>
                  <a:lnTo>
                    <a:pt x="54937" y="284734"/>
                  </a:lnTo>
                  <a:lnTo>
                    <a:pt x="58930" y="288238"/>
                  </a:lnTo>
                  <a:lnTo>
                    <a:pt x="63034" y="291613"/>
                  </a:lnTo>
                  <a:lnTo>
                    <a:pt x="67242" y="294856"/>
                  </a:lnTo>
                  <a:lnTo>
                    <a:pt x="71552" y="297963"/>
                  </a:lnTo>
                  <a:lnTo>
                    <a:pt x="75958" y="300932"/>
                  </a:lnTo>
                  <a:lnTo>
                    <a:pt x="80456" y="303760"/>
                  </a:lnTo>
                  <a:lnTo>
                    <a:pt x="85041" y="306443"/>
                  </a:lnTo>
                  <a:lnTo>
                    <a:pt x="89710" y="308979"/>
                  </a:lnTo>
                  <a:lnTo>
                    <a:pt x="94457" y="311366"/>
                  </a:lnTo>
                  <a:lnTo>
                    <a:pt x="99277" y="313600"/>
                  </a:lnTo>
                  <a:lnTo>
                    <a:pt x="104166" y="315680"/>
                  </a:lnTo>
                  <a:lnTo>
                    <a:pt x="109118" y="317604"/>
                  </a:lnTo>
                  <a:lnTo>
                    <a:pt x="114129" y="319369"/>
                  </a:lnTo>
                  <a:lnTo>
                    <a:pt x="119194" y="320974"/>
                  </a:lnTo>
                  <a:lnTo>
                    <a:pt x="124307" y="322418"/>
                  </a:lnTo>
                  <a:lnTo>
                    <a:pt x="129464" y="323698"/>
                  </a:lnTo>
                  <a:lnTo>
                    <a:pt x="134658" y="324814"/>
                  </a:lnTo>
                  <a:lnTo>
                    <a:pt x="139886" y="325764"/>
                  </a:lnTo>
                  <a:lnTo>
                    <a:pt x="145140" y="326547"/>
                  </a:lnTo>
                  <a:lnTo>
                    <a:pt x="150418" y="327163"/>
                  </a:lnTo>
                  <a:lnTo>
                    <a:pt x="155712" y="327611"/>
                  </a:lnTo>
                  <a:lnTo>
                    <a:pt x="161017" y="327891"/>
                  </a:lnTo>
                  <a:lnTo>
                    <a:pt x="167161" y="160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29532" y="5369149"/>
              <a:ext cx="173296" cy="334332"/>
            </a:xfrm>
            <a:custGeom>
              <a:avLst/>
              <a:pathLst>
                <a:path w="173296" h="334332">
                  <a:moveTo>
                    <a:pt x="0" y="334221"/>
                  </a:moveTo>
                  <a:lnTo>
                    <a:pt x="5311" y="334332"/>
                  </a:lnTo>
                  <a:lnTo>
                    <a:pt x="10624" y="334274"/>
                  </a:lnTo>
                  <a:lnTo>
                    <a:pt x="15932" y="334048"/>
                  </a:lnTo>
                  <a:lnTo>
                    <a:pt x="21230" y="333652"/>
                  </a:lnTo>
                  <a:lnTo>
                    <a:pt x="26513" y="333089"/>
                  </a:lnTo>
                  <a:lnTo>
                    <a:pt x="31776" y="332358"/>
                  </a:lnTo>
                  <a:lnTo>
                    <a:pt x="37012" y="331460"/>
                  </a:lnTo>
                  <a:lnTo>
                    <a:pt x="42217" y="330396"/>
                  </a:lnTo>
                  <a:lnTo>
                    <a:pt x="47386" y="329167"/>
                  </a:lnTo>
                  <a:lnTo>
                    <a:pt x="52514" y="327774"/>
                  </a:lnTo>
                  <a:lnTo>
                    <a:pt x="57594" y="326220"/>
                  </a:lnTo>
                  <a:lnTo>
                    <a:pt x="62622" y="324504"/>
                  </a:lnTo>
                  <a:lnTo>
                    <a:pt x="67594" y="322630"/>
                  </a:lnTo>
                  <a:lnTo>
                    <a:pt x="72503" y="320599"/>
                  </a:lnTo>
                  <a:lnTo>
                    <a:pt x="77345" y="318412"/>
                  </a:lnTo>
                  <a:lnTo>
                    <a:pt x="82116" y="316073"/>
                  </a:lnTo>
                  <a:lnTo>
                    <a:pt x="86809" y="313584"/>
                  </a:lnTo>
                  <a:lnTo>
                    <a:pt x="91421" y="310947"/>
                  </a:lnTo>
                  <a:lnTo>
                    <a:pt x="95947" y="308164"/>
                  </a:lnTo>
                  <a:lnTo>
                    <a:pt x="100383" y="305239"/>
                  </a:lnTo>
                  <a:lnTo>
                    <a:pt x="104723" y="302174"/>
                  </a:lnTo>
                  <a:lnTo>
                    <a:pt x="108963" y="298974"/>
                  </a:lnTo>
                  <a:lnTo>
                    <a:pt x="113100" y="295640"/>
                  </a:lnTo>
                  <a:lnTo>
                    <a:pt x="117129" y="292176"/>
                  </a:lnTo>
                  <a:lnTo>
                    <a:pt x="121045" y="288586"/>
                  </a:lnTo>
                  <a:lnTo>
                    <a:pt x="124845" y="284873"/>
                  </a:lnTo>
                  <a:lnTo>
                    <a:pt x="128526" y="281041"/>
                  </a:lnTo>
                  <a:lnTo>
                    <a:pt x="132083" y="277095"/>
                  </a:lnTo>
                  <a:lnTo>
                    <a:pt x="135513" y="273037"/>
                  </a:lnTo>
                  <a:lnTo>
                    <a:pt x="138812" y="268873"/>
                  </a:lnTo>
                  <a:lnTo>
                    <a:pt x="141977" y="264605"/>
                  </a:lnTo>
                  <a:lnTo>
                    <a:pt x="145004" y="260240"/>
                  </a:lnTo>
                  <a:lnTo>
                    <a:pt x="147892" y="255780"/>
                  </a:lnTo>
                  <a:lnTo>
                    <a:pt x="150636" y="251231"/>
                  </a:lnTo>
                  <a:lnTo>
                    <a:pt x="153235" y="246596"/>
                  </a:lnTo>
                  <a:lnTo>
                    <a:pt x="155685" y="241882"/>
                  </a:lnTo>
                  <a:lnTo>
                    <a:pt x="157983" y="237092"/>
                  </a:lnTo>
                  <a:lnTo>
                    <a:pt x="160129" y="232232"/>
                  </a:lnTo>
                  <a:lnTo>
                    <a:pt x="162119" y="227305"/>
                  </a:lnTo>
                  <a:lnTo>
                    <a:pt x="163951" y="222318"/>
                  </a:lnTo>
                  <a:lnTo>
                    <a:pt x="165624" y="217276"/>
                  </a:lnTo>
                  <a:lnTo>
                    <a:pt x="167136" y="212182"/>
                  </a:lnTo>
                  <a:lnTo>
                    <a:pt x="168485" y="207043"/>
                  </a:lnTo>
                  <a:lnTo>
                    <a:pt x="169670" y="201864"/>
                  </a:lnTo>
                  <a:lnTo>
                    <a:pt x="170690" y="196650"/>
                  </a:lnTo>
                  <a:lnTo>
                    <a:pt x="171544" y="191406"/>
                  </a:lnTo>
                  <a:lnTo>
                    <a:pt x="172231" y="186138"/>
                  </a:lnTo>
                  <a:lnTo>
                    <a:pt x="172750" y="180851"/>
                  </a:lnTo>
                  <a:lnTo>
                    <a:pt x="173100" y="175549"/>
                  </a:lnTo>
                  <a:lnTo>
                    <a:pt x="173282" y="170239"/>
                  </a:lnTo>
                  <a:lnTo>
                    <a:pt x="173296" y="164926"/>
                  </a:lnTo>
                  <a:lnTo>
                    <a:pt x="173140" y="159616"/>
                  </a:lnTo>
                  <a:lnTo>
                    <a:pt x="172816" y="154313"/>
                  </a:lnTo>
                  <a:lnTo>
                    <a:pt x="172323" y="149023"/>
                  </a:lnTo>
                  <a:lnTo>
                    <a:pt x="171663" y="143751"/>
                  </a:lnTo>
                  <a:lnTo>
                    <a:pt x="170835" y="138503"/>
                  </a:lnTo>
                  <a:lnTo>
                    <a:pt x="169841" y="133284"/>
                  </a:lnTo>
                  <a:lnTo>
                    <a:pt x="168681" y="128099"/>
                  </a:lnTo>
                  <a:lnTo>
                    <a:pt x="167358" y="122953"/>
                  </a:lnTo>
                  <a:lnTo>
                    <a:pt x="165871" y="117853"/>
                  </a:lnTo>
                  <a:lnTo>
                    <a:pt x="164223" y="112802"/>
                  </a:lnTo>
                  <a:lnTo>
                    <a:pt x="162416" y="107806"/>
                  </a:lnTo>
                  <a:lnTo>
                    <a:pt x="160451" y="102870"/>
                  </a:lnTo>
                  <a:lnTo>
                    <a:pt x="158330" y="97998"/>
                  </a:lnTo>
                  <a:lnTo>
                    <a:pt x="156055" y="93197"/>
                  </a:lnTo>
                  <a:lnTo>
                    <a:pt x="153628" y="88471"/>
                  </a:lnTo>
                  <a:lnTo>
                    <a:pt x="151053" y="83823"/>
                  </a:lnTo>
                  <a:lnTo>
                    <a:pt x="148331" y="79261"/>
                  </a:lnTo>
                  <a:lnTo>
                    <a:pt x="145466" y="74787"/>
                  </a:lnTo>
                  <a:lnTo>
                    <a:pt x="142460" y="70406"/>
                  </a:lnTo>
                  <a:lnTo>
                    <a:pt x="139316" y="66123"/>
                  </a:lnTo>
                  <a:lnTo>
                    <a:pt x="136038" y="61942"/>
                  </a:lnTo>
                  <a:lnTo>
                    <a:pt x="132628" y="57867"/>
                  </a:lnTo>
                  <a:lnTo>
                    <a:pt x="129091" y="53903"/>
                  </a:lnTo>
                  <a:lnTo>
                    <a:pt x="125430" y="50053"/>
                  </a:lnTo>
                  <a:lnTo>
                    <a:pt x="121648" y="46321"/>
                  </a:lnTo>
                  <a:lnTo>
                    <a:pt x="117749" y="42712"/>
                  </a:lnTo>
                  <a:lnTo>
                    <a:pt x="113738" y="39228"/>
                  </a:lnTo>
                  <a:lnTo>
                    <a:pt x="109618" y="35874"/>
                  </a:lnTo>
                  <a:lnTo>
                    <a:pt x="105393" y="32652"/>
                  </a:lnTo>
                  <a:lnTo>
                    <a:pt x="101069" y="29566"/>
                  </a:lnTo>
                  <a:lnTo>
                    <a:pt x="96648" y="26619"/>
                  </a:lnTo>
                  <a:lnTo>
                    <a:pt x="92136" y="23813"/>
                  </a:lnTo>
                  <a:lnTo>
                    <a:pt x="87537" y="21153"/>
                  </a:lnTo>
                  <a:lnTo>
                    <a:pt x="82856" y="18640"/>
                  </a:lnTo>
                  <a:lnTo>
                    <a:pt x="78097" y="16278"/>
                  </a:lnTo>
                  <a:lnTo>
                    <a:pt x="73266" y="14067"/>
                  </a:lnTo>
                  <a:lnTo>
                    <a:pt x="68367" y="12012"/>
                  </a:lnTo>
                  <a:lnTo>
                    <a:pt x="63405" y="10113"/>
                  </a:lnTo>
                  <a:lnTo>
                    <a:pt x="58385" y="8372"/>
                  </a:lnTo>
                  <a:lnTo>
                    <a:pt x="53312" y="6792"/>
                  </a:lnTo>
                  <a:lnTo>
                    <a:pt x="48192" y="5374"/>
                  </a:lnTo>
                  <a:lnTo>
                    <a:pt x="43029" y="4120"/>
                  </a:lnTo>
                  <a:lnTo>
                    <a:pt x="37829" y="3030"/>
                  </a:lnTo>
                  <a:lnTo>
                    <a:pt x="32597" y="2106"/>
                  </a:lnTo>
                  <a:lnTo>
                    <a:pt x="27339" y="1349"/>
                  </a:lnTo>
                  <a:lnTo>
                    <a:pt x="22059" y="759"/>
                  </a:lnTo>
                  <a:lnTo>
                    <a:pt x="16762" y="337"/>
                  </a:lnTo>
                  <a:lnTo>
                    <a:pt x="11456" y="84"/>
                  </a:lnTo>
                  <a:lnTo>
                    <a:pt x="6143" y="0"/>
                  </a:lnTo>
                  <a:lnTo>
                    <a:pt x="61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21021" y="5220472"/>
              <a:ext cx="12114" cy="167167"/>
            </a:xfrm>
            <a:custGeom>
              <a:avLst/>
              <a:pathLst>
                <a:path w="12114" h="167167">
                  <a:moveTo>
                    <a:pt x="12114" y="0"/>
                  </a:moveTo>
                  <a:lnTo>
                    <a:pt x="0" y="439"/>
                  </a:lnTo>
                  <a:lnTo>
                    <a:pt x="1211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21021" y="5220911"/>
              <a:ext cx="12114" cy="166727"/>
            </a:xfrm>
            <a:custGeom>
              <a:avLst/>
              <a:pathLst>
                <a:path w="12114" h="166727">
                  <a:moveTo>
                    <a:pt x="0" y="0"/>
                  </a:moveTo>
                  <a:lnTo>
                    <a:pt x="12114" y="166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1021" y="5220911"/>
              <a:ext cx="12114" cy="166727"/>
            </a:xfrm>
            <a:custGeom>
              <a:avLst/>
              <a:pathLst>
                <a:path w="12114" h="166727">
                  <a:moveTo>
                    <a:pt x="0" y="0"/>
                  </a:moveTo>
                  <a:lnTo>
                    <a:pt x="12114" y="1667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1021" y="5220911"/>
              <a:ext cx="12114" cy="166727"/>
            </a:xfrm>
            <a:custGeom>
              <a:avLst/>
              <a:pathLst>
                <a:path w="12114" h="166727">
                  <a:moveTo>
                    <a:pt x="0" y="0"/>
                  </a:moveTo>
                  <a:lnTo>
                    <a:pt x="12114" y="1667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1021" y="5220911"/>
              <a:ext cx="12114" cy="166727"/>
            </a:xfrm>
            <a:custGeom>
              <a:avLst/>
              <a:pathLst>
                <a:path w="12114" h="166727">
                  <a:moveTo>
                    <a:pt x="0" y="0"/>
                  </a:moveTo>
                  <a:lnTo>
                    <a:pt x="12114" y="1667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93250" y="5220911"/>
              <a:ext cx="139884" cy="166727"/>
            </a:xfrm>
            <a:custGeom>
              <a:avLst/>
              <a:pathLst>
                <a:path w="139884" h="166727">
                  <a:moveTo>
                    <a:pt x="127770" y="0"/>
                  </a:moveTo>
                  <a:lnTo>
                    <a:pt x="122306" y="487"/>
                  </a:lnTo>
                  <a:lnTo>
                    <a:pt x="116861" y="1153"/>
                  </a:lnTo>
                  <a:lnTo>
                    <a:pt x="111441" y="1998"/>
                  </a:lnTo>
                  <a:lnTo>
                    <a:pt x="106051" y="3020"/>
                  </a:lnTo>
                  <a:lnTo>
                    <a:pt x="100698" y="4218"/>
                  </a:lnTo>
                  <a:lnTo>
                    <a:pt x="95387" y="5591"/>
                  </a:lnTo>
                  <a:lnTo>
                    <a:pt x="90124" y="7138"/>
                  </a:lnTo>
                  <a:lnTo>
                    <a:pt x="84914" y="8856"/>
                  </a:lnTo>
                  <a:lnTo>
                    <a:pt x="79764" y="10745"/>
                  </a:lnTo>
                  <a:lnTo>
                    <a:pt x="74678" y="12802"/>
                  </a:lnTo>
                  <a:lnTo>
                    <a:pt x="69663" y="15024"/>
                  </a:lnTo>
                  <a:lnTo>
                    <a:pt x="64723" y="17410"/>
                  </a:lnTo>
                  <a:lnTo>
                    <a:pt x="59865" y="19956"/>
                  </a:lnTo>
                  <a:lnTo>
                    <a:pt x="55092" y="22661"/>
                  </a:lnTo>
                  <a:lnTo>
                    <a:pt x="50411" y="25520"/>
                  </a:lnTo>
                  <a:lnTo>
                    <a:pt x="45826" y="28532"/>
                  </a:lnTo>
                  <a:lnTo>
                    <a:pt x="41342" y="31693"/>
                  </a:lnTo>
                  <a:lnTo>
                    <a:pt x="36964" y="34999"/>
                  </a:lnTo>
                  <a:lnTo>
                    <a:pt x="32698" y="38447"/>
                  </a:lnTo>
                  <a:lnTo>
                    <a:pt x="28546" y="42033"/>
                  </a:lnTo>
                  <a:lnTo>
                    <a:pt x="24515" y="45753"/>
                  </a:lnTo>
                  <a:lnTo>
                    <a:pt x="20608" y="49603"/>
                  </a:lnTo>
                  <a:lnTo>
                    <a:pt x="16829" y="53580"/>
                  </a:lnTo>
                  <a:lnTo>
                    <a:pt x="13183" y="57678"/>
                  </a:lnTo>
                  <a:lnTo>
                    <a:pt x="9673" y="61894"/>
                  </a:lnTo>
                  <a:lnTo>
                    <a:pt x="6304" y="66223"/>
                  </a:lnTo>
                  <a:lnTo>
                    <a:pt x="3078" y="70660"/>
                  </a:lnTo>
                  <a:lnTo>
                    <a:pt x="0" y="75201"/>
                  </a:lnTo>
                  <a:lnTo>
                    <a:pt x="139884" y="166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65974" y="5220472"/>
              <a:ext cx="334312" cy="334333"/>
            </a:xfrm>
            <a:custGeom>
              <a:avLst/>
              <a:pathLst>
                <a:path w="334312" h="334333">
                  <a:moveTo>
                    <a:pt x="27275" y="75640"/>
                  </a:moveTo>
                  <a:lnTo>
                    <a:pt x="24446" y="80118"/>
                  </a:lnTo>
                  <a:lnTo>
                    <a:pt x="21759" y="84683"/>
                  </a:lnTo>
                  <a:lnTo>
                    <a:pt x="19219" y="89331"/>
                  </a:lnTo>
                  <a:lnTo>
                    <a:pt x="16827" y="94057"/>
                  </a:lnTo>
                  <a:lnTo>
                    <a:pt x="14587" y="98857"/>
                  </a:lnTo>
                  <a:lnTo>
                    <a:pt x="12499" y="103725"/>
                  </a:lnTo>
                  <a:lnTo>
                    <a:pt x="10567" y="108657"/>
                  </a:lnTo>
                  <a:lnTo>
                    <a:pt x="8792" y="113647"/>
                  </a:lnTo>
                  <a:lnTo>
                    <a:pt x="7175" y="118692"/>
                  </a:lnTo>
                  <a:lnTo>
                    <a:pt x="5720" y="123785"/>
                  </a:lnTo>
                  <a:lnTo>
                    <a:pt x="4427" y="128921"/>
                  </a:lnTo>
                  <a:lnTo>
                    <a:pt x="3297" y="134096"/>
                  </a:lnTo>
                  <a:lnTo>
                    <a:pt x="2331" y="139304"/>
                  </a:lnTo>
                  <a:lnTo>
                    <a:pt x="1531" y="144540"/>
                  </a:lnTo>
                  <a:lnTo>
                    <a:pt x="897" y="149799"/>
                  </a:lnTo>
                  <a:lnTo>
                    <a:pt x="431" y="155075"/>
                  </a:lnTo>
                  <a:lnTo>
                    <a:pt x="131" y="160364"/>
                  </a:lnTo>
                  <a:lnTo>
                    <a:pt x="0" y="165659"/>
                  </a:lnTo>
                  <a:lnTo>
                    <a:pt x="36" y="170956"/>
                  </a:lnTo>
                  <a:lnTo>
                    <a:pt x="240" y="176249"/>
                  </a:lnTo>
                  <a:lnTo>
                    <a:pt x="611" y="181532"/>
                  </a:lnTo>
                  <a:lnTo>
                    <a:pt x="1150" y="186802"/>
                  </a:lnTo>
                  <a:lnTo>
                    <a:pt x="1855" y="192052"/>
                  </a:lnTo>
                  <a:lnTo>
                    <a:pt x="2727" y="197276"/>
                  </a:lnTo>
                  <a:lnTo>
                    <a:pt x="3763" y="202471"/>
                  </a:lnTo>
                  <a:lnTo>
                    <a:pt x="4964" y="207630"/>
                  </a:lnTo>
                  <a:lnTo>
                    <a:pt x="6327" y="212748"/>
                  </a:lnTo>
                  <a:lnTo>
                    <a:pt x="7852" y="217821"/>
                  </a:lnTo>
                  <a:lnTo>
                    <a:pt x="9537" y="222843"/>
                  </a:lnTo>
                  <a:lnTo>
                    <a:pt x="11380" y="227808"/>
                  </a:lnTo>
                  <a:lnTo>
                    <a:pt x="13379" y="232713"/>
                  </a:lnTo>
                  <a:lnTo>
                    <a:pt x="15533" y="237553"/>
                  </a:lnTo>
                  <a:lnTo>
                    <a:pt x="17839" y="242321"/>
                  </a:lnTo>
                  <a:lnTo>
                    <a:pt x="20295" y="247014"/>
                  </a:lnTo>
                  <a:lnTo>
                    <a:pt x="22898" y="251627"/>
                  </a:lnTo>
                  <a:lnTo>
                    <a:pt x="25647" y="256155"/>
                  </a:lnTo>
                  <a:lnTo>
                    <a:pt x="28537" y="260594"/>
                  </a:lnTo>
                  <a:lnTo>
                    <a:pt x="31567" y="264939"/>
                  </a:lnTo>
                  <a:lnTo>
                    <a:pt x="34732" y="269186"/>
                  </a:lnTo>
                  <a:lnTo>
                    <a:pt x="38031" y="273330"/>
                  </a:lnTo>
                  <a:lnTo>
                    <a:pt x="41459" y="277368"/>
                  </a:lnTo>
                  <a:lnTo>
                    <a:pt x="45014" y="281295"/>
                  </a:lnTo>
                  <a:lnTo>
                    <a:pt x="48691" y="285108"/>
                  </a:lnTo>
                  <a:lnTo>
                    <a:pt x="52487" y="288802"/>
                  </a:lnTo>
                  <a:lnTo>
                    <a:pt x="56398" y="292374"/>
                  </a:lnTo>
                  <a:lnTo>
                    <a:pt x="60421" y="295820"/>
                  </a:lnTo>
                  <a:lnTo>
                    <a:pt x="64550" y="299137"/>
                  </a:lnTo>
                  <a:lnTo>
                    <a:pt x="68783" y="302322"/>
                  </a:lnTo>
                  <a:lnTo>
                    <a:pt x="73114" y="305371"/>
                  </a:lnTo>
                  <a:lnTo>
                    <a:pt x="77540" y="308281"/>
                  </a:lnTo>
                  <a:lnTo>
                    <a:pt x="82056" y="311049"/>
                  </a:lnTo>
                  <a:lnTo>
                    <a:pt x="86657" y="313673"/>
                  </a:lnTo>
                  <a:lnTo>
                    <a:pt x="91339" y="316150"/>
                  </a:lnTo>
                  <a:lnTo>
                    <a:pt x="96097" y="318478"/>
                  </a:lnTo>
                  <a:lnTo>
                    <a:pt x="100927" y="320653"/>
                  </a:lnTo>
                  <a:lnTo>
                    <a:pt x="105823" y="322675"/>
                  </a:lnTo>
                  <a:lnTo>
                    <a:pt x="110780" y="324540"/>
                  </a:lnTo>
                  <a:lnTo>
                    <a:pt x="115794" y="326247"/>
                  </a:lnTo>
                  <a:lnTo>
                    <a:pt x="120860" y="327795"/>
                  </a:lnTo>
                  <a:lnTo>
                    <a:pt x="125972" y="329181"/>
                  </a:lnTo>
                  <a:lnTo>
                    <a:pt x="131126" y="330404"/>
                  </a:lnTo>
                  <a:lnTo>
                    <a:pt x="136316" y="331464"/>
                  </a:lnTo>
                  <a:lnTo>
                    <a:pt x="141536" y="332359"/>
                  </a:lnTo>
                  <a:lnTo>
                    <a:pt x="146783" y="333088"/>
                  </a:lnTo>
                  <a:lnTo>
                    <a:pt x="152050" y="333650"/>
                  </a:lnTo>
                  <a:lnTo>
                    <a:pt x="157332" y="334045"/>
                  </a:lnTo>
                  <a:lnTo>
                    <a:pt x="162624" y="334273"/>
                  </a:lnTo>
                  <a:lnTo>
                    <a:pt x="167920" y="334333"/>
                  </a:lnTo>
                  <a:lnTo>
                    <a:pt x="173216" y="334225"/>
                  </a:lnTo>
                  <a:lnTo>
                    <a:pt x="178506" y="333949"/>
                  </a:lnTo>
                  <a:lnTo>
                    <a:pt x="183784" y="333506"/>
                  </a:lnTo>
                  <a:lnTo>
                    <a:pt x="189046" y="332896"/>
                  </a:lnTo>
                  <a:lnTo>
                    <a:pt x="194285" y="332119"/>
                  </a:lnTo>
                  <a:lnTo>
                    <a:pt x="199498" y="331177"/>
                  </a:lnTo>
                  <a:lnTo>
                    <a:pt x="204678" y="330070"/>
                  </a:lnTo>
                  <a:lnTo>
                    <a:pt x="209820" y="328800"/>
                  </a:lnTo>
                  <a:lnTo>
                    <a:pt x="214919" y="327367"/>
                  </a:lnTo>
                  <a:lnTo>
                    <a:pt x="219971" y="325773"/>
                  </a:lnTo>
                  <a:lnTo>
                    <a:pt x="224969" y="324021"/>
                  </a:lnTo>
                  <a:lnTo>
                    <a:pt x="229910" y="322110"/>
                  </a:lnTo>
                  <a:lnTo>
                    <a:pt x="234787" y="320044"/>
                  </a:lnTo>
                  <a:lnTo>
                    <a:pt x="239597" y="317825"/>
                  </a:lnTo>
                  <a:lnTo>
                    <a:pt x="244334" y="315455"/>
                  </a:lnTo>
                  <a:lnTo>
                    <a:pt x="248993" y="312935"/>
                  </a:lnTo>
                  <a:lnTo>
                    <a:pt x="253570" y="310269"/>
                  </a:lnTo>
                  <a:lnTo>
                    <a:pt x="258060" y="307460"/>
                  </a:lnTo>
                  <a:lnTo>
                    <a:pt x="262460" y="304509"/>
                  </a:lnTo>
                  <a:lnTo>
                    <a:pt x="266763" y="301421"/>
                  </a:lnTo>
                  <a:lnTo>
                    <a:pt x="270966" y="298198"/>
                  </a:lnTo>
                  <a:lnTo>
                    <a:pt x="275066" y="294844"/>
                  </a:lnTo>
                  <a:lnTo>
                    <a:pt x="279057" y="291361"/>
                  </a:lnTo>
                  <a:lnTo>
                    <a:pt x="282935" y="287753"/>
                  </a:lnTo>
                  <a:lnTo>
                    <a:pt x="286697" y="284025"/>
                  </a:lnTo>
                  <a:lnTo>
                    <a:pt x="290340" y="280179"/>
                  </a:lnTo>
                  <a:lnTo>
                    <a:pt x="293858" y="276220"/>
                  </a:lnTo>
                  <a:lnTo>
                    <a:pt x="297250" y="272151"/>
                  </a:lnTo>
                  <a:lnTo>
                    <a:pt x="300511" y="267977"/>
                  </a:lnTo>
                  <a:lnTo>
                    <a:pt x="303637" y="263701"/>
                  </a:lnTo>
                  <a:lnTo>
                    <a:pt x="306627" y="259329"/>
                  </a:lnTo>
                  <a:lnTo>
                    <a:pt x="309477" y="254864"/>
                  </a:lnTo>
                  <a:lnTo>
                    <a:pt x="312184" y="250311"/>
                  </a:lnTo>
                  <a:lnTo>
                    <a:pt x="314746" y="245675"/>
                  </a:lnTo>
                  <a:lnTo>
                    <a:pt x="317159" y="240960"/>
                  </a:lnTo>
                  <a:lnTo>
                    <a:pt x="319421" y="236170"/>
                  </a:lnTo>
                  <a:lnTo>
                    <a:pt x="321531" y="231312"/>
                  </a:lnTo>
                  <a:lnTo>
                    <a:pt x="323486" y="226389"/>
                  </a:lnTo>
                  <a:lnTo>
                    <a:pt x="325284" y="221406"/>
                  </a:lnTo>
                  <a:lnTo>
                    <a:pt x="326923" y="216369"/>
                  </a:lnTo>
                  <a:lnTo>
                    <a:pt x="328401" y="211283"/>
                  </a:lnTo>
                  <a:lnTo>
                    <a:pt x="329718" y="206153"/>
                  </a:lnTo>
                  <a:lnTo>
                    <a:pt x="330872" y="200983"/>
                  </a:lnTo>
                  <a:lnTo>
                    <a:pt x="331861" y="195779"/>
                  </a:lnTo>
                  <a:lnTo>
                    <a:pt x="332685" y="190547"/>
                  </a:lnTo>
                  <a:lnTo>
                    <a:pt x="333342" y="185291"/>
                  </a:lnTo>
                  <a:lnTo>
                    <a:pt x="333833" y="180017"/>
                  </a:lnTo>
                  <a:lnTo>
                    <a:pt x="334156" y="174730"/>
                  </a:lnTo>
                  <a:lnTo>
                    <a:pt x="334312" y="169435"/>
                  </a:lnTo>
                  <a:lnTo>
                    <a:pt x="334300" y="164138"/>
                  </a:lnTo>
                  <a:lnTo>
                    <a:pt x="334120" y="158845"/>
                  </a:lnTo>
                  <a:lnTo>
                    <a:pt x="333773" y="153559"/>
                  </a:lnTo>
                  <a:lnTo>
                    <a:pt x="333258" y="148287"/>
                  </a:lnTo>
                  <a:lnTo>
                    <a:pt x="332577" y="143034"/>
                  </a:lnTo>
                  <a:lnTo>
                    <a:pt x="331729" y="137806"/>
                  </a:lnTo>
                  <a:lnTo>
                    <a:pt x="330716" y="132607"/>
                  </a:lnTo>
                  <a:lnTo>
                    <a:pt x="329539" y="127442"/>
                  </a:lnTo>
                  <a:lnTo>
                    <a:pt x="328199" y="122318"/>
                  </a:lnTo>
                  <a:lnTo>
                    <a:pt x="326697" y="117238"/>
                  </a:lnTo>
                  <a:lnTo>
                    <a:pt x="325035" y="112209"/>
                  </a:lnTo>
                  <a:lnTo>
                    <a:pt x="323215" y="107235"/>
                  </a:lnTo>
                  <a:lnTo>
                    <a:pt x="321238" y="102321"/>
                  </a:lnTo>
                  <a:lnTo>
                    <a:pt x="319106" y="97472"/>
                  </a:lnTo>
                  <a:lnTo>
                    <a:pt x="316822" y="92693"/>
                  </a:lnTo>
                  <a:lnTo>
                    <a:pt x="314387" y="87989"/>
                  </a:lnTo>
                  <a:lnTo>
                    <a:pt x="311804" y="83364"/>
                  </a:lnTo>
                  <a:lnTo>
                    <a:pt x="309077" y="78823"/>
                  </a:lnTo>
                  <a:lnTo>
                    <a:pt x="306207" y="74371"/>
                  </a:lnTo>
                  <a:lnTo>
                    <a:pt x="303197" y="70013"/>
                  </a:lnTo>
                  <a:lnTo>
                    <a:pt x="300051" y="65752"/>
                  </a:lnTo>
                  <a:lnTo>
                    <a:pt x="296771" y="61592"/>
                  </a:lnTo>
                  <a:lnTo>
                    <a:pt x="293361" y="57539"/>
                  </a:lnTo>
                  <a:lnTo>
                    <a:pt x="289824" y="53596"/>
                  </a:lnTo>
                  <a:lnTo>
                    <a:pt x="286165" y="49766"/>
                  </a:lnTo>
                  <a:lnTo>
                    <a:pt x="282385" y="46055"/>
                  </a:lnTo>
                  <a:lnTo>
                    <a:pt x="278490" y="42465"/>
                  </a:lnTo>
                  <a:lnTo>
                    <a:pt x="274484" y="39001"/>
                  </a:lnTo>
                  <a:lnTo>
                    <a:pt x="270369" y="35665"/>
                  </a:lnTo>
                  <a:lnTo>
                    <a:pt x="266151" y="32461"/>
                  </a:lnTo>
                  <a:lnTo>
                    <a:pt x="261834" y="29392"/>
                  </a:lnTo>
                  <a:lnTo>
                    <a:pt x="257421" y="26462"/>
                  </a:lnTo>
                  <a:lnTo>
                    <a:pt x="252918" y="23673"/>
                  </a:lnTo>
                  <a:lnTo>
                    <a:pt x="248329" y="21028"/>
                  </a:lnTo>
                  <a:lnTo>
                    <a:pt x="243658" y="18530"/>
                  </a:lnTo>
                  <a:lnTo>
                    <a:pt x="238911" y="16181"/>
                  </a:lnTo>
                  <a:lnTo>
                    <a:pt x="234091" y="13983"/>
                  </a:lnTo>
                  <a:lnTo>
                    <a:pt x="229204" y="11940"/>
                  </a:lnTo>
                  <a:lnTo>
                    <a:pt x="224255" y="10052"/>
                  </a:lnTo>
                  <a:lnTo>
                    <a:pt x="219249" y="8322"/>
                  </a:lnTo>
                  <a:lnTo>
                    <a:pt x="214190" y="6751"/>
                  </a:lnTo>
                  <a:lnTo>
                    <a:pt x="209084" y="5342"/>
                  </a:lnTo>
                  <a:lnTo>
                    <a:pt x="203936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56536" y="4961274"/>
              <a:ext cx="26303" cy="167167"/>
            </a:xfrm>
            <a:custGeom>
              <a:avLst/>
              <a:pathLst>
                <a:path w="26303" h="167167">
                  <a:moveTo>
                    <a:pt x="26303" y="0"/>
                  </a:moveTo>
                  <a:lnTo>
                    <a:pt x="19701" y="130"/>
                  </a:lnTo>
                  <a:lnTo>
                    <a:pt x="13110" y="521"/>
                  </a:lnTo>
                  <a:lnTo>
                    <a:pt x="6539" y="1172"/>
                  </a:lnTo>
                  <a:lnTo>
                    <a:pt x="0" y="2082"/>
                  </a:lnTo>
                  <a:lnTo>
                    <a:pt x="263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56536" y="4963356"/>
              <a:ext cx="26303" cy="165085"/>
            </a:xfrm>
            <a:custGeom>
              <a:avLst/>
              <a:pathLst>
                <a:path w="26303" h="165085">
                  <a:moveTo>
                    <a:pt x="0" y="0"/>
                  </a:moveTo>
                  <a:lnTo>
                    <a:pt x="26303" y="165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6536" y="4963356"/>
              <a:ext cx="26303" cy="165085"/>
            </a:xfrm>
            <a:custGeom>
              <a:avLst/>
              <a:pathLst>
                <a:path w="26303" h="165085">
                  <a:moveTo>
                    <a:pt x="0" y="0"/>
                  </a:moveTo>
                  <a:lnTo>
                    <a:pt x="26303" y="165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6536" y="4963356"/>
              <a:ext cx="26303" cy="165085"/>
            </a:xfrm>
            <a:custGeom>
              <a:avLst/>
              <a:pathLst>
                <a:path w="26303" h="165085">
                  <a:moveTo>
                    <a:pt x="0" y="0"/>
                  </a:moveTo>
                  <a:lnTo>
                    <a:pt x="26303" y="165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5693" y="4963356"/>
              <a:ext cx="167147" cy="200244"/>
            </a:xfrm>
            <a:custGeom>
              <a:avLst/>
              <a:pathLst>
                <a:path w="167147" h="200244">
                  <a:moveTo>
                    <a:pt x="140843" y="0"/>
                  </a:moveTo>
                  <a:lnTo>
                    <a:pt x="135494" y="941"/>
                  </a:lnTo>
                  <a:lnTo>
                    <a:pt x="130178" y="2056"/>
                  </a:lnTo>
                  <a:lnTo>
                    <a:pt x="124901" y="3343"/>
                  </a:lnTo>
                  <a:lnTo>
                    <a:pt x="119668" y="4801"/>
                  </a:lnTo>
                  <a:lnTo>
                    <a:pt x="114486" y="6428"/>
                  </a:lnTo>
                  <a:lnTo>
                    <a:pt x="109359" y="8223"/>
                  </a:lnTo>
                  <a:lnTo>
                    <a:pt x="104294" y="10183"/>
                  </a:lnTo>
                  <a:lnTo>
                    <a:pt x="99294" y="12307"/>
                  </a:lnTo>
                  <a:lnTo>
                    <a:pt x="94367" y="14592"/>
                  </a:lnTo>
                  <a:lnTo>
                    <a:pt x="89516" y="17036"/>
                  </a:lnTo>
                  <a:lnTo>
                    <a:pt x="84747" y="19636"/>
                  </a:lnTo>
                  <a:lnTo>
                    <a:pt x="80065" y="22390"/>
                  </a:lnTo>
                  <a:lnTo>
                    <a:pt x="75475" y="25294"/>
                  </a:lnTo>
                  <a:lnTo>
                    <a:pt x="70982" y="28346"/>
                  </a:lnTo>
                  <a:lnTo>
                    <a:pt x="66591" y="31543"/>
                  </a:lnTo>
                  <a:lnTo>
                    <a:pt x="62305" y="34880"/>
                  </a:lnTo>
                  <a:lnTo>
                    <a:pt x="58130" y="38355"/>
                  </a:lnTo>
                  <a:lnTo>
                    <a:pt x="54071" y="41964"/>
                  </a:lnTo>
                  <a:lnTo>
                    <a:pt x="50130" y="45702"/>
                  </a:lnTo>
                  <a:lnTo>
                    <a:pt x="46314" y="49567"/>
                  </a:lnTo>
                  <a:lnTo>
                    <a:pt x="42624" y="53554"/>
                  </a:lnTo>
                  <a:lnTo>
                    <a:pt x="39067" y="57658"/>
                  </a:lnTo>
                  <a:lnTo>
                    <a:pt x="35644" y="61876"/>
                  </a:lnTo>
                  <a:lnTo>
                    <a:pt x="32361" y="66203"/>
                  </a:lnTo>
                  <a:lnTo>
                    <a:pt x="29219" y="70634"/>
                  </a:lnTo>
                  <a:lnTo>
                    <a:pt x="26223" y="75165"/>
                  </a:lnTo>
                  <a:lnTo>
                    <a:pt x="23377" y="79790"/>
                  </a:lnTo>
                  <a:lnTo>
                    <a:pt x="20681" y="84506"/>
                  </a:lnTo>
                  <a:lnTo>
                    <a:pt x="18141" y="89307"/>
                  </a:lnTo>
                  <a:lnTo>
                    <a:pt x="15758" y="94188"/>
                  </a:lnTo>
                  <a:lnTo>
                    <a:pt x="13534" y="99144"/>
                  </a:lnTo>
                  <a:lnTo>
                    <a:pt x="11473" y="104169"/>
                  </a:lnTo>
                  <a:lnTo>
                    <a:pt x="9576" y="109259"/>
                  </a:lnTo>
                  <a:lnTo>
                    <a:pt x="7846" y="114408"/>
                  </a:lnTo>
                  <a:lnTo>
                    <a:pt x="6283" y="119610"/>
                  </a:lnTo>
                  <a:lnTo>
                    <a:pt x="4891" y="124860"/>
                  </a:lnTo>
                  <a:lnTo>
                    <a:pt x="3670" y="130153"/>
                  </a:lnTo>
                  <a:lnTo>
                    <a:pt x="2621" y="135482"/>
                  </a:lnTo>
                  <a:lnTo>
                    <a:pt x="1746" y="140843"/>
                  </a:lnTo>
                  <a:lnTo>
                    <a:pt x="1046" y="146229"/>
                  </a:lnTo>
                  <a:lnTo>
                    <a:pt x="521" y="151636"/>
                  </a:lnTo>
                  <a:lnTo>
                    <a:pt x="172" y="157056"/>
                  </a:lnTo>
                  <a:lnTo>
                    <a:pt x="0" y="162485"/>
                  </a:lnTo>
                  <a:lnTo>
                    <a:pt x="3" y="167917"/>
                  </a:lnTo>
                  <a:lnTo>
                    <a:pt x="184" y="173346"/>
                  </a:lnTo>
                  <a:lnTo>
                    <a:pt x="540" y="178765"/>
                  </a:lnTo>
                  <a:lnTo>
                    <a:pt x="1072" y="184171"/>
                  </a:lnTo>
                  <a:lnTo>
                    <a:pt x="1780" y="189556"/>
                  </a:lnTo>
                  <a:lnTo>
                    <a:pt x="2663" y="194916"/>
                  </a:lnTo>
                  <a:lnTo>
                    <a:pt x="3719" y="200244"/>
                  </a:lnTo>
                  <a:lnTo>
                    <a:pt x="167147" y="165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919412" y="4961274"/>
              <a:ext cx="330579" cy="334333"/>
            </a:xfrm>
            <a:custGeom>
              <a:avLst/>
              <a:pathLst>
                <a:path w="330579" h="334333">
                  <a:moveTo>
                    <a:pt x="0" y="202326"/>
                  </a:moveTo>
                  <a:lnTo>
                    <a:pt x="1196" y="207488"/>
                  </a:lnTo>
                  <a:lnTo>
                    <a:pt x="2555" y="212608"/>
                  </a:lnTo>
                  <a:lnTo>
                    <a:pt x="4076" y="217683"/>
                  </a:lnTo>
                  <a:lnTo>
                    <a:pt x="5756" y="222707"/>
                  </a:lnTo>
                  <a:lnTo>
                    <a:pt x="7596" y="227676"/>
                  </a:lnTo>
                  <a:lnTo>
                    <a:pt x="9591" y="232583"/>
                  </a:lnTo>
                  <a:lnTo>
                    <a:pt x="11741" y="237425"/>
                  </a:lnTo>
                  <a:lnTo>
                    <a:pt x="14044" y="242197"/>
                  </a:lnTo>
                  <a:lnTo>
                    <a:pt x="16497" y="246893"/>
                  </a:lnTo>
                  <a:lnTo>
                    <a:pt x="19097" y="251509"/>
                  </a:lnTo>
                  <a:lnTo>
                    <a:pt x="21842" y="256040"/>
                  </a:lnTo>
                  <a:lnTo>
                    <a:pt x="24729" y="260482"/>
                  </a:lnTo>
                  <a:lnTo>
                    <a:pt x="27756" y="264830"/>
                  </a:lnTo>
                  <a:lnTo>
                    <a:pt x="30919" y="269080"/>
                  </a:lnTo>
                  <a:lnTo>
                    <a:pt x="34215" y="273228"/>
                  </a:lnTo>
                  <a:lnTo>
                    <a:pt x="37640" y="277269"/>
                  </a:lnTo>
                  <a:lnTo>
                    <a:pt x="41193" y="281200"/>
                  </a:lnTo>
                  <a:lnTo>
                    <a:pt x="44867" y="285016"/>
                  </a:lnTo>
                  <a:lnTo>
                    <a:pt x="48661" y="288714"/>
                  </a:lnTo>
                  <a:lnTo>
                    <a:pt x="52571" y="292290"/>
                  </a:lnTo>
                  <a:lnTo>
                    <a:pt x="56591" y="295740"/>
                  </a:lnTo>
                  <a:lnTo>
                    <a:pt x="60719" y="299061"/>
                  </a:lnTo>
                  <a:lnTo>
                    <a:pt x="64950" y="302249"/>
                  </a:lnTo>
                  <a:lnTo>
                    <a:pt x="69280" y="305302"/>
                  </a:lnTo>
                  <a:lnTo>
                    <a:pt x="73705" y="308216"/>
                  </a:lnTo>
                  <a:lnTo>
                    <a:pt x="78219" y="310988"/>
                  </a:lnTo>
                  <a:lnTo>
                    <a:pt x="82820" y="313616"/>
                  </a:lnTo>
                  <a:lnTo>
                    <a:pt x="87501" y="316097"/>
                  </a:lnTo>
                  <a:lnTo>
                    <a:pt x="92258" y="318428"/>
                  </a:lnTo>
                  <a:lnTo>
                    <a:pt x="97087" y="320607"/>
                  </a:lnTo>
                  <a:lnTo>
                    <a:pt x="101983" y="322632"/>
                  </a:lnTo>
                  <a:lnTo>
                    <a:pt x="106940" y="324501"/>
                  </a:lnTo>
                  <a:lnTo>
                    <a:pt x="111954" y="326212"/>
                  </a:lnTo>
                  <a:lnTo>
                    <a:pt x="117020" y="327764"/>
                  </a:lnTo>
                  <a:lnTo>
                    <a:pt x="122132" y="329153"/>
                  </a:lnTo>
                  <a:lnTo>
                    <a:pt x="127286" y="330381"/>
                  </a:lnTo>
                  <a:lnTo>
                    <a:pt x="132476" y="331444"/>
                  </a:lnTo>
                  <a:lnTo>
                    <a:pt x="137697" y="332342"/>
                  </a:lnTo>
                  <a:lnTo>
                    <a:pt x="142944" y="333075"/>
                  </a:lnTo>
                  <a:lnTo>
                    <a:pt x="148212" y="333640"/>
                  </a:lnTo>
                  <a:lnTo>
                    <a:pt x="153495" y="334039"/>
                  </a:lnTo>
                  <a:lnTo>
                    <a:pt x="158788" y="334270"/>
                  </a:lnTo>
                  <a:lnTo>
                    <a:pt x="164085" y="334333"/>
                  </a:lnTo>
                  <a:lnTo>
                    <a:pt x="169382" y="334228"/>
                  </a:lnTo>
                  <a:lnTo>
                    <a:pt x="174673" y="333956"/>
                  </a:lnTo>
                  <a:lnTo>
                    <a:pt x="179952" y="333516"/>
                  </a:lnTo>
                  <a:lnTo>
                    <a:pt x="185215" y="332908"/>
                  </a:lnTo>
                  <a:lnTo>
                    <a:pt x="190457" y="332135"/>
                  </a:lnTo>
                  <a:lnTo>
                    <a:pt x="195671" y="331195"/>
                  </a:lnTo>
                  <a:lnTo>
                    <a:pt x="200852" y="330091"/>
                  </a:lnTo>
                  <a:lnTo>
                    <a:pt x="205996" y="328824"/>
                  </a:lnTo>
                  <a:lnTo>
                    <a:pt x="211097" y="327394"/>
                  </a:lnTo>
                  <a:lnTo>
                    <a:pt x="216151" y="325802"/>
                  </a:lnTo>
                  <a:lnTo>
                    <a:pt x="221151" y="324052"/>
                  </a:lnTo>
                  <a:lnTo>
                    <a:pt x="226094" y="322144"/>
                  </a:lnTo>
                  <a:lnTo>
                    <a:pt x="230973" y="320081"/>
                  </a:lnTo>
                  <a:lnTo>
                    <a:pt x="235785" y="317863"/>
                  </a:lnTo>
                  <a:lnTo>
                    <a:pt x="240524" y="315495"/>
                  </a:lnTo>
                  <a:lnTo>
                    <a:pt x="245185" y="312977"/>
                  </a:lnTo>
                  <a:lnTo>
                    <a:pt x="249765" y="310313"/>
                  </a:lnTo>
                  <a:lnTo>
                    <a:pt x="254257" y="307506"/>
                  </a:lnTo>
                  <a:lnTo>
                    <a:pt x="258659" y="304557"/>
                  </a:lnTo>
                  <a:lnTo>
                    <a:pt x="262965" y="301470"/>
                  </a:lnTo>
                  <a:lnTo>
                    <a:pt x="267170" y="298249"/>
                  </a:lnTo>
                  <a:lnTo>
                    <a:pt x="271272" y="294895"/>
                  </a:lnTo>
                  <a:lnTo>
                    <a:pt x="275265" y="291414"/>
                  </a:lnTo>
                  <a:lnTo>
                    <a:pt x="279146" y="287807"/>
                  </a:lnTo>
                  <a:lnTo>
                    <a:pt x="282911" y="284080"/>
                  </a:lnTo>
                  <a:lnTo>
                    <a:pt x="286556" y="280235"/>
                  </a:lnTo>
                  <a:lnTo>
                    <a:pt x="290077" y="276277"/>
                  </a:lnTo>
                  <a:lnTo>
                    <a:pt x="293471" y="272208"/>
                  </a:lnTo>
                  <a:lnTo>
                    <a:pt x="296734" y="268035"/>
                  </a:lnTo>
                  <a:lnTo>
                    <a:pt x="299864" y="263760"/>
                  </a:lnTo>
                  <a:lnTo>
                    <a:pt x="302856" y="259388"/>
                  </a:lnTo>
                  <a:lnTo>
                    <a:pt x="305708" y="254923"/>
                  </a:lnTo>
                  <a:lnTo>
                    <a:pt x="308418" y="250371"/>
                  </a:lnTo>
                  <a:lnTo>
                    <a:pt x="310981" y="245735"/>
                  </a:lnTo>
                  <a:lnTo>
                    <a:pt x="313397" y="241019"/>
                  </a:lnTo>
                  <a:lnTo>
                    <a:pt x="315662" y="236230"/>
                  </a:lnTo>
                  <a:lnTo>
                    <a:pt x="317774" y="231371"/>
                  </a:lnTo>
                  <a:lnTo>
                    <a:pt x="319731" y="226448"/>
                  </a:lnTo>
                  <a:lnTo>
                    <a:pt x="321531" y="221465"/>
                  </a:lnTo>
                  <a:lnTo>
                    <a:pt x="323172" y="216428"/>
                  </a:lnTo>
                  <a:lnTo>
                    <a:pt x="324653" y="211341"/>
                  </a:lnTo>
                  <a:lnTo>
                    <a:pt x="325972" y="206210"/>
                  </a:lnTo>
                  <a:lnTo>
                    <a:pt x="327127" y="201040"/>
                  </a:lnTo>
                  <a:lnTo>
                    <a:pt x="328118" y="195835"/>
                  </a:lnTo>
                  <a:lnTo>
                    <a:pt x="328944" y="190602"/>
                  </a:lnTo>
                  <a:lnTo>
                    <a:pt x="329604" y="185346"/>
                  </a:lnTo>
                  <a:lnTo>
                    <a:pt x="330096" y="180071"/>
                  </a:lnTo>
                  <a:lnTo>
                    <a:pt x="330422" y="174783"/>
                  </a:lnTo>
                  <a:lnTo>
                    <a:pt x="330579" y="169487"/>
                  </a:lnTo>
                  <a:lnTo>
                    <a:pt x="330569" y="164189"/>
                  </a:lnTo>
                  <a:lnTo>
                    <a:pt x="330390" y="158894"/>
                  </a:lnTo>
                  <a:lnTo>
                    <a:pt x="330044" y="153608"/>
                  </a:lnTo>
                  <a:lnTo>
                    <a:pt x="329531" y="148335"/>
                  </a:lnTo>
                  <a:lnTo>
                    <a:pt x="328851" y="143081"/>
                  </a:lnTo>
                  <a:lnTo>
                    <a:pt x="328004" y="137851"/>
                  </a:lnTo>
                  <a:lnTo>
                    <a:pt x="326993" y="132650"/>
                  </a:lnTo>
                  <a:lnTo>
                    <a:pt x="325817" y="127485"/>
                  </a:lnTo>
                  <a:lnTo>
                    <a:pt x="324478" y="122359"/>
                  </a:lnTo>
                  <a:lnTo>
                    <a:pt x="322977" y="117278"/>
                  </a:lnTo>
                  <a:lnTo>
                    <a:pt x="321316" y="112247"/>
                  </a:lnTo>
                  <a:lnTo>
                    <a:pt x="319497" y="107272"/>
                  </a:lnTo>
                  <a:lnTo>
                    <a:pt x="317520" y="102356"/>
                  </a:lnTo>
                  <a:lnTo>
                    <a:pt x="315389" y="97506"/>
                  </a:lnTo>
                  <a:lnTo>
                    <a:pt x="313105" y="92725"/>
                  </a:lnTo>
                  <a:lnTo>
                    <a:pt x="310671" y="88020"/>
                  </a:lnTo>
                  <a:lnTo>
                    <a:pt x="308089" y="83394"/>
                  </a:lnTo>
                  <a:lnTo>
                    <a:pt x="305362" y="78852"/>
                  </a:lnTo>
                  <a:lnTo>
                    <a:pt x="302492" y="74398"/>
                  </a:lnTo>
                  <a:lnTo>
                    <a:pt x="299483" y="70038"/>
                  </a:lnTo>
                  <a:lnTo>
                    <a:pt x="296336" y="65776"/>
                  </a:lnTo>
                  <a:lnTo>
                    <a:pt x="293057" y="61615"/>
                  </a:lnTo>
                  <a:lnTo>
                    <a:pt x="289647" y="57560"/>
                  </a:lnTo>
                  <a:lnTo>
                    <a:pt x="286110" y="53615"/>
                  </a:lnTo>
                  <a:lnTo>
                    <a:pt x="282450" y="49785"/>
                  </a:lnTo>
                  <a:lnTo>
                    <a:pt x="278671" y="46072"/>
                  </a:lnTo>
                  <a:lnTo>
                    <a:pt x="274776" y="42481"/>
                  </a:lnTo>
                  <a:lnTo>
                    <a:pt x="270769" y="39015"/>
                  </a:lnTo>
                  <a:lnTo>
                    <a:pt x="266654" y="35678"/>
                  </a:lnTo>
                  <a:lnTo>
                    <a:pt x="262436" y="32473"/>
                  </a:lnTo>
                  <a:lnTo>
                    <a:pt x="258118" y="29404"/>
                  </a:lnTo>
                  <a:lnTo>
                    <a:pt x="253705" y="26472"/>
                  </a:lnTo>
                  <a:lnTo>
                    <a:pt x="249201" y="23682"/>
                  </a:lnTo>
                  <a:lnTo>
                    <a:pt x="244611" y="21036"/>
                  </a:lnTo>
                  <a:lnTo>
                    <a:pt x="239940" y="18537"/>
                  </a:lnTo>
                  <a:lnTo>
                    <a:pt x="235191" y="16187"/>
                  </a:lnTo>
                  <a:lnTo>
                    <a:pt x="230371" y="13989"/>
                  </a:lnTo>
                  <a:lnTo>
                    <a:pt x="225484" y="11944"/>
                  </a:lnTo>
                  <a:lnTo>
                    <a:pt x="220534" y="10056"/>
                  </a:lnTo>
                  <a:lnTo>
                    <a:pt x="215526" y="8325"/>
                  </a:lnTo>
                  <a:lnTo>
                    <a:pt x="210467" y="6754"/>
                  </a:lnTo>
                  <a:lnTo>
                    <a:pt x="205360" y="5344"/>
                  </a:lnTo>
                  <a:lnTo>
                    <a:pt x="200211" y="4097"/>
                  </a:lnTo>
                  <a:lnTo>
                    <a:pt x="195025" y="3013"/>
                  </a:lnTo>
                  <a:lnTo>
                    <a:pt x="189808" y="2094"/>
                  </a:lnTo>
                  <a:lnTo>
                    <a:pt x="184563" y="1341"/>
                  </a:lnTo>
                  <a:lnTo>
                    <a:pt x="179298" y="755"/>
                  </a:lnTo>
                  <a:lnTo>
                    <a:pt x="174017" y="335"/>
                  </a:lnTo>
                  <a:lnTo>
                    <a:pt x="168725" y="83"/>
                  </a:lnTo>
                  <a:lnTo>
                    <a:pt x="163428" y="0"/>
                  </a:lnTo>
                  <a:lnTo>
                    <a:pt x="1634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5847" y="4605529"/>
              <a:ext cx="74699" cy="167167"/>
            </a:xfrm>
            <a:custGeom>
              <a:avLst/>
              <a:pathLst>
                <a:path w="74699" h="167167">
                  <a:moveTo>
                    <a:pt x="74699" y="0"/>
                  </a:moveTo>
                  <a:lnTo>
                    <a:pt x="68744" y="106"/>
                  </a:lnTo>
                  <a:lnTo>
                    <a:pt x="62796" y="424"/>
                  </a:lnTo>
                  <a:lnTo>
                    <a:pt x="56863" y="954"/>
                  </a:lnTo>
                  <a:lnTo>
                    <a:pt x="50952" y="1695"/>
                  </a:lnTo>
                  <a:lnTo>
                    <a:pt x="45072" y="2646"/>
                  </a:lnTo>
                  <a:lnTo>
                    <a:pt x="39229" y="3806"/>
                  </a:lnTo>
                  <a:lnTo>
                    <a:pt x="33432" y="5173"/>
                  </a:lnTo>
                  <a:lnTo>
                    <a:pt x="27687" y="6746"/>
                  </a:lnTo>
                  <a:lnTo>
                    <a:pt x="22001" y="8523"/>
                  </a:lnTo>
                  <a:lnTo>
                    <a:pt x="16383" y="10501"/>
                  </a:lnTo>
                  <a:lnTo>
                    <a:pt x="10838" y="12678"/>
                  </a:lnTo>
                  <a:lnTo>
                    <a:pt x="5375" y="15052"/>
                  </a:lnTo>
                  <a:lnTo>
                    <a:pt x="0" y="17618"/>
                  </a:lnTo>
                  <a:lnTo>
                    <a:pt x="746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5847" y="4623147"/>
              <a:ext cx="74699" cy="149548"/>
            </a:xfrm>
            <a:custGeom>
              <a:avLst/>
              <a:pathLst>
                <a:path w="74699" h="149548">
                  <a:moveTo>
                    <a:pt x="0" y="0"/>
                  </a:moveTo>
                  <a:lnTo>
                    <a:pt x="74699" y="1495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85847" y="4623147"/>
              <a:ext cx="74699" cy="149548"/>
            </a:xfrm>
            <a:custGeom>
              <a:avLst/>
              <a:pathLst>
                <a:path w="74699" h="149548">
                  <a:moveTo>
                    <a:pt x="0" y="0"/>
                  </a:moveTo>
                  <a:lnTo>
                    <a:pt x="74699" y="1495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93383" y="4623147"/>
              <a:ext cx="278408" cy="316714"/>
            </a:xfrm>
            <a:custGeom>
              <a:avLst/>
              <a:pathLst>
                <a:path w="278408" h="316714">
                  <a:moveTo>
                    <a:pt x="92463" y="0"/>
                  </a:moveTo>
                  <a:lnTo>
                    <a:pt x="87741" y="2453"/>
                  </a:lnTo>
                  <a:lnTo>
                    <a:pt x="83099" y="5056"/>
                  </a:lnTo>
                  <a:lnTo>
                    <a:pt x="78542" y="7805"/>
                  </a:lnTo>
                  <a:lnTo>
                    <a:pt x="74075" y="10697"/>
                  </a:lnTo>
                  <a:lnTo>
                    <a:pt x="69703" y="13731"/>
                  </a:lnTo>
                  <a:lnTo>
                    <a:pt x="65429" y="16902"/>
                  </a:lnTo>
                  <a:lnTo>
                    <a:pt x="61258" y="20207"/>
                  </a:lnTo>
                  <a:lnTo>
                    <a:pt x="57195" y="23644"/>
                  </a:lnTo>
                  <a:lnTo>
                    <a:pt x="53243" y="27208"/>
                  </a:lnTo>
                  <a:lnTo>
                    <a:pt x="49407" y="30896"/>
                  </a:lnTo>
                  <a:lnTo>
                    <a:pt x="45689" y="34705"/>
                  </a:lnTo>
                  <a:lnTo>
                    <a:pt x="42095" y="38629"/>
                  </a:lnTo>
                  <a:lnTo>
                    <a:pt x="38628" y="42667"/>
                  </a:lnTo>
                  <a:lnTo>
                    <a:pt x="35291" y="46812"/>
                  </a:lnTo>
                  <a:lnTo>
                    <a:pt x="32088" y="51062"/>
                  </a:lnTo>
                  <a:lnTo>
                    <a:pt x="29021" y="55411"/>
                  </a:lnTo>
                  <a:lnTo>
                    <a:pt x="26095" y="59856"/>
                  </a:lnTo>
                  <a:lnTo>
                    <a:pt x="23311" y="64392"/>
                  </a:lnTo>
                  <a:lnTo>
                    <a:pt x="20674" y="69014"/>
                  </a:lnTo>
                  <a:lnTo>
                    <a:pt x="18184" y="73718"/>
                  </a:lnTo>
                  <a:lnTo>
                    <a:pt x="15846" y="78498"/>
                  </a:lnTo>
                  <a:lnTo>
                    <a:pt x="13661" y="83351"/>
                  </a:lnTo>
                  <a:lnTo>
                    <a:pt x="11632" y="88270"/>
                  </a:lnTo>
                  <a:lnTo>
                    <a:pt x="9760" y="93252"/>
                  </a:lnTo>
                  <a:lnTo>
                    <a:pt x="8048" y="98291"/>
                  </a:lnTo>
                  <a:lnTo>
                    <a:pt x="6497" y="103382"/>
                  </a:lnTo>
                  <a:lnTo>
                    <a:pt x="5109" y="108519"/>
                  </a:lnTo>
                  <a:lnTo>
                    <a:pt x="3885" y="113698"/>
                  </a:lnTo>
                  <a:lnTo>
                    <a:pt x="2827" y="118914"/>
                  </a:lnTo>
                  <a:lnTo>
                    <a:pt x="1935" y="124160"/>
                  </a:lnTo>
                  <a:lnTo>
                    <a:pt x="1210" y="129432"/>
                  </a:lnTo>
                  <a:lnTo>
                    <a:pt x="654" y="134725"/>
                  </a:lnTo>
                  <a:lnTo>
                    <a:pt x="267" y="140033"/>
                  </a:lnTo>
                  <a:lnTo>
                    <a:pt x="48" y="145350"/>
                  </a:lnTo>
                  <a:lnTo>
                    <a:pt x="0" y="150671"/>
                  </a:lnTo>
                  <a:lnTo>
                    <a:pt x="120" y="155992"/>
                  </a:lnTo>
                  <a:lnTo>
                    <a:pt x="410" y="161306"/>
                  </a:lnTo>
                  <a:lnTo>
                    <a:pt x="868" y="166608"/>
                  </a:lnTo>
                  <a:lnTo>
                    <a:pt x="1496" y="171892"/>
                  </a:lnTo>
                  <a:lnTo>
                    <a:pt x="2291" y="177154"/>
                  </a:lnTo>
                  <a:lnTo>
                    <a:pt x="3253" y="182388"/>
                  </a:lnTo>
                  <a:lnTo>
                    <a:pt x="4382" y="187589"/>
                  </a:lnTo>
                  <a:lnTo>
                    <a:pt x="5675" y="192751"/>
                  </a:lnTo>
                  <a:lnTo>
                    <a:pt x="7132" y="197870"/>
                  </a:lnTo>
                  <a:lnTo>
                    <a:pt x="8751" y="202939"/>
                  </a:lnTo>
                  <a:lnTo>
                    <a:pt x="10531" y="207954"/>
                  </a:lnTo>
                  <a:lnTo>
                    <a:pt x="12469" y="212910"/>
                  </a:lnTo>
                  <a:lnTo>
                    <a:pt x="14565" y="217802"/>
                  </a:lnTo>
                  <a:lnTo>
                    <a:pt x="16814" y="222625"/>
                  </a:lnTo>
                  <a:lnTo>
                    <a:pt x="19217" y="227374"/>
                  </a:lnTo>
                  <a:lnTo>
                    <a:pt x="21769" y="232044"/>
                  </a:lnTo>
                  <a:lnTo>
                    <a:pt x="24468" y="236630"/>
                  </a:lnTo>
                  <a:lnTo>
                    <a:pt x="27313" y="241128"/>
                  </a:lnTo>
                  <a:lnTo>
                    <a:pt x="30299" y="245533"/>
                  </a:lnTo>
                  <a:lnTo>
                    <a:pt x="33423" y="249841"/>
                  </a:lnTo>
                  <a:lnTo>
                    <a:pt x="36683" y="254047"/>
                  </a:lnTo>
                  <a:lnTo>
                    <a:pt x="40076" y="258147"/>
                  </a:lnTo>
                  <a:lnTo>
                    <a:pt x="43597" y="262138"/>
                  </a:lnTo>
                  <a:lnTo>
                    <a:pt x="47243" y="266014"/>
                  </a:lnTo>
                  <a:lnTo>
                    <a:pt x="51011" y="269772"/>
                  </a:lnTo>
                  <a:lnTo>
                    <a:pt x="54897" y="273408"/>
                  </a:lnTo>
                  <a:lnTo>
                    <a:pt x="58896" y="276919"/>
                  </a:lnTo>
                  <a:lnTo>
                    <a:pt x="63006" y="280301"/>
                  </a:lnTo>
                  <a:lnTo>
                    <a:pt x="67220" y="283550"/>
                  </a:lnTo>
                  <a:lnTo>
                    <a:pt x="71536" y="286663"/>
                  </a:lnTo>
                  <a:lnTo>
                    <a:pt x="75949" y="289638"/>
                  </a:lnTo>
                  <a:lnTo>
                    <a:pt x="80455" y="292470"/>
                  </a:lnTo>
                  <a:lnTo>
                    <a:pt x="85048" y="295158"/>
                  </a:lnTo>
                  <a:lnTo>
                    <a:pt x="89724" y="297698"/>
                  </a:lnTo>
                  <a:lnTo>
                    <a:pt x="94479" y="300087"/>
                  </a:lnTo>
                  <a:lnTo>
                    <a:pt x="99308" y="302325"/>
                  </a:lnTo>
                  <a:lnTo>
                    <a:pt x="104205" y="304407"/>
                  </a:lnTo>
                  <a:lnTo>
                    <a:pt x="109166" y="306333"/>
                  </a:lnTo>
                  <a:lnTo>
                    <a:pt x="114186" y="308099"/>
                  </a:lnTo>
                  <a:lnTo>
                    <a:pt x="119260" y="309705"/>
                  </a:lnTo>
                  <a:lnTo>
                    <a:pt x="124382" y="311149"/>
                  </a:lnTo>
                  <a:lnTo>
                    <a:pt x="129548" y="312429"/>
                  </a:lnTo>
                  <a:lnTo>
                    <a:pt x="134751" y="313544"/>
                  </a:lnTo>
                  <a:lnTo>
                    <a:pt x="139988" y="314492"/>
                  </a:lnTo>
                  <a:lnTo>
                    <a:pt x="145252" y="315274"/>
                  </a:lnTo>
                  <a:lnTo>
                    <a:pt x="150538" y="315887"/>
                  </a:lnTo>
                  <a:lnTo>
                    <a:pt x="155841" y="316332"/>
                  </a:lnTo>
                  <a:lnTo>
                    <a:pt x="161156" y="316608"/>
                  </a:lnTo>
                  <a:lnTo>
                    <a:pt x="166477" y="316714"/>
                  </a:lnTo>
                  <a:lnTo>
                    <a:pt x="171798" y="316652"/>
                  </a:lnTo>
                  <a:lnTo>
                    <a:pt x="177115" y="316419"/>
                  </a:lnTo>
                  <a:lnTo>
                    <a:pt x="182421" y="316018"/>
                  </a:lnTo>
                  <a:lnTo>
                    <a:pt x="187712" y="315448"/>
                  </a:lnTo>
                  <a:lnTo>
                    <a:pt x="192983" y="314710"/>
                  </a:lnTo>
                  <a:lnTo>
                    <a:pt x="198227" y="313804"/>
                  </a:lnTo>
                  <a:lnTo>
                    <a:pt x="203439" y="312732"/>
                  </a:lnTo>
                  <a:lnTo>
                    <a:pt x="208615" y="311495"/>
                  </a:lnTo>
                  <a:lnTo>
                    <a:pt x="213749" y="310093"/>
                  </a:lnTo>
                  <a:lnTo>
                    <a:pt x="218836" y="308529"/>
                  </a:lnTo>
                  <a:lnTo>
                    <a:pt x="223870" y="306804"/>
                  </a:lnTo>
                  <a:lnTo>
                    <a:pt x="228847" y="304919"/>
                  </a:lnTo>
                  <a:lnTo>
                    <a:pt x="233761" y="302877"/>
                  </a:lnTo>
                  <a:lnTo>
                    <a:pt x="238608" y="300679"/>
                  </a:lnTo>
                  <a:lnTo>
                    <a:pt x="243383" y="298329"/>
                  </a:lnTo>
                  <a:lnTo>
                    <a:pt x="248080" y="295827"/>
                  </a:lnTo>
                  <a:lnTo>
                    <a:pt x="252695" y="293177"/>
                  </a:lnTo>
                  <a:lnTo>
                    <a:pt x="257223" y="290382"/>
                  </a:lnTo>
                  <a:lnTo>
                    <a:pt x="261661" y="287444"/>
                  </a:lnTo>
                  <a:lnTo>
                    <a:pt x="266002" y="284366"/>
                  </a:lnTo>
                  <a:lnTo>
                    <a:pt x="270243" y="281152"/>
                  </a:lnTo>
                  <a:lnTo>
                    <a:pt x="274380" y="277804"/>
                  </a:lnTo>
                  <a:lnTo>
                    <a:pt x="278408" y="274326"/>
                  </a:lnTo>
                  <a:lnTo>
                    <a:pt x="167163" y="1495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60546" y="4605529"/>
              <a:ext cx="167164" cy="291945"/>
            </a:xfrm>
            <a:custGeom>
              <a:avLst/>
              <a:pathLst>
                <a:path w="167164" h="291945">
                  <a:moveTo>
                    <a:pt x="111245" y="291945"/>
                  </a:moveTo>
                  <a:lnTo>
                    <a:pt x="115202" y="288301"/>
                  </a:lnTo>
                  <a:lnTo>
                    <a:pt x="119039" y="284532"/>
                  </a:lnTo>
                  <a:lnTo>
                    <a:pt x="122754" y="280641"/>
                  </a:lnTo>
                  <a:lnTo>
                    <a:pt x="126341" y="276633"/>
                  </a:lnTo>
                  <a:lnTo>
                    <a:pt x="129798" y="272511"/>
                  </a:lnTo>
                  <a:lnTo>
                    <a:pt x="133120" y="268280"/>
                  </a:lnTo>
                  <a:lnTo>
                    <a:pt x="136304" y="263945"/>
                  </a:lnTo>
                  <a:lnTo>
                    <a:pt x="139347" y="259509"/>
                  </a:lnTo>
                  <a:lnTo>
                    <a:pt x="142246" y="254978"/>
                  </a:lnTo>
                  <a:lnTo>
                    <a:pt x="144998" y="250356"/>
                  </a:lnTo>
                  <a:lnTo>
                    <a:pt x="147599" y="245648"/>
                  </a:lnTo>
                  <a:lnTo>
                    <a:pt x="150048" y="240858"/>
                  </a:lnTo>
                  <a:lnTo>
                    <a:pt x="152341" y="235993"/>
                  </a:lnTo>
                  <a:lnTo>
                    <a:pt x="154477" y="231056"/>
                  </a:lnTo>
                  <a:lnTo>
                    <a:pt x="156452" y="226052"/>
                  </a:lnTo>
                  <a:lnTo>
                    <a:pt x="158266" y="220988"/>
                  </a:lnTo>
                  <a:lnTo>
                    <a:pt x="159916" y="215868"/>
                  </a:lnTo>
                  <a:lnTo>
                    <a:pt x="161400" y="210698"/>
                  </a:lnTo>
                  <a:lnTo>
                    <a:pt x="162717" y="205482"/>
                  </a:lnTo>
                  <a:lnTo>
                    <a:pt x="163865" y="200227"/>
                  </a:lnTo>
                  <a:lnTo>
                    <a:pt x="164844" y="194938"/>
                  </a:lnTo>
                  <a:lnTo>
                    <a:pt x="165652" y="189620"/>
                  </a:lnTo>
                  <a:lnTo>
                    <a:pt x="166289" y="184279"/>
                  </a:lnTo>
                  <a:lnTo>
                    <a:pt x="166753" y="178919"/>
                  </a:lnTo>
                  <a:lnTo>
                    <a:pt x="167045" y="173548"/>
                  </a:lnTo>
                  <a:lnTo>
                    <a:pt x="167164" y="168170"/>
                  </a:lnTo>
                  <a:lnTo>
                    <a:pt x="167110" y="162792"/>
                  </a:lnTo>
                  <a:lnTo>
                    <a:pt x="166882" y="157417"/>
                  </a:lnTo>
                  <a:lnTo>
                    <a:pt x="166482" y="152053"/>
                  </a:lnTo>
                  <a:lnTo>
                    <a:pt x="165910" y="146704"/>
                  </a:lnTo>
                  <a:lnTo>
                    <a:pt x="165166" y="141377"/>
                  </a:lnTo>
                  <a:lnTo>
                    <a:pt x="164250" y="136076"/>
                  </a:lnTo>
                  <a:lnTo>
                    <a:pt x="163165" y="130808"/>
                  </a:lnTo>
                  <a:lnTo>
                    <a:pt x="161911" y="125577"/>
                  </a:lnTo>
                  <a:lnTo>
                    <a:pt x="160489" y="120389"/>
                  </a:lnTo>
                  <a:lnTo>
                    <a:pt x="158901" y="115250"/>
                  </a:lnTo>
                  <a:lnTo>
                    <a:pt x="157148" y="110164"/>
                  </a:lnTo>
                  <a:lnTo>
                    <a:pt x="155233" y="105138"/>
                  </a:lnTo>
                  <a:lnTo>
                    <a:pt x="153156" y="100175"/>
                  </a:lnTo>
                  <a:lnTo>
                    <a:pt x="150922" y="95282"/>
                  </a:lnTo>
                  <a:lnTo>
                    <a:pt x="148531" y="90464"/>
                  </a:lnTo>
                  <a:lnTo>
                    <a:pt x="145986" y="85724"/>
                  </a:lnTo>
                  <a:lnTo>
                    <a:pt x="143290" y="81070"/>
                  </a:lnTo>
                  <a:lnTo>
                    <a:pt x="140446" y="76504"/>
                  </a:lnTo>
                  <a:lnTo>
                    <a:pt x="137456" y="72032"/>
                  </a:lnTo>
                  <a:lnTo>
                    <a:pt x="134324" y="67659"/>
                  </a:lnTo>
                  <a:lnTo>
                    <a:pt x="131053" y="63389"/>
                  </a:lnTo>
                  <a:lnTo>
                    <a:pt x="127646" y="59226"/>
                  </a:lnTo>
                  <a:lnTo>
                    <a:pt x="124107" y="55175"/>
                  </a:lnTo>
                  <a:lnTo>
                    <a:pt x="120440" y="51240"/>
                  </a:lnTo>
                  <a:lnTo>
                    <a:pt x="116648" y="47425"/>
                  </a:lnTo>
                  <a:lnTo>
                    <a:pt x="112735" y="43734"/>
                  </a:lnTo>
                  <a:lnTo>
                    <a:pt x="108705" y="40170"/>
                  </a:lnTo>
                  <a:lnTo>
                    <a:pt x="104563" y="36739"/>
                  </a:lnTo>
                  <a:lnTo>
                    <a:pt x="100312" y="33442"/>
                  </a:lnTo>
                  <a:lnTo>
                    <a:pt x="95958" y="30284"/>
                  </a:lnTo>
                  <a:lnTo>
                    <a:pt x="91504" y="27267"/>
                  </a:lnTo>
                  <a:lnTo>
                    <a:pt x="86955" y="24396"/>
                  </a:lnTo>
                  <a:lnTo>
                    <a:pt x="82317" y="21672"/>
                  </a:lnTo>
                  <a:lnTo>
                    <a:pt x="77593" y="19099"/>
                  </a:lnTo>
                  <a:lnTo>
                    <a:pt x="72789" y="16679"/>
                  </a:lnTo>
                  <a:lnTo>
                    <a:pt x="67909" y="14415"/>
                  </a:lnTo>
                  <a:lnTo>
                    <a:pt x="62960" y="12309"/>
                  </a:lnTo>
                  <a:lnTo>
                    <a:pt x="57945" y="10364"/>
                  </a:lnTo>
                  <a:lnTo>
                    <a:pt x="52870" y="8580"/>
                  </a:lnTo>
                  <a:lnTo>
                    <a:pt x="47740" y="6961"/>
                  </a:lnTo>
                  <a:lnTo>
                    <a:pt x="42561" y="5508"/>
                  </a:lnTo>
                  <a:lnTo>
                    <a:pt x="37337" y="4223"/>
                  </a:lnTo>
                  <a:lnTo>
                    <a:pt x="32076" y="3106"/>
                  </a:lnTo>
                  <a:lnTo>
                    <a:pt x="26780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2671" y="4172415"/>
              <a:ext cx="93221" cy="167167"/>
            </a:xfrm>
            <a:custGeom>
              <a:avLst/>
              <a:pathLst>
                <a:path w="93221" h="167167">
                  <a:moveTo>
                    <a:pt x="93221" y="0"/>
                  </a:moveTo>
                  <a:lnTo>
                    <a:pt x="87405" y="101"/>
                  </a:lnTo>
                  <a:lnTo>
                    <a:pt x="81596" y="404"/>
                  </a:lnTo>
                  <a:lnTo>
                    <a:pt x="75802" y="910"/>
                  </a:lnTo>
                  <a:lnTo>
                    <a:pt x="70028" y="1616"/>
                  </a:lnTo>
                  <a:lnTo>
                    <a:pt x="64282" y="2523"/>
                  </a:lnTo>
                  <a:lnTo>
                    <a:pt x="58572" y="3630"/>
                  </a:lnTo>
                  <a:lnTo>
                    <a:pt x="52903" y="4934"/>
                  </a:lnTo>
                  <a:lnTo>
                    <a:pt x="47284" y="6435"/>
                  </a:lnTo>
                  <a:lnTo>
                    <a:pt x="41720" y="8131"/>
                  </a:lnTo>
                  <a:lnTo>
                    <a:pt x="36218" y="10019"/>
                  </a:lnTo>
                  <a:lnTo>
                    <a:pt x="30785" y="12097"/>
                  </a:lnTo>
                  <a:lnTo>
                    <a:pt x="25428" y="14363"/>
                  </a:lnTo>
                  <a:lnTo>
                    <a:pt x="20153" y="16814"/>
                  </a:lnTo>
                  <a:lnTo>
                    <a:pt x="14966" y="19447"/>
                  </a:lnTo>
                  <a:lnTo>
                    <a:pt x="9874" y="22259"/>
                  </a:lnTo>
                  <a:lnTo>
                    <a:pt x="4883" y="25246"/>
                  </a:lnTo>
                  <a:lnTo>
                    <a:pt x="0" y="28405"/>
                  </a:lnTo>
                  <a:lnTo>
                    <a:pt x="932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652671" y="4200821"/>
              <a:ext cx="93221" cy="138761"/>
            </a:xfrm>
            <a:custGeom>
              <a:avLst/>
              <a:pathLst>
                <a:path w="93221" h="138761">
                  <a:moveTo>
                    <a:pt x="0" y="0"/>
                  </a:moveTo>
                  <a:lnTo>
                    <a:pt x="93221" y="1387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78727" y="4200821"/>
              <a:ext cx="334330" cy="305919"/>
            </a:xfrm>
            <a:custGeom>
              <a:avLst/>
              <a:pathLst>
                <a:path w="334330" h="305919">
                  <a:moveTo>
                    <a:pt x="73944" y="0"/>
                  </a:moveTo>
                  <a:lnTo>
                    <a:pt x="69587" y="3028"/>
                  </a:lnTo>
                  <a:lnTo>
                    <a:pt x="65328" y="6193"/>
                  </a:lnTo>
                  <a:lnTo>
                    <a:pt x="61172" y="9492"/>
                  </a:lnTo>
                  <a:lnTo>
                    <a:pt x="57122" y="12922"/>
                  </a:lnTo>
                  <a:lnTo>
                    <a:pt x="53184" y="16478"/>
                  </a:lnTo>
                  <a:lnTo>
                    <a:pt x="49360" y="20157"/>
                  </a:lnTo>
                  <a:lnTo>
                    <a:pt x="45655" y="23955"/>
                  </a:lnTo>
                  <a:lnTo>
                    <a:pt x="42073" y="27870"/>
                  </a:lnTo>
                  <a:lnTo>
                    <a:pt x="38616" y="31896"/>
                  </a:lnTo>
                  <a:lnTo>
                    <a:pt x="35289" y="36030"/>
                  </a:lnTo>
                  <a:lnTo>
                    <a:pt x="32095" y="40267"/>
                  </a:lnTo>
                  <a:lnTo>
                    <a:pt x="29037" y="44604"/>
                  </a:lnTo>
                  <a:lnTo>
                    <a:pt x="26118" y="49035"/>
                  </a:lnTo>
                  <a:lnTo>
                    <a:pt x="23341" y="53557"/>
                  </a:lnTo>
                  <a:lnTo>
                    <a:pt x="20710" y="58164"/>
                  </a:lnTo>
                  <a:lnTo>
                    <a:pt x="18225" y="62853"/>
                  </a:lnTo>
                  <a:lnTo>
                    <a:pt x="15891" y="67619"/>
                  </a:lnTo>
                  <a:lnTo>
                    <a:pt x="13710" y="72456"/>
                  </a:lnTo>
                  <a:lnTo>
                    <a:pt x="11682" y="77360"/>
                  </a:lnTo>
                  <a:lnTo>
                    <a:pt x="9812" y="82325"/>
                  </a:lnTo>
                  <a:lnTo>
                    <a:pt x="8100" y="87348"/>
                  </a:lnTo>
                  <a:lnTo>
                    <a:pt x="6548" y="92422"/>
                  </a:lnTo>
                  <a:lnTo>
                    <a:pt x="5159" y="97543"/>
                  </a:lnTo>
                  <a:lnTo>
                    <a:pt x="3932" y="102706"/>
                  </a:lnTo>
                  <a:lnTo>
                    <a:pt x="2870" y="107905"/>
                  </a:lnTo>
                  <a:lnTo>
                    <a:pt x="1973" y="113135"/>
                  </a:lnTo>
                  <a:lnTo>
                    <a:pt x="1243" y="118391"/>
                  </a:lnTo>
                  <a:lnTo>
                    <a:pt x="680" y="123667"/>
                  </a:lnTo>
                  <a:lnTo>
                    <a:pt x="285" y="128959"/>
                  </a:lnTo>
                  <a:lnTo>
                    <a:pt x="58" y="134260"/>
                  </a:lnTo>
                  <a:lnTo>
                    <a:pt x="0" y="139566"/>
                  </a:lnTo>
                  <a:lnTo>
                    <a:pt x="109" y="144871"/>
                  </a:lnTo>
                  <a:lnTo>
                    <a:pt x="387" y="150170"/>
                  </a:lnTo>
                  <a:lnTo>
                    <a:pt x="833" y="155458"/>
                  </a:lnTo>
                  <a:lnTo>
                    <a:pt x="1447" y="160728"/>
                  </a:lnTo>
                  <a:lnTo>
                    <a:pt x="2228" y="165977"/>
                  </a:lnTo>
                  <a:lnTo>
                    <a:pt x="3175" y="171198"/>
                  </a:lnTo>
                  <a:lnTo>
                    <a:pt x="4287" y="176387"/>
                  </a:lnTo>
                  <a:lnTo>
                    <a:pt x="5563" y="181537"/>
                  </a:lnTo>
                  <a:lnTo>
                    <a:pt x="7002" y="186645"/>
                  </a:lnTo>
                  <a:lnTo>
                    <a:pt x="8603" y="191704"/>
                  </a:lnTo>
                  <a:lnTo>
                    <a:pt x="10363" y="196710"/>
                  </a:lnTo>
                  <a:lnTo>
                    <a:pt x="12281" y="201657"/>
                  </a:lnTo>
                  <a:lnTo>
                    <a:pt x="14355" y="206541"/>
                  </a:lnTo>
                  <a:lnTo>
                    <a:pt x="16584" y="211357"/>
                  </a:lnTo>
                  <a:lnTo>
                    <a:pt x="18963" y="216100"/>
                  </a:lnTo>
                  <a:lnTo>
                    <a:pt x="21493" y="220764"/>
                  </a:lnTo>
                  <a:lnTo>
                    <a:pt x="24169" y="225346"/>
                  </a:lnTo>
                  <a:lnTo>
                    <a:pt x="26989" y="229841"/>
                  </a:lnTo>
                  <a:lnTo>
                    <a:pt x="29950" y="234244"/>
                  </a:lnTo>
                  <a:lnTo>
                    <a:pt x="33050" y="238551"/>
                  </a:lnTo>
                  <a:lnTo>
                    <a:pt x="36285" y="242758"/>
                  </a:lnTo>
                  <a:lnTo>
                    <a:pt x="39651" y="246859"/>
                  </a:lnTo>
                  <a:lnTo>
                    <a:pt x="43146" y="250852"/>
                  </a:lnTo>
                  <a:lnTo>
                    <a:pt x="46767" y="254731"/>
                  </a:lnTo>
                  <a:lnTo>
                    <a:pt x="50508" y="258494"/>
                  </a:lnTo>
                  <a:lnTo>
                    <a:pt x="54367" y="262136"/>
                  </a:lnTo>
                  <a:lnTo>
                    <a:pt x="58339" y="265654"/>
                  </a:lnTo>
                  <a:lnTo>
                    <a:pt x="62422" y="269044"/>
                  </a:lnTo>
                  <a:lnTo>
                    <a:pt x="66609" y="272303"/>
                  </a:lnTo>
                  <a:lnTo>
                    <a:pt x="70898" y="275427"/>
                  </a:lnTo>
                  <a:lnTo>
                    <a:pt x="75285" y="278414"/>
                  </a:lnTo>
                  <a:lnTo>
                    <a:pt x="79763" y="281260"/>
                  </a:lnTo>
                  <a:lnTo>
                    <a:pt x="84330" y="283962"/>
                  </a:lnTo>
                  <a:lnTo>
                    <a:pt x="88980" y="286518"/>
                  </a:lnTo>
                  <a:lnTo>
                    <a:pt x="93709" y="288925"/>
                  </a:lnTo>
                  <a:lnTo>
                    <a:pt x="98512" y="291181"/>
                  </a:lnTo>
                  <a:lnTo>
                    <a:pt x="103384" y="293283"/>
                  </a:lnTo>
                  <a:lnTo>
                    <a:pt x="108321" y="295229"/>
                  </a:lnTo>
                  <a:lnTo>
                    <a:pt x="113316" y="297018"/>
                  </a:lnTo>
                  <a:lnTo>
                    <a:pt x="118366" y="298647"/>
                  </a:lnTo>
                  <a:lnTo>
                    <a:pt x="123465" y="300116"/>
                  </a:lnTo>
                  <a:lnTo>
                    <a:pt x="128609" y="301421"/>
                  </a:lnTo>
                  <a:lnTo>
                    <a:pt x="133791" y="302563"/>
                  </a:lnTo>
                  <a:lnTo>
                    <a:pt x="139006" y="303540"/>
                  </a:lnTo>
                  <a:lnTo>
                    <a:pt x="144250" y="304350"/>
                  </a:lnTo>
                  <a:lnTo>
                    <a:pt x="149517" y="304994"/>
                  </a:lnTo>
                  <a:lnTo>
                    <a:pt x="154802" y="305471"/>
                  </a:lnTo>
                  <a:lnTo>
                    <a:pt x="160100" y="305779"/>
                  </a:lnTo>
                  <a:lnTo>
                    <a:pt x="165404" y="305919"/>
                  </a:lnTo>
                  <a:lnTo>
                    <a:pt x="170710" y="305891"/>
                  </a:lnTo>
                  <a:lnTo>
                    <a:pt x="176013" y="305694"/>
                  </a:lnTo>
                  <a:lnTo>
                    <a:pt x="181307" y="305329"/>
                  </a:lnTo>
                  <a:lnTo>
                    <a:pt x="186586" y="304796"/>
                  </a:lnTo>
                  <a:lnTo>
                    <a:pt x="191846" y="304096"/>
                  </a:lnTo>
                  <a:lnTo>
                    <a:pt x="197081" y="303230"/>
                  </a:lnTo>
                  <a:lnTo>
                    <a:pt x="202286" y="302197"/>
                  </a:lnTo>
                  <a:lnTo>
                    <a:pt x="207456" y="301000"/>
                  </a:lnTo>
                  <a:lnTo>
                    <a:pt x="212584" y="299640"/>
                  </a:lnTo>
                  <a:lnTo>
                    <a:pt x="217668" y="298117"/>
                  </a:lnTo>
                  <a:lnTo>
                    <a:pt x="222700" y="296434"/>
                  </a:lnTo>
                  <a:lnTo>
                    <a:pt x="227676" y="294592"/>
                  </a:lnTo>
                  <a:lnTo>
                    <a:pt x="232592" y="292593"/>
                  </a:lnTo>
                  <a:lnTo>
                    <a:pt x="237441" y="290439"/>
                  </a:lnTo>
                  <a:lnTo>
                    <a:pt x="242220" y="288132"/>
                  </a:lnTo>
                  <a:lnTo>
                    <a:pt x="246923" y="285675"/>
                  </a:lnTo>
                  <a:lnTo>
                    <a:pt x="251545" y="283069"/>
                  </a:lnTo>
                  <a:lnTo>
                    <a:pt x="256083" y="280319"/>
                  </a:lnTo>
                  <a:lnTo>
                    <a:pt x="260531" y="277425"/>
                  </a:lnTo>
                  <a:lnTo>
                    <a:pt x="264885" y="274392"/>
                  </a:lnTo>
                  <a:lnTo>
                    <a:pt x="269140" y="271222"/>
                  </a:lnTo>
                  <a:lnTo>
                    <a:pt x="273293" y="267919"/>
                  </a:lnTo>
                  <a:lnTo>
                    <a:pt x="277339" y="264486"/>
                  </a:lnTo>
                  <a:lnTo>
                    <a:pt x="281274" y="260925"/>
                  </a:lnTo>
                  <a:lnTo>
                    <a:pt x="285094" y="257242"/>
                  </a:lnTo>
                  <a:lnTo>
                    <a:pt x="288795" y="253440"/>
                  </a:lnTo>
                  <a:lnTo>
                    <a:pt x="292373" y="249522"/>
                  </a:lnTo>
                  <a:lnTo>
                    <a:pt x="295825" y="245492"/>
                  </a:lnTo>
                  <a:lnTo>
                    <a:pt x="299148" y="241355"/>
                  </a:lnTo>
                  <a:lnTo>
                    <a:pt x="302338" y="237114"/>
                  </a:lnTo>
                  <a:lnTo>
                    <a:pt x="305391" y="232774"/>
                  </a:lnTo>
                  <a:lnTo>
                    <a:pt x="308305" y="228340"/>
                  </a:lnTo>
                  <a:lnTo>
                    <a:pt x="311077" y="223815"/>
                  </a:lnTo>
                  <a:lnTo>
                    <a:pt x="313704" y="219205"/>
                  </a:lnTo>
                  <a:lnTo>
                    <a:pt x="316184" y="214513"/>
                  </a:lnTo>
                  <a:lnTo>
                    <a:pt x="318513" y="209745"/>
                  </a:lnTo>
                  <a:lnTo>
                    <a:pt x="320689" y="204906"/>
                  </a:lnTo>
                  <a:lnTo>
                    <a:pt x="322711" y="200000"/>
                  </a:lnTo>
                  <a:lnTo>
                    <a:pt x="324577" y="195033"/>
                  </a:lnTo>
                  <a:lnTo>
                    <a:pt x="326283" y="190008"/>
                  </a:lnTo>
                  <a:lnTo>
                    <a:pt x="327830" y="184932"/>
                  </a:lnTo>
                  <a:lnTo>
                    <a:pt x="329214" y="179810"/>
                  </a:lnTo>
                  <a:lnTo>
                    <a:pt x="330435" y="174646"/>
                  </a:lnTo>
                  <a:lnTo>
                    <a:pt x="331492" y="169446"/>
                  </a:lnTo>
                  <a:lnTo>
                    <a:pt x="332383" y="164215"/>
                  </a:lnTo>
                  <a:lnTo>
                    <a:pt x="333108" y="158958"/>
                  </a:lnTo>
                  <a:lnTo>
                    <a:pt x="333665" y="153681"/>
                  </a:lnTo>
                  <a:lnTo>
                    <a:pt x="334055" y="148389"/>
                  </a:lnTo>
                  <a:lnTo>
                    <a:pt x="334276" y="143088"/>
                  </a:lnTo>
                  <a:lnTo>
                    <a:pt x="334330" y="137782"/>
                  </a:lnTo>
                  <a:lnTo>
                    <a:pt x="334214" y="132477"/>
                  </a:lnTo>
                  <a:lnTo>
                    <a:pt x="333931" y="127178"/>
                  </a:lnTo>
                  <a:lnTo>
                    <a:pt x="333479" y="121891"/>
                  </a:lnTo>
                  <a:lnTo>
                    <a:pt x="332860" y="116621"/>
                  </a:lnTo>
                  <a:lnTo>
                    <a:pt x="332074" y="111373"/>
                  </a:lnTo>
                  <a:lnTo>
                    <a:pt x="167165" y="1387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164908" cy="167167"/>
            </a:xfrm>
            <a:custGeom>
              <a:avLst/>
              <a:pathLst>
                <a:path w="164908" h="167167">
                  <a:moveTo>
                    <a:pt x="164908" y="139779"/>
                  </a:moveTo>
                  <a:lnTo>
                    <a:pt x="163924" y="134402"/>
                  </a:lnTo>
                  <a:lnTo>
                    <a:pt x="162765" y="129059"/>
                  </a:lnTo>
                  <a:lnTo>
                    <a:pt x="161432" y="123758"/>
                  </a:lnTo>
                  <a:lnTo>
                    <a:pt x="159927" y="118503"/>
                  </a:lnTo>
                  <a:lnTo>
                    <a:pt x="158250" y="113299"/>
                  </a:lnTo>
                  <a:lnTo>
                    <a:pt x="156404" y="108154"/>
                  </a:lnTo>
                  <a:lnTo>
                    <a:pt x="154391" y="103072"/>
                  </a:lnTo>
                  <a:lnTo>
                    <a:pt x="152213" y="98058"/>
                  </a:lnTo>
                  <a:lnTo>
                    <a:pt x="149872" y="93118"/>
                  </a:lnTo>
                  <a:lnTo>
                    <a:pt x="147370" y="88257"/>
                  </a:lnTo>
                  <a:lnTo>
                    <a:pt x="144711" y="83481"/>
                  </a:lnTo>
                  <a:lnTo>
                    <a:pt x="141898" y="78794"/>
                  </a:lnTo>
                  <a:lnTo>
                    <a:pt x="138932" y="74201"/>
                  </a:lnTo>
                  <a:lnTo>
                    <a:pt x="135818" y="69708"/>
                  </a:lnTo>
                  <a:lnTo>
                    <a:pt x="132559" y="65320"/>
                  </a:lnTo>
                  <a:lnTo>
                    <a:pt x="129158" y="61040"/>
                  </a:lnTo>
                  <a:lnTo>
                    <a:pt x="125619" y="56873"/>
                  </a:lnTo>
                  <a:lnTo>
                    <a:pt x="121946" y="52825"/>
                  </a:lnTo>
                  <a:lnTo>
                    <a:pt x="118142" y="48899"/>
                  </a:lnTo>
                  <a:lnTo>
                    <a:pt x="114212" y="45099"/>
                  </a:lnTo>
                  <a:lnTo>
                    <a:pt x="110159" y="41430"/>
                  </a:lnTo>
                  <a:lnTo>
                    <a:pt x="105989" y="37895"/>
                  </a:lnTo>
                  <a:lnTo>
                    <a:pt x="101706" y="34499"/>
                  </a:lnTo>
                  <a:lnTo>
                    <a:pt x="97314" y="31244"/>
                  </a:lnTo>
                  <a:lnTo>
                    <a:pt x="92817" y="28135"/>
                  </a:lnTo>
                  <a:lnTo>
                    <a:pt x="88222" y="25175"/>
                  </a:lnTo>
                  <a:lnTo>
                    <a:pt x="83532" y="22366"/>
                  </a:lnTo>
                  <a:lnTo>
                    <a:pt x="78753" y="19712"/>
                  </a:lnTo>
                  <a:lnTo>
                    <a:pt x="73889" y="17216"/>
                  </a:lnTo>
                  <a:lnTo>
                    <a:pt x="68947" y="14880"/>
                  </a:lnTo>
                  <a:lnTo>
                    <a:pt x="63931" y="12707"/>
                  </a:lnTo>
                  <a:lnTo>
                    <a:pt x="58846" y="10700"/>
                  </a:lnTo>
                  <a:lnTo>
                    <a:pt x="53699" y="8859"/>
                  </a:lnTo>
                  <a:lnTo>
                    <a:pt x="48494" y="7188"/>
                  </a:lnTo>
                  <a:lnTo>
                    <a:pt x="43237" y="5688"/>
                  </a:lnTo>
                  <a:lnTo>
                    <a:pt x="37934" y="4361"/>
                  </a:lnTo>
                  <a:lnTo>
                    <a:pt x="32590" y="3207"/>
                  </a:lnTo>
                  <a:lnTo>
                    <a:pt x="27212" y="2229"/>
                  </a:lnTo>
                  <a:lnTo>
                    <a:pt x="21805" y="1428"/>
                  </a:lnTo>
                  <a:lnTo>
                    <a:pt x="16374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63939" y="3685283"/>
              <a:ext cx="159555" cy="167167"/>
            </a:xfrm>
            <a:custGeom>
              <a:avLst/>
              <a:pathLst>
                <a:path w="159555" h="167167">
                  <a:moveTo>
                    <a:pt x="159555" y="0"/>
                  </a:moveTo>
                  <a:lnTo>
                    <a:pt x="154122" y="88"/>
                  </a:lnTo>
                  <a:lnTo>
                    <a:pt x="148694" y="353"/>
                  </a:lnTo>
                  <a:lnTo>
                    <a:pt x="143277" y="794"/>
                  </a:lnTo>
                  <a:lnTo>
                    <a:pt x="137878" y="1411"/>
                  </a:lnTo>
                  <a:lnTo>
                    <a:pt x="132502" y="2203"/>
                  </a:lnTo>
                  <a:lnTo>
                    <a:pt x="127154" y="3170"/>
                  </a:lnTo>
                  <a:lnTo>
                    <a:pt x="121841" y="4309"/>
                  </a:lnTo>
                  <a:lnTo>
                    <a:pt x="116568" y="5621"/>
                  </a:lnTo>
                  <a:lnTo>
                    <a:pt x="111339" y="7104"/>
                  </a:lnTo>
                  <a:lnTo>
                    <a:pt x="106162" y="8756"/>
                  </a:lnTo>
                  <a:lnTo>
                    <a:pt x="101042" y="10575"/>
                  </a:lnTo>
                  <a:lnTo>
                    <a:pt x="95983" y="12559"/>
                  </a:lnTo>
                  <a:lnTo>
                    <a:pt x="90991" y="14707"/>
                  </a:lnTo>
                  <a:lnTo>
                    <a:pt x="86072" y="17017"/>
                  </a:lnTo>
                  <a:lnTo>
                    <a:pt x="81230" y="19484"/>
                  </a:lnTo>
                  <a:lnTo>
                    <a:pt x="76471" y="22108"/>
                  </a:lnTo>
                  <a:lnTo>
                    <a:pt x="71800" y="24885"/>
                  </a:lnTo>
                  <a:lnTo>
                    <a:pt x="67222" y="27813"/>
                  </a:lnTo>
                  <a:lnTo>
                    <a:pt x="62741" y="30888"/>
                  </a:lnTo>
                  <a:lnTo>
                    <a:pt x="58363" y="34107"/>
                  </a:lnTo>
                  <a:lnTo>
                    <a:pt x="54091" y="37466"/>
                  </a:lnTo>
                  <a:lnTo>
                    <a:pt x="49931" y="40962"/>
                  </a:lnTo>
                  <a:lnTo>
                    <a:pt x="45887" y="44592"/>
                  </a:lnTo>
                  <a:lnTo>
                    <a:pt x="41963" y="48352"/>
                  </a:lnTo>
                  <a:lnTo>
                    <a:pt x="38163" y="52237"/>
                  </a:lnTo>
                  <a:lnTo>
                    <a:pt x="34492" y="56243"/>
                  </a:lnTo>
                  <a:lnTo>
                    <a:pt x="30952" y="60367"/>
                  </a:lnTo>
                  <a:lnTo>
                    <a:pt x="27549" y="64603"/>
                  </a:lnTo>
                  <a:lnTo>
                    <a:pt x="24285" y="68948"/>
                  </a:lnTo>
                  <a:lnTo>
                    <a:pt x="21164" y="73397"/>
                  </a:lnTo>
                  <a:lnTo>
                    <a:pt x="18189" y="77944"/>
                  </a:lnTo>
                  <a:lnTo>
                    <a:pt x="15364" y="82586"/>
                  </a:lnTo>
                  <a:lnTo>
                    <a:pt x="12691" y="87318"/>
                  </a:lnTo>
                  <a:lnTo>
                    <a:pt x="10173" y="92134"/>
                  </a:lnTo>
                  <a:lnTo>
                    <a:pt x="7813" y="97029"/>
                  </a:lnTo>
                  <a:lnTo>
                    <a:pt x="5614" y="101998"/>
                  </a:lnTo>
                  <a:lnTo>
                    <a:pt x="3577" y="107036"/>
                  </a:lnTo>
                  <a:lnTo>
                    <a:pt x="1705" y="112138"/>
                  </a:lnTo>
                  <a:lnTo>
                    <a:pt x="0" y="117297"/>
                  </a:lnTo>
                  <a:lnTo>
                    <a:pt x="1595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6344" y="3685412"/>
              <a:ext cx="334309" cy="334204"/>
            </a:xfrm>
            <a:custGeom>
              <a:avLst/>
              <a:pathLst>
                <a:path w="334309" h="334204">
                  <a:moveTo>
                    <a:pt x="7595" y="117168"/>
                  </a:moveTo>
                  <a:lnTo>
                    <a:pt x="6095" y="122249"/>
                  </a:lnTo>
                  <a:lnTo>
                    <a:pt x="4756" y="127375"/>
                  </a:lnTo>
                  <a:lnTo>
                    <a:pt x="3581" y="132541"/>
                  </a:lnTo>
                  <a:lnTo>
                    <a:pt x="2570" y="137742"/>
                  </a:lnTo>
                  <a:lnTo>
                    <a:pt x="1724" y="142972"/>
                  </a:lnTo>
                  <a:lnTo>
                    <a:pt x="1045" y="148226"/>
                  </a:lnTo>
                  <a:lnTo>
                    <a:pt x="532" y="153499"/>
                  </a:lnTo>
                  <a:lnTo>
                    <a:pt x="187" y="158786"/>
                  </a:lnTo>
                  <a:lnTo>
                    <a:pt x="9" y="164081"/>
                  </a:lnTo>
                  <a:lnTo>
                    <a:pt x="0" y="169378"/>
                  </a:lnTo>
                  <a:lnTo>
                    <a:pt x="158" y="174674"/>
                  </a:lnTo>
                  <a:lnTo>
                    <a:pt x="483" y="179962"/>
                  </a:lnTo>
                  <a:lnTo>
                    <a:pt x="977" y="185237"/>
                  </a:lnTo>
                  <a:lnTo>
                    <a:pt x="1637" y="190494"/>
                  </a:lnTo>
                  <a:lnTo>
                    <a:pt x="2463" y="195727"/>
                  </a:lnTo>
                  <a:lnTo>
                    <a:pt x="3455" y="200931"/>
                  </a:lnTo>
                  <a:lnTo>
                    <a:pt x="4611" y="206101"/>
                  </a:lnTo>
                  <a:lnTo>
                    <a:pt x="5931" y="211232"/>
                  </a:lnTo>
                  <a:lnTo>
                    <a:pt x="7412" y="216319"/>
                  </a:lnTo>
                  <a:lnTo>
                    <a:pt x="9054" y="221356"/>
                  </a:lnTo>
                  <a:lnTo>
                    <a:pt x="10855" y="226339"/>
                  </a:lnTo>
                  <a:lnTo>
                    <a:pt x="12813" y="231262"/>
                  </a:lnTo>
                  <a:lnTo>
                    <a:pt x="14925" y="236120"/>
                  </a:lnTo>
                  <a:lnTo>
                    <a:pt x="17191" y="240909"/>
                  </a:lnTo>
                  <a:lnTo>
                    <a:pt x="19607" y="245624"/>
                  </a:lnTo>
                  <a:lnTo>
                    <a:pt x="22171" y="250260"/>
                  </a:lnTo>
                  <a:lnTo>
                    <a:pt x="24881" y="254812"/>
                  </a:lnTo>
                  <a:lnTo>
                    <a:pt x="27734" y="259277"/>
                  </a:lnTo>
                  <a:lnTo>
                    <a:pt x="30727" y="263648"/>
                  </a:lnTo>
                  <a:lnTo>
                    <a:pt x="33857" y="267923"/>
                  </a:lnTo>
                  <a:lnTo>
                    <a:pt x="37121" y="272096"/>
                  </a:lnTo>
                  <a:lnTo>
                    <a:pt x="40516" y="276164"/>
                  </a:lnTo>
                  <a:lnTo>
                    <a:pt x="44037" y="280122"/>
                  </a:lnTo>
                  <a:lnTo>
                    <a:pt x="47683" y="283966"/>
                  </a:lnTo>
                  <a:lnTo>
                    <a:pt x="51448" y="287693"/>
                  </a:lnTo>
                  <a:lnTo>
                    <a:pt x="55329" y="291299"/>
                  </a:lnTo>
                  <a:lnTo>
                    <a:pt x="59323" y="294780"/>
                  </a:lnTo>
                  <a:lnTo>
                    <a:pt x="63425" y="298133"/>
                  </a:lnTo>
                  <a:lnTo>
                    <a:pt x="67632" y="301354"/>
                  </a:lnTo>
                  <a:lnTo>
                    <a:pt x="71938" y="304440"/>
                  </a:lnTo>
                  <a:lnTo>
                    <a:pt x="76340" y="307388"/>
                  </a:lnTo>
                  <a:lnTo>
                    <a:pt x="80833" y="310195"/>
                  </a:lnTo>
                  <a:lnTo>
                    <a:pt x="85413" y="312859"/>
                  </a:lnTo>
                  <a:lnTo>
                    <a:pt x="90075" y="315376"/>
                  </a:lnTo>
                  <a:lnTo>
                    <a:pt x="94814" y="317744"/>
                  </a:lnTo>
                  <a:lnTo>
                    <a:pt x="99626" y="319960"/>
                  </a:lnTo>
                  <a:lnTo>
                    <a:pt x="104506" y="322023"/>
                  </a:lnTo>
                  <a:lnTo>
                    <a:pt x="109449" y="323930"/>
                  </a:lnTo>
                  <a:lnTo>
                    <a:pt x="114449" y="325680"/>
                  </a:lnTo>
                  <a:lnTo>
                    <a:pt x="119503" y="327270"/>
                  </a:lnTo>
                  <a:lnTo>
                    <a:pt x="124604" y="328700"/>
                  </a:lnTo>
                  <a:lnTo>
                    <a:pt x="129749" y="329967"/>
                  </a:lnTo>
                  <a:lnTo>
                    <a:pt x="134930" y="331070"/>
                  </a:lnTo>
                  <a:lnTo>
                    <a:pt x="140145" y="332009"/>
                  </a:lnTo>
                  <a:lnTo>
                    <a:pt x="145386" y="332782"/>
                  </a:lnTo>
                  <a:lnTo>
                    <a:pt x="150649" y="333388"/>
                  </a:lnTo>
                  <a:lnTo>
                    <a:pt x="155929" y="333828"/>
                  </a:lnTo>
                  <a:lnTo>
                    <a:pt x="161220" y="334099"/>
                  </a:lnTo>
                  <a:lnTo>
                    <a:pt x="166517" y="334204"/>
                  </a:lnTo>
                  <a:lnTo>
                    <a:pt x="171814" y="334140"/>
                  </a:lnTo>
                  <a:lnTo>
                    <a:pt x="177107" y="333908"/>
                  </a:lnTo>
                  <a:lnTo>
                    <a:pt x="182390" y="333509"/>
                  </a:lnTo>
                  <a:lnTo>
                    <a:pt x="187657" y="332942"/>
                  </a:lnTo>
                  <a:lnTo>
                    <a:pt x="192904" y="332209"/>
                  </a:lnTo>
                  <a:lnTo>
                    <a:pt x="198126" y="331310"/>
                  </a:lnTo>
                  <a:lnTo>
                    <a:pt x="203316" y="330246"/>
                  </a:lnTo>
                  <a:lnTo>
                    <a:pt x="208469" y="329018"/>
                  </a:lnTo>
                  <a:lnTo>
                    <a:pt x="213581" y="327627"/>
                  </a:lnTo>
                  <a:lnTo>
                    <a:pt x="218647" y="326075"/>
                  </a:lnTo>
                  <a:lnTo>
                    <a:pt x="223661" y="324364"/>
                  </a:lnTo>
                  <a:lnTo>
                    <a:pt x="228618" y="322494"/>
                  </a:lnTo>
                  <a:lnTo>
                    <a:pt x="233513" y="320468"/>
                  </a:lnTo>
                  <a:lnTo>
                    <a:pt x="238342" y="318288"/>
                  </a:lnTo>
                  <a:lnTo>
                    <a:pt x="243099" y="315956"/>
                  </a:lnTo>
                  <a:lnTo>
                    <a:pt x="247780" y="313475"/>
                  </a:lnTo>
                  <a:lnTo>
                    <a:pt x="252380" y="310846"/>
                  </a:lnTo>
                  <a:lnTo>
                    <a:pt x="256894" y="308073"/>
                  </a:lnTo>
                  <a:lnTo>
                    <a:pt x="261318" y="305158"/>
                  </a:lnTo>
                  <a:lnTo>
                    <a:pt x="265648" y="302105"/>
                  </a:lnTo>
                  <a:lnTo>
                    <a:pt x="269878" y="298916"/>
                  </a:lnTo>
                  <a:lnTo>
                    <a:pt x="274006" y="295594"/>
                  </a:lnTo>
                  <a:lnTo>
                    <a:pt x="278026" y="292144"/>
                  </a:lnTo>
                  <a:lnTo>
                    <a:pt x="281935" y="288567"/>
                  </a:lnTo>
                  <a:lnTo>
                    <a:pt x="285728" y="284869"/>
                  </a:lnTo>
                  <a:lnTo>
                    <a:pt x="289403" y="281052"/>
                  </a:lnTo>
                  <a:lnTo>
                    <a:pt x="292954" y="277121"/>
                  </a:lnTo>
                  <a:lnTo>
                    <a:pt x="296379" y="273079"/>
                  </a:lnTo>
                  <a:lnTo>
                    <a:pt x="299675" y="268931"/>
                  </a:lnTo>
                  <a:lnTo>
                    <a:pt x="302837" y="264680"/>
                  </a:lnTo>
                  <a:lnTo>
                    <a:pt x="305863" y="260331"/>
                  </a:lnTo>
                  <a:lnTo>
                    <a:pt x="308750" y="255889"/>
                  </a:lnTo>
                  <a:lnTo>
                    <a:pt x="311494" y="251357"/>
                  </a:lnTo>
                  <a:lnTo>
                    <a:pt x="314094" y="246741"/>
                  </a:lnTo>
                  <a:lnTo>
                    <a:pt x="316546" y="242044"/>
                  </a:lnTo>
                  <a:lnTo>
                    <a:pt x="318847" y="237273"/>
                  </a:lnTo>
                  <a:lnTo>
                    <a:pt x="320997" y="232430"/>
                  </a:lnTo>
                  <a:lnTo>
                    <a:pt x="322992" y="227522"/>
                  </a:lnTo>
                  <a:lnTo>
                    <a:pt x="324830" y="222554"/>
                  </a:lnTo>
                  <a:lnTo>
                    <a:pt x="326510" y="217529"/>
                  </a:lnTo>
                  <a:lnTo>
                    <a:pt x="328030" y="212454"/>
                  </a:lnTo>
                  <a:lnTo>
                    <a:pt x="329389" y="207333"/>
                  </a:lnTo>
                  <a:lnTo>
                    <a:pt x="330584" y="202172"/>
                  </a:lnTo>
                  <a:lnTo>
                    <a:pt x="331615" y="196975"/>
                  </a:lnTo>
                  <a:lnTo>
                    <a:pt x="332481" y="191748"/>
                  </a:lnTo>
                  <a:lnTo>
                    <a:pt x="333181" y="186497"/>
                  </a:lnTo>
                  <a:lnTo>
                    <a:pt x="333715" y="181226"/>
                  </a:lnTo>
                  <a:lnTo>
                    <a:pt x="334081" y="175941"/>
                  </a:lnTo>
                  <a:lnTo>
                    <a:pt x="334279" y="170646"/>
                  </a:lnTo>
                  <a:lnTo>
                    <a:pt x="334309" y="165348"/>
                  </a:lnTo>
                  <a:lnTo>
                    <a:pt x="334172" y="160052"/>
                  </a:lnTo>
                  <a:lnTo>
                    <a:pt x="333867" y="154763"/>
                  </a:lnTo>
                  <a:lnTo>
                    <a:pt x="333394" y="149486"/>
                  </a:lnTo>
                  <a:lnTo>
                    <a:pt x="332754" y="144227"/>
                  </a:lnTo>
                  <a:lnTo>
                    <a:pt x="331948" y="138991"/>
                  </a:lnTo>
                  <a:lnTo>
                    <a:pt x="330977" y="133783"/>
                  </a:lnTo>
                  <a:lnTo>
                    <a:pt x="329841" y="128608"/>
                  </a:lnTo>
                  <a:lnTo>
                    <a:pt x="328541" y="123472"/>
                  </a:lnTo>
                  <a:lnTo>
                    <a:pt x="327080" y="118379"/>
                  </a:lnTo>
                  <a:lnTo>
                    <a:pt x="325458" y="113336"/>
                  </a:lnTo>
                  <a:lnTo>
                    <a:pt x="323676" y="108346"/>
                  </a:lnTo>
                  <a:lnTo>
                    <a:pt x="321738" y="103416"/>
                  </a:lnTo>
                  <a:lnTo>
                    <a:pt x="319644" y="98549"/>
                  </a:lnTo>
                  <a:lnTo>
                    <a:pt x="317397" y="93751"/>
                  </a:lnTo>
                  <a:lnTo>
                    <a:pt x="315000" y="89027"/>
                  </a:lnTo>
                  <a:lnTo>
                    <a:pt x="312453" y="84381"/>
                  </a:lnTo>
                  <a:lnTo>
                    <a:pt x="309761" y="79818"/>
                  </a:lnTo>
                  <a:lnTo>
                    <a:pt x="306926" y="75343"/>
                  </a:lnTo>
                  <a:lnTo>
                    <a:pt x="303950" y="70960"/>
                  </a:lnTo>
                  <a:lnTo>
                    <a:pt x="300836" y="66673"/>
                  </a:lnTo>
                  <a:lnTo>
                    <a:pt x="297589" y="62487"/>
                  </a:lnTo>
                  <a:lnTo>
                    <a:pt x="294210" y="58406"/>
                  </a:lnTo>
                  <a:lnTo>
                    <a:pt x="290704" y="54434"/>
                  </a:lnTo>
                  <a:lnTo>
                    <a:pt x="287074" y="50576"/>
                  </a:lnTo>
                  <a:lnTo>
                    <a:pt x="283323" y="46834"/>
                  </a:lnTo>
                  <a:lnTo>
                    <a:pt x="279456" y="43213"/>
                  </a:lnTo>
                  <a:lnTo>
                    <a:pt x="275476" y="39716"/>
                  </a:lnTo>
                  <a:lnTo>
                    <a:pt x="271387" y="36348"/>
                  </a:lnTo>
                  <a:lnTo>
                    <a:pt x="267193" y="33110"/>
                  </a:lnTo>
                  <a:lnTo>
                    <a:pt x="262899" y="30007"/>
                  </a:lnTo>
                  <a:lnTo>
                    <a:pt x="258508" y="27042"/>
                  </a:lnTo>
                  <a:lnTo>
                    <a:pt x="254026" y="24217"/>
                  </a:lnTo>
                  <a:lnTo>
                    <a:pt x="249457" y="21536"/>
                  </a:lnTo>
                  <a:lnTo>
                    <a:pt x="244805" y="19001"/>
                  </a:lnTo>
                  <a:lnTo>
                    <a:pt x="240075" y="16614"/>
                  </a:lnTo>
                  <a:lnTo>
                    <a:pt x="235271" y="14379"/>
                  </a:lnTo>
                  <a:lnTo>
                    <a:pt x="230400" y="12297"/>
                  </a:lnTo>
                  <a:lnTo>
                    <a:pt x="225464" y="10371"/>
                  </a:lnTo>
                  <a:lnTo>
                    <a:pt x="220471" y="8601"/>
                  </a:lnTo>
                  <a:lnTo>
                    <a:pt x="215423" y="6991"/>
                  </a:lnTo>
                  <a:lnTo>
                    <a:pt x="210327" y="5542"/>
                  </a:lnTo>
                  <a:lnTo>
                    <a:pt x="205188" y="4255"/>
                  </a:lnTo>
                  <a:lnTo>
                    <a:pt x="200011" y="3131"/>
                  </a:lnTo>
                  <a:lnTo>
                    <a:pt x="194800" y="2172"/>
                  </a:lnTo>
                  <a:lnTo>
                    <a:pt x="189562" y="1379"/>
                  </a:lnTo>
                  <a:lnTo>
                    <a:pt x="184301" y="752"/>
                  </a:lnTo>
                  <a:lnTo>
                    <a:pt x="179023" y="292"/>
                  </a:lnTo>
                  <a:lnTo>
                    <a:pt x="173733" y="0"/>
                  </a:lnTo>
                  <a:lnTo>
                    <a:pt x="167151" y="1670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6582" cy="167167"/>
            </a:xfrm>
            <a:custGeom>
              <a:avLst/>
              <a:pathLst>
                <a:path w="6582" h="167167">
                  <a:moveTo>
                    <a:pt x="6582" y="1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2025-06-26T11:40:28Z</dcterms:modified>
  <cp:category/>
</cp:coreProperties>
</file>