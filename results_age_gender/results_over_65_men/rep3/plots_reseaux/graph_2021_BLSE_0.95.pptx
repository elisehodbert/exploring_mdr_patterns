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07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09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3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3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46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85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11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9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6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53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8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07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07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32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84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88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86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07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9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9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9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4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6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09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2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85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09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32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85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88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97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09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32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2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7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51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64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07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09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3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0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8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5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11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39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11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39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24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09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3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39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24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5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46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85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0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09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2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3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46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85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53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38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26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08398" y="3170392"/>
              <a:ext cx="75380" cy="167167"/>
            </a:xfrm>
            <a:custGeom>
              <a:avLst/>
              <a:pathLst>
                <a:path w="75380" h="167167">
                  <a:moveTo>
                    <a:pt x="75380" y="0"/>
                  </a:moveTo>
                  <a:lnTo>
                    <a:pt x="69366" y="108"/>
                  </a:lnTo>
                  <a:lnTo>
                    <a:pt x="63359" y="432"/>
                  </a:lnTo>
                  <a:lnTo>
                    <a:pt x="57369" y="973"/>
                  </a:lnTo>
                  <a:lnTo>
                    <a:pt x="51401" y="1728"/>
                  </a:lnTo>
                  <a:lnTo>
                    <a:pt x="45464" y="2698"/>
                  </a:lnTo>
                  <a:lnTo>
                    <a:pt x="39567" y="3881"/>
                  </a:lnTo>
                  <a:lnTo>
                    <a:pt x="33715" y="5275"/>
                  </a:lnTo>
                  <a:lnTo>
                    <a:pt x="27918" y="6879"/>
                  </a:lnTo>
                  <a:lnTo>
                    <a:pt x="22182" y="8690"/>
                  </a:lnTo>
                  <a:lnTo>
                    <a:pt x="16515" y="10707"/>
                  </a:lnTo>
                  <a:lnTo>
                    <a:pt x="10924" y="12926"/>
                  </a:lnTo>
                  <a:lnTo>
                    <a:pt x="5416" y="15345"/>
                  </a:lnTo>
                  <a:lnTo>
                    <a:pt x="0" y="17960"/>
                  </a:lnTo>
                  <a:lnTo>
                    <a:pt x="753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08398" y="3188353"/>
              <a:ext cx="75380" cy="149206"/>
            </a:xfrm>
            <a:custGeom>
              <a:avLst/>
              <a:pathLst>
                <a:path w="75380" h="149206">
                  <a:moveTo>
                    <a:pt x="0" y="0"/>
                  </a:moveTo>
                  <a:lnTo>
                    <a:pt x="75380" y="1492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3" y="3170431"/>
              <a:ext cx="334332" cy="334279"/>
            </a:xfrm>
            <a:custGeom>
              <a:avLst/>
              <a:pathLst>
                <a:path w="334332" h="334279">
                  <a:moveTo>
                    <a:pt x="91784" y="17921"/>
                  </a:moveTo>
                  <a:lnTo>
                    <a:pt x="87099" y="20382"/>
                  </a:lnTo>
                  <a:lnTo>
                    <a:pt x="82494" y="22991"/>
                  </a:lnTo>
                  <a:lnTo>
                    <a:pt x="77973" y="25743"/>
                  </a:lnTo>
                  <a:lnTo>
                    <a:pt x="73542" y="28637"/>
                  </a:lnTo>
                  <a:lnTo>
                    <a:pt x="69205" y="31670"/>
                  </a:lnTo>
                  <a:lnTo>
                    <a:pt x="64966" y="34839"/>
                  </a:lnTo>
                  <a:lnTo>
                    <a:pt x="60830" y="38141"/>
                  </a:lnTo>
                  <a:lnTo>
                    <a:pt x="56800" y="41571"/>
                  </a:lnTo>
                  <a:lnTo>
                    <a:pt x="52881" y="45128"/>
                  </a:lnTo>
                  <a:lnTo>
                    <a:pt x="49076" y="48807"/>
                  </a:lnTo>
                  <a:lnTo>
                    <a:pt x="45390" y="52604"/>
                  </a:lnTo>
                  <a:lnTo>
                    <a:pt x="41825" y="56517"/>
                  </a:lnTo>
                  <a:lnTo>
                    <a:pt x="38387" y="60540"/>
                  </a:lnTo>
                  <a:lnTo>
                    <a:pt x="35077" y="64670"/>
                  </a:lnTo>
                  <a:lnTo>
                    <a:pt x="31900" y="68902"/>
                  </a:lnTo>
                  <a:lnTo>
                    <a:pt x="28858" y="73233"/>
                  </a:lnTo>
                  <a:lnTo>
                    <a:pt x="25955" y="77659"/>
                  </a:lnTo>
                  <a:lnTo>
                    <a:pt x="23194" y="82173"/>
                  </a:lnTo>
                  <a:lnTo>
                    <a:pt x="20577" y="86773"/>
                  </a:lnTo>
                  <a:lnTo>
                    <a:pt x="18107" y="91454"/>
                  </a:lnTo>
                  <a:lnTo>
                    <a:pt x="15786" y="96211"/>
                  </a:lnTo>
                  <a:lnTo>
                    <a:pt x="13617" y="101038"/>
                  </a:lnTo>
                  <a:lnTo>
                    <a:pt x="11601" y="105932"/>
                  </a:lnTo>
                  <a:lnTo>
                    <a:pt x="9742" y="110887"/>
                  </a:lnTo>
                  <a:lnTo>
                    <a:pt x="8041" y="115898"/>
                  </a:lnTo>
                  <a:lnTo>
                    <a:pt x="6499" y="120961"/>
                  </a:lnTo>
                  <a:lnTo>
                    <a:pt x="5118" y="126070"/>
                  </a:lnTo>
                  <a:lnTo>
                    <a:pt x="3899" y="131221"/>
                  </a:lnTo>
                  <a:lnTo>
                    <a:pt x="2845" y="136407"/>
                  </a:lnTo>
                  <a:lnTo>
                    <a:pt x="1954" y="141624"/>
                  </a:lnTo>
                  <a:lnTo>
                    <a:pt x="1230" y="146866"/>
                  </a:lnTo>
                  <a:lnTo>
                    <a:pt x="672" y="152129"/>
                  </a:lnTo>
                  <a:lnTo>
                    <a:pt x="280" y="157407"/>
                  </a:lnTo>
                  <a:lnTo>
                    <a:pt x="56" y="162695"/>
                  </a:lnTo>
                  <a:lnTo>
                    <a:pt x="0" y="167987"/>
                  </a:lnTo>
                  <a:lnTo>
                    <a:pt x="110" y="173278"/>
                  </a:lnTo>
                  <a:lnTo>
                    <a:pt x="389" y="178563"/>
                  </a:lnTo>
                  <a:lnTo>
                    <a:pt x="834" y="183837"/>
                  </a:lnTo>
                  <a:lnTo>
                    <a:pt x="1447" y="189094"/>
                  </a:lnTo>
                  <a:lnTo>
                    <a:pt x="2225" y="194329"/>
                  </a:lnTo>
                  <a:lnTo>
                    <a:pt x="3169" y="199536"/>
                  </a:lnTo>
                  <a:lnTo>
                    <a:pt x="4277" y="204712"/>
                  </a:lnTo>
                  <a:lnTo>
                    <a:pt x="5548" y="209849"/>
                  </a:lnTo>
                  <a:lnTo>
                    <a:pt x="6982" y="214944"/>
                  </a:lnTo>
                  <a:lnTo>
                    <a:pt x="8575" y="219990"/>
                  </a:lnTo>
                  <a:lnTo>
                    <a:pt x="10328" y="224984"/>
                  </a:lnTo>
                  <a:lnTo>
                    <a:pt x="12238" y="229920"/>
                  </a:lnTo>
                  <a:lnTo>
                    <a:pt x="14304" y="234793"/>
                  </a:lnTo>
                  <a:lnTo>
                    <a:pt x="16522" y="239598"/>
                  </a:lnTo>
                  <a:lnTo>
                    <a:pt x="18892" y="244330"/>
                  </a:lnTo>
                  <a:lnTo>
                    <a:pt x="21410" y="248985"/>
                  </a:lnTo>
                  <a:lnTo>
                    <a:pt x="24074" y="253558"/>
                  </a:lnTo>
                  <a:lnTo>
                    <a:pt x="26882" y="258044"/>
                  </a:lnTo>
                  <a:lnTo>
                    <a:pt x="29830" y="262439"/>
                  </a:lnTo>
                  <a:lnTo>
                    <a:pt x="32916" y="266739"/>
                  </a:lnTo>
                  <a:lnTo>
                    <a:pt x="36137" y="270939"/>
                  </a:lnTo>
                  <a:lnTo>
                    <a:pt x="39488" y="275034"/>
                  </a:lnTo>
                  <a:lnTo>
                    <a:pt x="42968" y="279022"/>
                  </a:lnTo>
                  <a:lnTo>
                    <a:pt x="46572" y="282897"/>
                  </a:lnTo>
                  <a:lnTo>
                    <a:pt x="50298" y="286657"/>
                  </a:lnTo>
                  <a:lnTo>
                    <a:pt x="54140" y="290296"/>
                  </a:lnTo>
                  <a:lnTo>
                    <a:pt x="58096" y="293813"/>
                  </a:lnTo>
                  <a:lnTo>
                    <a:pt x="62160" y="297202"/>
                  </a:lnTo>
                  <a:lnTo>
                    <a:pt x="66331" y="300460"/>
                  </a:lnTo>
                  <a:lnTo>
                    <a:pt x="70602" y="303586"/>
                  </a:lnTo>
                  <a:lnTo>
                    <a:pt x="74970" y="306574"/>
                  </a:lnTo>
                  <a:lnTo>
                    <a:pt x="79430" y="309423"/>
                  </a:lnTo>
                  <a:lnTo>
                    <a:pt x="83979" y="312129"/>
                  </a:lnTo>
                  <a:lnTo>
                    <a:pt x="88610" y="314689"/>
                  </a:lnTo>
                  <a:lnTo>
                    <a:pt x="93321" y="317102"/>
                  </a:lnTo>
                  <a:lnTo>
                    <a:pt x="98105" y="319364"/>
                  </a:lnTo>
                  <a:lnTo>
                    <a:pt x="102959" y="321474"/>
                  </a:lnTo>
                  <a:lnTo>
                    <a:pt x="107877" y="323429"/>
                  </a:lnTo>
                  <a:lnTo>
                    <a:pt x="112855" y="325228"/>
                  </a:lnTo>
                  <a:lnTo>
                    <a:pt x="117886" y="326868"/>
                  </a:lnTo>
                  <a:lnTo>
                    <a:pt x="122968" y="328348"/>
                  </a:lnTo>
                  <a:lnTo>
                    <a:pt x="128093" y="329666"/>
                  </a:lnTo>
                  <a:lnTo>
                    <a:pt x="133258" y="330821"/>
                  </a:lnTo>
                  <a:lnTo>
                    <a:pt x="138457" y="331812"/>
                  </a:lnTo>
                  <a:lnTo>
                    <a:pt x="143684" y="332639"/>
                  </a:lnTo>
                  <a:lnTo>
                    <a:pt x="148936" y="333299"/>
                  </a:lnTo>
                  <a:lnTo>
                    <a:pt x="154205" y="333793"/>
                  </a:lnTo>
                  <a:lnTo>
                    <a:pt x="159487" y="334119"/>
                  </a:lnTo>
                  <a:lnTo>
                    <a:pt x="164777" y="334279"/>
                  </a:lnTo>
                  <a:lnTo>
                    <a:pt x="170070" y="334271"/>
                  </a:lnTo>
                  <a:lnTo>
                    <a:pt x="175359" y="334095"/>
                  </a:lnTo>
                  <a:lnTo>
                    <a:pt x="180640" y="333752"/>
                  </a:lnTo>
                  <a:lnTo>
                    <a:pt x="185908" y="333242"/>
                  </a:lnTo>
                  <a:lnTo>
                    <a:pt x="191157" y="332565"/>
                  </a:lnTo>
                  <a:lnTo>
                    <a:pt x="196382" y="331723"/>
                  </a:lnTo>
                  <a:lnTo>
                    <a:pt x="201578" y="330715"/>
                  </a:lnTo>
                  <a:lnTo>
                    <a:pt x="206739" y="329544"/>
                  </a:lnTo>
                  <a:lnTo>
                    <a:pt x="211861" y="328210"/>
                  </a:lnTo>
                  <a:lnTo>
                    <a:pt x="216937" y="326714"/>
                  </a:lnTo>
                  <a:lnTo>
                    <a:pt x="221964" y="325059"/>
                  </a:lnTo>
                  <a:lnTo>
                    <a:pt x="226936" y="323245"/>
                  </a:lnTo>
                  <a:lnTo>
                    <a:pt x="231848" y="321275"/>
                  </a:lnTo>
                  <a:lnTo>
                    <a:pt x="236695" y="319150"/>
                  </a:lnTo>
                  <a:lnTo>
                    <a:pt x="241473" y="316873"/>
                  </a:lnTo>
                  <a:lnTo>
                    <a:pt x="246176" y="314445"/>
                  </a:lnTo>
                  <a:lnTo>
                    <a:pt x="250799" y="311870"/>
                  </a:lnTo>
                  <a:lnTo>
                    <a:pt x="255339" y="309150"/>
                  </a:lnTo>
                  <a:lnTo>
                    <a:pt x="259791" y="306288"/>
                  </a:lnTo>
                  <a:lnTo>
                    <a:pt x="264150" y="303286"/>
                  </a:lnTo>
                  <a:lnTo>
                    <a:pt x="268411" y="300148"/>
                  </a:lnTo>
                  <a:lnTo>
                    <a:pt x="272571" y="296876"/>
                  </a:lnTo>
                  <a:lnTo>
                    <a:pt x="276626" y="293474"/>
                  </a:lnTo>
                  <a:lnTo>
                    <a:pt x="280570" y="289946"/>
                  </a:lnTo>
                  <a:lnTo>
                    <a:pt x="284401" y="286294"/>
                  </a:lnTo>
                  <a:lnTo>
                    <a:pt x="288115" y="282524"/>
                  </a:lnTo>
                  <a:lnTo>
                    <a:pt x="291707" y="278637"/>
                  </a:lnTo>
                  <a:lnTo>
                    <a:pt x="295175" y="274639"/>
                  </a:lnTo>
                  <a:lnTo>
                    <a:pt x="298514" y="270533"/>
                  </a:lnTo>
                  <a:lnTo>
                    <a:pt x="301721" y="266323"/>
                  </a:lnTo>
                  <a:lnTo>
                    <a:pt x="304794" y="262014"/>
                  </a:lnTo>
                  <a:lnTo>
                    <a:pt x="307728" y="257609"/>
                  </a:lnTo>
                  <a:lnTo>
                    <a:pt x="310522" y="253114"/>
                  </a:lnTo>
                  <a:lnTo>
                    <a:pt x="313172" y="248533"/>
                  </a:lnTo>
                  <a:lnTo>
                    <a:pt x="315676" y="243871"/>
                  </a:lnTo>
                  <a:lnTo>
                    <a:pt x="318031" y="239131"/>
                  </a:lnTo>
                  <a:lnTo>
                    <a:pt x="320235" y="234319"/>
                  </a:lnTo>
                  <a:lnTo>
                    <a:pt x="322285" y="229440"/>
                  </a:lnTo>
                  <a:lnTo>
                    <a:pt x="324180" y="224498"/>
                  </a:lnTo>
                  <a:lnTo>
                    <a:pt x="325917" y="219499"/>
                  </a:lnTo>
                  <a:lnTo>
                    <a:pt x="327495" y="214448"/>
                  </a:lnTo>
                  <a:lnTo>
                    <a:pt x="328913" y="209348"/>
                  </a:lnTo>
                  <a:lnTo>
                    <a:pt x="330168" y="204207"/>
                  </a:lnTo>
                  <a:lnTo>
                    <a:pt x="331260" y="199029"/>
                  </a:lnTo>
                  <a:lnTo>
                    <a:pt x="332188" y="193818"/>
                  </a:lnTo>
                  <a:lnTo>
                    <a:pt x="332950" y="188581"/>
                  </a:lnTo>
                  <a:lnTo>
                    <a:pt x="333546" y="183322"/>
                  </a:lnTo>
                  <a:lnTo>
                    <a:pt x="333975" y="178047"/>
                  </a:lnTo>
                  <a:lnTo>
                    <a:pt x="334237" y="172761"/>
                  </a:lnTo>
                  <a:lnTo>
                    <a:pt x="334332" y="167470"/>
                  </a:lnTo>
                  <a:lnTo>
                    <a:pt x="334259" y="162178"/>
                  </a:lnTo>
                  <a:lnTo>
                    <a:pt x="334018" y="156891"/>
                  </a:lnTo>
                  <a:lnTo>
                    <a:pt x="333611" y="151614"/>
                  </a:lnTo>
                  <a:lnTo>
                    <a:pt x="333036" y="146353"/>
                  </a:lnTo>
                  <a:lnTo>
                    <a:pt x="332295" y="141112"/>
                  </a:lnTo>
                  <a:lnTo>
                    <a:pt x="331389" y="135898"/>
                  </a:lnTo>
                  <a:lnTo>
                    <a:pt x="330318" y="130715"/>
                  </a:lnTo>
                  <a:lnTo>
                    <a:pt x="329084" y="125569"/>
                  </a:lnTo>
                  <a:lnTo>
                    <a:pt x="327687" y="120464"/>
                  </a:lnTo>
                  <a:lnTo>
                    <a:pt x="326129" y="115406"/>
                  </a:lnTo>
                  <a:lnTo>
                    <a:pt x="324412" y="110400"/>
                  </a:lnTo>
                  <a:lnTo>
                    <a:pt x="322538" y="105451"/>
                  </a:lnTo>
                  <a:lnTo>
                    <a:pt x="320507" y="100563"/>
                  </a:lnTo>
                  <a:lnTo>
                    <a:pt x="318323" y="95742"/>
                  </a:lnTo>
                  <a:lnTo>
                    <a:pt x="315988" y="90993"/>
                  </a:lnTo>
                  <a:lnTo>
                    <a:pt x="313503" y="86320"/>
                  </a:lnTo>
                  <a:lnTo>
                    <a:pt x="310872" y="81728"/>
                  </a:lnTo>
                  <a:lnTo>
                    <a:pt x="308096" y="77222"/>
                  </a:lnTo>
                  <a:lnTo>
                    <a:pt x="305180" y="72806"/>
                  </a:lnTo>
                  <a:lnTo>
                    <a:pt x="302125" y="68484"/>
                  </a:lnTo>
                  <a:lnTo>
                    <a:pt x="298935" y="64261"/>
                  </a:lnTo>
                  <a:lnTo>
                    <a:pt x="295612" y="60142"/>
                  </a:lnTo>
                  <a:lnTo>
                    <a:pt x="292161" y="56129"/>
                  </a:lnTo>
                  <a:lnTo>
                    <a:pt x="288585" y="52228"/>
                  </a:lnTo>
                  <a:lnTo>
                    <a:pt x="284887" y="48442"/>
                  </a:lnTo>
                  <a:lnTo>
                    <a:pt x="281071" y="44775"/>
                  </a:lnTo>
                  <a:lnTo>
                    <a:pt x="277140" y="41230"/>
                  </a:lnTo>
                  <a:lnTo>
                    <a:pt x="273100" y="37812"/>
                  </a:lnTo>
                  <a:lnTo>
                    <a:pt x="268953" y="34524"/>
                  </a:lnTo>
                  <a:lnTo>
                    <a:pt x="264704" y="31368"/>
                  </a:lnTo>
                  <a:lnTo>
                    <a:pt x="260358" y="28348"/>
                  </a:lnTo>
                  <a:lnTo>
                    <a:pt x="255918" y="25468"/>
                  </a:lnTo>
                  <a:lnTo>
                    <a:pt x="251389" y="22729"/>
                  </a:lnTo>
                  <a:lnTo>
                    <a:pt x="246776" y="20135"/>
                  </a:lnTo>
                  <a:lnTo>
                    <a:pt x="242083" y="17689"/>
                  </a:lnTo>
                  <a:lnTo>
                    <a:pt x="237315" y="15392"/>
                  </a:lnTo>
                  <a:lnTo>
                    <a:pt x="232476" y="13248"/>
                  </a:lnTo>
                  <a:lnTo>
                    <a:pt x="227573" y="11257"/>
                  </a:lnTo>
                  <a:lnTo>
                    <a:pt x="222608" y="9423"/>
                  </a:lnTo>
                  <a:lnTo>
                    <a:pt x="217588" y="7747"/>
                  </a:lnTo>
                  <a:lnTo>
                    <a:pt x="212518" y="6231"/>
                  </a:lnTo>
                  <a:lnTo>
                    <a:pt x="207402" y="4876"/>
                  </a:lnTo>
                  <a:lnTo>
                    <a:pt x="202245" y="3683"/>
                  </a:lnTo>
                  <a:lnTo>
                    <a:pt x="197054" y="2655"/>
                  </a:lnTo>
                  <a:lnTo>
                    <a:pt x="191832" y="1791"/>
                  </a:lnTo>
                  <a:lnTo>
                    <a:pt x="186586" y="1093"/>
                  </a:lnTo>
                  <a:lnTo>
                    <a:pt x="181320" y="561"/>
                  </a:lnTo>
                  <a:lnTo>
                    <a:pt x="176040" y="197"/>
                  </a:lnTo>
                  <a:lnTo>
                    <a:pt x="170752" y="0"/>
                  </a:lnTo>
                  <a:lnTo>
                    <a:pt x="167165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3586" cy="167167"/>
            </a:xfrm>
            <a:custGeom>
              <a:avLst/>
              <a:pathLst>
                <a:path w="3586" h="167167">
                  <a:moveTo>
                    <a:pt x="3586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4" y="2633064"/>
              <a:ext cx="167166" cy="172188"/>
            </a:xfrm>
            <a:custGeom>
              <a:avLst/>
              <a:pathLst>
                <a:path w="167166" h="172188">
                  <a:moveTo>
                    <a:pt x="167166" y="0"/>
                  </a:moveTo>
                  <a:lnTo>
                    <a:pt x="161706" y="89"/>
                  </a:lnTo>
                  <a:lnTo>
                    <a:pt x="156251" y="356"/>
                  </a:lnTo>
                  <a:lnTo>
                    <a:pt x="150808" y="802"/>
                  </a:lnTo>
                  <a:lnTo>
                    <a:pt x="145383" y="1425"/>
                  </a:lnTo>
                  <a:lnTo>
                    <a:pt x="139981" y="2225"/>
                  </a:lnTo>
                  <a:lnTo>
                    <a:pt x="134607" y="3201"/>
                  </a:lnTo>
                  <a:lnTo>
                    <a:pt x="129269" y="4352"/>
                  </a:lnTo>
                  <a:lnTo>
                    <a:pt x="123971" y="5677"/>
                  </a:lnTo>
                  <a:lnTo>
                    <a:pt x="118719" y="7174"/>
                  </a:lnTo>
                  <a:lnTo>
                    <a:pt x="113519" y="8842"/>
                  </a:lnTo>
                  <a:lnTo>
                    <a:pt x="108376" y="10679"/>
                  </a:lnTo>
                  <a:lnTo>
                    <a:pt x="103296" y="12682"/>
                  </a:lnTo>
                  <a:lnTo>
                    <a:pt x="98284" y="14851"/>
                  </a:lnTo>
                  <a:lnTo>
                    <a:pt x="93345" y="17182"/>
                  </a:lnTo>
                  <a:lnTo>
                    <a:pt x="88485" y="19674"/>
                  </a:lnTo>
                  <a:lnTo>
                    <a:pt x="83709" y="22323"/>
                  </a:lnTo>
                  <a:lnTo>
                    <a:pt x="79023" y="25126"/>
                  </a:lnTo>
                  <a:lnTo>
                    <a:pt x="74430" y="28081"/>
                  </a:lnTo>
                  <a:lnTo>
                    <a:pt x="69936" y="31184"/>
                  </a:lnTo>
                  <a:lnTo>
                    <a:pt x="65547" y="34433"/>
                  </a:lnTo>
                  <a:lnTo>
                    <a:pt x="61265" y="37823"/>
                  </a:lnTo>
                  <a:lnTo>
                    <a:pt x="57097" y="41351"/>
                  </a:lnTo>
                  <a:lnTo>
                    <a:pt x="53046" y="45014"/>
                  </a:lnTo>
                  <a:lnTo>
                    <a:pt x="49117" y="48807"/>
                  </a:lnTo>
                  <a:lnTo>
                    <a:pt x="45313" y="52726"/>
                  </a:lnTo>
                  <a:lnTo>
                    <a:pt x="41640" y="56767"/>
                  </a:lnTo>
                  <a:lnTo>
                    <a:pt x="38101" y="60926"/>
                  </a:lnTo>
                  <a:lnTo>
                    <a:pt x="34700" y="65199"/>
                  </a:lnTo>
                  <a:lnTo>
                    <a:pt x="31440" y="69580"/>
                  </a:lnTo>
                  <a:lnTo>
                    <a:pt x="28324" y="74066"/>
                  </a:lnTo>
                  <a:lnTo>
                    <a:pt x="25357" y="78650"/>
                  </a:lnTo>
                  <a:lnTo>
                    <a:pt x="22542" y="83330"/>
                  </a:lnTo>
                  <a:lnTo>
                    <a:pt x="19880" y="88099"/>
                  </a:lnTo>
                  <a:lnTo>
                    <a:pt x="17376" y="92952"/>
                  </a:lnTo>
                  <a:lnTo>
                    <a:pt x="15032" y="97884"/>
                  </a:lnTo>
                  <a:lnTo>
                    <a:pt x="12850" y="102890"/>
                  </a:lnTo>
                  <a:lnTo>
                    <a:pt x="10833" y="107965"/>
                  </a:lnTo>
                  <a:lnTo>
                    <a:pt x="8983" y="113104"/>
                  </a:lnTo>
                  <a:lnTo>
                    <a:pt x="7301" y="118299"/>
                  </a:lnTo>
                  <a:lnTo>
                    <a:pt x="5790" y="123547"/>
                  </a:lnTo>
                  <a:lnTo>
                    <a:pt x="4451" y="128842"/>
                  </a:lnTo>
                  <a:lnTo>
                    <a:pt x="3286" y="134177"/>
                  </a:lnTo>
                  <a:lnTo>
                    <a:pt x="2296" y="139548"/>
                  </a:lnTo>
                  <a:lnTo>
                    <a:pt x="1482" y="144948"/>
                  </a:lnTo>
                  <a:lnTo>
                    <a:pt x="845" y="150372"/>
                  </a:lnTo>
                  <a:lnTo>
                    <a:pt x="385" y="155814"/>
                  </a:lnTo>
                  <a:lnTo>
                    <a:pt x="103" y="161268"/>
                  </a:lnTo>
                  <a:lnTo>
                    <a:pt x="0" y="166728"/>
                  </a:lnTo>
                  <a:lnTo>
                    <a:pt x="74" y="17218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919" y="2800231"/>
              <a:ext cx="167092" cy="5021"/>
            </a:xfrm>
            <a:custGeom>
              <a:avLst/>
              <a:pathLst>
                <a:path w="167092" h="5021">
                  <a:moveTo>
                    <a:pt x="0" y="5021"/>
                  </a:moveTo>
                  <a:lnTo>
                    <a:pt x="16709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919" y="2673256"/>
              <a:ext cx="334257" cy="294124"/>
            </a:xfrm>
            <a:custGeom>
              <a:avLst/>
              <a:pathLst>
                <a:path w="334257" h="294124">
                  <a:moveTo>
                    <a:pt x="0" y="131996"/>
                  </a:moveTo>
                  <a:lnTo>
                    <a:pt x="244" y="137305"/>
                  </a:lnTo>
                  <a:lnTo>
                    <a:pt x="656" y="142604"/>
                  </a:lnTo>
                  <a:lnTo>
                    <a:pt x="1237" y="147887"/>
                  </a:lnTo>
                  <a:lnTo>
                    <a:pt x="1986" y="153148"/>
                  </a:lnTo>
                  <a:lnTo>
                    <a:pt x="2901" y="158383"/>
                  </a:lnTo>
                  <a:lnTo>
                    <a:pt x="3983" y="163587"/>
                  </a:lnTo>
                  <a:lnTo>
                    <a:pt x="5229" y="168753"/>
                  </a:lnTo>
                  <a:lnTo>
                    <a:pt x="6639" y="173877"/>
                  </a:lnTo>
                  <a:lnTo>
                    <a:pt x="8211" y="178954"/>
                  </a:lnTo>
                  <a:lnTo>
                    <a:pt x="9943" y="183979"/>
                  </a:lnTo>
                  <a:lnTo>
                    <a:pt x="11835" y="188945"/>
                  </a:lnTo>
                  <a:lnTo>
                    <a:pt x="13883" y="193849"/>
                  </a:lnTo>
                  <a:lnTo>
                    <a:pt x="16087" y="198686"/>
                  </a:lnTo>
                  <a:lnTo>
                    <a:pt x="18442" y="203450"/>
                  </a:lnTo>
                  <a:lnTo>
                    <a:pt x="20949" y="208136"/>
                  </a:lnTo>
                  <a:lnTo>
                    <a:pt x="23602" y="212741"/>
                  </a:lnTo>
                  <a:lnTo>
                    <a:pt x="26401" y="217259"/>
                  </a:lnTo>
                  <a:lnTo>
                    <a:pt x="29342" y="221685"/>
                  </a:lnTo>
                  <a:lnTo>
                    <a:pt x="32423" y="226016"/>
                  </a:lnTo>
                  <a:lnTo>
                    <a:pt x="35639" y="230247"/>
                  </a:lnTo>
                  <a:lnTo>
                    <a:pt x="38988" y="234374"/>
                  </a:lnTo>
                  <a:lnTo>
                    <a:pt x="42467" y="238392"/>
                  </a:lnTo>
                  <a:lnTo>
                    <a:pt x="46072" y="242297"/>
                  </a:lnTo>
                  <a:lnTo>
                    <a:pt x="49799" y="246086"/>
                  </a:lnTo>
                  <a:lnTo>
                    <a:pt x="53644" y="249754"/>
                  </a:lnTo>
                  <a:lnTo>
                    <a:pt x="57605" y="253298"/>
                  </a:lnTo>
                  <a:lnTo>
                    <a:pt x="61676" y="256715"/>
                  </a:lnTo>
                  <a:lnTo>
                    <a:pt x="65853" y="260000"/>
                  </a:lnTo>
                  <a:lnTo>
                    <a:pt x="70133" y="263151"/>
                  </a:lnTo>
                  <a:lnTo>
                    <a:pt x="74511" y="266164"/>
                  </a:lnTo>
                  <a:lnTo>
                    <a:pt x="78982" y="269037"/>
                  </a:lnTo>
                  <a:lnTo>
                    <a:pt x="83543" y="271766"/>
                  </a:lnTo>
                  <a:lnTo>
                    <a:pt x="88187" y="274349"/>
                  </a:lnTo>
                  <a:lnTo>
                    <a:pt x="92912" y="276783"/>
                  </a:lnTo>
                  <a:lnTo>
                    <a:pt x="97712" y="279065"/>
                  </a:lnTo>
                  <a:lnTo>
                    <a:pt x="102581" y="281193"/>
                  </a:lnTo>
                  <a:lnTo>
                    <a:pt x="107516" y="283166"/>
                  </a:lnTo>
                  <a:lnTo>
                    <a:pt x="112512" y="284981"/>
                  </a:lnTo>
                  <a:lnTo>
                    <a:pt x="117562" y="286636"/>
                  </a:lnTo>
                  <a:lnTo>
                    <a:pt x="122662" y="288130"/>
                  </a:lnTo>
                  <a:lnTo>
                    <a:pt x="127808" y="289461"/>
                  </a:lnTo>
                  <a:lnTo>
                    <a:pt x="132993" y="290627"/>
                  </a:lnTo>
                  <a:lnTo>
                    <a:pt x="138212" y="291629"/>
                  </a:lnTo>
                  <a:lnTo>
                    <a:pt x="143461" y="292464"/>
                  </a:lnTo>
                  <a:lnTo>
                    <a:pt x="148733" y="293131"/>
                  </a:lnTo>
                  <a:lnTo>
                    <a:pt x="154024" y="293631"/>
                  </a:lnTo>
                  <a:lnTo>
                    <a:pt x="159329" y="293962"/>
                  </a:lnTo>
                  <a:lnTo>
                    <a:pt x="164641" y="294124"/>
                  </a:lnTo>
                  <a:lnTo>
                    <a:pt x="169955" y="294118"/>
                  </a:lnTo>
                  <a:lnTo>
                    <a:pt x="175267" y="293942"/>
                  </a:lnTo>
                  <a:lnTo>
                    <a:pt x="180571" y="293598"/>
                  </a:lnTo>
                  <a:lnTo>
                    <a:pt x="185860" y="293085"/>
                  </a:lnTo>
                  <a:lnTo>
                    <a:pt x="191131" y="292405"/>
                  </a:lnTo>
                  <a:lnTo>
                    <a:pt x="196378" y="291557"/>
                  </a:lnTo>
                  <a:lnTo>
                    <a:pt x="201595" y="290543"/>
                  </a:lnTo>
                  <a:lnTo>
                    <a:pt x="206777" y="289363"/>
                  </a:lnTo>
                  <a:lnTo>
                    <a:pt x="211919" y="288020"/>
                  </a:lnTo>
                  <a:lnTo>
                    <a:pt x="217016" y="286513"/>
                  </a:lnTo>
                  <a:lnTo>
                    <a:pt x="222062" y="284846"/>
                  </a:lnTo>
                  <a:lnTo>
                    <a:pt x="227053" y="283018"/>
                  </a:lnTo>
                  <a:lnTo>
                    <a:pt x="231983" y="281033"/>
                  </a:lnTo>
                  <a:lnTo>
                    <a:pt x="236847" y="278893"/>
                  </a:lnTo>
                  <a:lnTo>
                    <a:pt x="241641" y="276599"/>
                  </a:lnTo>
                  <a:lnTo>
                    <a:pt x="246360" y="274153"/>
                  </a:lnTo>
                  <a:lnTo>
                    <a:pt x="250998" y="271559"/>
                  </a:lnTo>
                  <a:lnTo>
                    <a:pt x="255552" y="268819"/>
                  </a:lnTo>
                  <a:lnTo>
                    <a:pt x="260016" y="265935"/>
                  </a:lnTo>
                  <a:lnTo>
                    <a:pt x="264386" y="262911"/>
                  </a:lnTo>
                  <a:lnTo>
                    <a:pt x="268658" y="259749"/>
                  </a:lnTo>
                  <a:lnTo>
                    <a:pt x="272828" y="256454"/>
                  </a:lnTo>
                  <a:lnTo>
                    <a:pt x="276890" y="253027"/>
                  </a:lnTo>
                  <a:lnTo>
                    <a:pt x="280842" y="249473"/>
                  </a:lnTo>
                  <a:lnTo>
                    <a:pt x="284678" y="245795"/>
                  </a:lnTo>
                  <a:lnTo>
                    <a:pt x="288396" y="241997"/>
                  </a:lnTo>
                  <a:lnTo>
                    <a:pt x="291991" y="238083"/>
                  </a:lnTo>
                  <a:lnTo>
                    <a:pt x="295460" y="234057"/>
                  </a:lnTo>
                  <a:lnTo>
                    <a:pt x="298799" y="229922"/>
                  </a:lnTo>
                  <a:lnTo>
                    <a:pt x="302005" y="225683"/>
                  </a:lnTo>
                  <a:lnTo>
                    <a:pt x="305074" y="221345"/>
                  </a:lnTo>
                  <a:lnTo>
                    <a:pt x="308005" y="216911"/>
                  </a:lnTo>
                  <a:lnTo>
                    <a:pt x="310792" y="212386"/>
                  </a:lnTo>
                  <a:lnTo>
                    <a:pt x="313435" y="207775"/>
                  </a:lnTo>
                  <a:lnTo>
                    <a:pt x="315929" y="203082"/>
                  </a:lnTo>
                  <a:lnTo>
                    <a:pt x="318273" y="198312"/>
                  </a:lnTo>
                  <a:lnTo>
                    <a:pt x="320465" y="193470"/>
                  </a:lnTo>
                  <a:lnTo>
                    <a:pt x="322501" y="188561"/>
                  </a:lnTo>
                  <a:lnTo>
                    <a:pt x="324380" y="183590"/>
                  </a:lnTo>
                  <a:lnTo>
                    <a:pt x="326100" y="178561"/>
                  </a:lnTo>
                  <a:lnTo>
                    <a:pt x="327660" y="173481"/>
                  </a:lnTo>
                  <a:lnTo>
                    <a:pt x="329057" y="168353"/>
                  </a:lnTo>
                  <a:lnTo>
                    <a:pt x="330290" y="163183"/>
                  </a:lnTo>
                  <a:lnTo>
                    <a:pt x="331359" y="157977"/>
                  </a:lnTo>
                  <a:lnTo>
                    <a:pt x="332261" y="152740"/>
                  </a:lnTo>
                  <a:lnTo>
                    <a:pt x="332997" y="147476"/>
                  </a:lnTo>
                  <a:lnTo>
                    <a:pt x="333565" y="142192"/>
                  </a:lnTo>
                  <a:lnTo>
                    <a:pt x="333964" y="136893"/>
                  </a:lnTo>
                  <a:lnTo>
                    <a:pt x="334195" y="131583"/>
                  </a:lnTo>
                  <a:lnTo>
                    <a:pt x="334257" y="126269"/>
                  </a:lnTo>
                  <a:lnTo>
                    <a:pt x="334151" y="120955"/>
                  </a:lnTo>
                  <a:lnTo>
                    <a:pt x="333875" y="115648"/>
                  </a:lnTo>
                  <a:lnTo>
                    <a:pt x="333430" y="110352"/>
                  </a:lnTo>
                  <a:lnTo>
                    <a:pt x="332818" y="105072"/>
                  </a:lnTo>
                  <a:lnTo>
                    <a:pt x="332038" y="99815"/>
                  </a:lnTo>
                  <a:lnTo>
                    <a:pt x="331091" y="94586"/>
                  </a:lnTo>
                  <a:lnTo>
                    <a:pt x="329979" y="89389"/>
                  </a:lnTo>
                  <a:lnTo>
                    <a:pt x="328702" y="84230"/>
                  </a:lnTo>
                  <a:lnTo>
                    <a:pt x="327261" y="79114"/>
                  </a:lnTo>
                  <a:lnTo>
                    <a:pt x="325659" y="74047"/>
                  </a:lnTo>
                  <a:lnTo>
                    <a:pt x="323896" y="69033"/>
                  </a:lnTo>
                  <a:lnTo>
                    <a:pt x="321975" y="64078"/>
                  </a:lnTo>
                  <a:lnTo>
                    <a:pt x="319897" y="59186"/>
                  </a:lnTo>
                  <a:lnTo>
                    <a:pt x="317665" y="54363"/>
                  </a:lnTo>
                  <a:lnTo>
                    <a:pt x="315281" y="49613"/>
                  </a:lnTo>
                  <a:lnTo>
                    <a:pt x="312747" y="44942"/>
                  </a:lnTo>
                  <a:lnTo>
                    <a:pt x="310066" y="40353"/>
                  </a:lnTo>
                  <a:lnTo>
                    <a:pt x="307240" y="35852"/>
                  </a:lnTo>
                  <a:lnTo>
                    <a:pt x="304272" y="31443"/>
                  </a:lnTo>
                  <a:lnTo>
                    <a:pt x="301166" y="27130"/>
                  </a:lnTo>
                  <a:lnTo>
                    <a:pt x="297925" y="22919"/>
                  </a:lnTo>
                  <a:lnTo>
                    <a:pt x="294551" y="18812"/>
                  </a:lnTo>
                  <a:lnTo>
                    <a:pt x="291048" y="14815"/>
                  </a:lnTo>
                  <a:lnTo>
                    <a:pt x="287420" y="10932"/>
                  </a:lnTo>
                  <a:lnTo>
                    <a:pt x="283670" y="7165"/>
                  </a:lnTo>
                  <a:lnTo>
                    <a:pt x="279803" y="3520"/>
                  </a:lnTo>
                  <a:lnTo>
                    <a:pt x="275822" y="0"/>
                  </a:lnTo>
                  <a:lnTo>
                    <a:pt x="167092" y="12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08730" cy="167167"/>
            </a:xfrm>
            <a:custGeom>
              <a:avLst/>
              <a:pathLst>
                <a:path w="108730" h="167167">
                  <a:moveTo>
                    <a:pt x="108730" y="40192"/>
                  </a:moveTo>
                  <a:lnTo>
                    <a:pt x="104387" y="36598"/>
                  </a:lnTo>
                  <a:lnTo>
                    <a:pt x="99925" y="33153"/>
                  </a:lnTo>
                  <a:lnTo>
                    <a:pt x="95350" y="29860"/>
                  </a:lnTo>
                  <a:lnTo>
                    <a:pt x="90667" y="26723"/>
                  </a:lnTo>
                  <a:lnTo>
                    <a:pt x="85880" y="23746"/>
                  </a:lnTo>
                  <a:lnTo>
                    <a:pt x="80996" y="20933"/>
                  </a:lnTo>
                  <a:lnTo>
                    <a:pt x="76020" y="18285"/>
                  </a:lnTo>
                  <a:lnTo>
                    <a:pt x="70957" y="15806"/>
                  </a:lnTo>
                  <a:lnTo>
                    <a:pt x="65814" y="13500"/>
                  </a:lnTo>
                  <a:lnTo>
                    <a:pt x="60595" y="11369"/>
                  </a:lnTo>
                  <a:lnTo>
                    <a:pt x="55308" y="9414"/>
                  </a:lnTo>
                  <a:lnTo>
                    <a:pt x="49958" y="7639"/>
                  </a:lnTo>
                  <a:lnTo>
                    <a:pt x="44551" y="6046"/>
                  </a:lnTo>
                  <a:lnTo>
                    <a:pt x="39094" y="4635"/>
                  </a:lnTo>
                  <a:lnTo>
                    <a:pt x="33592" y="3409"/>
                  </a:lnTo>
                  <a:lnTo>
                    <a:pt x="28052" y="2370"/>
                  </a:lnTo>
                  <a:lnTo>
                    <a:pt x="22480" y="1518"/>
                  </a:lnTo>
                  <a:lnTo>
                    <a:pt x="16882" y="854"/>
                  </a:lnTo>
                  <a:lnTo>
                    <a:pt x="11265" y="380"/>
                  </a:lnTo>
                  <a:lnTo>
                    <a:pt x="563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9688" y="2126963"/>
              <a:ext cx="48783" cy="167167"/>
            </a:xfrm>
            <a:custGeom>
              <a:avLst/>
              <a:pathLst>
                <a:path w="48783" h="167167">
                  <a:moveTo>
                    <a:pt x="48783" y="0"/>
                  </a:moveTo>
                  <a:lnTo>
                    <a:pt x="42596" y="114"/>
                  </a:lnTo>
                  <a:lnTo>
                    <a:pt x="36418" y="457"/>
                  </a:lnTo>
                  <a:lnTo>
                    <a:pt x="30257" y="1029"/>
                  </a:lnTo>
                  <a:lnTo>
                    <a:pt x="24121" y="1829"/>
                  </a:lnTo>
                  <a:lnTo>
                    <a:pt x="18019" y="2855"/>
                  </a:lnTo>
                  <a:lnTo>
                    <a:pt x="11960" y="4106"/>
                  </a:lnTo>
                  <a:lnTo>
                    <a:pt x="5950" y="5580"/>
                  </a:lnTo>
                  <a:lnTo>
                    <a:pt x="0" y="7276"/>
                  </a:lnTo>
                  <a:lnTo>
                    <a:pt x="4878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9688" y="2134240"/>
              <a:ext cx="48783" cy="159890"/>
            </a:xfrm>
            <a:custGeom>
              <a:avLst/>
              <a:pathLst>
                <a:path w="48783" h="159890">
                  <a:moveTo>
                    <a:pt x="0" y="0"/>
                  </a:moveTo>
                  <a:lnTo>
                    <a:pt x="48783" y="1598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04" y="2134240"/>
              <a:ext cx="202063" cy="327045"/>
            </a:xfrm>
            <a:custGeom>
              <a:avLst/>
              <a:pathLst>
                <a:path w="202063" h="327045">
                  <a:moveTo>
                    <a:pt x="118383" y="0"/>
                  </a:moveTo>
                  <a:lnTo>
                    <a:pt x="113319" y="1633"/>
                  </a:lnTo>
                  <a:lnTo>
                    <a:pt x="108310" y="3427"/>
                  </a:lnTo>
                  <a:lnTo>
                    <a:pt x="103360" y="5379"/>
                  </a:lnTo>
                  <a:lnTo>
                    <a:pt x="98475" y="7488"/>
                  </a:lnTo>
                  <a:lnTo>
                    <a:pt x="93660" y="9752"/>
                  </a:lnTo>
                  <a:lnTo>
                    <a:pt x="88919" y="12167"/>
                  </a:lnTo>
                  <a:lnTo>
                    <a:pt x="84257" y="14732"/>
                  </a:lnTo>
                  <a:lnTo>
                    <a:pt x="79679" y="17444"/>
                  </a:lnTo>
                  <a:lnTo>
                    <a:pt x="75190" y="20301"/>
                  </a:lnTo>
                  <a:lnTo>
                    <a:pt x="70794" y="23299"/>
                  </a:lnTo>
                  <a:lnTo>
                    <a:pt x="66496" y="26435"/>
                  </a:lnTo>
                  <a:lnTo>
                    <a:pt x="62300" y="29706"/>
                  </a:lnTo>
                  <a:lnTo>
                    <a:pt x="58210" y="33110"/>
                  </a:lnTo>
                  <a:lnTo>
                    <a:pt x="54230" y="36642"/>
                  </a:lnTo>
                  <a:lnTo>
                    <a:pt x="50365" y="40298"/>
                  </a:lnTo>
                  <a:lnTo>
                    <a:pt x="46618" y="44076"/>
                  </a:lnTo>
                  <a:lnTo>
                    <a:pt x="42993" y="47971"/>
                  </a:lnTo>
                  <a:lnTo>
                    <a:pt x="39494" y="51980"/>
                  </a:lnTo>
                  <a:lnTo>
                    <a:pt x="36125" y="56098"/>
                  </a:lnTo>
                  <a:lnTo>
                    <a:pt x="32888" y="60321"/>
                  </a:lnTo>
                  <a:lnTo>
                    <a:pt x="29787" y="64645"/>
                  </a:lnTo>
                  <a:lnTo>
                    <a:pt x="26825" y="69065"/>
                  </a:lnTo>
                  <a:lnTo>
                    <a:pt x="24006" y="73578"/>
                  </a:lnTo>
                  <a:lnTo>
                    <a:pt x="21331" y="78178"/>
                  </a:lnTo>
                  <a:lnTo>
                    <a:pt x="18805" y="82860"/>
                  </a:lnTo>
                  <a:lnTo>
                    <a:pt x="16428" y="87621"/>
                  </a:lnTo>
                  <a:lnTo>
                    <a:pt x="14205" y="92455"/>
                  </a:lnTo>
                  <a:lnTo>
                    <a:pt x="12136" y="97357"/>
                  </a:lnTo>
                  <a:lnTo>
                    <a:pt x="10224" y="102323"/>
                  </a:lnTo>
                  <a:lnTo>
                    <a:pt x="8472" y="107347"/>
                  </a:lnTo>
                  <a:lnTo>
                    <a:pt x="6880" y="112424"/>
                  </a:lnTo>
                  <a:lnTo>
                    <a:pt x="5450" y="117549"/>
                  </a:lnTo>
                  <a:lnTo>
                    <a:pt x="4185" y="122717"/>
                  </a:lnTo>
                  <a:lnTo>
                    <a:pt x="3084" y="127923"/>
                  </a:lnTo>
                  <a:lnTo>
                    <a:pt x="2150" y="133161"/>
                  </a:lnTo>
                  <a:lnTo>
                    <a:pt x="1383" y="138426"/>
                  </a:lnTo>
                  <a:lnTo>
                    <a:pt x="784" y="143713"/>
                  </a:lnTo>
                  <a:lnTo>
                    <a:pt x="353" y="149017"/>
                  </a:lnTo>
                  <a:lnTo>
                    <a:pt x="92" y="154331"/>
                  </a:lnTo>
                  <a:lnTo>
                    <a:pt x="0" y="159651"/>
                  </a:lnTo>
                  <a:lnTo>
                    <a:pt x="77" y="164972"/>
                  </a:lnTo>
                  <a:lnTo>
                    <a:pt x="323" y="170287"/>
                  </a:lnTo>
                  <a:lnTo>
                    <a:pt x="738" y="175591"/>
                  </a:lnTo>
                  <a:lnTo>
                    <a:pt x="1322" y="180880"/>
                  </a:lnTo>
                  <a:lnTo>
                    <a:pt x="2074" y="186147"/>
                  </a:lnTo>
                  <a:lnTo>
                    <a:pt x="2994" y="191388"/>
                  </a:lnTo>
                  <a:lnTo>
                    <a:pt x="4079" y="196597"/>
                  </a:lnTo>
                  <a:lnTo>
                    <a:pt x="5330" y="201769"/>
                  </a:lnTo>
                  <a:lnTo>
                    <a:pt x="6745" y="206898"/>
                  </a:lnTo>
                  <a:lnTo>
                    <a:pt x="8322" y="211980"/>
                  </a:lnTo>
                  <a:lnTo>
                    <a:pt x="10060" y="217009"/>
                  </a:lnTo>
                  <a:lnTo>
                    <a:pt x="11958" y="221980"/>
                  </a:lnTo>
                  <a:lnTo>
                    <a:pt x="14012" y="226888"/>
                  </a:lnTo>
                  <a:lnTo>
                    <a:pt x="16222" y="231728"/>
                  </a:lnTo>
                  <a:lnTo>
                    <a:pt x="18585" y="236496"/>
                  </a:lnTo>
                  <a:lnTo>
                    <a:pt x="21098" y="241186"/>
                  </a:lnTo>
                  <a:lnTo>
                    <a:pt x="23759" y="245793"/>
                  </a:lnTo>
                  <a:lnTo>
                    <a:pt x="26566" y="250314"/>
                  </a:lnTo>
                  <a:lnTo>
                    <a:pt x="29515" y="254743"/>
                  </a:lnTo>
                  <a:lnTo>
                    <a:pt x="32603" y="259075"/>
                  </a:lnTo>
                  <a:lnTo>
                    <a:pt x="35828" y="263308"/>
                  </a:lnTo>
                  <a:lnTo>
                    <a:pt x="39186" y="267435"/>
                  </a:lnTo>
                  <a:lnTo>
                    <a:pt x="42673" y="271454"/>
                  </a:lnTo>
                  <a:lnTo>
                    <a:pt x="46287" y="275359"/>
                  </a:lnTo>
                  <a:lnTo>
                    <a:pt x="50023" y="279148"/>
                  </a:lnTo>
                  <a:lnTo>
                    <a:pt x="53878" y="282816"/>
                  </a:lnTo>
                  <a:lnTo>
                    <a:pt x="57847" y="286359"/>
                  </a:lnTo>
                  <a:lnTo>
                    <a:pt x="61928" y="289774"/>
                  </a:lnTo>
                  <a:lnTo>
                    <a:pt x="66115" y="293057"/>
                  </a:lnTo>
                  <a:lnTo>
                    <a:pt x="70404" y="296206"/>
                  </a:lnTo>
                  <a:lnTo>
                    <a:pt x="74791" y="299216"/>
                  </a:lnTo>
                  <a:lnTo>
                    <a:pt x="79272" y="302086"/>
                  </a:lnTo>
                  <a:lnTo>
                    <a:pt x="83842" y="304811"/>
                  </a:lnTo>
                  <a:lnTo>
                    <a:pt x="88496" y="307389"/>
                  </a:lnTo>
                  <a:lnTo>
                    <a:pt x="93231" y="309818"/>
                  </a:lnTo>
                  <a:lnTo>
                    <a:pt x="98039" y="312095"/>
                  </a:lnTo>
                  <a:lnTo>
                    <a:pt x="102918" y="314218"/>
                  </a:lnTo>
                  <a:lnTo>
                    <a:pt x="107863" y="316185"/>
                  </a:lnTo>
                  <a:lnTo>
                    <a:pt x="112867" y="317993"/>
                  </a:lnTo>
                  <a:lnTo>
                    <a:pt x="117926" y="319641"/>
                  </a:lnTo>
                  <a:lnTo>
                    <a:pt x="123035" y="321127"/>
                  </a:lnTo>
                  <a:lnTo>
                    <a:pt x="128189" y="322450"/>
                  </a:lnTo>
                  <a:lnTo>
                    <a:pt x="133382" y="323608"/>
                  </a:lnTo>
                  <a:lnTo>
                    <a:pt x="138610" y="324601"/>
                  </a:lnTo>
                  <a:lnTo>
                    <a:pt x="143866" y="325426"/>
                  </a:lnTo>
                  <a:lnTo>
                    <a:pt x="149146" y="326084"/>
                  </a:lnTo>
                  <a:lnTo>
                    <a:pt x="154444" y="326573"/>
                  </a:lnTo>
                  <a:lnTo>
                    <a:pt x="159756" y="326894"/>
                  </a:lnTo>
                  <a:lnTo>
                    <a:pt x="165074" y="327045"/>
                  </a:lnTo>
                  <a:lnTo>
                    <a:pt x="170395" y="327027"/>
                  </a:lnTo>
                  <a:lnTo>
                    <a:pt x="175713" y="326839"/>
                  </a:lnTo>
                  <a:lnTo>
                    <a:pt x="181022" y="326483"/>
                  </a:lnTo>
                  <a:lnTo>
                    <a:pt x="186316" y="325957"/>
                  </a:lnTo>
                  <a:lnTo>
                    <a:pt x="191592" y="325264"/>
                  </a:lnTo>
                  <a:lnTo>
                    <a:pt x="196843" y="324403"/>
                  </a:lnTo>
                  <a:lnTo>
                    <a:pt x="202063" y="323375"/>
                  </a:lnTo>
                  <a:lnTo>
                    <a:pt x="167167" y="159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59" cy="330651"/>
            </a:xfrm>
            <a:custGeom>
              <a:avLst/>
              <a:pathLst>
                <a:path w="167159" h="330651">
                  <a:moveTo>
                    <a:pt x="34896" y="330651"/>
                  </a:moveTo>
                  <a:lnTo>
                    <a:pt x="40086" y="329457"/>
                  </a:lnTo>
                  <a:lnTo>
                    <a:pt x="45236" y="328097"/>
                  </a:lnTo>
                  <a:lnTo>
                    <a:pt x="50340" y="326575"/>
                  </a:lnTo>
                  <a:lnTo>
                    <a:pt x="55392" y="324890"/>
                  </a:lnTo>
                  <a:lnTo>
                    <a:pt x="60389" y="323045"/>
                  </a:lnTo>
                  <a:lnTo>
                    <a:pt x="65324" y="321043"/>
                  </a:lnTo>
                  <a:lnTo>
                    <a:pt x="70193" y="318883"/>
                  </a:lnTo>
                  <a:lnTo>
                    <a:pt x="74990" y="316570"/>
                  </a:lnTo>
                  <a:lnTo>
                    <a:pt x="79711" y="314106"/>
                  </a:lnTo>
                  <a:lnTo>
                    <a:pt x="84352" y="311492"/>
                  </a:lnTo>
                  <a:lnTo>
                    <a:pt x="88907" y="308731"/>
                  </a:lnTo>
                  <a:lnTo>
                    <a:pt x="93371" y="305827"/>
                  </a:lnTo>
                  <a:lnTo>
                    <a:pt x="97741" y="302782"/>
                  </a:lnTo>
                  <a:lnTo>
                    <a:pt x="102012" y="299600"/>
                  </a:lnTo>
                  <a:lnTo>
                    <a:pt x="106179" y="296283"/>
                  </a:lnTo>
                  <a:lnTo>
                    <a:pt x="110238" y="292835"/>
                  </a:lnTo>
                  <a:lnTo>
                    <a:pt x="114186" y="289259"/>
                  </a:lnTo>
                  <a:lnTo>
                    <a:pt x="118017" y="285560"/>
                  </a:lnTo>
                  <a:lnTo>
                    <a:pt x="121729" y="281740"/>
                  </a:lnTo>
                  <a:lnTo>
                    <a:pt x="125317" y="277804"/>
                  </a:lnTo>
                  <a:lnTo>
                    <a:pt x="128778" y="273755"/>
                  </a:lnTo>
                  <a:lnTo>
                    <a:pt x="132108" y="269599"/>
                  </a:lnTo>
                  <a:lnTo>
                    <a:pt x="135304" y="265338"/>
                  </a:lnTo>
                  <a:lnTo>
                    <a:pt x="138363" y="260978"/>
                  </a:lnTo>
                  <a:lnTo>
                    <a:pt x="141281" y="256523"/>
                  </a:lnTo>
                  <a:lnTo>
                    <a:pt x="144056" y="251977"/>
                  </a:lnTo>
                  <a:lnTo>
                    <a:pt x="146685" y="247345"/>
                  </a:lnTo>
                  <a:lnTo>
                    <a:pt x="149164" y="242631"/>
                  </a:lnTo>
                  <a:lnTo>
                    <a:pt x="151493" y="237841"/>
                  </a:lnTo>
                  <a:lnTo>
                    <a:pt x="153667" y="232979"/>
                  </a:lnTo>
                  <a:lnTo>
                    <a:pt x="155686" y="228050"/>
                  </a:lnTo>
                  <a:lnTo>
                    <a:pt x="157546" y="223060"/>
                  </a:lnTo>
                  <a:lnTo>
                    <a:pt x="159247" y="218012"/>
                  </a:lnTo>
                  <a:lnTo>
                    <a:pt x="160786" y="212914"/>
                  </a:lnTo>
                  <a:lnTo>
                    <a:pt x="162161" y="207768"/>
                  </a:lnTo>
                  <a:lnTo>
                    <a:pt x="163373" y="202582"/>
                  </a:lnTo>
                  <a:lnTo>
                    <a:pt x="164418" y="197359"/>
                  </a:lnTo>
                  <a:lnTo>
                    <a:pt x="165296" y="192106"/>
                  </a:lnTo>
                  <a:lnTo>
                    <a:pt x="166007" y="186828"/>
                  </a:lnTo>
                  <a:lnTo>
                    <a:pt x="166549" y="181529"/>
                  </a:lnTo>
                  <a:lnTo>
                    <a:pt x="166922" y="176216"/>
                  </a:lnTo>
                  <a:lnTo>
                    <a:pt x="167125" y="170894"/>
                  </a:lnTo>
                  <a:lnTo>
                    <a:pt x="167159" y="165568"/>
                  </a:lnTo>
                  <a:lnTo>
                    <a:pt x="167024" y="160244"/>
                  </a:lnTo>
                  <a:lnTo>
                    <a:pt x="166718" y="154927"/>
                  </a:lnTo>
                  <a:lnTo>
                    <a:pt x="166244" y="149622"/>
                  </a:lnTo>
                  <a:lnTo>
                    <a:pt x="165600" y="144335"/>
                  </a:lnTo>
                  <a:lnTo>
                    <a:pt x="164789" y="139071"/>
                  </a:lnTo>
                  <a:lnTo>
                    <a:pt x="163810" y="133836"/>
                  </a:lnTo>
                  <a:lnTo>
                    <a:pt x="162665" y="128634"/>
                  </a:lnTo>
                  <a:lnTo>
                    <a:pt x="161355" y="123472"/>
                  </a:lnTo>
                  <a:lnTo>
                    <a:pt x="159881" y="118354"/>
                  </a:lnTo>
                  <a:lnTo>
                    <a:pt x="158245" y="113285"/>
                  </a:lnTo>
                  <a:lnTo>
                    <a:pt x="156448" y="108271"/>
                  </a:lnTo>
                  <a:lnTo>
                    <a:pt x="154493" y="103317"/>
                  </a:lnTo>
                  <a:lnTo>
                    <a:pt x="152380" y="98428"/>
                  </a:lnTo>
                  <a:lnTo>
                    <a:pt x="150113" y="93609"/>
                  </a:lnTo>
                  <a:lnTo>
                    <a:pt x="147694" y="88864"/>
                  </a:lnTo>
                  <a:lnTo>
                    <a:pt x="145124" y="84199"/>
                  </a:lnTo>
                  <a:lnTo>
                    <a:pt x="142408" y="79617"/>
                  </a:lnTo>
                  <a:lnTo>
                    <a:pt x="139546" y="75125"/>
                  </a:lnTo>
                  <a:lnTo>
                    <a:pt x="136543" y="70727"/>
                  </a:lnTo>
                  <a:lnTo>
                    <a:pt x="133402" y="66426"/>
                  </a:lnTo>
                  <a:lnTo>
                    <a:pt x="130125" y="62227"/>
                  </a:lnTo>
                  <a:lnTo>
                    <a:pt x="126716" y="58135"/>
                  </a:lnTo>
                  <a:lnTo>
                    <a:pt x="123178" y="54154"/>
                  </a:lnTo>
                  <a:lnTo>
                    <a:pt x="119515" y="50287"/>
                  </a:lnTo>
                  <a:lnTo>
                    <a:pt x="115731" y="46539"/>
                  </a:lnTo>
                  <a:lnTo>
                    <a:pt x="111830" y="42913"/>
                  </a:lnTo>
                  <a:lnTo>
                    <a:pt x="107815" y="39414"/>
                  </a:lnTo>
                  <a:lnTo>
                    <a:pt x="103690" y="36044"/>
                  </a:lnTo>
                  <a:lnTo>
                    <a:pt x="99460" y="32807"/>
                  </a:lnTo>
                  <a:lnTo>
                    <a:pt x="95130" y="29707"/>
                  </a:lnTo>
                  <a:lnTo>
                    <a:pt x="90702" y="26746"/>
                  </a:lnTo>
                  <a:lnTo>
                    <a:pt x="86183" y="23928"/>
                  </a:lnTo>
                  <a:lnTo>
                    <a:pt x="81576" y="21255"/>
                  </a:lnTo>
                  <a:lnTo>
                    <a:pt x="76887" y="18731"/>
                  </a:lnTo>
                  <a:lnTo>
                    <a:pt x="72119" y="16357"/>
                  </a:lnTo>
                  <a:lnTo>
                    <a:pt x="67278" y="14136"/>
                  </a:lnTo>
                  <a:lnTo>
                    <a:pt x="62369" y="12070"/>
                  </a:lnTo>
                  <a:lnTo>
                    <a:pt x="57396" y="10162"/>
                  </a:lnTo>
                  <a:lnTo>
                    <a:pt x="52366" y="8413"/>
                  </a:lnTo>
                  <a:lnTo>
                    <a:pt x="47282" y="6826"/>
                  </a:lnTo>
                  <a:lnTo>
                    <a:pt x="42150" y="5401"/>
                  </a:lnTo>
                  <a:lnTo>
                    <a:pt x="36975" y="4140"/>
                  </a:lnTo>
                  <a:lnTo>
                    <a:pt x="31763" y="3045"/>
                  </a:lnTo>
                  <a:lnTo>
                    <a:pt x="26518" y="2116"/>
                  </a:lnTo>
                  <a:lnTo>
                    <a:pt x="21247" y="1355"/>
                  </a:lnTo>
                  <a:lnTo>
                    <a:pt x="15954" y="763"/>
                  </a:lnTo>
                  <a:lnTo>
                    <a:pt x="10645" y="339"/>
                  </a:lnTo>
                  <a:lnTo>
                    <a:pt x="532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3765" y="1681503"/>
              <a:ext cx="49469" cy="167167"/>
            </a:xfrm>
            <a:custGeom>
              <a:avLst/>
              <a:pathLst>
                <a:path w="49469" h="167167">
                  <a:moveTo>
                    <a:pt x="49469" y="0"/>
                  </a:moveTo>
                  <a:lnTo>
                    <a:pt x="43193" y="117"/>
                  </a:lnTo>
                  <a:lnTo>
                    <a:pt x="36925" y="471"/>
                  </a:lnTo>
                  <a:lnTo>
                    <a:pt x="30676" y="1059"/>
                  </a:lnTo>
                  <a:lnTo>
                    <a:pt x="24452" y="1882"/>
                  </a:lnTo>
                  <a:lnTo>
                    <a:pt x="18265" y="2938"/>
                  </a:lnTo>
                  <a:lnTo>
                    <a:pt x="12121" y="4225"/>
                  </a:lnTo>
                  <a:lnTo>
                    <a:pt x="6029" y="5742"/>
                  </a:lnTo>
                  <a:lnTo>
                    <a:pt x="0" y="7487"/>
                  </a:lnTo>
                  <a:lnTo>
                    <a:pt x="4946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3765" y="1688990"/>
              <a:ext cx="49469" cy="159680"/>
            </a:xfrm>
            <a:custGeom>
              <a:avLst/>
              <a:pathLst>
                <a:path w="49469" h="159680">
                  <a:moveTo>
                    <a:pt x="0" y="0"/>
                  </a:moveTo>
                  <a:lnTo>
                    <a:pt x="49469" y="1596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67" y="1688990"/>
              <a:ext cx="334333" cy="326832"/>
            </a:xfrm>
            <a:custGeom>
              <a:avLst/>
              <a:pathLst>
                <a:path w="334333" h="326832">
                  <a:moveTo>
                    <a:pt x="117698" y="0"/>
                  </a:moveTo>
                  <a:lnTo>
                    <a:pt x="112650" y="1652"/>
                  </a:lnTo>
                  <a:lnTo>
                    <a:pt x="107657" y="3463"/>
                  </a:lnTo>
                  <a:lnTo>
                    <a:pt x="102724" y="5433"/>
                  </a:lnTo>
                  <a:lnTo>
                    <a:pt x="97856" y="7558"/>
                  </a:lnTo>
                  <a:lnTo>
                    <a:pt x="93059" y="9837"/>
                  </a:lnTo>
                  <a:lnTo>
                    <a:pt x="88336" y="12267"/>
                  </a:lnTo>
                  <a:lnTo>
                    <a:pt x="83692" y="14845"/>
                  </a:lnTo>
                  <a:lnTo>
                    <a:pt x="79133" y="17570"/>
                  </a:lnTo>
                  <a:lnTo>
                    <a:pt x="74663" y="20439"/>
                  </a:lnTo>
                  <a:lnTo>
                    <a:pt x="70286" y="23448"/>
                  </a:lnTo>
                  <a:lnTo>
                    <a:pt x="66007" y="26595"/>
                  </a:lnTo>
                  <a:lnTo>
                    <a:pt x="61830" y="29876"/>
                  </a:lnTo>
                  <a:lnTo>
                    <a:pt x="57760" y="33287"/>
                  </a:lnTo>
                  <a:lnTo>
                    <a:pt x="53799" y="36827"/>
                  </a:lnTo>
                  <a:lnTo>
                    <a:pt x="49954" y="40491"/>
                  </a:lnTo>
                  <a:lnTo>
                    <a:pt x="46226" y="44275"/>
                  </a:lnTo>
                  <a:lnTo>
                    <a:pt x="42621" y="48175"/>
                  </a:lnTo>
                  <a:lnTo>
                    <a:pt x="39142" y="52188"/>
                  </a:lnTo>
                  <a:lnTo>
                    <a:pt x="35791" y="56309"/>
                  </a:lnTo>
                  <a:lnTo>
                    <a:pt x="32574" y="60535"/>
                  </a:lnTo>
                  <a:lnTo>
                    <a:pt x="29492" y="64861"/>
                  </a:lnTo>
                  <a:lnTo>
                    <a:pt x="26549" y="69283"/>
                  </a:lnTo>
                  <a:lnTo>
                    <a:pt x="23748" y="73796"/>
                  </a:lnTo>
                  <a:lnTo>
                    <a:pt x="21092" y="78395"/>
                  </a:lnTo>
                  <a:lnTo>
                    <a:pt x="18584" y="83077"/>
                  </a:lnTo>
                  <a:lnTo>
                    <a:pt x="16225" y="87836"/>
                  </a:lnTo>
                  <a:lnTo>
                    <a:pt x="14019" y="92668"/>
                  </a:lnTo>
                  <a:lnTo>
                    <a:pt x="11967" y="97567"/>
                  </a:lnTo>
                  <a:lnTo>
                    <a:pt x="10072" y="102529"/>
                  </a:lnTo>
                  <a:lnTo>
                    <a:pt x="8336" y="107548"/>
                  </a:lnTo>
                  <a:lnTo>
                    <a:pt x="6760" y="112620"/>
                  </a:lnTo>
                  <a:lnTo>
                    <a:pt x="5346" y="117740"/>
                  </a:lnTo>
                  <a:lnTo>
                    <a:pt x="4095" y="122902"/>
                  </a:lnTo>
                  <a:lnTo>
                    <a:pt x="3009" y="128101"/>
                  </a:lnTo>
                  <a:lnTo>
                    <a:pt x="2089" y="133332"/>
                  </a:lnTo>
                  <a:lnTo>
                    <a:pt x="1335" y="138590"/>
                  </a:lnTo>
                  <a:lnTo>
                    <a:pt x="749" y="143869"/>
                  </a:lnTo>
                  <a:lnTo>
                    <a:pt x="331" y="149164"/>
                  </a:lnTo>
                  <a:lnTo>
                    <a:pt x="81" y="154470"/>
                  </a:lnTo>
                  <a:lnTo>
                    <a:pt x="0" y="159780"/>
                  </a:lnTo>
                  <a:lnTo>
                    <a:pt x="87" y="165091"/>
                  </a:lnTo>
                  <a:lnTo>
                    <a:pt x="343" y="170396"/>
                  </a:lnTo>
                  <a:lnTo>
                    <a:pt x="768" y="175691"/>
                  </a:lnTo>
                  <a:lnTo>
                    <a:pt x="1361" y="180969"/>
                  </a:lnTo>
                  <a:lnTo>
                    <a:pt x="2121" y="186226"/>
                  </a:lnTo>
                  <a:lnTo>
                    <a:pt x="3047" y="191456"/>
                  </a:lnTo>
                  <a:lnTo>
                    <a:pt x="4140" y="196653"/>
                  </a:lnTo>
                  <a:lnTo>
                    <a:pt x="5397" y="201814"/>
                  </a:lnTo>
                  <a:lnTo>
                    <a:pt x="6817" y="206932"/>
                  </a:lnTo>
                  <a:lnTo>
                    <a:pt x="8399" y="212002"/>
                  </a:lnTo>
                  <a:lnTo>
                    <a:pt x="10141" y="217020"/>
                  </a:lnTo>
                  <a:lnTo>
                    <a:pt x="12042" y="221979"/>
                  </a:lnTo>
                  <a:lnTo>
                    <a:pt x="14100" y="226876"/>
                  </a:lnTo>
                  <a:lnTo>
                    <a:pt x="16312" y="231705"/>
                  </a:lnTo>
                  <a:lnTo>
                    <a:pt x="18676" y="236461"/>
                  </a:lnTo>
                  <a:lnTo>
                    <a:pt x="21190" y="241140"/>
                  </a:lnTo>
                  <a:lnTo>
                    <a:pt x="23852" y="245736"/>
                  </a:lnTo>
                  <a:lnTo>
                    <a:pt x="26658" y="250246"/>
                  </a:lnTo>
                  <a:lnTo>
                    <a:pt x="29606" y="254664"/>
                  </a:lnTo>
                  <a:lnTo>
                    <a:pt x="32693" y="258986"/>
                  </a:lnTo>
                  <a:lnTo>
                    <a:pt x="35916" y="263208"/>
                  </a:lnTo>
                  <a:lnTo>
                    <a:pt x="39271" y="267326"/>
                  </a:lnTo>
                  <a:lnTo>
                    <a:pt x="42756" y="271334"/>
                  </a:lnTo>
                  <a:lnTo>
                    <a:pt x="46365" y="275230"/>
                  </a:lnTo>
                  <a:lnTo>
                    <a:pt x="50097" y="279010"/>
                  </a:lnTo>
                  <a:lnTo>
                    <a:pt x="53947" y="282669"/>
                  </a:lnTo>
                  <a:lnTo>
                    <a:pt x="57912" y="286203"/>
                  </a:lnTo>
                  <a:lnTo>
                    <a:pt x="61987" y="289611"/>
                  </a:lnTo>
                  <a:lnTo>
                    <a:pt x="66167" y="292886"/>
                  </a:lnTo>
                  <a:lnTo>
                    <a:pt x="70450" y="296028"/>
                  </a:lnTo>
                  <a:lnTo>
                    <a:pt x="74831" y="299032"/>
                  </a:lnTo>
                  <a:lnTo>
                    <a:pt x="79304" y="301895"/>
                  </a:lnTo>
                  <a:lnTo>
                    <a:pt x="83867" y="304614"/>
                  </a:lnTo>
                  <a:lnTo>
                    <a:pt x="88513" y="307187"/>
                  </a:lnTo>
                  <a:lnTo>
                    <a:pt x="93239" y="309612"/>
                  </a:lnTo>
                  <a:lnTo>
                    <a:pt x="98040" y="311885"/>
                  </a:lnTo>
                  <a:lnTo>
                    <a:pt x="102910" y="314004"/>
                  </a:lnTo>
                  <a:lnTo>
                    <a:pt x="107845" y="315967"/>
                  </a:lnTo>
                  <a:lnTo>
                    <a:pt x="112840" y="317773"/>
                  </a:lnTo>
                  <a:lnTo>
                    <a:pt x="117890" y="319419"/>
                  </a:lnTo>
                  <a:lnTo>
                    <a:pt x="122990" y="320904"/>
                  </a:lnTo>
                  <a:lnTo>
                    <a:pt x="128134" y="322226"/>
                  </a:lnTo>
                  <a:lnTo>
                    <a:pt x="133318" y="323384"/>
                  </a:lnTo>
                  <a:lnTo>
                    <a:pt x="138535" y="324377"/>
                  </a:lnTo>
                  <a:lnTo>
                    <a:pt x="143782" y="325203"/>
                  </a:lnTo>
                  <a:lnTo>
                    <a:pt x="149052" y="325863"/>
                  </a:lnTo>
                  <a:lnTo>
                    <a:pt x="154341" y="326354"/>
                  </a:lnTo>
                  <a:lnTo>
                    <a:pt x="159643" y="326678"/>
                  </a:lnTo>
                  <a:lnTo>
                    <a:pt x="164952" y="326832"/>
                  </a:lnTo>
                  <a:lnTo>
                    <a:pt x="170263" y="326818"/>
                  </a:lnTo>
                  <a:lnTo>
                    <a:pt x="175571" y="326636"/>
                  </a:lnTo>
                  <a:lnTo>
                    <a:pt x="180871" y="326284"/>
                  </a:lnTo>
                  <a:lnTo>
                    <a:pt x="186157" y="325765"/>
                  </a:lnTo>
                  <a:lnTo>
                    <a:pt x="191424" y="325078"/>
                  </a:lnTo>
                  <a:lnTo>
                    <a:pt x="196666" y="324224"/>
                  </a:lnTo>
                  <a:lnTo>
                    <a:pt x="201879" y="323203"/>
                  </a:lnTo>
                  <a:lnTo>
                    <a:pt x="207056" y="322018"/>
                  </a:lnTo>
                  <a:lnTo>
                    <a:pt x="212193" y="320669"/>
                  </a:lnTo>
                  <a:lnTo>
                    <a:pt x="217285" y="319157"/>
                  </a:lnTo>
                  <a:lnTo>
                    <a:pt x="222326" y="317485"/>
                  </a:lnTo>
                  <a:lnTo>
                    <a:pt x="227312" y="315653"/>
                  </a:lnTo>
                  <a:lnTo>
                    <a:pt x="232236" y="313663"/>
                  </a:lnTo>
                  <a:lnTo>
                    <a:pt x="237095" y="311518"/>
                  </a:lnTo>
                  <a:lnTo>
                    <a:pt x="241884" y="309220"/>
                  </a:lnTo>
                  <a:lnTo>
                    <a:pt x="246597" y="306771"/>
                  </a:lnTo>
                  <a:lnTo>
                    <a:pt x="251230" y="304173"/>
                  </a:lnTo>
                  <a:lnTo>
                    <a:pt x="255778" y="301430"/>
                  </a:lnTo>
                  <a:lnTo>
                    <a:pt x="260236" y="298543"/>
                  </a:lnTo>
                  <a:lnTo>
                    <a:pt x="264601" y="295516"/>
                  </a:lnTo>
                  <a:lnTo>
                    <a:pt x="268867" y="292352"/>
                  </a:lnTo>
                  <a:lnTo>
                    <a:pt x="273031" y="289054"/>
                  </a:lnTo>
                  <a:lnTo>
                    <a:pt x="277087" y="285626"/>
                  </a:lnTo>
                  <a:lnTo>
                    <a:pt x="281033" y="282070"/>
                  </a:lnTo>
                  <a:lnTo>
                    <a:pt x="284864" y="278391"/>
                  </a:lnTo>
                  <a:lnTo>
                    <a:pt x="288576" y="274592"/>
                  </a:lnTo>
                  <a:lnTo>
                    <a:pt x="292165" y="270677"/>
                  </a:lnTo>
                  <a:lnTo>
                    <a:pt x="295628" y="266650"/>
                  </a:lnTo>
                  <a:lnTo>
                    <a:pt x="298962" y="262515"/>
                  </a:lnTo>
                  <a:lnTo>
                    <a:pt x="302162" y="258276"/>
                  </a:lnTo>
                  <a:lnTo>
                    <a:pt x="305226" y="253938"/>
                  </a:lnTo>
                  <a:lnTo>
                    <a:pt x="308151" y="249504"/>
                  </a:lnTo>
                  <a:lnTo>
                    <a:pt x="310934" y="244980"/>
                  </a:lnTo>
                  <a:lnTo>
                    <a:pt x="313571" y="240369"/>
                  </a:lnTo>
                  <a:lnTo>
                    <a:pt x="316060" y="235677"/>
                  </a:lnTo>
                  <a:lnTo>
                    <a:pt x="318400" y="230909"/>
                  </a:lnTo>
                  <a:lnTo>
                    <a:pt x="320586" y="226068"/>
                  </a:lnTo>
                  <a:lnTo>
                    <a:pt x="322618" y="221161"/>
                  </a:lnTo>
                  <a:lnTo>
                    <a:pt x="324493" y="216191"/>
                  </a:lnTo>
                  <a:lnTo>
                    <a:pt x="326209" y="211165"/>
                  </a:lnTo>
                  <a:lnTo>
                    <a:pt x="327764" y="206086"/>
                  </a:lnTo>
                  <a:lnTo>
                    <a:pt x="329157" y="200961"/>
                  </a:lnTo>
                  <a:lnTo>
                    <a:pt x="330387" y="195794"/>
                  </a:lnTo>
                  <a:lnTo>
                    <a:pt x="331452" y="190590"/>
                  </a:lnTo>
                  <a:lnTo>
                    <a:pt x="332351" y="185355"/>
                  </a:lnTo>
                  <a:lnTo>
                    <a:pt x="333083" y="180095"/>
                  </a:lnTo>
                  <a:lnTo>
                    <a:pt x="333648" y="174813"/>
                  </a:lnTo>
                  <a:lnTo>
                    <a:pt x="334045" y="169517"/>
                  </a:lnTo>
                  <a:lnTo>
                    <a:pt x="334273" y="164210"/>
                  </a:lnTo>
                  <a:lnTo>
                    <a:pt x="334333" y="158899"/>
                  </a:lnTo>
                  <a:lnTo>
                    <a:pt x="334223" y="153589"/>
                  </a:lnTo>
                  <a:lnTo>
                    <a:pt x="333946" y="148285"/>
                  </a:lnTo>
                  <a:lnTo>
                    <a:pt x="333499" y="142992"/>
                  </a:lnTo>
                  <a:lnTo>
                    <a:pt x="332885" y="137716"/>
                  </a:lnTo>
                  <a:lnTo>
                    <a:pt x="332104" y="132463"/>
                  </a:lnTo>
                  <a:lnTo>
                    <a:pt x="331156" y="127237"/>
                  </a:lnTo>
                  <a:lnTo>
                    <a:pt x="330042" y="122043"/>
                  </a:lnTo>
                  <a:lnTo>
                    <a:pt x="328765" y="116888"/>
                  </a:lnTo>
                  <a:lnTo>
                    <a:pt x="327324" y="111776"/>
                  </a:lnTo>
                  <a:lnTo>
                    <a:pt x="325721" y="106712"/>
                  </a:lnTo>
                  <a:lnTo>
                    <a:pt x="323958" y="101701"/>
                  </a:lnTo>
                  <a:lnTo>
                    <a:pt x="322037" y="96750"/>
                  </a:lnTo>
                  <a:lnTo>
                    <a:pt x="319960" y="91861"/>
                  </a:lnTo>
                  <a:lnTo>
                    <a:pt x="317728" y="87041"/>
                  </a:lnTo>
                  <a:lnTo>
                    <a:pt x="315344" y="82295"/>
                  </a:lnTo>
                  <a:lnTo>
                    <a:pt x="312811" y="77627"/>
                  </a:lnTo>
                  <a:lnTo>
                    <a:pt x="310131" y="73041"/>
                  </a:lnTo>
                  <a:lnTo>
                    <a:pt x="307306" y="68543"/>
                  </a:lnTo>
                  <a:lnTo>
                    <a:pt x="304340" y="64137"/>
                  </a:lnTo>
                  <a:lnTo>
                    <a:pt x="301236" y="59827"/>
                  </a:lnTo>
                  <a:lnTo>
                    <a:pt x="297996" y="55618"/>
                  </a:lnTo>
                  <a:lnTo>
                    <a:pt x="294624" y="51515"/>
                  </a:lnTo>
                  <a:lnTo>
                    <a:pt x="291123" y="47520"/>
                  </a:lnTo>
                  <a:lnTo>
                    <a:pt x="287498" y="43639"/>
                  </a:lnTo>
                  <a:lnTo>
                    <a:pt x="283750" y="39874"/>
                  </a:lnTo>
                  <a:lnTo>
                    <a:pt x="279885" y="36231"/>
                  </a:lnTo>
                  <a:lnTo>
                    <a:pt x="275907" y="32713"/>
                  </a:lnTo>
                  <a:lnTo>
                    <a:pt x="271818" y="29322"/>
                  </a:lnTo>
                  <a:lnTo>
                    <a:pt x="267624" y="26063"/>
                  </a:lnTo>
                  <a:lnTo>
                    <a:pt x="263328" y="22939"/>
                  </a:lnTo>
                  <a:lnTo>
                    <a:pt x="258936" y="19953"/>
                  </a:lnTo>
                  <a:lnTo>
                    <a:pt x="254450" y="17108"/>
                  </a:lnTo>
                  <a:lnTo>
                    <a:pt x="167167" y="1596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87283" cy="167167"/>
            </a:xfrm>
            <a:custGeom>
              <a:avLst/>
              <a:pathLst>
                <a:path w="87283" h="167167">
                  <a:moveTo>
                    <a:pt x="87283" y="24596"/>
                  </a:moveTo>
                  <a:lnTo>
                    <a:pt x="82338" y="21684"/>
                  </a:lnTo>
                  <a:lnTo>
                    <a:pt x="77295" y="18943"/>
                  </a:lnTo>
                  <a:lnTo>
                    <a:pt x="72161" y="16377"/>
                  </a:ln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80" y="1322571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4" y="334"/>
                  </a:lnTo>
                  <a:lnTo>
                    <a:pt x="151324" y="751"/>
                  </a:lnTo>
                  <a:lnTo>
                    <a:pt x="146071" y="1335"/>
                  </a:lnTo>
                  <a:lnTo>
                    <a:pt x="140839" y="2084"/>
                  </a:lnTo>
                  <a:lnTo>
                    <a:pt x="135633" y="2999"/>
                  </a:lnTo>
                  <a:lnTo>
                    <a:pt x="130459" y="4078"/>
                  </a:lnTo>
                  <a:lnTo>
                    <a:pt x="125321" y="5319"/>
                  </a:lnTo>
                  <a:lnTo>
                    <a:pt x="120225" y="6723"/>
                  </a:lnTo>
                  <a:lnTo>
                    <a:pt x="115176" y="8287"/>
                  </a:lnTo>
                  <a:lnTo>
                    <a:pt x="110179" y="10010"/>
                  </a:lnTo>
                  <a:lnTo>
                    <a:pt x="105239" y="11890"/>
                  </a:lnTo>
                  <a:lnTo>
                    <a:pt x="100361" y="13925"/>
                  </a:lnTo>
                  <a:lnTo>
                    <a:pt x="95550" y="16113"/>
                  </a:lnTo>
                  <a:lnTo>
                    <a:pt x="90810" y="18453"/>
                  </a:lnTo>
                  <a:lnTo>
                    <a:pt x="86147" y="20941"/>
                  </a:lnTo>
                  <a:lnTo>
                    <a:pt x="81564" y="23575"/>
                  </a:lnTo>
                  <a:lnTo>
                    <a:pt x="77067" y="26353"/>
                  </a:lnTo>
                  <a:lnTo>
                    <a:pt x="72661" y="29272"/>
                  </a:lnTo>
                  <a:lnTo>
                    <a:pt x="68348" y="32328"/>
                  </a:lnTo>
                  <a:lnTo>
                    <a:pt x="64135" y="35519"/>
                  </a:lnTo>
                  <a:lnTo>
                    <a:pt x="60024" y="38842"/>
                  </a:lnTo>
                  <a:lnTo>
                    <a:pt x="56021" y="42293"/>
                  </a:lnTo>
                  <a:lnTo>
                    <a:pt x="52129" y="45869"/>
                  </a:lnTo>
                  <a:lnTo>
                    <a:pt x="48351" y="49567"/>
                  </a:lnTo>
                  <a:lnTo>
                    <a:pt x="44693" y="53381"/>
                  </a:lnTo>
                  <a:lnTo>
                    <a:pt x="41157" y="57310"/>
                  </a:lnTo>
                  <a:lnTo>
                    <a:pt x="37747" y="61348"/>
                  </a:lnTo>
                  <a:lnTo>
                    <a:pt x="34466" y="65493"/>
                  </a:lnTo>
                  <a:lnTo>
                    <a:pt x="31318" y="69739"/>
                  </a:lnTo>
                  <a:lnTo>
                    <a:pt x="28305" y="74082"/>
                  </a:lnTo>
                  <a:lnTo>
                    <a:pt x="25432" y="78518"/>
                  </a:lnTo>
                  <a:lnTo>
                    <a:pt x="22700" y="83043"/>
                  </a:lnTo>
                  <a:lnTo>
                    <a:pt x="20113" y="87652"/>
                  </a:lnTo>
                  <a:lnTo>
                    <a:pt x="17672" y="92341"/>
                  </a:lnTo>
                  <a:lnTo>
                    <a:pt x="15382" y="97104"/>
                  </a:lnTo>
                  <a:lnTo>
                    <a:pt x="13242" y="101937"/>
                  </a:lnTo>
                  <a:lnTo>
                    <a:pt x="11257" y="106836"/>
                  </a:lnTo>
                  <a:lnTo>
                    <a:pt x="9428" y="111795"/>
                  </a:lnTo>
                  <a:lnTo>
                    <a:pt x="7756" y="116809"/>
                  </a:lnTo>
                  <a:lnTo>
                    <a:pt x="6244" y="121874"/>
                  </a:lnTo>
                  <a:lnTo>
                    <a:pt x="4892" y="126984"/>
                  </a:lnTo>
                  <a:lnTo>
                    <a:pt x="3703" y="132134"/>
                  </a:lnTo>
                  <a:lnTo>
                    <a:pt x="2677" y="137319"/>
                  </a:lnTo>
                  <a:lnTo>
                    <a:pt x="1816" y="142534"/>
                  </a:lnTo>
                  <a:lnTo>
                    <a:pt x="1120" y="147774"/>
                  </a:lnTo>
                  <a:lnTo>
                    <a:pt x="589" y="153033"/>
                  </a:lnTo>
                  <a:lnTo>
                    <a:pt x="226" y="158306"/>
                  </a:lnTo>
                  <a:lnTo>
                    <a:pt x="29" y="163588"/>
                  </a:lnTo>
                  <a:lnTo>
                    <a:pt x="0" y="168873"/>
                  </a:lnTo>
                  <a:lnTo>
                    <a:pt x="137" y="174157"/>
                  </a:lnTo>
                  <a:lnTo>
                    <a:pt x="441" y="179434"/>
                  </a:lnTo>
                  <a:lnTo>
                    <a:pt x="913" y="184699"/>
                  </a:lnTo>
                  <a:lnTo>
                    <a:pt x="1550" y="189946"/>
                  </a:lnTo>
                  <a:lnTo>
                    <a:pt x="2353" y="195170"/>
                  </a:lnTo>
                  <a:lnTo>
                    <a:pt x="3321" y="200366"/>
                  </a:lnTo>
                  <a:lnTo>
                    <a:pt x="4452" y="205529"/>
                  </a:lnTo>
                  <a:lnTo>
                    <a:pt x="5746" y="210654"/>
                  </a:lnTo>
                  <a:lnTo>
                    <a:pt x="7202" y="215735"/>
                  </a:lnTo>
                  <a:lnTo>
                    <a:pt x="8817" y="220768"/>
                  </a:lnTo>
                  <a:lnTo>
                    <a:pt x="10591" y="225747"/>
                  </a:lnTo>
                  <a:lnTo>
                    <a:pt x="12521" y="230668"/>
                  </a:lnTo>
                  <a:lnTo>
                    <a:pt x="14606" y="235525"/>
                  </a:lnTo>
                  <a:lnTo>
                    <a:pt x="16843" y="240314"/>
                  </a:lnTo>
                  <a:lnTo>
                    <a:pt x="19231" y="245029"/>
                  </a:lnTo>
                  <a:lnTo>
                    <a:pt x="21767" y="249667"/>
                  </a:lnTo>
                  <a:lnTo>
                    <a:pt x="24448" y="254222"/>
                  </a:lnTo>
                  <a:lnTo>
                    <a:pt x="27271" y="258690"/>
                  </a:lnTo>
                  <a:lnTo>
                    <a:pt x="30235" y="263067"/>
                  </a:lnTo>
                  <a:lnTo>
                    <a:pt x="33335" y="267348"/>
                  </a:lnTo>
                  <a:lnTo>
                    <a:pt x="36569" y="271529"/>
                  </a:lnTo>
                  <a:lnTo>
                    <a:pt x="39934" y="275605"/>
                  </a:lnTo>
                  <a:lnTo>
                    <a:pt x="43425" y="279573"/>
                  </a:lnTo>
                  <a:lnTo>
                    <a:pt x="47041" y="283429"/>
                  </a:lnTo>
                  <a:lnTo>
                    <a:pt x="50777" y="287168"/>
                  </a:lnTo>
                  <a:lnTo>
                    <a:pt x="54629" y="290788"/>
                  </a:lnTo>
                  <a:lnTo>
                    <a:pt x="58593" y="294283"/>
                  </a:lnTo>
                  <a:lnTo>
                    <a:pt x="62666" y="297652"/>
                  </a:lnTo>
                  <a:lnTo>
                    <a:pt x="66844" y="300890"/>
                  </a:lnTo>
                  <a:lnTo>
                    <a:pt x="71121" y="303995"/>
                  </a:lnTo>
                  <a:lnTo>
                    <a:pt x="75495" y="306963"/>
                  </a:lnTo>
                  <a:lnTo>
                    <a:pt x="79961" y="309791"/>
                  </a:lnTo>
                  <a:lnTo>
                    <a:pt x="84513" y="312476"/>
                  </a:lnTo>
                  <a:lnTo>
                    <a:pt x="89149" y="315016"/>
                  </a:lnTo>
                  <a:lnTo>
                    <a:pt x="93862" y="317409"/>
                  </a:lnTo>
                  <a:lnTo>
                    <a:pt x="98648" y="319651"/>
                  </a:lnTo>
                  <a:lnTo>
                    <a:pt x="103503" y="321741"/>
                  </a:lnTo>
                  <a:lnTo>
                    <a:pt x="108422" y="323676"/>
                  </a:lnTo>
                  <a:lnTo>
                    <a:pt x="113399" y="325454"/>
                  </a:lnTo>
                  <a:lnTo>
                    <a:pt x="118430" y="327075"/>
                  </a:lnTo>
                  <a:lnTo>
                    <a:pt x="123510" y="328535"/>
                  </a:lnTo>
                  <a:lnTo>
                    <a:pt x="128634" y="329835"/>
                  </a:lnTo>
                  <a:lnTo>
                    <a:pt x="133796" y="330971"/>
                  </a:lnTo>
                  <a:lnTo>
                    <a:pt x="138991" y="331944"/>
                  </a:lnTo>
                  <a:lnTo>
                    <a:pt x="144214" y="332752"/>
                  </a:lnTo>
                  <a:lnTo>
                    <a:pt x="149461" y="333395"/>
                  </a:lnTo>
                  <a:lnTo>
                    <a:pt x="154725" y="333871"/>
                  </a:lnTo>
                  <a:lnTo>
                    <a:pt x="160001" y="334181"/>
                  </a:lnTo>
                  <a:lnTo>
                    <a:pt x="165285" y="334324"/>
                  </a:lnTo>
                  <a:lnTo>
                    <a:pt x="170571" y="334300"/>
                  </a:lnTo>
                  <a:lnTo>
                    <a:pt x="175853" y="334108"/>
                  </a:lnTo>
                  <a:lnTo>
                    <a:pt x="181126" y="333750"/>
                  </a:lnTo>
                  <a:lnTo>
                    <a:pt x="186386" y="333225"/>
                  </a:lnTo>
                  <a:lnTo>
                    <a:pt x="191626" y="332534"/>
                  </a:lnTo>
                  <a:lnTo>
                    <a:pt x="196842" y="331678"/>
                  </a:lnTo>
                  <a:lnTo>
                    <a:pt x="202028" y="330657"/>
                  </a:lnTo>
                  <a:lnTo>
                    <a:pt x="207179" y="329473"/>
                  </a:lnTo>
                  <a:lnTo>
                    <a:pt x="212291" y="328127"/>
                  </a:lnTo>
                  <a:lnTo>
                    <a:pt x="217357" y="326619"/>
                  </a:lnTo>
                  <a:lnTo>
                    <a:pt x="222373" y="324953"/>
                  </a:lnTo>
                  <a:lnTo>
                    <a:pt x="227334" y="323128"/>
                  </a:lnTo>
                  <a:lnTo>
                    <a:pt x="232234" y="321148"/>
                  </a:lnTo>
                  <a:lnTo>
                    <a:pt x="237070" y="319013"/>
                  </a:lnTo>
                  <a:lnTo>
                    <a:pt x="241835" y="316727"/>
                  </a:lnTo>
                  <a:lnTo>
                    <a:pt x="246526" y="314292"/>
                  </a:lnTo>
                  <a:lnTo>
                    <a:pt x="251138" y="311709"/>
                  </a:lnTo>
                  <a:lnTo>
                    <a:pt x="255666" y="308982"/>
                  </a:lnTo>
                  <a:lnTo>
                    <a:pt x="260105" y="306113"/>
                  </a:lnTo>
                  <a:lnTo>
                    <a:pt x="264451" y="303105"/>
                  </a:lnTo>
                  <a:lnTo>
                    <a:pt x="268700" y="299961"/>
                  </a:lnTo>
                  <a:lnTo>
                    <a:pt x="272848" y="296684"/>
                  </a:lnTo>
                  <a:lnTo>
                    <a:pt x="276889" y="293278"/>
                  </a:lnTo>
                  <a:lnTo>
                    <a:pt x="280822" y="289746"/>
                  </a:lnTo>
                  <a:lnTo>
                    <a:pt x="284640" y="286091"/>
                  </a:lnTo>
                  <a:lnTo>
                    <a:pt x="288341" y="282318"/>
                  </a:lnTo>
                  <a:lnTo>
                    <a:pt x="291921" y="278429"/>
                  </a:lnTo>
                  <a:lnTo>
                    <a:pt x="295376" y="274429"/>
                  </a:lnTo>
                  <a:lnTo>
                    <a:pt x="298703" y="270322"/>
                  </a:lnTo>
                  <a:lnTo>
                    <a:pt x="301899" y="266111"/>
                  </a:lnTo>
                  <a:lnTo>
                    <a:pt x="304959" y="261802"/>
                  </a:lnTo>
                  <a:lnTo>
                    <a:pt x="307882" y="257398"/>
                  </a:lnTo>
                  <a:lnTo>
                    <a:pt x="310665" y="252904"/>
                  </a:lnTo>
                  <a:lnTo>
                    <a:pt x="313303" y="248324"/>
                  </a:lnTo>
                  <a:lnTo>
                    <a:pt x="315796" y="243663"/>
                  </a:lnTo>
                  <a:lnTo>
                    <a:pt x="318140" y="238926"/>
                  </a:lnTo>
                  <a:lnTo>
                    <a:pt x="320333" y="234117"/>
                  </a:lnTo>
                  <a:lnTo>
                    <a:pt x="322374" y="229241"/>
                  </a:lnTo>
                  <a:lnTo>
                    <a:pt x="324258" y="224303"/>
                  </a:lnTo>
                  <a:lnTo>
                    <a:pt x="325986" y="219307"/>
                  </a:lnTo>
                  <a:lnTo>
                    <a:pt x="327555" y="214260"/>
                  </a:lnTo>
                  <a:lnTo>
                    <a:pt x="328964" y="209166"/>
                  </a:lnTo>
                  <a:lnTo>
                    <a:pt x="330211" y="204029"/>
                  </a:lnTo>
                  <a:lnTo>
                    <a:pt x="331295" y="198856"/>
                  </a:lnTo>
                  <a:lnTo>
                    <a:pt x="332214" y="193651"/>
                  </a:lnTo>
                  <a:lnTo>
                    <a:pt x="332969" y="188419"/>
                  </a:lnTo>
                  <a:lnTo>
                    <a:pt x="333558" y="183167"/>
                  </a:lnTo>
                  <a:lnTo>
                    <a:pt x="333981" y="177898"/>
                  </a:lnTo>
                  <a:lnTo>
                    <a:pt x="334237" y="172619"/>
                  </a:lnTo>
                  <a:lnTo>
                    <a:pt x="334326" y="167334"/>
                  </a:lnTo>
                  <a:lnTo>
                    <a:pt x="334247" y="162049"/>
                  </a:lnTo>
                  <a:lnTo>
                    <a:pt x="334002" y="156769"/>
                  </a:lnTo>
                  <a:lnTo>
                    <a:pt x="333590" y="151499"/>
                  </a:lnTo>
                  <a:lnTo>
                    <a:pt x="333011" y="146245"/>
                  </a:lnTo>
                  <a:lnTo>
                    <a:pt x="332267" y="141012"/>
                  </a:lnTo>
                  <a:lnTo>
                    <a:pt x="331358" y="135806"/>
                  </a:lnTo>
                  <a:lnTo>
                    <a:pt x="330284" y="130630"/>
                  </a:lnTo>
                  <a:lnTo>
                    <a:pt x="329047" y="125491"/>
                  </a:lnTo>
                  <a:lnTo>
                    <a:pt x="327649" y="120394"/>
                  </a:lnTo>
                  <a:lnTo>
                    <a:pt x="326090" y="115343"/>
                  </a:lnTo>
                  <a:lnTo>
                    <a:pt x="324372" y="110345"/>
                  </a:lnTo>
                  <a:lnTo>
                    <a:pt x="322497" y="105403"/>
                  </a:lnTo>
                  <a:lnTo>
                    <a:pt x="320467" y="100523"/>
                  </a:lnTo>
                  <a:lnTo>
                    <a:pt x="318283" y="95709"/>
                  </a:lnTo>
                  <a:lnTo>
                    <a:pt x="315949" y="90967"/>
                  </a:lnTo>
                  <a:lnTo>
                    <a:pt x="313465" y="86301"/>
                  </a:lnTo>
                  <a:lnTo>
                    <a:pt x="310835" y="81716"/>
                  </a:lnTo>
                  <a:lnTo>
                    <a:pt x="308062" y="77217"/>
                  </a:lnTo>
                  <a:lnTo>
                    <a:pt x="305148" y="72807"/>
                  </a:lnTo>
                  <a:lnTo>
                    <a:pt x="302096" y="68492"/>
                  </a:lnTo>
                  <a:lnTo>
                    <a:pt x="298909" y="64275"/>
                  </a:lnTo>
                  <a:lnTo>
                    <a:pt x="295590" y="60161"/>
                  </a:lnTo>
                  <a:lnTo>
                    <a:pt x="292143" y="56154"/>
                  </a:lnTo>
                  <a:lnTo>
                    <a:pt x="288571" y="52258"/>
                  </a:lnTo>
                  <a:lnTo>
                    <a:pt x="284877" y="48477"/>
                  </a:lnTo>
                  <a:lnTo>
                    <a:pt x="281066" y="44815"/>
                  </a:lnTo>
                  <a:lnTo>
                    <a:pt x="277141" y="41275"/>
                  </a:lnTo>
                  <a:lnTo>
                    <a:pt x="273106" y="37861"/>
                  </a:lnTo>
                  <a:lnTo>
                    <a:pt x="268965" y="34576"/>
                  </a:lnTo>
                  <a:lnTo>
                    <a:pt x="264722" y="31424"/>
                  </a:lnTo>
                  <a:lnTo>
                    <a:pt x="260382" y="28407"/>
                  </a:lnTo>
                  <a:lnTo>
                    <a:pt x="255948" y="25529"/>
                  </a:lnTo>
                  <a:lnTo>
                    <a:pt x="251426" y="22793"/>
                  </a:lnTo>
                  <a:lnTo>
                    <a:pt x="246820" y="20201"/>
                  </a:lnTo>
                  <a:lnTo>
                    <a:pt x="242134" y="17756"/>
                  </a:lnTo>
                  <a:lnTo>
                    <a:pt x="237372" y="1546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8032"/>
              <a:ext cx="70214" cy="151706"/>
            </a:xfrm>
            <a:custGeom>
              <a:avLst/>
              <a:pathLst>
                <a:path w="70214" h="151706">
                  <a:moveTo>
                    <a:pt x="70214" y="0"/>
                  </a:moveTo>
                  <a:lnTo>
                    <a:pt x="0" y="151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70214" cy="167167"/>
            </a:xfrm>
            <a:custGeom>
              <a:avLst/>
              <a:pathLst>
                <a:path w="70214" h="167167">
                  <a:moveTo>
                    <a:pt x="70214" y="15460"/>
                  </a:moveTo>
                  <a:lnTo>
                    <a:pt x="64689" y="13023"/>
                  </a:lnTo>
                  <a:lnTo>
                    <a:pt x="59080" y="10788"/>
                  </a:lnTo>
                  <a:lnTo>
                    <a:pt x="53394" y="8756"/>
                  </a:lnTo>
                  <a:lnTo>
                    <a:pt x="47638" y="6931"/>
                  </a:lnTo>
                  <a:lnTo>
                    <a:pt x="41820" y="5315"/>
                  </a:lnTo>
                  <a:lnTo>
                    <a:pt x="35948" y="3910"/>
                  </a:lnTo>
                  <a:lnTo>
                    <a:pt x="30028" y="2719"/>
                  </a:lnTo>
                  <a:lnTo>
                    <a:pt x="24070" y="1741"/>
                  </a:lnTo>
                  <a:lnTo>
                    <a:pt x="18080" y="980"/>
                  </a:lnTo>
                  <a:lnTo>
                    <a:pt x="12066" y="436"/>
                  </a:lnTo>
                  <a:lnTo>
                    <a:pt x="603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1" y="1071028"/>
              <a:ext cx="332940" cy="334327"/>
            </a:xfrm>
            <a:custGeom>
              <a:avLst/>
              <a:pathLst>
                <a:path w="332940" h="334327">
                  <a:moveTo>
                    <a:pt x="167157" y="0"/>
                  </a:moveTo>
                  <a:lnTo>
                    <a:pt x="161836" y="84"/>
                  </a:lnTo>
                  <a:lnTo>
                    <a:pt x="156522" y="338"/>
                  </a:lnTo>
                  <a:lnTo>
                    <a:pt x="151218" y="761"/>
                  </a:lnTo>
                  <a:lnTo>
                    <a:pt x="145930" y="1353"/>
                  </a:lnTo>
                  <a:lnTo>
                    <a:pt x="140663" y="2112"/>
                  </a:lnTo>
                  <a:lnTo>
                    <a:pt x="135424" y="3039"/>
                  </a:lnTo>
                  <a:lnTo>
                    <a:pt x="130217" y="4132"/>
                  </a:lnTo>
                  <a:lnTo>
                    <a:pt x="125047" y="5390"/>
                  </a:lnTo>
                  <a:lnTo>
                    <a:pt x="119919" y="6812"/>
                  </a:lnTo>
                  <a:lnTo>
                    <a:pt x="114840" y="8397"/>
                  </a:lnTo>
                  <a:lnTo>
                    <a:pt x="109814" y="10142"/>
                  </a:lnTo>
                  <a:lnTo>
                    <a:pt x="104845" y="12047"/>
                  </a:lnTo>
                  <a:lnTo>
                    <a:pt x="99940" y="14109"/>
                  </a:lnTo>
                  <a:lnTo>
                    <a:pt x="95103" y="16325"/>
                  </a:lnTo>
                  <a:lnTo>
                    <a:pt x="90339" y="18695"/>
                  </a:lnTo>
                  <a:lnTo>
                    <a:pt x="85653" y="21215"/>
                  </a:lnTo>
                  <a:lnTo>
                    <a:pt x="81049" y="23883"/>
                  </a:lnTo>
                  <a:lnTo>
                    <a:pt x="76532" y="26696"/>
                  </a:lnTo>
                  <a:lnTo>
                    <a:pt x="72108" y="29651"/>
                  </a:lnTo>
                  <a:lnTo>
                    <a:pt x="67779" y="32746"/>
                  </a:lnTo>
                  <a:lnTo>
                    <a:pt x="63552" y="35976"/>
                  </a:lnTo>
                  <a:lnTo>
                    <a:pt x="59429" y="39340"/>
                  </a:lnTo>
                  <a:lnTo>
                    <a:pt x="55415" y="42833"/>
                  </a:lnTo>
                  <a:lnTo>
                    <a:pt x="51515" y="46453"/>
                  </a:lnTo>
                  <a:lnTo>
                    <a:pt x="47732" y="50194"/>
                  </a:lnTo>
                  <a:lnTo>
                    <a:pt x="44070" y="54054"/>
                  </a:lnTo>
                  <a:lnTo>
                    <a:pt x="40532" y="58029"/>
                  </a:lnTo>
                  <a:lnTo>
                    <a:pt x="37123" y="62114"/>
                  </a:lnTo>
                  <a:lnTo>
                    <a:pt x="33845" y="66305"/>
                  </a:lnTo>
                  <a:lnTo>
                    <a:pt x="30703" y="70599"/>
                  </a:lnTo>
                  <a:lnTo>
                    <a:pt x="27699" y="74991"/>
                  </a:lnTo>
                  <a:lnTo>
                    <a:pt x="24836" y="79476"/>
                  </a:lnTo>
                  <a:lnTo>
                    <a:pt x="22117" y="84050"/>
                  </a:lnTo>
                  <a:lnTo>
                    <a:pt x="19545" y="88708"/>
                  </a:lnTo>
                  <a:lnTo>
                    <a:pt x="17123" y="93445"/>
                  </a:lnTo>
                  <a:lnTo>
                    <a:pt x="14853" y="98257"/>
                  </a:lnTo>
                  <a:lnTo>
                    <a:pt x="12737" y="103139"/>
                  </a:lnTo>
                  <a:lnTo>
                    <a:pt x="10778" y="108086"/>
                  </a:lnTo>
                  <a:lnTo>
                    <a:pt x="8976" y="113093"/>
                  </a:lnTo>
                  <a:lnTo>
                    <a:pt x="7336" y="118155"/>
                  </a:lnTo>
                  <a:lnTo>
                    <a:pt x="5857" y="123266"/>
                  </a:lnTo>
                  <a:lnTo>
                    <a:pt x="4541" y="128422"/>
                  </a:lnTo>
                  <a:lnTo>
                    <a:pt x="3391" y="133617"/>
                  </a:lnTo>
                  <a:lnTo>
                    <a:pt x="2406" y="138845"/>
                  </a:lnTo>
                  <a:lnTo>
                    <a:pt x="1588" y="144103"/>
                  </a:lnTo>
                  <a:lnTo>
                    <a:pt x="938" y="149384"/>
                  </a:lnTo>
                  <a:lnTo>
                    <a:pt x="456" y="154683"/>
                  </a:lnTo>
                  <a:lnTo>
                    <a:pt x="143" y="159995"/>
                  </a:lnTo>
                  <a:lnTo>
                    <a:pt x="0" y="165314"/>
                  </a:lnTo>
                  <a:lnTo>
                    <a:pt x="25" y="170634"/>
                  </a:lnTo>
                  <a:lnTo>
                    <a:pt x="220" y="175952"/>
                  </a:lnTo>
                  <a:lnTo>
                    <a:pt x="584" y="181260"/>
                  </a:lnTo>
                  <a:lnTo>
                    <a:pt x="1117" y="186554"/>
                  </a:lnTo>
                  <a:lnTo>
                    <a:pt x="1818" y="191829"/>
                  </a:lnTo>
                  <a:lnTo>
                    <a:pt x="2687" y="197078"/>
                  </a:lnTo>
                  <a:lnTo>
                    <a:pt x="3722" y="202297"/>
                  </a:lnTo>
                  <a:lnTo>
                    <a:pt x="4923" y="207481"/>
                  </a:lnTo>
                  <a:lnTo>
                    <a:pt x="6288" y="212624"/>
                  </a:lnTo>
                  <a:lnTo>
                    <a:pt x="7816" y="217720"/>
                  </a:lnTo>
                  <a:lnTo>
                    <a:pt x="9506" y="222766"/>
                  </a:lnTo>
                  <a:lnTo>
                    <a:pt x="11355" y="227755"/>
                  </a:lnTo>
                  <a:lnTo>
                    <a:pt x="13362" y="232683"/>
                  </a:lnTo>
                  <a:lnTo>
                    <a:pt x="15525" y="237544"/>
                  </a:lnTo>
                  <a:lnTo>
                    <a:pt x="17842" y="242334"/>
                  </a:lnTo>
                  <a:lnTo>
                    <a:pt x="20310" y="247048"/>
                  </a:lnTo>
                  <a:lnTo>
                    <a:pt x="22926" y="251681"/>
                  </a:lnTo>
                  <a:lnTo>
                    <a:pt x="25689" y="256228"/>
                  </a:lnTo>
                  <a:lnTo>
                    <a:pt x="28595" y="260685"/>
                  </a:lnTo>
                  <a:lnTo>
                    <a:pt x="31642" y="265048"/>
                  </a:lnTo>
                  <a:lnTo>
                    <a:pt x="34826" y="269311"/>
                  </a:lnTo>
                  <a:lnTo>
                    <a:pt x="38143" y="273471"/>
                  </a:lnTo>
                  <a:lnTo>
                    <a:pt x="41592" y="277523"/>
                  </a:lnTo>
                  <a:lnTo>
                    <a:pt x="45168" y="281463"/>
                  </a:lnTo>
                  <a:lnTo>
                    <a:pt x="48867" y="285288"/>
                  </a:lnTo>
                  <a:lnTo>
                    <a:pt x="52686" y="288992"/>
                  </a:lnTo>
                  <a:lnTo>
                    <a:pt x="56621" y="292574"/>
                  </a:lnTo>
                  <a:lnTo>
                    <a:pt x="60668" y="296028"/>
                  </a:lnTo>
                  <a:lnTo>
                    <a:pt x="64823" y="299352"/>
                  </a:lnTo>
                  <a:lnTo>
                    <a:pt x="69082" y="302542"/>
                  </a:lnTo>
                  <a:lnTo>
                    <a:pt x="73440" y="305594"/>
                  </a:lnTo>
                  <a:lnTo>
                    <a:pt x="77893" y="308507"/>
                  </a:lnTo>
                  <a:lnTo>
                    <a:pt x="82436" y="311276"/>
                  </a:lnTo>
                  <a:lnTo>
                    <a:pt x="87066" y="313899"/>
                  </a:lnTo>
                  <a:lnTo>
                    <a:pt x="91776" y="316374"/>
                  </a:lnTo>
                  <a:lnTo>
                    <a:pt x="96563" y="318697"/>
                  </a:lnTo>
                  <a:lnTo>
                    <a:pt x="101421" y="320867"/>
                  </a:lnTo>
                  <a:lnTo>
                    <a:pt x="106346" y="322881"/>
                  </a:lnTo>
                  <a:lnTo>
                    <a:pt x="111332" y="324738"/>
                  </a:lnTo>
                  <a:lnTo>
                    <a:pt x="116376" y="326435"/>
                  </a:lnTo>
                  <a:lnTo>
                    <a:pt x="121470" y="327970"/>
                  </a:lnTo>
                  <a:lnTo>
                    <a:pt x="126611" y="329343"/>
                  </a:lnTo>
                  <a:lnTo>
                    <a:pt x="131793" y="330551"/>
                  </a:lnTo>
                  <a:lnTo>
                    <a:pt x="137010" y="331594"/>
                  </a:lnTo>
                  <a:lnTo>
                    <a:pt x="142259" y="332470"/>
                  </a:lnTo>
                  <a:lnTo>
                    <a:pt x="147532" y="333178"/>
                  </a:lnTo>
                  <a:lnTo>
                    <a:pt x="152825" y="333719"/>
                  </a:lnTo>
                  <a:lnTo>
                    <a:pt x="158133" y="334091"/>
                  </a:lnTo>
                  <a:lnTo>
                    <a:pt x="163450" y="334293"/>
                  </a:lnTo>
                  <a:lnTo>
                    <a:pt x="168771" y="334327"/>
                  </a:lnTo>
                  <a:lnTo>
                    <a:pt x="174090" y="334191"/>
                  </a:lnTo>
                  <a:lnTo>
                    <a:pt x="179402" y="333885"/>
                  </a:lnTo>
                  <a:lnTo>
                    <a:pt x="184702" y="333411"/>
                  </a:lnTo>
                  <a:lnTo>
                    <a:pt x="189984" y="332769"/>
                  </a:lnTo>
                  <a:lnTo>
                    <a:pt x="195242" y="331958"/>
                  </a:lnTo>
                  <a:lnTo>
                    <a:pt x="200473" y="330981"/>
                  </a:lnTo>
                  <a:lnTo>
                    <a:pt x="205669" y="329838"/>
                  </a:lnTo>
                  <a:lnTo>
                    <a:pt x="210827" y="328529"/>
                  </a:lnTo>
                  <a:lnTo>
                    <a:pt x="215940" y="327058"/>
                  </a:lnTo>
                  <a:lnTo>
                    <a:pt x="221004" y="325424"/>
                  </a:lnTo>
                  <a:lnTo>
                    <a:pt x="226013" y="323630"/>
                  </a:lnTo>
                  <a:lnTo>
                    <a:pt x="230963" y="321678"/>
                  </a:lnTo>
                  <a:lnTo>
                    <a:pt x="235848" y="319569"/>
                  </a:lnTo>
                  <a:lnTo>
                    <a:pt x="240664" y="317306"/>
                  </a:lnTo>
                  <a:lnTo>
                    <a:pt x="245405" y="314890"/>
                  </a:lnTo>
                  <a:lnTo>
                    <a:pt x="250066" y="312325"/>
                  </a:lnTo>
                  <a:lnTo>
                    <a:pt x="254644" y="309613"/>
                  </a:lnTo>
                  <a:lnTo>
                    <a:pt x="259133" y="306757"/>
                  </a:lnTo>
                  <a:lnTo>
                    <a:pt x="263529" y="303759"/>
                  </a:lnTo>
                  <a:lnTo>
                    <a:pt x="267827" y="300622"/>
                  </a:lnTo>
                  <a:lnTo>
                    <a:pt x="272024" y="297351"/>
                  </a:lnTo>
                  <a:lnTo>
                    <a:pt x="276114" y="293948"/>
                  </a:lnTo>
                  <a:lnTo>
                    <a:pt x="280093" y="290416"/>
                  </a:lnTo>
                  <a:lnTo>
                    <a:pt x="283959" y="286759"/>
                  </a:lnTo>
                  <a:lnTo>
                    <a:pt x="287705" y="282981"/>
                  </a:lnTo>
                  <a:lnTo>
                    <a:pt x="291330" y="279086"/>
                  </a:lnTo>
                  <a:lnTo>
                    <a:pt x="294829" y="275077"/>
                  </a:lnTo>
                  <a:lnTo>
                    <a:pt x="298199" y="270960"/>
                  </a:lnTo>
                  <a:lnTo>
                    <a:pt x="301436" y="266736"/>
                  </a:lnTo>
                  <a:lnTo>
                    <a:pt x="304537" y="262413"/>
                  </a:lnTo>
                  <a:lnTo>
                    <a:pt x="307498" y="257992"/>
                  </a:lnTo>
                  <a:lnTo>
                    <a:pt x="310318" y="253480"/>
                  </a:lnTo>
                  <a:lnTo>
                    <a:pt x="312992" y="248880"/>
                  </a:lnTo>
                  <a:lnTo>
                    <a:pt x="315519" y="244197"/>
                  </a:lnTo>
                  <a:lnTo>
                    <a:pt x="317895" y="239436"/>
                  </a:lnTo>
                  <a:lnTo>
                    <a:pt x="320119" y="234603"/>
                  </a:lnTo>
                  <a:lnTo>
                    <a:pt x="322187" y="229700"/>
                  </a:lnTo>
                  <a:lnTo>
                    <a:pt x="324099" y="224735"/>
                  </a:lnTo>
                  <a:lnTo>
                    <a:pt x="325852" y="219711"/>
                  </a:lnTo>
                  <a:lnTo>
                    <a:pt x="327444" y="214634"/>
                  </a:lnTo>
                  <a:lnTo>
                    <a:pt x="328873" y="209508"/>
                  </a:lnTo>
                  <a:lnTo>
                    <a:pt x="330139" y="204340"/>
                  </a:lnTo>
                  <a:lnTo>
                    <a:pt x="331239" y="199134"/>
                  </a:lnTo>
                  <a:lnTo>
                    <a:pt x="332173" y="193896"/>
                  </a:lnTo>
                  <a:lnTo>
                    <a:pt x="332940" y="18863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5783" cy="21464"/>
            </a:xfrm>
            <a:custGeom>
              <a:avLst/>
              <a:pathLst>
                <a:path w="165783" h="21464">
                  <a:moveTo>
                    <a:pt x="165783" y="214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5874" cy="21464"/>
            </a:xfrm>
            <a:custGeom>
              <a:avLst/>
              <a:pathLst>
                <a:path w="165874" h="21464">
                  <a:moveTo>
                    <a:pt x="165783" y="21464"/>
                  </a:moveTo>
                  <a:lnTo>
                    <a:pt x="165874" y="20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7164" cy="187919"/>
            </a:xfrm>
            <a:custGeom>
              <a:avLst/>
              <a:pathLst>
                <a:path w="167164" h="187919">
                  <a:moveTo>
                    <a:pt x="165874" y="187919"/>
                  </a:moveTo>
                  <a:lnTo>
                    <a:pt x="166462" y="182502"/>
                  </a:lnTo>
                  <a:lnTo>
                    <a:pt x="166874" y="177067"/>
                  </a:lnTo>
                  <a:lnTo>
                    <a:pt x="167108" y="171623"/>
                  </a:lnTo>
                  <a:lnTo>
                    <a:pt x="167164" y="166174"/>
                  </a:lnTo>
                  <a:lnTo>
                    <a:pt x="167043" y="160725"/>
                  </a:lnTo>
                  <a:lnTo>
                    <a:pt x="166744" y="155284"/>
                  </a:lnTo>
                  <a:lnTo>
                    <a:pt x="166268" y="149855"/>
                  </a:lnTo>
                  <a:lnTo>
                    <a:pt x="165615" y="144445"/>
                  </a:lnTo>
                  <a:lnTo>
                    <a:pt x="164787" y="139058"/>
                  </a:lnTo>
                  <a:lnTo>
                    <a:pt x="163783" y="133702"/>
                  </a:lnTo>
                  <a:lnTo>
                    <a:pt x="162605" y="128381"/>
                  </a:lnTo>
                  <a:lnTo>
                    <a:pt x="161255" y="123102"/>
                  </a:lnTo>
                  <a:lnTo>
                    <a:pt x="159733" y="117869"/>
                  </a:lnTo>
                  <a:lnTo>
                    <a:pt x="158041" y="112689"/>
                  </a:lnTo>
                  <a:lnTo>
                    <a:pt x="156181" y="107566"/>
                  </a:lnTo>
                  <a:lnTo>
                    <a:pt x="154155" y="102507"/>
                  </a:lnTo>
                  <a:lnTo>
                    <a:pt x="151966" y="97517"/>
                  </a:lnTo>
                  <a:lnTo>
                    <a:pt x="149615" y="92600"/>
                  </a:lnTo>
                  <a:lnTo>
                    <a:pt x="147105" y="87763"/>
                  </a:lnTo>
                  <a:lnTo>
                    <a:pt x="144438" y="83010"/>
                  </a:lnTo>
                  <a:lnTo>
                    <a:pt x="141619" y="78347"/>
                  </a:lnTo>
                  <a:lnTo>
                    <a:pt x="138648" y="73778"/>
                  </a:lnTo>
                  <a:lnTo>
                    <a:pt x="135531" y="69308"/>
                  </a:lnTo>
                  <a:lnTo>
                    <a:pt x="132269" y="64943"/>
                  </a:lnTo>
                  <a:lnTo>
                    <a:pt x="128866" y="60686"/>
                  </a:lnTo>
                  <a:lnTo>
                    <a:pt x="125327" y="56542"/>
                  </a:lnTo>
                  <a:lnTo>
                    <a:pt x="121655" y="52515"/>
                  </a:lnTo>
                  <a:lnTo>
                    <a:pt x="117853" y="48611"/>
                  </a:lnTo>
                  <a:lnTo>
                    <a:pt x="113926" y="44833"/>
                  </a:lnTo>
                  <a:lnTo>
                    <a:pt x="109878" y="41184"/>
                  </a:lnTo>
                  <a:lnTo>
                    <a:pt x="105713" y="37669"/>
                  </a:lnTo>
                  <a:lnTo>
                    <a:pt x="101436" y="34293"/>
                  </a:lnTo>
                  <a:lnTo>
                    <a:pt x="97051" y="31057"/>
                  </a:lnTo>
                  <a:lnTo>
                    <a:pt x="92563" y="27966"/>
                  </a:lnTo>
                  <a:lnTo>
                    <a:pt x="87976" y="25023"/>
                  </a:lnTo>
                  <a:lnTo>
                    <a:pt x="83296" y="22230"/>
                  </a:lnTo>
                  <a:lnTo>
                    <a:pt x="78528" y="19592"/>
                  </a:lnTo>
                  <a:lnTo>
                    <a:pt x="73676" y="17111"/>
                  </a:lnTo>
                  <a:lnTo>
                    <a:pt x="68746" y="14789"/>
                  </a:lnTo>
                  <a:lnTo>
                    <a:pt x="63742" y="12629"/>
                  </a:lnTo>
                  <a:lnTo>
                    <a:pt x="58671" y="10634"/>
                  </a:lnTo>
                  <a:lnTo>
                    <a:pt x="53538" y="8805"/>
                  </a:lnTo>
                  <a:lnTo>
                    <a:pt x="48347" y="7144"/>
                  </a:lnTo>
                  <a:lnTo>
                    <a:pt x="43106" y="5653"/>
                  </a:lnTo>
                  <a:lnTo>
                    <a:pt x="37818" y="4334"/>
                  </a:lnTo>
                  <a:lnTo>
                    <a:pt x="32490" y="3187"/>
                  </a:lnTo>
                  <a:lnTo>
                    <a:pt x="27128" y="2215"/>
                  </a:lnTo>
                  <a:lnTo>
                    <a:pt x="21737" y="1419"/>
                  </a:lnTo>
                  <a:lnTo>
                    <a:pt x="16323" y="798"/>
                  </a:lnTo>
                  <a:lnTo>
                    <a:pt x="10891" y="355"/>
                  </a:lnTo>
                  <a:lnTo>
                    <a:pt x="544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1841" y="941493"/>
              <a:ext cx="121702" cy="167167"/>
            </a:xfrm>
            <a:custGeom>
              <a:avLst/>
              <a:pathLst>
                <a:path w="121702" h="167167">
                  <a:moveTo>
                    <a:pt x="121702" y="0"/>
                  </a:moveTo>
                  <a:lnTo>
                    <a:pt x="116023" y="96"/>
                  </a:lnTo>
                  <a:lnTo>
                    <a:pt x="110351" y="385"/>
                  </a:lnTo>
                  <a:lnTo>
                    <a:pt x="104692" y="867"/>
                  </a:lnTo>
                  <a:lnTo>
                    <a:pt x="99053" y="1541"/>
                  </a:lnTo>
                  <a:lnTo>
                    <a:pt x="93439" y="2406"/>
                  </a:lnTo>
                  <a:lnTo>
                    <a:pt x="87859" y="3461"/>
                  </a:lnTo>
                  <a:lnTo>
                    <a:pt x="82317" y="4705"/>
                  </a:lnTo>
                  <a:lnTo>
                    <a:pt x="76821" y="6137"/>
                  </a:lnTo>
                  <a:lnTo>
                    <a:pt x="71377" y="7755"/>
                  </a:lnTo>
                  <a:lnTo>
                    <a:pt x="65991" y="9556"/>
                  </a:lnTo>
                  <a:lnTo>
                    <a:pt x="60669" y="11540"/>
                  </a:lnTo>
                  <a:lnTo>
                    <a:pt x="55417" y="13703"/>
                  </a:lnTo>
                  <a:lnTo>
                    <a:pt x="50242" y="16043"/>
                  </a:lnTo>
                  <a:lnTo>
                    <a:pt x="45150" y="18558"/>
                  </a:lnTo>
                  <a:lnTo>
                    <a:pt x="40146" y="21244"/>
                  </a:lnTo>
                  <a:lnTo>
                    <a:pt x="35236" y="24099"/>
                  </a:lnTo>
                  <a:lnTo>
                    <a:pt x="30426" y="27119"/>
                  </a:lnTo>
                  <a:lnTo>
                    <a:pt x="25721" y="30300"/>
                  </a:lnTo>
                  <a:lnTo>
                    <a:pt x="21127" y="33640"/>
                  </a:lnTo>
                  <a:lnTo>
                    <a:pt x="16649" y="37133"/>
                  </a:lnTo>
                  <a:lnTo>
                    <a:pt x="12292" y="40777"/>
                  </a:lnTo>
                  <a:lnTo>
                    <a:pt x="8062" y="44566"/>
                  </a:lnTo>
                  <a:lnTo>
                    <a:pt x="3963" y="48498"/>
                  </a:lnTo>
                  <a:lnTo>
                    <a:pt x="0" y="52566"/>
                  </a:lnTo>
                  <a:lnTo>
                    <a:pt x="1217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1841" y="994059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78" y="967225"/>
              <a:ext cx="334331" cy="308582"/>
            </a:xfrm>
            <a:custGeom>
              <a:avLst/>
              <a:pathLst>
                <a:path w="334331" h="308582">
                  <a:moveTo>
                    <a:pt x="45463" y="26834"/>
                  </a:moveTo>
                  <a:lnTo>
                    <a:pt x="41898" y="30742"/>
                  </a:lnTo>
                  <a:lnTo>
                    <a:pt x="38458" y="34762"/>
                  </a:lnTo>
                  <a:lnTo>
                    <a:pt x="35147" y="38888"/>
                  </a:lnTo>
                  <a:lnTo>
                    <a:pt x="31968" y="43117"/>
                  </a:lnTo>
                  <a:lnTo>
                    <a:pt x="28924" y="47444"/>
                  </a:lnTo>
                  <a:lnTo>
                    <a:pt x="26019" y="51865"/>
                  </a:lnTo>
                  <a:lnTo>
                    <a:pt x="23256" y="56377"/>
                  </a:lnTo>
                  <a:lnTo>
                    <a:pt x="20636" y="60973"/>
                  </a:lnTo>
                  <a:lnTo>
                    <a:pt x="18164" y="65650"/>
                  </a:lnTo>
                  <a:lnTo>
                    <a:pt x="15840" y="70403"/>
                  </a:lnTo>
                  <a:lnTo>
                    <a:pt x="13668" y="75227"/>
                  </a:lnTo>
                  <a:lnTo>
                    <a:pt x="11650" y="80117"/>
                  </a:lnTo>
                  <a:lnTo>
                    <a:pt x="9788" y="85069"/>
                  </a:lnTo>
                  <a:lnTo>
                    <a:pt x="8083" y="90077"/>
                  </a:lnTo>
                  <a:lnTo>
                    <a:pt x="6537" y="95137"/>
                  </a:lnTo>
                  <a:lnTo>
                    <a:pt x="5153" y="100242"/>
                  </a:lnTo>
                  <a:lnTo>
                    <a:pt x="3930" y="105390"/>
                  </a:lnTo>
                  <a:lnTo>
                    <a:pt x="2872" y="110573"/>
                  </a:lnTo>
                  <a:lnTo>
                    <a:pt x="1977" y="115787"/>
                  </a:lnTo>
                  <a:lnTo>
                    <a:pt x="1248" y="121027"/>
                  </a:lnTo>
                  <a:lnTo>
                    <a:pt x="686" y="126288"/>
                  </a:lnTo>
                  <a:lnTo>
                    <a:pt x="290" y="131563"/>
                  </a:lnTo>
                  <a:lnTo>
                    <a:pt x="61" y="136849"/>
                  </a:lnTo>
                  <a:lnTo>
                    <a:pt x="0" y="142139"/>
                  </a:lnTo>
                  <a:lnTo>
                    <a:pt x="105" y="147428"/>
                  </a:lnTo>
                  <a:lnTo>
                    <a:pt x="379" y="152711"/>
                  </a:lnTo>
                  <a:lnTo>
                    <a:pt x="819" y="157983"/>
                  </a:lnTo>
                  <a:lnTo>
                    <a:pt x="1426" y="163239"/>
                  </a:lnTo>
                  <a:lnTo>
                    <a:pt x="2199" y="168472"/>
                  </a:lnTo>
                  <a:lnTo>
                    <a:pt x="3137" y="173679"/>
                  </a:lnTo>
                  <a:lnTo>
                    <a:pt x="4240" y="178853"/>
                  </a:lnTo>
                  <a:lnTo>
                    <a:pt x="5505" y="183990"/>
                  </a:lnTo>
                  <a:lnTo>
                    <a:pt x="6933" y="189084"/>
                  </a:lnTo>
                  <a:lnTo>
                    <a:pt x="8521" y="194130"/>
                  </a:lnTo>
                  <a:lnTo>
                    <a:pt x="10268" y="199124"/>
                  </a:lnTo>
                  <a:lnTo>
                    <a:pt x="12172" y="204060"/>
                  </a:lnTo>
                  <a:lnTo>
                    <a:pt x="14231" y="208933"/>
                  </a:lnTo>
                  <a:lnTo>
                    <a:pt x="16443" y="213739"/>
                  </a:lnTo>
                  <a:lnTo>
                    <a:pt x="18807" y="218472"/>
                  </a:lnTo>
                  <a:lnTo>
                    <a:pt x="21319" y="223128"/>
                  </a:lnTo>
                  <a:lnTo>
                    <a:pt x="23977" y="227702"/>
                  </a:lnTo>
                  <a:lnTo>
                    <a:pt x="26778" y="232190"/>
                  </a:lnTo>
                  <a:lnTo>
                    <a:pt x="29720" y="236586"/>
                  </a:lnTo>
                  <a:lnTo>
                    <a:pt x="32800" y="240888"/>
                  </a:lnTo>
                  <a:lnTo>
                    <a:pt x="36014" y="245090"/>
                  </a:lnTo>
                  <a:lnTo>
                    <a:pt x="39360" y="249188"/>
                  </a:lnTo>
                  <a:lnTo>
                    <a:pt x="42834" y="253178"/>
                  </a:lnTo>
                  <a:lnTo>
                    <a:pt x="46432" y="257057"/>
                  </a:lnTo>
                  <a:lnTo>
                    <a:pt x="50151" y="260819"/>
                  </a:lnTo>
                  <a:lnTo>
                    <a:pt x="53987" y="264462"/>
                  </a:lnTo>
                  <a:lnTo>
                    <a:pt x="57937" y="267982"/>
                  </a:lnTo>
                  <a:lnTo>
                    <a:pt x="61996" y="271375"/>
                  </a:lnTo>
                  <a:lnTo>
                    <a:pt x="66160" y="274638"/>
                  </a:lnTo>
                  <a:lnTo>
                    <a:pt x="70426" y="277767"/>
                  </a:lnTo>
                  <a:lnTo>
                    <a:pt x="74788" y="280760"/>
                  </a:lnTo>
                  <a:lnTo>
                    <a:pt x="79243" y="283613"/>
                  </a:lnTo>
                  <a:lnTo>
                    <a:pt x="83786" y="286324"/>
                  </a:lnTo>
                  <a:lnTo>
                    <a:pt x="88413" y="288890"/>
                  </a:lnTo>
                  <a:lnTo>
                    <a:pt x="93118" y="291308"/>
                  </a:lnTo>
                  <a:lnTo>
                    <a:pt x="97898" y="293576"/>
                  </a:lnTo>
                  <a:lnTo>
                    <a:pt x="102747" y="295692"/>
                  </a:lnTo>
                  <a:lnTo>
                    <a:pt x="107660" y="297653"/>
                  </a:lnTo>
                  <a:lnTo>
                    <a:pt x="112633" y="299458"/>
                  </a:lnTo>
                  <a:lnTo>
                    <a:pt x="117661" y="301104"/>
                  </a:lnTo>
                  <a:lnTo>
                    <a:pt x="122738" y="302591"/>
                  </a:lnTo>
                  <a:lnTo>
                    <a:pt x="127860" y="303916"/>
                  </a:lnTo>
                  <a:lnTo>
                    <a:pt x="133021" y="305078"/>
                  </a:lnTo>
                  <a:lnTo>
                    <a:pt x="138216" y="306077"/>
                  </a:lnTo>
                  <a:lnTo>
                    <a:pt x="143440" y="306910"/>
                  </a:lnTo>
                  <a:lnTo>
                    <a:pt x="148689" y="307578"/>
                  </a:lnTo>
                  <a:lnTo>
                    <a:pt x="153955" y="308080"/>
                  </a:lnTo>
                  <a:lnTo>
                    <a:pt x="159235" y="308414"/>
                  </a:lnTo>
                  <a:lnTo>
                    <a:pt x="164523" y="308582"/>
                  </a:lnTo>
                  <a:lnTo>
                    <a:pt x="169813" y="308582"/>
                  </a:lnTo>
                  <a:lnTo>
                    <a:pt x="175101" y="308414"/>
                  </a:lnTo>
                  <a:lnTo>
                    <a:pt x="180380" y="308079"/>
                  </a:lnTo>
                  <a:lnTo>
                    <a:pt x="185647" y="307578"/>
                  </a:lnTo>
                  <a:lnTo>
                    <a:pt x="190895" y="306910"/>
                  </a:lnTo>
                  <a:lnTo>
                    <a:pt x="196119" y="306076"/>
                  </a:lnTo>
                  <a:lnTo>
                    <a:pt x="201315" y="305077"/>
                  </a:lnTo>
                  <a:lnTo>
                    <a:pt x="206476" y="303915"/>
                  </a:lnTo>
                  <a:lnTo>
                    <a:pt x="211597" y="302590"/>
                  </a:lnTo>
                  <a:lnTo>
                    <a:pt x="216675" y="301103"/>
                  </a:lnTo>
                  <a:lnTo>
                    <a:pt x="221702" y="299456"/>
                  </a:lnTo>
                  <a:lnTo>
                    <a:pt x="226675" y="297651"/>
                  </a:lnTo>
                  <a:lnTo>
                    <a:pt x="231589" y="295690"/>
                  </a:lnTo>
                  <a:lnTo>
                    <a:pt x="236437" y="293574"/>
                  </a:lnTo>
                  <a:lnTo>
                    <a:pt x="241217" y="291306"/>
                  </a:lnTo>
                  <a:lnTo>
                    <a:pt x="245922" y="288888"/>
                  </a:lnTo>
                  <a:lnTo>
                    <a:pt x="250549" y="286322"/>
                  </a:lnTo>
                  <a:lnTo>
                    <a:pt x="255092" y="283611"/>
                  </a:lnTo>
                  <a:lnTo>
                    <a:pt x="259546" y="280757"/>
                  </a:lnTo>
                  <a:lnTo>
                    <a:pt x="263909" y="277764"/>
                  </a:lnTo>
                  <a:lnTo>
                    <a:pt x="268174" y="274635"/>
                  </a:lnTo>
                  <a:lnTo>
                    <a:pt x="272339" y="271372"/>
                  </a:lnTo>
                  <a:lnTo>
                    <a:pt x="276398" y="267979"/>
                  </a:lnTo>
                  <a:lnTo>
                    <a:pt x="280347" y="264459"/>
                  </a:lnTo>
                  <a:lnTo>
                    <a:pt x="284183" y="260816"/>
                  </a:lnTo>
                  <a:lnTo>
                    <a:pt x="287902" y="257053"/>
                  </a:lnTo>
                  <a:lnTo>
                    <a:pt x="291500" y="253175"/>
                  </a:lnTo>
                  <a:lnTo>
                    <a:pt x="294974" y="249185"/>
                  </a:lnTo>
                  <a:lnTo>
                    <a:pt x="298319" y="245086"/>
                  </a:lnTo>
                  <a:lnTo>
                    <a:pt x="301534" y="240884"/>
                  </a:lnTo>
                  <a:lnTo>
                    <a:pt x="304613" y="236583"/>
                  </a:lnTo>
                  <a:lnTo>
                    <a:pt x="307555" y="232186"/>
                  </a:lnTo>
                  <a:lnTo>
                    <a:pt x="310356" y="227698"/>
                  </a:lnTo>
                  <a:lnTo>
                    <a:pt x="313014" y="223124"/>
                  </a:lnTo>
                  <a:lnTo>
                    <a:pt x="315526" y="218468"/>
                  </a:lnTo>
                  <a:lnTo>
                    <a:pt x="317890" y="213734"/>
                  </a:lnTo>
                  <a:lnTo>
                    <a:pt x="320102" y="208929"/>
                  </a:lnTo>
                  <a:lnTo>
                    <a:pt x="322161" y="204056"/>
                  </a:lnTo>
                  <a:lnTo>
                    <a:pt x="324065" y="199120"/>
                  </a:lnTo>
                  <a:lnTo>
                    <a:pt x="325812" y="194126"/>
                  </a:lnTo>
                  <a:lnTo>
                    <a:pt x="327400" y="189080"/>
                  </a:lnTo>
                  <a:lnTo>
                    <a:pt x="328827" y="183985"/>
                  </a:lnTo>
                  <a:lnTo>
                    <a:pt x="330092" y="178849"/>
                  </a:lnTo>
                  <a:lnTo>
                    <a:pt x="331195" y="173674"/>
                  </a:lnTo>
                  <a:lnTo>
                    <a:pt x="332133" y="168468"/>
                  </a:lnTo>
                  <a:lnTo>
                    <a:pt x="332905" y="163234"/>
                  </a:lnTo>
                  <a:lnTo>
                    <a:pt x="333512" y="157979"/>
                  </a:lnTo>
                  <a:lnTo>
                    <a:pt x="333952" y="152707"/>
                  </a:lnTo>
                  <a:lnTo>
                    <a:pt x="334226" y="147423"/>
                  </a:lnTo>
                  <a:lnTo>
                    <a:pt x="334331" y="142134"/>
                  </a:lnTo>
                  <a:lnTo>
                    <a:pt x="334270" y="136844"/>
                  </a:lnTo>
                  <a:lnTo>
                    <a:pt x="334041" y="131559"/>
                  </a:lnTo>
                  <a:lnTo>
                    <a:pt x="333645" y="126283"/>
                  </a:lnTo>
                  <a:lnTo>
                    <a:pt x="333082" y="121023"/>
                  </a:lnTo>
                  <a:lnTo>
                    <a:pt x="332353" y="115783"/>
                  </a:lnTo>
                  <a:lnTo>
                    <a:pt x="331459" y="110569"/>
                  </a:lnTo>
                  <a:lnTo>
                    <a:pt x="330400" y="105385"/>
                  </a:lnTo>
                  <a:lnTo>
                    <a:pt x="329177" y="100238"/>
                  </a:lnTo>
                  <a:lnTo>
                    <a:pt x="327792" y="95132"/>
                  </a:lnTo>
                  <a:lnTo>
                    <a:pt x="326247" y="90073"/>
                  </a:lnTo>
                  <a:lnTo>
                    <a:pt x="324542" y="85064"/>
                  </a:lnTo>
                  <a:lnTo>
                    <a:pt x="322679" y="80113"/>
                  </a:lnTo>
                  <a:lnTo>
                    <a:pt x="320661" y="75222"/>
                  </a:lnTo>
                  <a:lnTo>
                    <a:pt x="318489" y="70399"/>
                  </a:lnTo>
                  <a:lnTo>
                    <a:pt x="316165" y="65646"/>
                  </a:lnTo>
                  <a:lnTo>
                    <a:pt x="313692" y="60969"/>
                  </a:lnTo>
                  <a:lnTo>
                    <a:pt x="311073" y="56373"/>
                  </a:lnTo>
                  <a:lnTo>
                    <a:pt x="308309" y="51861"/>
                  </a:lnTo>
                  <a:lnTo>
                    <a:pt x="305404" y="47440"/>
                  </a:lnTo>
                  <a:lnTo>
                    <a:pt x="302360" y="43113"/>
                  </a:lnTo>
                  <a:lnTo>
                    <a:pt x="299182" y="38884"/>
                  </a:lnTo>
                  <a:lnTo>
                    <a:pt x="295870" y="34758"/>
                  </a:lnTo>
                  <a:lnTo>
                    <a:pt x="292430" y="30739"/>
                  </a:lnTo>
                  <a:lnTo>
                    <a:pt x="288865" y="26830"/>
                  </a:lnTo>
                  <a:lnTo>
                    <a:pt x="285177" y="23037"/>
                  </a:lnTo>
                  <a:lnTo>
                    <a:pt x="281372" y="19362"/>
                  </a:lnTo>
                  <a:lnTo>
                    <a:pt x="277452" y="15809"/>
                  </a:lnTo>
                  <a:lnTo>
                    <a:pt x="273421" y="12382"/>
                  </a:lnTo>
                  <a:lnTo>
                    <a:pt x="269285" y="9085"/>
                  </a:lnTo>
                  <a:lnTo>
                    <a:pt x="265045" y="5919"/>
                  </a:lnTo>
                  <a:lnTo>
                    <a:pt x="260708" y="2890"/>
                  </a:lnTo>
                  <a:lnTo>
                    <a:pt x="256277" y="0"/>
                  </a:lnTo>
                  <a:lnTo>
                    <a:pt x="167165" y="1414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89111" cy="167167"/>
            </a:xfrm>
            <a:custGeom>
              <a:avLst/>
              <a:pathLst>
                <a:path w="89111" h="167167">
                  <a:moveTo>
                    <a:pt x="89111" y="25731"/>
                  </a:moveTo>
                  <a:lnTo>
                    <a:pt x="84088" y="22688"/>
                  </a:lnTo>
                  <a:lnTo>
                    <a:pt x="78960" y="19823"/>
                  </a:lnTo>
                  <a:lnTo>
                    <a:pt x="73735" y="17140"/>
                  </a:lnTo>
                  <a:lnTo>
                    <a:pt x="68418" y="14642"/>
                  </a:lnTo>
                  <a:lnTo>
                    <a:pt x="63018" y="12333"/>
                  </a:lnTo>
                  <a:lnTo>
                    <a:pt x="57539" y="10214"/>
                  </a:lnTo>
                  <a:lnTo>
                    <a:pt x="51990" y="8290"/>
                  </a:lnTo>
                  <a:lnTo>
                    <a:pt x="46376" y="6561"/>
                  </a:lnTo>
                  <a:lnTo>
                    <a:pt x="40705" y="5031"/>
                  </a:lnTo>
                  <a:lnTo>
                    <a:pt x="34984" y="3701"/>
                  </a:lnTo>
                  <a:lnTo>
                    <a:pt x="29219" y="2573"/>
                  </a:lnTo>
                  <a:lnTo>
                    <a:pt x="23419" y="1648"/>
                  </a:lnTo>
                  <a:lnTo>
                    <a:pt x="17589" y="927"/>
                  </a:lnTo>
                  <a:lnTo>
                    <a:pt x="11738" y="412"/>
                  </a:lnTo>
                  <a:lnTo>
                    <a:pt x="5872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1614" y="941493"/>
              <a:ext cx="114601" cy="167167"/>
            </a:xfrm>
            <a:custGeom>
              <a:avLst/>
              <a:pathLst>
                <a:path w="114601" h="167167">
                  <a:moveTo>
                    <a:pt x="114601" y="0"/>
                  </a:moveTo>
                  <a:lnTo>
                    <a:pt x="109112" y="90"/>
                  </a:lnTo>
                  <a:lnTo>
                    <a:pt x="103629" y="360"/>
                  </a:lnTo>
                  <a:lnTo>
                    <a:pt x="98157" y="810"/>
                  </a:lnTo>
                  <a:lnTo>
                    <a:pt x="92704" y="1440"/>
                  </a:lnTo>
                  <a:lnTo>
                    <a:pt x="87274" y="2248"/>
                  </a:lnTo>
                  <a:lnTo>
                    <a:pt x="81873" y="3234"/>
                  </a:lnTo>
                  <a:lnTo>
                    <a:pt x="76508" y="4397"/>
                  </a:lnTo>
                  <a:lnTo>
                    <a:pt x="71184" y="5736"/>
                  </a:lnTo>
                  <a:lnTo>
                    <a:pt x="65907" y="7249"/>
                  </a:lnTo>
                  <a:lnTo>
                    <a:pt x="60682" y="8934"/>
                  </a:lnTo>
                  <a:lnTo>
                    <a:pt x="55515" y="10790"/>
                  </a:lnTo>
                  <a:lnTo>
                    <a:pt x="50412" y="12814"/>
                  </a:lnTo>
                  <a:lnTo>
                    <a:pt x="45379" y="15005"/>
                  </a:lnTo>
                  <a:lnTo>
                    <a:pt x="40420" y="17360"/>
                  </a:lnTo>
                  <a:lnTo>
                    <a:pt x="35541" y="19877"/>
                  </a:lnTo>
                  <a:lnTo>
                    <a:pt x="30747" y="22552"/>
                  </a:lnTo>
                  <a:lnTo>
                    <a:pt x="26044" y="25383"/>
                  </a:lnTo>
                  <a:lnTo>
                    <a:pt x="21436" y="28368"/>
                  </a:lnTo>
                  <a:lnTo>
                    <a:pt x="16929" y="31502"/>
                  </a:lnTo>
                  <a:lnTo>
                    <a:pt x="12527" y="34782"/>
                  </a:lnTo>
                  <a:lnTo>
                    <a:pt x="8235" y="38205"/>
                  </a:lnTo>
                  <a:lnTo>
                    <a:pt x="4057" y="41767"/>
                  </a:lnTo>
                  <a:lnTo>
                    <a:pt x="0" y="45464"/>
                  </a:lnTo>
                  <a:lnTo>
                    <a:pt x="1146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50" y="986958"/>
              <a:ext cx="167165" cy="267887"/>
            </a:xfrm>
            <a:custGeom>
              <a:avLst/>
              <a:pathLst>
                <a:path w="167165" h="267887">
                  <a:moveTo>
                    <a:pt x="52563" y="0"/>
                  </a:moveTo>
                  <a:lnTo>
                    <a:pt x="48680" y="3777"/>
                  </a:lnTo>
                  <a:lnTo>
                    <a:pt x="44921" y="7678"/>
                  </a:lnTo>
                  <a:lnTo>
                    <a:pt x="41290" y="11700"/>
                  </a:lnTo>
                  <a:lnTo>
                    <a:pt x="37792" y="15836"/>
                  </a:lnTo>
                  <a:lnTo>
                    <a:pt x="34429" y="20084"/>
                  </a:lnTo>
                  <a:lnTo>
                    <a:pt x="31206" y="24439"/>
                  </a:lnTo>
                  <a:lnTo>
                    <a:pt x="28125" y="28896"/>
                  </a:lnTo>
                  <a:lnTo>
                    <a:pt x="25191" y="33450"/>
                  </a:lnTo>
                  <a:lnTo>
                    <a:pt x="22406" y="38097"/>
                  </a:lnTo>
                  <a:lnTo>
                    <a:pt x="19773" y="42832"/>
                  </a:lnTo>
                  <a:lnTo>
                    <a:pt x="17294" y="47649"/>
                  </a:lnTo>
                  <a:lnTo>
                    <a:pt x="14973" y="52545"/>
                  </a:lnTo>
                  <a:lnTo>
                    <a:pt x="12812" y="57513"/>
                  </a:lnTo>
                  <a:lnTo>
                    <a:pt x="10813" y="62548"/>
                  </a:lnTo>
                  <a:lnTo>
                    <a:pt x="8978" y="67646"/>
                  </a:lnTo>
                  <a:lnTo>
                    <a:pt x="7310" y="72800"/>
                  </a:lnTo>
                  <a:lnTo>
                    <a:pt x="5809" y="78006"/>
                  </a:lnTo>
                  <a:lnTo>
                    <a:pt x="4478" y="83258"/>
                  </a:lnTo>
                  <a:lnTo>
                    <a:pt x="3318" y="88550"/>
                  </a:lnTo>
                  <a:lnTo>
                    <a:pt x="2329" y="93876"/>
                  </a:lnTo>
                  <a:lnTo>
                    <a:pt x="1514" y="99232"/>
                  </a:lnTo>
                  <a:lnTo>
                    <a:pt x="873" y="104612"/>
                  </a:lnTo>
                  <a:lnTo>
                    <a:pt x="407" y="110010"/>
                  </a:lnTo>
                  <a:lnTo>
                    <a:pt x="115" y="115420"/>
                  </a:lnTo>
                  <a:lnTo>
                    <a:pt x="0" y="120836"/>
                  </a:lnTo>
                  <a:lnTo>
                    <a:pt x="59" y="126254"/>
                  </a:lnTo>
                  <a:lnTo>
                    <a:pt x="294" y="131666"/>
                  </a:lnTo>
                  <a:lnTo>
                    <a:pt x="705" y="137068"/>
                  </a:lnTo>
                  <a:lnTo>
                    <a:pt x="1290" y="142454"/>
                  </a:lnTo>
                  <a:lnTo>
                    <a:pt x="2050" y="147819"/>
                  </a:lnTo>
                  <a:lnTo>
                    <a:pt x="2983" y="153155"/>
                  </a:lnTo>
                  <a:lnTo>
                    <a:pt x="4088" y="158459"/>
                  </a:lnTo>
                  <a:lnTo>
                    <a:pt x="5365" y="163724"/>
                  </a:lnTo>
                  <a:lnTo>
                    <a:pt x="6812" y="168945"/>
                  </a:lnTo>
                  <a:lnTo>
                    <a:pt x="8427" y="174117"/>
                  </a:lnTo>
                  <a:lnTo>
                    <a:pt x="10209" y="179233"/>
                  </a:lnTo>
                  <a:lnTo>
                    <a:pt x="12156" y="184289"/>
                  </a:lnTo>
                  <a:lnTo>
                    <a:pt x="14265" y="189279"/>
                  </a:lnTo>
                  <a:lnTo>
                    <a:pt x="16535" y="194198"/>
                  </a:lnTo>
                  <a:lnTo>
                    <a:pt x="18964" y="199041"/>
                  </a:lnTo>
                  <a:lnTo>
                    <a:pt x="21547" y="203803"/>
                  </a:lnTo>
                  <a:lnTo>
                    <a:pt x="24284" y="208479"/>
                  </a:lnTo>
                  <a:lnTo>
                    <a:pt x="27171" y="213063"/>
                  </a:lnTo>
                  <a:lnTo>
                    <a:pt x="30206" y="217552"/>
                  </a:lnTo>
                  <a:lnTo>
                    <a:pt x="33383" y="221939"/>
                  </a:lnTo>
                  <a:lnTo>
                    <a:pt x="36702" y="226222"/>
                  </a:lnTo>
                  <a:lnTo>
                    <a:pt x="40157" y="230395"/>
                  </a:lnTo>
                  <a:lnTo>
                    <a:pt x="43746" y="234453"/>
                  </a:lnTo>
                  <a:lnTo>
                    <a:pt x="47465" y="238393"/>
                  </a:lnTo>
                  <a:lnTo>
                    <a:pt x="51309" y="242211"/>
                  </a:lnTo>
                  <a:lnTo>
                    <a:pt x="55275" y="245902"/>
                  </a:lnTo>
                  <a:lnTo>
                    <a:pt x="59358" y="249462"/>
                  </a:lnTo>
                  <a:lnTo>
                    <a:pt x="63555" y="252889"/>
                  </a:lnTo>
                  <a:lnTo>
                    <a:pt x="67860" y="256177"/>
                  </a:lnTo>
                  <a:lnTo>
                    <a:pt x="72270" y="259325"/>
                  </a:lnTo>
                  <a:lnTo>
                    <a:pt x="76780" y="262327"/>
                  </a:lnTo>
                  <a:lnTo>
                    <a:pt x="81384" y="265182"/>
                  </a:lnTo>
                  <a:lnTo>
                    <a:pt x="86078" y="267887"/>
                  </a:lnTo>
                  <a:lnTo>
                    <a:pt x="167165" y="121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05129" y="941493"/>
              <a:ext cx="248234" cy="334334"/>
            </a:xfrm>
            <a:custGeom>
              <a:avLst/>
              <a:pathLst>
                <a:path w="248234" h="334334">
                  <a:moveTo>
                    <a:pt x="0" y="313352"/>
                  </a:moveTo>
                  <a:lnTo>
                    <a:pt x="4677" y="315850"/>
                  </a:lnTo>
                  <a:lnTo>
                    <a:pt x="9431" y="318199"/>
                  </a:lnTo>
                  <a:lnTo>
                    <a:pt x="14257" y="320395"/>
                  </a:lnTo>
                  <a:lnTo>
                    <a:pt x="19151" y="322438"/>
                  </a:lnTo>
                  <a:lnTo>
                    <a:pt x="24107" y="324324"/>
                  </a:lnTo>
                  <a:lnTo>
                    <a:pt x="29120" y="326052"/>
                  </a:lnTo>
                  <a:lnTo>
                    <a:pt x="34185" y="327620"/>
                  </a:lnTo>
                  <a:lnTo>
                    <a:pt x="39298" y="329027"/>
                  </a:lnTo>
                  <a:lnTo>
                    <a:pt x="44452" y="330271"/>
                  </a:lnTo>
                  <a:lnTo>
                    <a:pt x="49644" y="331351"/>
                  </a:lnTo>
                  <a:lnTo>
                    <a:pt x="54867" y="332266"/>
                  </a:lnTo>
                  <a:lnTo>
                    <a:pt x="60117" y="333014"/>
                  </a:lnTo>
                  <a:lnTo>
                    <a:pt x="65387" y="333596"/>
                  </a:lnTo>
                  <a:lnTo>
                    <a:pt x="70674" y="334010"/>
                  </a:lnTo>
                  <a:lnTo>
                    <a:pt x="75971" y="334256"/>
                  </a:lnTo>
                  <a:lnTo>
                    <a:pt x="81273" y="334334"/>
                  </a:lnTo>
                  <a:lnTo>
                    <a:pt x="86575" y="334244"/>
                  </a:lnTo>
                  <a:lnTo>
                    <a:pt x="91871" y="333986"/>
                  </a:lnTo>
                  <a:lnTo>
                    <a:pt x="97157" y="333560"/>
                  </a:lnTo>
                  <a:lnTo>
                    <a:pt x="102426" y="332967"/>
                  </a:lnTo>
                  <a:lnTo>
                    <a:pt x="107674" y="332206"/>
                  </a:lnTo>
                  <a:lnTo>
                    <a:pt x="112895" y="331280"/>
                  </a:lnTo>
                  <a:lnTo>
                    <a:pt x="118084" y="330189"/>
                  </a:lnTo>
                  <a:lnTo>
                    <a:pt x="123236" y="328933"/>
                  </a:lnTo>
                  <a:lnTo>
                    <a:pt x="128345" y="327515"/>
                  </a:lnTo>
                  <a:lnTo>
                    <a:pt x="133407" y="325935"/>
                  </a:lnTo>
                  <a:lnTo>
                    <a:pt x="138417" y="324196"/>
                  </a:lnTo>
                  <a:lnTo>
                    <a:pt x="143368" y="322299"/>
                  </a:lnTo>
                  <a:lnTo>
                    <a:pt x="148257" y="320245"/>
                  </a:lnTo>
                  <a:lnTo>
                    <a:pt x="153078" y="318038"/>
                  </a:lnTo>
                  <a:lnTo>
                    <a:pt x="157827" y="315678"/>
                  </a:lnTo>
                  <a:lnTo>
                    <a:pt x="162499" y="313170"/>
                  </a:lnTo>
                  <a:lnTo>
                    <a:pt x="167089" y="310514"/>
                  </a:lnTo>
                  <a:lnTo>
                    <a:pt x="171592" y="307714"/>
                  </a:lnTo>
                  <a:lnTo>
                    <a:pt x="176004" y="304773"/>
                  </a:lnTo>
                  <a:lnTo>
                    <a:pt x="180321" y="301693"/>
                  </a:lnTo>
                  <a:lnTo>
                    <a:pt x="184538" y="298478"/>
                  </a:lnTo>
                  <a:lnTo>
                    <a:pt x="188650" y="295131"/>
                  </a:lnTo>
                  <a:lnTo>
                    <a:pt x="192655" y="291655"/>
                  </a:lnTo>
                  <a:lnTo>
                    <a:pt x="196547" y="288054"/>
                  </a:lnTo>
                  <a:lnTo>
                    <a:pt x="200323" y="284331"/>
                  </a:lnTo>
                  <a:lnTo>
                    <a:pt x="203979" y="280490"/>
                  </a:lnTo>
                  <a:lnTo>
                    <a:pt x="207512" y="276535"/>
                  </a:lnTo>
                  <a:lnTo>
                    <a:pt x="210917" y="272471"/>
                  </a:lnTo>
                  <a:lnTo>
                    <a:pt x="214191" y="268300"/>
                  </a:lnTo>
                  <a:lnTo>
                    <a:pt x="217332" y="264027"/>
                  </a:lnTo>
                  <a:lnTo>
                    <a:pt x="220335" y="259657"/>
                  </a:lnTo>
                  <a:lnTo>
                    <a:pt x="223199" y="255194"/>
                  </a:lnTo>
                  <a:lnTo>
                    <a:pt x="225919" y="250643"/>
                  </a:lnTo>
                  <a:lnTo>
                    <a:pt x="228494" y="246007"/>
                  </a:lnTo>
                  <a:lnTo>
                    <a:pt x="230920" y="241292"/>
                  </a:lnTo>
                  <a:lnTo>
                    <a:pt x="233196" y="236502"/>
                  </a:lnTo>
                  <a:lnTo>
                    <a:pt x="235319" y="231643"/>
                  </a:lnTo>
                  <a:lnTo>
                    <a:pt x="237286" y="226719"/>
                  </a:lnTo>
                  <a:lnTo>
                    <a:pt x="239096" y="221735"/>
                  </a:lnTo>
                  <a:lnTo>
                    <a:pt x="240747" y="216696"/>
                  </a:lnTo>
                  <a:lnTo>
                    <a:pt x="242238" y="211607"/>
                  </a:lnTo>
                  <a:lnTo>
                    <a:pt x="243566" y="206473"/>
                  </a:lnTo>
                  <a:lnTo>
                    <a:pt x="244731" y="201300"/>
                  </a:lnTo>
                  <a:lnTo>
                    <a:pt x="245732" y="196093"/>
                  </a:lnTo>
                  <a:lnTo>
                    <a:pt x="246566" y="190856"/>
                  </a:lnTo>
                  <a:lnTo>
                    <a:pt x="247234" y="185596"/>
                  </a:lnTo>
                  <a:lnTo>
                    <a:pt x="247735" y="180317"/>
                  </a:lnTo>
                  <a:lnTo>
                    <a:pt x="248068" y="175025"/>
                  </a:lnTo>
                  <a:lnTo>
                    <a:pt x="248234" y="169725"/>
                  </a:lnTo>
                  <a:lnTo>
                    <a:pt x="248231" y="164422"/>
                  </a:lnTo>
                  <a:lnTo>
                    <a:pt x="248059" y="159122"/>
                  </a:lnTo>
                  <a:lnTo>
                    <a:pt x="247720" y="153830"/>
                  </a:lnTo>
                  <a:lnTo>
                    <a:pt x="247213" y="148552"/>
                  </a:lnTo>
                  <a:lnTo>
                    <a:pt x="246540" y="143292"/>
                  </a:lnTo>
                  <a:lnTo>
                    <a:pt x="245699" y="138057"/>
                  </a:lnTo>
                  <a:lnTo>
                    <a:pt x="244693" y="132850"/>
                  </a:lnTo>
                  <a:lnTo>
                    <a:pt x="243522" y="127679"/>
                  </a:lnTo>
                  <a:lnTo>
                    <a:pt x="242188" y="122546"/>
                  </a:lnTo>
                  <a:lnTo>
                    <a:pt x="240692" y="117459"/>
                  </a:lnTo>
                  <a:lnTo>
                    <a:pt x="239035" y="112422"/>
                  </a:lnTo>
                  <a:lnTo>
                    <a:pt x="237219" y="107440"/>
                  </a:lnTo>
                  <a:lnTo>
                    <a:pt x="235246" y="102518"/>
                  </a:lnTo>
                  <a:lnTo>
                    <a:pt x="233118" y="97661"/>
                  </a:lnTo>
                  <a:lnTo>
                    <a:pt x="230837" y="92874"/>
                  </a:lnTo>
                  <a:lnTo>
                    <a:pt x="228406" y="88162"/>
                  </a:lnTo>
                  <a:lnTo>
                    <a:pt x="225826" y="83529"/>
                  </a:lnTo>
                  <a:lnTo>
                    <a:pt x="223100" y="78981"/>
                  </a:lnTo>
                  <a:lnTo>
                    <a:pt x="220232" y="74521"/>
                  </a:lnTo>
                  <a:lnTo>
                    <a:pt x="217223" y="70154"/>
                  </a:lnTo>
                  <a:lnTo>
                    <a:pt x="214078" y="65885"/>
                  </a:lnTo>
                  <a:lnTo>
                    <a:pt x="210799" y="61718"/>
                  </a:lnTo>
                  <a:lnTo>
                    <a:pt x="207389" y="57657"/>
                  </a:lnTo>
                  <a:lnTo>
                    <a:pt x="203852" y="53706"/>
                  </a:lnTo>
                  <a:lnTo>
                    <a:pt x="200192" y="49870"/>
                  </a:lnTo>
                  <a:lnTo>
                    <a:pt x="196412" y="46151"/>
                  </a:lnTo>
                  <a:lnTo>
                    <a:pt x="192515" y="42554"/>
                  </a:lnTo>
                  <a:lnTo>
                    <a:pt x="188507" y="39083"/>
                  </a:lnTo>
                  <a:lnTo>
                    <a:pt x="184391" y="35740"/>
                  </a:lnTo>
                  <a:lnTo>
                    <a:pt x="180170" y="32530"/>
                  </a:lnTo>
                  <a:lnTo>
                    <a:pt x="175850" y="29455"/>
                  </a:lnTo>
                  <a:lnTo>
                    <a:pt x="171435" y="26518"/>
                  </a:lnTo>
                  <a:lnTo>
                    <a:pt x="166928" y="23724"/>
                  </a:lnTo>
                  <a:lnTo>
                    <a:pt x="162336" y="21073"/>
                  </a:lnTo>
                  <a:lnTo>
                    <a:pt x="157661" y="18570"/>
                  </a:lnTo>
                  <a:lnTo>
                    <a:pt x="152910" y="16216"/>
                  </a:lnTo>
                  <a:lnTo>
                    <a:pt x="148086" y="14014"/>
                  </a:lnTo>
                  <a:lnTo>
                    <a:pt x="143195" y="11966"/>
                  </a:lnTo>
                  <a:lnTo>
                    <a:pt x="138241" y="10074"/>
                  </a:lnTo>
                  <a:lnTo>
                    <a:pt x="133230" y="8340"/>
                  </a:lnTo>
                  <a:lnTo>
                    <a:pt x="128166" y="6766"/>
                  </a:lnTo>
                  <a:lnTo>
                    <a:pt x="123055" y="5354"/>
                  </a:lnTo>
                  <a:lnTo>
                    <a:pt x="117902" y="4104"/>
                  </a:lnTo>
                  <a:lnTo>
                    <a:pt x="112711" y="3018"/>
                  </a:lnTo>
                  <a:lnTo>
                    <a:pt x="107489" y="2098"/>
                  </a:lnTo>
                  <a:lnTo>
                    <a:pt x="102240" y="1343"/>
                  </a:lnTo>
                  <a:lnTo>
                    <a:pt x="96970" y="756"/>
                  </a:lnTo>
                  <a:lnTo>
                    <a:pt x="91684" y="336"/>
                  </a:lnTo>
                  <a:lnTo>
                    <a:pt x="86388" y="84"/>
                  </a:lnTo>
                  <a:lnTo>
                    <a:pt x="81086" y="0"/>
                  </a:lnTo>
                  <a:lnTo>
                    <a:pt x="8108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44" y="1071028"/>
              <a:ext cx="167156" cy="332452"/>
            </a:xfrm>
            <a:custGeom>
              <a:avLst/>
              <a:pathLst>
                <a:path w="167156" h="332452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1" y="761"/>
                  </a:lnTo>
                  <a:lnTo>
                    <a:pt x="145934" y="1352"/>
                  </a:lnTo>
                  <a:lnTo>
                    <a:pt x="140669" y="2111"/>
                  </a:lnTo>
                  <a:lnTo>
                    <a:pt x="135431" y="3038"/>
                  </a:lnTo>
                  <a:lnTo>
                    <a:pt x="130225" y="4130"/>
                  </a:lnTo>
                  <a:lnTo>
                    <a:pt x="125056" y="5388"/>
                  </a:lnTo>
                  <a:lnTo>
                    <a:pt x="119930" y="6809"/>
                  </a:lnTo>
                  <a:lnTo>
                    <a:pt x="114851" y="8393"/>
                  </a:lnTo>
                  <a:lnTo>
                    <a:pt x="109826" y="10138"/>
                  </a:lnTo>
                  <a:lnTo>
                    <a:pt x="104859" y="12041"/>
                  </a:lnTo>
                  <a:lnTo>
                    <a:pt x="99954" y="14102"/>
                  </a:lnTo>
                  <a:lnTo>
                    <a:pt x="95118" y="16318"/>
                  </a:lnTo>
                  <a:lnTo>
                    <a:pt x="90355" y="18686"/>
                  </a:lnTo>
                  <a:lnTo>
                    <a:pt x="85670" y="21205"/>
                  </a:lnTo>
                  <a:lnTo>
                    <a:pt x="81067" y="23871"/>
                  </a:lnTo>
                  <a:lnTo>
                    <a:pt x="76551" y="26683"/>
                  </a:lnTo>
                  <a:lnTo>
                    <a:pt x="72127" y="29637"/>
                  </a:lnTo>
                  <a:lnTo>
                    <a:pt x="67799" y="32730"/>
                  </a:lnTo>
                  <a:lnTo>
                    <a:pt x="63572" y="35960"/>
                  </a:lnTo>
                  <a:lnTo>
                    <a:pt x="59450" y="39322"/>
                  </a:lnTo>
                  <a:lnTo>
                    <a:pt x="55436" y="42814"/>
                  </a:lnTo>
                  <a:lnTo>
                    <a:pt x="51536" y="46431"/>
                  </a:lnTo>
                  <a:lnTo>
                    <a:pt x="47753" y="50171"/>
                  </a:lnTo>
                  <a:lnTo>
                    <a:pt x="44091" y="54030"/>
                  </a:lnTo>
                  <a:lnTo>
                    <a:pt x="40554" y="58003"/>
                  </a:lnTo>
                  <a:lnTo>
                    <a:pt x="37145" y="62086"/>
                  </a:lnTo>
                  <a:lnTo>
                    <a:pt x="33867" y="66276"/>
                  </a:lnTo>
                  <a:lnTo>
                    <a:pt x="30724" y="70568"/>
                  </a:lnTo>
                  <a:lnTo>
                    <a:pt x="27720" y="74958"/>
                  </a:lnTo>
                  <a:lnTo>
                    <a:pt x="24856" y="79441"/>
                  </a:lnTo>
                  <a:lnTo>
                    <a:pt x="22137" y="84013"/>
                  </a:lnTo>
                  <a:lnTo>
                    <a:pt x="19565" y="88670"/>
                  </a:lnTo>
                  <a:lnTo>
                    <a:pt x="17142" y="93405"/>
                  </a:lnTo>
                  <a:lnTo>
                    <a:pt x="14871" y="98216"/>
                  </a:lnTo>
                  <a:lnTo>
                    <a:pt x="12754" y="103096"/>
                  </a:lnTo>
                  <a:lnTo>
                    <a:pt x="10794" y="108041"/>
                  </a:lnTo>
                  <a:lnTo>
                    <a:pt x="8992" y="113046"/>
                  </a:lnTo>
                  <a:lnTo>
                    <a:pt x="7350" y="118106"/>
                  </a:lnTo>
                  <a:lnTo>
                    <a:pt x="5870" y="123216"/>
                  </a:lnTo>
                  <a:lnTo>
                    <a:pt x="4553" y="128370"/>
                  </a:lnTo>
                  <a:lnTo>
                    <a:pt x="3401" y="133563"/>
                  </a:lnTo>
                  <a:lnTo>
                    <a:pt x="2415" y="138790"/>
                  </a:lnTo>
                  <a:lnTo>
                    <a:pt x="1595" y="144046"/>
                  </a:lnTo>
                  <a:lnTo>
                    <a:pt x="943" y="149326"/>
                  </a:lnTo>
                  <a:lnTo>
                    <a:pt x="460" y="154623"/>
                  </a:lnTo>
                  <a:lnTo>
                    <a:pt x="145" y="159934"/>
                  </a:lnTo>
                  <a:lnTo>
                    <a:pt x="0" y="165251"/>
                  </a:lnTo>
                  <a:lnTo>
                    <a:pt x="23" y="170571"/>
                  </a:lnTo>
                  <a:lnTo>
                    <a:pt x="216" y="175887"/>
                  </a:lnTo>
                  <a:lnTo>
                    <a:pt x="578" y="181194"/>
                  </a:lnTo>
                  <a:lnTo>
                    <a:pt x="1109" y="186487"/>
                  </a:lnTo>
                  <a:lnTo>
                    <a:pt x="1808" y="191761"/>
                  </a:lnTo>
                  <a:lnTo>
                    <a:pt x="2674" y="197009"/>
                  </a:lnTo>
                  <a:lnTo>
                    <a:pt x="3707" y="202228"/>
                  </a:lnTo>
                  <a:lnTo>
                    <a:pt x="4905" y="207410"/>
                  </a:lnTo>
                  <a:lnTo>
                    <a:pt x="6267" y="212552"/>
                  </a:lnTo>
                  <a:lnTo>
                    <a:pt x="7793" y="217649"/>
                  </a:lnTo>
                  <a:lnTo>
                    <a:pt x="9480" y="222694"/>
                  </a:lnTo>
                  <a:lnTo>
                    <a:pt x="11326" y="227682"/>
                  </a:lnTo>
                  <a:lnTo>
                    <a:pt x="13331" y="232610"/>
                  </a:lnTo>
                  <a:lnTo>
                    <a:pt x="15491" y="237471"/>
                  </a:lnTo>
                  <a:lnTo>
                    <a:pt x="17805" y="242261"/>
                  </a:lnTo>
                  <a:lnTo>
                    <a:pt x="20270" y="246975"/>
                  </a:lnTo>
                  <a:lnTo>
                    <a:pt x="22883" y="251608"/>
                  </a:lnTo>
                  <a:lnTo>
                    <a:pt x="25643" y="256156"/>
                  </a:lnTo>
                  <a:lnTo>
                    <a:pt x="28546" y="260614"/>
                  </a:lnTo>
                  <a:lnTo>
                    <a:pt x="31590" y="264977"/>
                  </a:lnTo>
                  <a:lnTo>
                    <a:pt x="34770" y="269241"/>
                  </a:lnTo>
                  <a:lnTo>
                    <a:pt x="38085" y="273401"/>
                  </a:lnTo>
                  <a:lnTo>
                    <a:pt x="41531" y="277454"/>
                  </a:lnTo>
                  <a:lnTo>
                    <a:pt x="45103" y="281395"/>
                  </a:lnTo>
                  <a:lnTo>
                    <a:pt x="48800" y="285221"/>
                  </a:lnTo>
                  <a:lnTo>
                    <a:pt x="52616" y="288927"/>
                  </a:lnTo>
                  <a:lnTo>
                    <a:pt x="56548" y="292510"/>
                  </a:lnTo>
                  <a:lnTo>
                    <a:pt x="60592" y="295966"/>
                  </a:lnTo>
                  <a:lnTo>
                    <a:pt x="64744" y="299291"/>
                  </a:lnTo>
                  <a:lnTo>
                    <a:pt x="69000" y="302483"/>
                  </a:lnTo>
                  <a:lnTo>
                    <a:pt x="73355" y="305537"/>
                  </a:lnTo>
                  <a:lnTo>
                    <a:pt x="77805" y="308452"/>
                  </a:lnTo>
                  <a:lnTo>
                    <a:pt x="82346" y="311223"/>
                  </a:lnTo>
                  <a:lnTo>
                    <a:pt x="86972" y="313849"/>
                  </a:lnTo>
                  <a:lnTo>
                    <a:pt x="91680" y="316326"/>
                  </a:lnTo>
                  <a:lnTo>
                    <a:pt x="96464" y="318652"/>
                  </a:lnTo>
                  <a:lnTo>
                    <a:pt x="101320" y="320824"/>
                  </a:lnTo>
                  <a:lnTo>
                    <a:pt x="106242" y="322841"/>
                  </a:lnTo>
                  <a:lnTo>
                    <a:pt x="111226" y="324701"/>
                  </a:lnTo>
                  <a:lnTo>
                    <a:pt x="116267" y="326400"/>
                  </a:lnTo>
                  <a:lnTo>
                    <a:pt x="121359" y="327939"/>
                  </a:lnTo>
                  <a:lnTo>
                    <a:pt x="126498" y="329315"/>
                  </a:lnTo>
                  <a:lnTo>
                    <a:pt x="131678" y="330526"/>
                  </a:lnTo>
                  <a:lnTo>
                    <a:pt x="136893" y="331572"/>
                  </a:lnTo>
                  <a:lnTo>
                    <a:pt x="142140" y="33245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39485" y="1086189"/>
              <a:ext cx="192182" cy="319167"/>
            </a:xfrm>
            <a:custGeom>
              <a:avLst/>
              <a:pathLst>
                <a:path w="192182" h="319167">
                  <a:moveTo>
                    <a:pt x="0" y="317291"/>
                  </a:moveTo>
                  <a:lnTo>
                    <a:pt x="5268" y="318003"/>
                  </a:lnTo>
                  <a:lnTo>
                    <a:pt x="10557" y="318547"/>
                  </a:lnTo>
                  <a:lnTo>
                    <a:pt x="15861" y="318923"/>
                  </a:lnTo>
                  <a:lnTo>
                    <a:pt x="21174" y="319129"/>
                  </a:lnTo>
                  <a:lnTo>
                    <a:pt x="26491" y="319167"/>
                  </a:lnTo>
                  <a:lnTo>
                    <a:pt x="31806" y="319036"/>
                  </a:lnTo>
                  <a:lnTo>
                    <a:pt x="37114" y="318735"/>
                  </a:lnTo>
                  <a:lnTo>
                    <a:pt x="42410" y="318266"/>
                  </a:lnTo>
                  <a:lnTo>
                    <a:pt x="47689" y="317629"/>
                  </a:lnTo>
                  <a:lnTo>
                    <a:pt x="52944" y="316824"/>
                  </a:lnTo>
                  <a:lnTo>
                    <a:pt x="58172" y="315852"/>
                  </a:lnTo>
                  <a:lnTo>
                    <a:pt x="63366" y="314715"/>
                  </a:lnTo>
                  <a:lnTo>
                    <a:pt x="68521" y="313413"/>
                  </a:lnTo>
                  <a:lnTo>
                    <a:pt x="73632" y="311948"/>
                  </a:lnTo>
                  <a:lnTo>
                    <a:pt x="78693" y="310321"/>
                  </a:lnTo>
                  <a:lnTo>
                    <a:pt x="83701" y="308534"/>
                  </a:lnTo>
                  <a:lnTo>
                    <a:pt x="88649" y="306589"/>
                  </a:lnTo>
                  <a:lnTo>
                    <a:pt x="93533" y="304487"/>
                  </a:lnTo>
                  <a:lnTo>
                    <a:pt x="98347" y="302231"/>
                  </a:lnTo>
                  <a:lnTo>
                    <a:pt x="103088" y="299823"/>
                  </a:lnTo>
                  <a:lnTo>
                    <a:pt x="107749" y="297265"/>
                  </a:lnTo>
                  <a:lnTo>
                    <a:pt x="112327" y="294561"/>
                  </a:lnTo>
                  <a:lnTo>
                    <a:pt x="116816" y="291712"/>
                  </a:lnTo>
                  <a:lnTo>
                    <a:pt x="121212" y="288722"/>
                  </a:lnTo>
                  <a:lnTo>
                    <a:pt x="125511" y="285593"/>
                  </a:lnTo>
                  <a:lnTo>
                    <a:pt x="129709" y="282330"/>
                  </a:lnTo>
                  <a:lnTo>
                    <a:pt x="133800" y="278935"/>
                  </a:lnTo>
                  <a:lnTo>
                    <a:pt x="137782" y="275411"/>
                  </a:lnTo>
                  <a:lnTo>
                    <a:pt x="141649" y="271762"/>
                  </a:lnTo>
                  <a:lnTo>
                    <a:pt x="145399" y="267993"/>
                  </a:lnTo>
                  <a:lnTo>
                    <a:pt x="149027" y="264106"/>
                  </a:lnTo>
                  <a:lnTo>
                    <a:pt x="152529" y="260105"/>
                  </a:lnTo>
                  <a:lnTo>
                    <a:pt x="155902" y="255995"/>
                  </a:lnTo>
                  <a:lnTo>
                    <a:pt x="159143" y="251780"/>
                  </a:lnTo>
                  <a:lnTo>
                    <a:pt x="162248" y="247465"/>
                  </a:lnTo>
                  <a:lnTo>
                    <a:pt x="165214" y="243052"/>
                  </a:lnTo>
                  <a:lnTo>
                    <a:pt x="168039" y="238547"/>
                  </a:lnTo>
                  <a:lnTo>
                    <a:pt x="170719" y="233955"/>
                  </a:lnTo>
                  <a:lnTo>
                    <a:pt x="173251" y="229280"/>
                  </a:lnTo>
                  <a:lnTo>
                    <a:pt x="175633" y="224527"/>
                  </a:lnTo>
                  <a:lnTo>
                    <a:pt x="177864" y="219701"/>
                  </a:lnTo>
                  <a:lnTo>
                    <a:pt x="179939" y="214805"/>
                  </a:lnTo>
                  <a:lnTo>
                    <a:pt x="181858" y="209847"/>
                  </a:lnTo>
                  <a:lnTo>
                    <a:pt x="183618" y="204830"/>
                  </a:lnTo>
                  <a:lnTo>
                    <a:pt x="185218" y="199759"/>
                  </a:lnTo>
                  <a:lnTo>
                    <a:pt x="186655" y="194641"/>
                  </a:lnTo>
                  <a:lnTo>
                    <a:pt x="187929" y="189479"/>
                  </a:lnTo>
                  <a:lnTo>
                    <a:pt x="189039" y="184279"/>
                  </a:lnTo>
                  <a:lnTo>
                    <a:pt x="189982" y="179046"/>
                  </a:lnTo>
                  <a:lnTo>
                    <a:pt x="190758" y="173786"/>
                  </a:lnTo>
                  <a:lnTo>
                    <a:pt x="191367" y="168504"/>
                  </a:lnTo>
                  <a:lnTo>
                    <a:pt x="191808" y="163206"/>
                  </a:lnTo>
                  <a:lnTo>
                    <a:pt x="192080" y="157896"/>
                  </a:lnTo>
                  <a:lnTo>
                    <a:pt x="192182" y="152580"/>
                  </a:lnTo>
                  <a:lnTo>
                    <a:pt x="192116" y="147264"/>
                  </a:lnTo>
                  <a:lnTo>
                    <a:pt x="191881" y="141952"/>
                  </a:lnTo>
                  <a:lnTo>
                    <a:pt x="191477" y="136650"/>
                  </a:lnTo>
                  <a:lnTo>
                    <a:pt x="190904" y="131365"/>
                  </a:lnTo>
                  <a:lnTo>
                    <a:pt x="190164" y="126099"/>
                  </a:lnTo>
                  <a:lnTo>
                    <a:pt x="189256" y="120861"/>
                  </a:lnTo>
                  <a:lnTo>
                    <a:pt x="188183" y="115653"/>
                  </a:lnTo>
                  <a:lnTo>
                    <a:pt x="186944" y="110483"/>
                  </a:lnTo>
                  <a:lnTo>
                    <a:pt x="185542" y="105354"/>
                  </a:lnTo>
                  <a:lnTo>
                    <a:pt x="183977" y="100273"/>
                  </a:lnTo>
                  <a:lnTo>
                    <a:pt x="182251" y="95244"/>
                  </a:lnTo>
                  <a:lnTo>
                    <a:pt x="180367" y="90272"/>
                  </a:lnTo>
                  <a:lnTo>
                    <a:pt x="178325" y="85363"/>
                  </a:lnTo>
                  <a:lnTo>
                    <a:pt x="176128" y="80521"/>
                  </a:lnTo>
                  <a:lnTo>
                    <a:pt x="173778" y="75752"/>
                  </a:lnTo>
                  <a:lnTo>
                    <a:pt x="171278" y="71059"/>
                  </a:lnTo>
                  <a:lnTo>
                    <a:pt x="168630" y="66449"/>
                  </a:lnTo>
                  <a:lnTo>
                    <a:pt x="165836" y="61925"/>
                  </a:lnTo>
                  <a:lnTo>
                    <a:pt x="162900" y="57492"/>
                  </a:lnTo>
                  <a:lnTo>
                    <a:pt x="159825" y="53155"/>
                  </a:lnTo>
                  <a:lnTo>
                    <a:pt x="156613" y="48918"/>
                  </a:lnTo>
                  <a:lnTo>
                    <a:pt x="153268" y="44785"/>
                  </a:lnTo>
                  <a:lnTo>
                    <a:pt x="149793" y="40761"/>
                  </a:lnTo>
                  <a:lnTo>
                    <a:pt x="146192" y="36849"/>
                  </a:lnTo>
                  <a:lnTo>
                    <a:pt x="142469" y="33054"/>
                  </a:lnTo>
                  <a:lnTo>
                    <a:pt x="138627" y="29379"/>
                  </a:lnTo>
                  <a:lnTo>
                    <a:pt x="134670" y="25828"/>
                  </a:lnTo>
                  <a:lnTo>
                    <a:pt x="130601" y="22404"/>
                  </a:lnTo>
                  <a:lnTo>
                    <a:pt x="126426" y="19112"/>
                  </a:lnTo>
                  <a:lnTo>
                    <a:pt x="122149" y="15954"/>
                  </a:lnTo>
                  <a:lnTo>
                    <a:pt x="117773" y="12934"/>
                  </a:lnTo>
                  <a:lnTo>
                    <a:pt x="113303" y="10055"/>
                  </a:lnTo>
                  <a:lnTo>
                    <a:pt x="108745" y="7319"/>
                  </a:lnTo>
                  <a:lnTo>
                    <a:pt x="104101" y="4729"/>
                  </a:lnTo>
                  <a:lnTo>
                    <a:pt x="99377" y="2289"/>
                  </a:lnTo>
                  <a:lnTo>
                    <a:pt x="94578" y="0"/>
                  </a:lnTo>
                  <a:lnTo>
                    <a:pt x="25016" y="152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69562" cy="167167"/>
            </a:xfrm>
            <a:custGeom>
              <a:avLst/>
              <a:pathLst>
                <a:path w="69562" h="167167">
                  <a:moveTo>
                    <a:pt x="69562" y="15160"/>
                  </a:moveTo>
                  <a:lnTo>
                    <a:pt x="64082" y="12770"/>
                  </a:lnTo>
                  <a:lnTo>
                    <a:pt x="58520" y="10577"/>
                  </a:lnTo>
                  <a:lnTo>
                    <a:pt x="52884" y="8585"/>
                  </a:lnTo>
                  <a:lnTo>
                    <a:pt x="47179" y="6795"/>
                  </a:lnTo>
                  <a:lnTo>
                    <a:pt x="41415" y="5211"/>
                  </a:lnTo>
                  <a:lnTo>
                    <a:pt x="35597" y="3834"/>
                  </a:lnTo>
                  <a:lnTo>
                    <a:pt x="29734" y="2665"/>
                  </a:lnTo>
                  <a:lnTo>
                    <a:pt x="23833" y="1707"/>
                  </a:lnTo>
                  <a:lnTo>
                    <a:pt x="17901" y="961"/>
                  </a:lnTo>
                  <a:lnTo>
                    <a:pt x="11947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59897" y="1322571"/>
              <a:ext cx="128823" cy="167167"/>
            </a:xfrm>
            <a:custGeom>
              <a:avLst/>
              <a:pathLst>
                <a:path w="128823" h="167167">
                  <a:moveTo>
                    <a:pt x="128823" y="0"/>
                  </a:moveTo>
                  <a:lnTo>
                    <a:pt x="123376" y="88"/>
                  </a:lnTo>
                  <a:lnTo>
                    <a:pt x="117936" y="354"/>
                  </a:lnTo>
                  <a:lnTo>
                    <a:pt x="112507" y="798"/>
                  </a:lnTo>
                  <a:lnTo>
                    <a:pt x="107095" y="1418"/>
                  </a:lnTo>
                  <a:lnTo>
                    <a:pt x="101706" y="2213"/>
                  </a:lnTo>
                  <a:lnTo>
                    <a:pt x="96347" y="3184"/>
                  </a:lnTo>
                  <a:lnTo>
                    <a:pt x="91021" y="4330"/>
                  </a:lnTo>
                  <a:lnTo>
                    <a:pt x="85736" y="5648"/>
                  </a:lnTo>
                  <a:lnTo>
                    <a:pt x="80497" y="7137"/>
                  </a:lnTo>
                  <a:lnTo>
                    <a:pt x="75309" y="8796"/>
                  </a:lnTo>
                  <a:lnTo>
                    <a:pt x="70177" y="10624"/>
                  </a:lnTo>
                  <a:lnTo>
                    <a:pt x="65108" y="12618"/>
                  </a:lnTo>
                  <a:lnTo>
                    <a:pt x="60107" y="14776"/>
                  </a:lnTo>
                  <a:lnTo>
                    <a:pt x="55178" y="17095"/>
                  </a:lnTo>
                  <a:lnTo>
                    <a:pt x="50328" y="19574"/>
                  </a:lnTo>
                  <a:lnTo>
                    <a:pt x="45561" y="22210"/>
                  </a:lnTo>
                  <a:lnTo>
                    <a:pt x="40883" y="25000"/>
                  </a:lnTo>
                  <a:lnTo>
                    <a:pt x="36298" y="27940"/>
                  </a:lnTo>
                  <a:lnTo>
                    <a:pt x="31811" y="31029"/>
                  </a:lnTo>
                  <a:lnTo>
                    <a:pt x="27427" y="34262"/>
                  </a:lnTo>
                  <a:lnTo>
                    <a:pt x="23151" y="37636"/>
                  </a:lnTo>
                  <a:lnTo>
                    <a:pt x="18986" y="41147"/>
                  </a:lnTo>
                  <a:lnTo>
                    <a:pt x="14939" y="44792"/>
                  </a:lnTo>
                  <a:lnTo>
                    <a:pt x="11013" y="48568"/>
                  </a:lnTo>
                  <a:lnTo>
                    <a:pt x="7211" y="52469"/>
                  </a:lnTo>
                  <a:lnTo>
                    <a:pt x="3539" y="56492"/>
                  </a:lnTo>
                  <a:lnTo>
                    <a:pt x="0" y="60633"/>
                  </a:lnTo>
                  <a:lnTo>
                    <a:pt x="12882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9897" y="1383204"/>
              <a:ext cx="128823" cy="106534"/>
            </a:xfrm>
            <a:custGeom>
              <a:avLst/>
              <a:pathLst>
                <a:path w="128823" h="106534">
                  <a:moveTo>
                    <a:pt x="0" y="0"/>
                  </a:moveTo>
                  <a:lnTo>
                    <a:pt x="128823" y="1065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56" y="1378309"/>
              <a:ext cx="334331" cy="278584"/>
            </a:xfrm>
            <a:custGeom>
              <a:avLst/>
              <a:pathLst>
                <a:path w="334331" h="278584">
                  <a:moveTo>
                    <a:pt x="38341" y="4895"/>
                  </a:moveTo>
                  <a:lnTo>
                    <a:pt x="35031" y="9029"/>
                  </a:lnTo>
                  <a:lnTo>
                    <a:pt x="31854" y="13266"/>
                  </a:lnTo>
                  <a:lnTo>
                    <a:pt x="28812" y="17601"/>
                  </a:lnTo>
                  <a:lnTo>
                    <a:pt x="25909" y="22031"/>
                  </a:lnTo>
                  <a:lnTo>
                    <a:pt x="23148" y="26550"/>
                  </a:lnTo>
                  <a:lnTo>
                    <a:pt x="20532" y="31155"/>
                  </a:lnTo>
                  <a:lnTo>
                    <a:pt x="18063" y="35840"/>
                  </a:lnTo>
                  <a:lnTo>
                    <a:pt x="15743" y="40601"/>
                  </a:lnTo>
                  <a:lnTo>
                    <a:pt x="13575" y="45433"/>
                  </a:lnTo>
                  <a:lnTo>
                    <a:pt x="11562" y="50331"/>
                  </a:lnTo>
                  <a:lnTo>
                    <a:pt x="9705" y="55290"/>
                  </a:lnTo>
                  <a:lnTo>
                    <a:pt x="8005" y="60306"/>
                  </a:lnTo>
                  <a:lnTo>
                    <a:pt x="6466" y="65374"/>
                  </a:lnTo>
                  <a:lnTo>
                    <a:pt x="5088" y="70487"/>
                  </a:lnTo>
                  <a:lnTo>
                    <a:pt x="3872" y="75642"/>
                  </a:lnTo>
                  <a:lnTo>
                    <a:pt x="2820" y="80832"/>
                  </a:lnTo>
                  <a:lnTo>
                    <a:pt x="1934" y="86053"/>
                  </a:lnTo>
                  <a:lnTo>
                    <a:pt x="1213" y="91300"/>
                  </a:lnTo>
                  <a:lnTo>
                    <a:pt x="658" y="96567"/>
                  </a:lnTo>
                  <a:lnTo>
                    <a:pt x="271" y="101849"/>
                  </a:lnTo>
                  <a:lnTo>
                    <a:pt x="52" y="107140"/>
                  </a:lnTo>
                  <a:lnTo>
                    <a:pt x="0" y="112436"/>
                  </a:lnTo>
                  <a:lnTo>
                    <a:pt x="115" y="117730"/>
                  </a:lnTo>
                  <a:lnTo>
                    <a:pt x="399" y="123019"/>
                  </a:lnTo>
                  <a:lnTo>
                    <a:pt x="849" y="128295"/>
                  </a:lnTo>
                  <a:lnTo>
                    <a:pt x="1467" y="133555"/>
                  </a:lnTo>
                  <a:lnTo>
                    <a:pt x="2251" y="138793"/>
                  </a:lnTo>
                  <a:lnTo>
                    <a:pt x="3201" y="144003"/>
                  </a:lnTo>
                  <a:lnTo>
                    <a:pt x="4315" y="149180"/>
                  </a:lnTo>
                  <a:lnTo>
                    <a:pt x="5592" y="154320"/>
                  </a:lnTo>
                  <a:lnTo>
                    <a:pt x="7032" y="159416"/>
                  </a:lnTo>
                  <a:lnTo>
                    <a:pt x="8633" y="164465"/>
                  </a:lnTo>
                  <a:lnTo>
                    <a:pt x="10392" y="169460"/>
                  </a:lnTo>
                  <a:lnTo>
                    <a:pt x="12309" y="174397"/>
                  </a:lnTo>
                  <a:lnTo>
                    <a:pt x="14381" y="179270"/>
                  </a:lnTo>
                  <a:lnTo>
                    <a:pt x="16607" y="184076"/>
                  </a:lnTo>
                  <a:lnTo>
                    <a:pt x="18984" y="188808"/>
                  </a:lnTo>
                  <a:lnTo>
                    <a:pt x="21509" y="193463"/>
                  </a:lnTo>
                  <a:lnTo>
                    <a:pt x="24181" y="198036"/>
                  </a:lnTo>
                  <a:lnTo>
                    <a:pt x="26996" y="202522"/>
                  </a:lnTo>
                  <a:lnTo>
                    <a:pt x="29952" y="206916"/>
                  </a:lnTo>
                  <a:lnTo>
                    <a:pt x="33045" y="211215"/>
                  </a:lnTo>
                  <a:lnTo>
                    <a:pt x="36273" y="215413"/>
                  </a:lnTo>
                  <a:lnTo>
                    <a:pt x="39633" y="219507"/>
                  </a:lnTo>
                  <a:lnTo>
                    <a:pt x="43120" y="223492"/>
                  </a:lnTo>
                  <a:lnTo>
                    <a:pt x="46733" y="227365"/>
                  </a:lnTo>
                  <a:lnTo>
                    <a:pt x="50465" y="231122"/>
                  </a:lnTo>
                  <a:lnTo>
                    <a:pt x="54315" y="234759"/>
                  </a:lnTo>
                  <a:lnTo>
                    <a:pt x="58279" y="238271"/>
                  </a:lnTo>
                  <a:lnTo>
                    <a:pt x="62351" y="241657"/>
                  </a:lnTo>
                  <a:lnTo>
                    <a:pt x="66529" y="244912"/>
                  </a:lnTo>
                  <a:lnTo>
                    <a:pt x="70808" y="248032"/>
                  </a:lnTo>
                  <a:lnTo>
                    <a:pt x="75183" y="251016"/>
                  </a:lnTo>
                  <a:lnTo>
                    <a:pt x="79651" y="253860"/>
                  </a:lnTo>
                  <a:lnTo>
                    <a:pt x="84207" y="256560"/>
                  </a:lnTo>
                  <a:lnTo>
                    <a:pt x="88845" y="259115"/>
                  </a:lnTo>
                  <a:lnTo>
                    <a:pt x="93563" y="261522"/>
                  </a:lnTo>
                  <a:lnTo>
                    <a:pt x="98354" y="263778"/>
                  </a:lnTo>
                  <a:lnTo>
                    <a:pt x="103215" y="265881"/>
                  </a:lnTo>
                  <a:lnTo>
                    <a:pt x="108139" y="267829"/>
                  </a:lnTo>
                  <a:lnTo>
                    <a:pt x="113123" y="269621"/>
                  </a:lnTo>
                  <a:lnTo>
                    <a:pt x="118161" y="271253"/>
                  </a:lnTo>
                  <a:lnTo>
                    <a:pt x="123248" y="272725"/>
                  </a:lnTo>
                  <a:lnTo>
                    <a:pt x="128380" y="274035"/>
                  </a:lnTo>
                  <a:lnTo>
                    <a:pt x="133550" y="275182"/>
                  </a:lnTo>
                  <a:lnTo>
                    <a:pt x="138754" y="276165"/>
                  </a:lnTo>
                  <a:lnTo>
                    <a:pt x="143987" y="276982"/>
                  </a:lnTo>
                  <a:lnTo>
                    <a:pt x="149242" y="277633"/>
                  </a:lnTo>
                  <a:lnTo>
                    <a:pt x="154516" y="278117"/>
                  </a:lnTo>
                  <a:lnTo>
                    <a:pt x="159802" y="278434"/>
                  </a:lnTo>
                  <a:lnTo>
                    <a:pt x="165096" y="278584"/>
                  </a:lnTo>
                  <a:lnTo>
                    <a:pt x="170392" y="278565"/>
                  </a:lnTo>
                  <a:lnTo>
                    <a:pt x="175685" y="278379"/>
                  </a:lnTo>
                  <a:lnTo>
                    <a:pt x="180969" y="278026"/>
                  </a:lnTo>
                  <a:lnTo>
                    <a:pt x="186239" y="277505"/>
                  </a:lnTo>
                  <a:lnTo>
                    <a:pt x="191490" y="276817"/>
                  </a:lnTo>
                  <a:lnTo>
                    <a:pt x="196717" y="275964"/>
                  </a:lnTo>
                  <a:lnTo>
                    <a:pt x="201914" y="274945"/>
                  </a:lnTo>
                  <a:lnTo>
                    <a:pt x="207076" y="273762"/>
                  </a:lnTo>
                  <a:lnTo>
                    <a:pt x="212198" y="272416"/>
                  </a:lnTo>
                  <a:lnTo>
                    <a:pt x="217275" y="270909"/>
                  </a:lnTo>
                  <a:lnTo>
                    <a:pt x="222302" y="269242"/>
                  </a:lnTo>
                  <a:lnTo>
                    <a:pt x="227273" y="267416"/>
                  </a:lnTo>
                  <a:lnTo>
                    <a:pt x="232184" y="265433"/>
                  </a:lnTo>
                  <a:lnTo>
                    <a:pt x="237030" y="263297"/>
                  </a:lnTo>
                  <a:lnTo>
                    <a:pt x="241805" y="261007"/>
                  </a:lnTo>
                  <a:lnTo>
                    <a:pt x="246506" y="258568"/>
                  </a:lnTo>
                  <a:lnTo>
                    <a:pt x="251127" y="255981"/>
                  </a:lnTo>
                  <a:lnTo>
                    <a:pt x="255664" y="253248"/>
                  </a:lnTo>
                  <a:lnTo>
                    <a:pt x="260112" y="250374"/>
                  </a:lnTo>
                  <a:lnTo>
                    <a:pt x="264466" y="247360"/>
                  </a:lnTo>
                  <a:lnTo>
                    <a:pt x="268723" y="244210"/>
                  </a:lnTo>
                  <a:lnTo>
                    <a:pt x="272878" y="240926"/>
                  </a:lnTo>
                  <a:lnTo>
                    <a:pt x="276927" y="237512"/>
                  </a:lnTo>
                  <a:lnTo>
                    <a:pt x="280866" y="233972"/>
                  </a:lnTo>
                  <a:lnTo>
                    <a:pt x="284691" y="230309"/>
                  </a:lnTo>
                  <a:lnTo>
                    <a:pt x="288398" y="226526"/>
                  </a:lnTo>
                  <a:lnTo>
                    <a:pt x="291983" y="222628"/>
                  </a:lnTo>
                  <a:lnTo>
                    <a:pt x="295442" y="218619"/>
                  </a:lnTo>
                  <a:lnTo>
                    <a:pt x="298773" y="214502"/>
                  </a:lnTo>
                  <a:lnTo>
                    <a:pt x="301972" y="210281"/>
                  </a:lnTo>
                  <a:lnTo>
                    <a:pt x="305036" y="205961"/>
                  </a:lnTo>
                  <a:lnTo>
                    <a:pt x="307961" y="201546"/>
                  </a:lnTo>
                  <a:lnTo>
                    <a:pt x="310745" y="197041"/>
                  </a:lnTo>
                  <a:lnTo>
                    <a:pt x="313385" y="192450"/>
                  </a:lnTo>
                  <a:lnTo>
                    <a:pt x="315878" y="187778"/>
                  </a:lnTo>
                  <a:lnTo>
                    <a:pt x="318222" y="183029"/>
                  </a:lnTo>
                  <a:lnTo>
                    <a:pt x="320414" y="178208"/>
                  </a:lnTo>
                  <a:lnTo>
                    <a:pt x="322452" y="173320"/>
                  </a:lnTo>
                  <a:lnTo>
                    <a:pt x="324335" y="168370"/>
                  </a:lnTo>
                  <a:lnTo>
                    <a:pt x="326060" y="163362"/>
                  </a:lnTo>
                  <a:lnTo>
                    <a:pt x="327625" y="158303"/>
                  </a:lnTo>
                  <a:lnTo>
                    <a:pt x="329029" y="153197"/>
                  </a:lnTo>
                  <a:lnTo>
                    <a:pt x="330271" y="148048"/>
                  </a:lnTo>
                  <a:lnTo>
                    <a:pt x="331349" y="142863"/>
                  </a:lnTo>
                  <a:lnTo>
                    <a:pt x="332263" y="137647"/>
                  </a:lnTo>
                  <a:lnTo>
                    <a:pt x="333010" y="132404"/>
                  </a:lnTo>
                  <a:lnTo>
                    <a:pt x="333591" y="127140"/>
                  </a:lnTo>
                  <a:lnTo>
                    <a:pt x="334006" y="121860"/>
                  </a:lnTo>
                  <a:lnTo>
                    <a:pt x="334252" y="116570"/>
                  </a:lnTo>
                  <a:lnTo>
                    <a:pt x="334331" y="111275"/>
                  </a:lnTo>
                  <a:lnTo>
                    <a:pt x="334243" y="105980"/>
                  </a:lnTo>
                  <a:lnTo>
                    <a:pt x="333986" y="100690"/>
                  </a:lnTo>
                  <a:lnTo>
                    <a:pt x="333562" y="95411"/>
                  </a:lnTo>
                  <a:lnTo>
                    <a:pt x="332971" y="90148"/>
                  </a:lnTo>
                  <a:lnTo>
                    <a:pt x="332214" y="84906"/>
                  </a:lnTo>
                  <a:lnTo>
                    <a:pt x="331291" y="79692"/>
                  </a:lnTo>
                  <a:lnTo>
                    <a:pt x="330203" y="74509"/>
                  </a:lnTo>
                  <a:lnTo>
                    <a:pt x="328952" y="69363"/>
                  </a:lnTo>
                  <a:lnTo>
                    <a:pt x="327538" y="64259"/>
                  </a:lnTo>
                  <a:lnTo>
                    <a:pt x="325964" y="59202"/>
                  </a:lnTo>
                  <a:lnTo>
                    <a:pt x="324229" y="54198"/>
                  </a:lnTo>
                  <a:lnTo>
                    <a:pt x="322338" y="49252"/>
                  </a:lnTo>
                  <a:lnTo>
                    <a:pt x="320290" y="44368"/>
                  </a:lnTo>
                  <a:lnTo>
                    <a:pt x="318089" y="39551"/>
                  </a:lnTo>
                  <a:lnTo>
                    <a:pt x="315737" y="34806"/>
                  </a:lnTo>
                  <a:lnTo>
                    <a:pt x="313235" y="30138"/>
                  </a:lnTo>
                  <a:lnTo>
                    <a:pt x="310587" y="25552"/>
                  </a:lnTo>
                  <a:lnTo>
                    <a:pt x="307794" y="21052"/>
                  </a:lnTo>
                  <a:lnTo>
                    <a:pt x="304861" y="16643"/>
                  </a:lnTo>
                  <a:lnTo>
                    <a:pt x="301789" y="12328"/>
                  </a:lnTo>
                  <a:lnTo>
                    <a:pt x="298583" y="8114"/>
                  </a:lnTo>
                  <a:lnTo>
                    <a:pt x="295244" y="4003"/>
                  </a:lnTo>
                  <a:lnTo>
                    <a:pt x="291777" y="0"/>
                  </a:lnTo>
                  <a:lnTo>
                    <a:pt x="167164" y="1114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24612" cy="167167"/>
            </a:xfrm>
            <a:custGeom>
              <a:avLst/>
              <a:pathLst>
                <a:path w="124612" h="167167">
                  <a:moveTo>
                    <a:pt x="124612" y="55737"/>
                  </a:moveTo>
                  <a:lnTo>
                    <a:pt x="120793" y="51608"/>
                  </a:lnTo>
                  <a:lnTo>
                    <a:pt x="116837" y="47610"/>
                  </a:lnTo>
                  <a:lnTo>
                    <a:pt x="112749" y="43747"/>
                  </a:lnTo>
                  <a:lnTo>
                    <a:pt x="108533" y="40024"/>
                  </a:lnTo>
                  <a:lnTo>
                    <a:pt x="104195" y="36445"/>
                  </a:lnTo>
                  <a:lnTo>
                    <a:pt x="99738" y="33013"/>
                  </a:lnTo>
                  <a:lnTo>
                    <a:pt x="95168" y="29734"/>
                  </a:lnTo>
                  <a:lnTo>
                    <a:pt x="90491" y="26610"/>
                  </a:lnTo>
                  <a:lnTo>
                    <a:pt x="85711" y="23645"/>
                  </a:lnTo>
                  <a:lnTo>
                    <a:pt x="80835" y="20843"/>
                  </a:lnTo>
                  <a:lnTo>
                    <a:pt x="75866" y="18207"/>
                  </a:lnTo>
                  <a:lnTo>
                    <a:pt x="70812" y="15739"/>
                  </a:lnTo>
                  <a:lnTo>
                    <a:pt x="65678" y="13442"/>
                  </a:lnTo>
                  <a:lnTo>
                    <a:pt x="60469" y="11320"/>
                  </a:lnTo>
                  <a:lnTo>
                    <a:pt x="55192" y="9374"/>
                  </a:lnTo>
                  <a:lnTo>
                    <a:pt x="49852" y="7606"/>
                  </a:lnTo>
                  <a:lnTo>
                    <a:pt x="44456" y="6019"/>
                  </a:lnTo>
                  <a:lnTo>
                    <a:pt x="39010" y="4615"/>
                  </a:lnTo>
                  <a:lnTo>
                    <a:pt x="33519" y="3395"/>
                  </a:lnTo>
                  <a:lnTo>
                    <a:pt x="27991" y="2360"/>
                  </a:lnTo>
                  <a:lnTo>
                    <a:pt x="22431" y="1511"/>
                  </a:lnTo>
                  <a:lnTo>
                    <a:pt x="16845" y="850"/>
                  </a:lnTo>
                  <a:lnTo>
                    <a:pt x="11241" y="378"/>
                  </a:lnTo>
                  <a:lnTo>
                    <a:pt x="5623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18925" y="1681503"/>
              <a:ext cx="67599" cy="167167"/>
            </a:xfrm>
            <a:custGeom>
              <a:avLst/>
              <a:pathLst>
                <a:path w="67599" h="167167">
                  <a:moveTo>
                    <a:pt x="67599" y="0"/>
                  </a:moveTo>
                  <a:lnTo>
                    <a:pt x="61801" y="100"/>
                  </a:lnTo>
                  <a:lnTo>
                    <a:pt x="56010" y="402"/>
                  </a:lnTo>
                  <a:lnTo>
                    <a:pt x="50232" y="904"/>
                  </a:lnTo>
                  <a:lnTo>
                    <a:pt x="44476" y="1606"/>
                  </a:lnTo>
                  <a:lnTo>
                    <a:pt x="38747" y="2508"/>
                  </a:lnTo>
                  <a:lnTo>
                    <a:pt x="33054" y="3608"/>
                  </a:lnTo>
                  <a:lnTo>
                    <a:pt x="27401" y="4905"/>
                  </a:lnTo>
                  <a:lnTo>
                    <a:pt x="21797" y="6396"/>
                  </a:lnTo>
                  <a:lnTo>
                    <a:pt x="16249" y="8082"/>
                  </a:lnTo>
                  <a:lnTo>
                    <a:pt x="10762" y="9959"/>
                  </a:lnTo>
                  <a:lnTo>
                    <a:pt x="5343" y="12025"/>
                  </a:lnTo>
                  <a:lnTo>
                    <a:pt x="0" y="14277"/>
                  </a:lnTo>
                  <a:lnTo>
                    <a:pt x="6759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18925" y="1695781"/>
              <a:ext cx="67599" cy="152889"/>
            </a:xfrm>
            <a:custGeom>
              <a:avLst/>
              <a:pathLst>
                <a:path w="67599" h="152889">
                  <a:moveTo>
                    <a:pt x="0" y="0"/>
                  </a:moveTo>
                  <a:lnTo>
                    <a:pt x="67599" y="152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71" y="1681503"/>
              <a:ext cx="334302" cy="334334"/>
            </a:xfrm>
            <a:custGeom>
              <a:avLst/>
              <a:pathLst>
                <a:path w="334302" h="334334">
                  <a:moveTo>
                    <a:pt x="99554" y="14277"/>
                  </a:moveTo>
                  <a:lnTo>
                    <a:pt x="94740" y="16498"/>
                  </a:lnTo>
                  <a:lnTo>
                    <a:pt x="89999" y="18869"/>
                  </a:lnTo>
                  <a:lnTo>
                    <a:pt x="85335" y="21390"/>
                  </a:lnTo>
                  <a:lnTo>
                    <a:pt x="80754" y="24058"/>
                  </a:lnTo>
                  <a:lnTo>
                    <a:pt x="76260" y="26869"/>
                  </a:lnTo>
                  <a:lnTo>
                    <a:pt x="71857" y="29822"/>
                  </a:lnTo>
                  <a:lnTo>
                    <a:pt x="67550" y="32913"/>
                  </a:lnTo>
                  <a:lnTo>
                    <a:pt x="63344" y="36138"/>
                  </a:lnTo>
                  <a:lnTo>
                    <a:pt x="59241" y="39496"/>
                  </a:lnTo>
                  <a:lnTo>
                    <a:pt x="55247" y="42981"/>
                  </a:lnTo>
                  <a:lnTo>
                    <a:pt x="51366" y="46592"/>
                  </a:lnTo>
                  <a:lnTo>
                    <a:pt x="47601" y="50324"/>
                  </a:lnTo>
                  <a:lnTo>
                    <a:pt x="43956" y="54174"/>
                  </a:lnTo>
                  <a:lnTo>
                    <a:pt x="40436" y="58137"/>
                  </a:lnTo>
                  <a:lnTo>
                    <a:pt x="37042" y="62209"/>
                  </a:lnTo>
                  <a:lnTo>
                    <a:pt x="33780" y="66388"/>
                  </a:lnTo>
                  <a:lnTo>
                    <a:pt x="30651" y="70667"/>
                  </a:lnTo>
                  <a:lnTo>
                    <a:pt x="27660" y="75044"/>
                  </a:lnTo>
                  <a:lnTo>
                    <a:pt x="24809" y="79513"/>
                  </a:lnTo>
                  <a:lnTo>
                    <a:pt x="22102" y="84071"/>
                  </a:lnTo>
                  <a:lnTo>
                    <a:pt x="19540" y="88712"/>
                  </a:lnTo>
                  <a:lnTo>
                    <a:pt x="17126" y="93432"/>
                  </a:lnTo>
                  <a:lnTo>
                    <a:pt x="14864" y="98226"/>
                  </a:lnTo>
                  <a:lnTo>
                    <a:pt x="12754" y="103089"/>
                  </a:lnTo>
                  <a:lnTo>
                    <a:pt x="10800" y="108017"/>
                  </a:lnTo>
                  <a:lnTo>
                    <a:pt x="9003" y="113004"/>
                  </a:lnTo>
                  <a:lnTo>
                    <a:pt x="7366" y="118046"/>
                  </a:lnTo>
                  <a:lnTo>
                    <a:pt x="5888" y="123137"/>
                  </a:lnTo>
                  <a:lnTo>
                    <a:pt x="4573" y="128273"/>
                  </a:lnTo>
                  <a:lnTo>
                    <a:pt x="3422" y="133447"/>
                  </a:lnTo>
                  <a:lnTo>
                    <a:pt x="2435" y="138656"/>
                  </a:lnTo>
                  <a:lnTo>
                    <a:pt x="1614" y="143893"/>
                  </a:lnTo>
                  <a:lnTo>
                    <a:pt x="959" y="149153"/>
                  </a:lnTo>
                  <a:lnTo>
                    <a:pt x="472" y="154432"/>
                  </a:lnTo>
                  <a:lnTo>
                    <a:pt x="152" y="159723"/>
                  </a:lnTo>
                  <a:lnTo>
                    <a:pt x="0" y="165022"/>
                  </a:lnTo>
                  <a:lnTo>
                    <a:pt x="16" y="170324"/>
                  </a:lnTo>
                  <a:lnTo>
                    <a:pt x="200" y="175621"/>
                  </a:lnTo>
                  <a:lnTo>
                    <a:pt x="552" y="180911"/>
                  </a:lnTo>
                  <a:lnTo>
                    <a:pt x="1071" y="186187"/>
                  </a:lnTo>
                  <a:lnTo>
                    <a:pt x="1758" y="191443"/>
                  </a:lnTo>
                  <a:lnTo>
                    <a:pt x="2611" y="196675"/>
                  </a:lnTo>
                  <a:lnTo>
                    <a:pt x="3629" y="201877"/>
                  </a:lnTo>
                  <a:lnTo>
                    <a:pt x="4812" y="207045"/>
                  </a:lnTo>
                  <a:lnTo>
                    <a:pt x="6158" y="212172"/>
                  </a:lnTo>
                  <a:lnTo>
                    <a:pt x="7666" y="217255"/>
                  </a:lnTo>
                  <a:lnTo>
                    <a:pt x="9334" y="222286"/>
                  </a:lnTo>
                  <a:lnTo>
                    <a:pt x="11161" y="227263"/>
                  </a:lnTo>
                  <a:lnTo>
                    <a:pt x="13145" y="232179"/>
                  </a:lnTo>
                  <a:lnTo>
                    <a:pt x="15284" y="237029"/>
                  </a:lnTo>
                  <a:lnTo>
                    <a:pt x="17576" y="241809"/>
                  </a:lnTo>
                  <a:lnTo>
                    <a:pt x="20017" y="246515"/>
                  </a:lnTo>
                  <a:lnTo>
                    <a:pt x="22607" y="251140"/>
                  </a:lnTo>
                  <a:lnTo>
                    <a:pt x="25343" y="255681"/>
                  </a:lnTo>
                  <a:lnTo>
                    <a:pt x="28221" y="260133"/>
                  </a:lnTo>
                  <a:lnTo>
                    <a:pt x="31238" y="264491"/>
                  </a:lnTo>
                  <a:lnTo>
                    <a:pt x="34392" y="268752"/>
                  </a:lnTo>
                  <a:lnTo>
                    <a:pt x="37680" y="272910"/>
                  </a:lnTo>
                  <a:lnTo>
                    <a:pt x="41098" y="276963"/>
                  </a:lnTo>
                  <a:lnTo>
                    <a:pt x="44643" y="280904"/>
                  </a:lnTo>
                  <a:lnTo>
                    <a:pt x="48311" y="284732"/>
                  </a:lnTo>
                  <a:lnTo>
                    <a:pt x="52098" y="288441"/>
                  </a:lnTo>
                  <a:lnTo>
                    <a:pt x="56001" y="292028"/>
                  </a:lnTo>
                  <a:lnTo>
                    <a:pt x="60016" y="295489"/>
                  </a:lnTo>
                  <a:lnTo>
                    <a:pt x="64139" y="298822"/>
                  </a:lnTo>
                  <a:lnTo>
                    <a:pt x="68365" y="302022"/>
                  </a:lnTo>
                  <a:lnTo>
                    <a:pt x="72691" y="305086"/>
                  </a:lnTo>
                  <a:lnTo>
                    <a:pt x="77111" y="308012"/>
                  </a:lnTo>
                  <a:lnTo>
                    <a:pt x="81622" y="310797"/>
                  </a:lnTo>
                  <a:lnTo>
                    <a:pt x="86220" y="313436"/>
                  </a:lnTo>
                  <a:lnTo>
                    <a:pt x="90898" y="315929"/>
                  </a:lnTo>
                  <a:lnTo>
                    <a:pt x="95653" y="318272"/>
                  </a:lnTo>
                  <a:lnTo>
                    <a:pt x="100481" y="320463"/>
                  </a:lnTo>
                  <a:lnTo>
                    <a:pt x="105375" y="322500"/>
                  </a:lnTo>
                  <a:lnTo>
                    <a:pt x="110331" y="324381"/>
                  </a:lnTo>
                  <a:lnTo>
                    <a:pt x="115344" y="326103"/>
                  </a:lnTo>
                  <a:lnTo>
                    <a:pt x="120410" y="327666"/>
                  </a:lnTo>
                  <a:lnTo>
                    <a:pt x="125522" y="329068"/>
                  </a:lnTo>
                  <a:lnTo>
                    <a:pt x="130677" y="330306"/>
                  </a:lnTo>
                  <a:lnTo>
                    <a:pt x="135868" y="331381"/>
                  </a:lnTo>
                  <a:lnTo>
                    <a:pt x="141091" y="332290"/>
                  </a:lnTo>
                  <a:lnTo>
                    <a:pt x="146339" y="333034"/>
                  </a:lnTo>
                  <a:lnTo>
                    <a:pt x="151609" y="333610"/>
                  </a:lnTo>
                  <a:lnTo>
                    <a:pt x="156894" y="334019"/>
                  </a:lnTo>
                  <a:lnTo>
                    <a:pt x="162190" y="334261"/>
                  </a:lnTo>
                  <a:lnTo>
                    <a:pt x="167491" y="334334"/>
                  </a:lnTo>
                  <a:lnTo>
                    <a:pt x="172791" y="334239"/>
                  </a:lnTo>
                  <a:lnTo>
                    <a:pt x="178085" y="333977"/>
                  </a:lnTo>
                  <a:lnTo>
                    <a:pt x="183369" y="333546"/>
                  </a:lnTo>
                  <a:lnTo>
                    <a:pt x="188636" y="332948"/>
                  </a:lnTo>
                  <a:lnTo>
                    <a:pt x="193882" y="332184"/>
                  </a:lnTo>
                  <a:lnTo>
                    <a:pt x="199101" y="331253"/>
                  </a:lnTo>
                  <a:lnTo>
                    <a:pt x="204288" y="330158"/>
                  </a:lnTo>
                  <a:lnTo>
                    <a:pt x="209437" y="328898"/>
                  </a:lnTo>
                  <a:lnTo>
                    <a:pt x="214544" y="327476"/>
                  </a:lnTo>
                  <a:lnTo>
                    <a:pt x="219603" y="325893"/>
                  </a:lnTo>
                  <a:lnTo>
                    <a:pt x="224610" y="324150"/>
                  </a:lnTo>
                  <a:lnTo>
                    <a:pt x="229558" y="322249"/>
                  </a:lnTo>
                  <a:lnTo>
                    <a:pt x="234444" y="320193"/>
                  </a:lnTo>
                  <a:lnTo>
                    <a:pt x="239262" y="317982"/>
                  </a:lnTo>
                  <a:lnTo>
                    <a:pt x="244008" y="315620"/>
                  </a:lnTo>
                  <a:lnTo>
                    <a:pt x="248677" y="313108"/>
                  </a:lnTo>
                  <a:lnTo>
                    <a:pt x="253263" y="310450"/>
                  </a:lnTo>
                  <a:lnTo>
                    <a:pt x="257763" y="307648"/>
                  </a:lnTo>
                  <a:lnTo>
                    <a:pt x="262172" y="304704"/>
                  </a:lnTo>
                  <a:lnTo>
                    <a:pt x="266485" y="301622"/>
                  </a:lnTo>
                  <a:lnTo>
                    <a:pt x="270698" y="298405"/>
                  </a:lnTo>
                  <a:lnTo>
                    <a:pt x="274807" y="295056"/>
                  </a:lnTo>
                  <a:lnTo>
                    <a:pt x="278808" y="291578"/>
                  </a:lnTo>
                  <a:lnTo>
                    <a:pt x="282697" y="287975"/>
                  </a:lnTo>
                  <a:lnTo>
                    <a:pt x="286469" y="284251"/>
                  </a:lnTo>
                  <a:lnTo>
                    <a:pt x="290122" y="280409"/>
                  </a:lnTo>
                  <a:lnTo>
                    <a:pt x="293650" y="276453"/>
                  </a:lnTo>
                  <a:lnTo>
                    <a:pt x="297052" y="272387"/>
                  </a:lnTo>
                  <a:lnTo>
                    <a:pt x="300323" y="268215"/>
                  </a:lnTo>
                  <a:lnTo>
                    <a:pt x="303460" y="263942"/>
                  </a:lnTo>
                  <a:lnTo>
                    <a:pt x="306460" y="259571"/>
                  </a:lnTo>
                  <a:lnTo>
                    <a:pt x="309320" y="255108"/>
                  </a:lnTo>
                  <a:lnTo>
                    <a:pt x="312037" y="250556"/>
                  </a:lnTo>
                  <a:lnTo>
                    <a:pt x="314608" y="245920"/>
                  </a:lnTo>
                  <a:lnTo>
                    <a:pt x="317031" y="241205"/>
                  </a:lnTo>
                  <a:lnTo>
                    <a:pt x="319303" y="236415"/>
                  </a:lnTo>
                  <a:lnTo>
                    <a:pt x="321422" y="231556"/>
                  </a:lnTo>
                  <a:lnTo>
                    <a:pt x="323386" y="226632"/>
                  </a:lnTo>
                  <a:lnTo>
                    <a:pt x="325193" y="221649"/>
                  </a:lnTo>
                  <a:lnTo>
                    <a:pt x="326841" y="216610"/>
                  </a:lnTo>
                  <a:lnTo>
                    <a:pt x="328329" y="211522"/>
                  </a:lnTo>
                  <a:lnTo>
                    <a:pt x="329654" y="206389"/>
                  </a:lnTo>
                  <a:lnTo>
                    <a:pt x="330816" y="201217"/>
                  </a:lnTo>
                  <a:lnTo>
                    <a:pt x="331813" y="196011"/>
                  </a:lnTo>
                  <a:lnTo>
                    <a:pt x="332645" y="190775"/>
                  </a:lnTo>
                  <a:lnTo>
                    <a:pt x="333311" y="185516"/>
                  </a:lnTo>
                  <a:lnTo>
                    <a:pt x="333809" y="180238"/>
                  </a:lnTo>
                  <a:lnTo>
                    <a:pt x="334139" y="174947"/>
                  </a:lnTo>
                  <a:lnTo>
                    <a:pt x="334302" y="169649"/>
                  </a:lnTo>
                  <a:lnTo>
                    <a:pt x="334297" y="164348"/>
                  </a:lnTo>
                  <a:lnTo>
                    <a:pt x="334123" y="159049"/>
                  </a:lnTo>
                  <a:lnTo>
                    <a:pt x="333782" y="153759"/>
                  </a:lnTo>
                  <a:lnTo>
                    <a:pt x="333273" y="148483"/>
                  </a:lnTo>
                  <a:lnTo>
                    <a:pt x="332597" y="143225"/>
                  </a:lnTo>
                  <a:lnTo>
                    <a:pt x="331755" y="137991"/>
                  </a:lnTo>
                  <a:lnTo>
                    <a:pt x="330747" y="132787"/>
                  </a:lnTo>
                  <a:lnTo>
                    <a:pt x="329575" y="127617"/>
                  </a:lnTo>
                  <a:lnTo>
                    <a:pt x="328239" y="122487"/>
                  </a:lnTo>
                  <a:lnTo>
                    <a:pt x="326741" y="117401"/>
                  </a:lnTo>
                  <a:lnTo>
                    <a:pt x="325083" y="112366"/>
                  </a:lnTo>
                  <a:lnTo>
                    <a:pt x="323266" y="107386"/>
                  </a:lnTo>
                  <a:lnTo>
                    <a:pt x="321292" y="102466"/>
                  </a:lnTo>
                  <a:lnTo>
                    <a:pt x="319163" y="97611"/>
                  </a:lnTo>
                  <a:lnTo>
                    <a:pt x="316881" y="92827"/>
                  </a:lnTo>
                  <a:lnTo>
                    <a:pt x="314449" y="88116"/>
                  </a:lnTo>
                  <a:lnTo>
                    <a:pt x="311868" y="83486"/>
                  </a:lnTo>
                  <a:lnTo>
                    <a:pt x="309142" y="78939"/>
                  </a:lnTo>
                  <a:lnTo>
                    <a:pt x="306273" y="74482"/>
                  </a:lnTo>
                  <a:lnTo>
                    <a:pt x="303264" y="70117"/>
                  </a:lnTo>
                  <a:lnTo>
                    <a:pt x="300119" y="65850"/>
                  </a:lnTo>
                  <a:lnTo>
                    <a:pt x="296839" y="61685"/>
                  </a:lnTo>
                  <a:lnTo>
                    <a:pt x="293430" y="57626"/>
                  </a:lnTo>
                  <a:lnTo>
                    <a:pt x="289893" y="53677"/>
                  </a:lnTo>
                  <a:lnTo>
                    <a:pt x="286233" y="49842"/>
                  </a:lnTo>
                  <a:lnTo>
                    <a:pt x="282453" y="46126"/>
                  </a:lnTo>
                  <a:lnTo>
                    <a:pt x="278557" y="42531"/>
                  </a:lnTo>
                  <a:lnTo>
                    <a:pt x="274549" y="39061"/>
                  </a:lnTo>
                  <a:lnTo>
                    <a:pt x="270433" y="35720"/>
                  </a:lnTo>
                  <a:lnTo>
                    <a:pt x="266213" y="32512"/>
                  </a:lnTo>
                  <a:lnTo>
                    <a:pt x="261894" y="29438"/>
                  </a:lnTo>
                  <a:lnTo>
                    <a:pt x="257479" y="26504"/>
                  </a:lnTo>
                  <a:lnTo>
                    <a:pt x="252974" y="23710"/>
                  </a:lnTo>
                  <a:lnTo>
                    <a:pt x="248382" y="21061"/>
                  </a:lnTo>
                  <a:lnTo>
                    <a:pt x="243708" y="18559"/>
                  </a:lnTo>
                  <a:lnTo>
                    <a:pt x="238958" y="16207"/>
                  </a:lnTo>
                  <a:lnTo>
                    <a:pt x="234135" y="14006"/>
                  </a:lnTo>
                  <a:lnTo>
                    <a:pt x="229245" y="11959"/>
                  </a:lnTo>
                  <a:lnTo>
                    <a:pt x="224293" y="10068"/>
                  </a:lnTo>
                  <a:lnTo>
                    <a:pt x="219283" y="8335"/>
                  </a:lnTo>
                  <a:lnTo>
                    <a:pt x="214220" y="6762"/>
                  </a:lnTo>
                  <a:lnTo>
                    <a:pt x="209111" y="5351"/>
                  </a:lnTo>
                  <a:lnTo>
                    <a:pt x="203959" y="4102"/>
                  </a:lnTo>
                  <a:lnTo>
                    <a:pt x="198770" y="3017"/>
                  </a:lnTo>
                  <a:lnTo>
                    <a:pt x="193549" y="2097"/>
                  </a:lnTo>
                  <a:lnTo>
                    <a:pt x="188302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9807" y="2126963"/>
              <a:ext cx="101480" cy="167167"/>
            </a:xfrm>
            <a:custGeom>
              <a:avLst/>
              <a:pathLst>
                <a:path w="101480" h="167167">
                  <a:moveTo>
                    <a:pt x="101480" y="0"/>
                  </a:moveTo>
                  <a:lnTo>
                    <a:pt x="95741" y="98"/>
                  </a:lnTo>
                  <a:lnTo>
                    <a:pt x="90010" y="393"/>
                  </a:lnTo>
                  <a:lnTo>
                    <a:pt x="84291" y="886"/>
                  </a:lnTo>
                  <a:lnTo>
                    <a:pt x="78594" y="1574"/>
                  </a:lnTo>
                  <a:lnTo>
                    <a:pt x="72923" y="2457"/>
                  </a:lnTo>
                  <a:lnTo>
                    <a:pt x="67285" y="3534"/>
                  </a:lnTo>
                  <a:lnTo>
                    <a:pt x="61688" y="4804"/>
                  </a:lnTo>
                  <a:lnTo>
                    <a:pt x="56138" y="6266"/>
                  </a:lnTo>
                  <a:lnTo>
                    <a:pt x="50642" y="7917"/>
                  </a:lnTo>
                  <a:lnTo>
                    <a:pt x="45205" y="9756"/>
                  </a:lnTo>
                  <a:lnTo>
                    <a:pt x="39835" y="11781"/>
                  </a:lnTo>
                  <a:lnTo>
                    <a:pt x="34537" y="13989"/>
                  </a:lnTo>
                  <a:lnTo>
                    <a:pt x="29318" y="16377"/>
                  </a:lnTo>
                  <a:lnTo>
                    <a:pt x="24184" y="18943"/>
                  </a:lnTo>
                  <a:lnTo>
                    <a:pt x="19142" y="21684"/>
                  </a:lnTo>
                  <a:lnTo>
                    <a:pt x="14196" y="24596"/>
                  </a:lnTo>
                  <a:lnTo>
                    <a:pt x="9354" y="27676"/>
                  </a:lnTo>
                  <a:lnTo>
                    <a:pt x="4619" y="30921"/>
                  </a:lnTo>
                  <a:lnTo>
                    <a:pt x="0" y="34326"/>
                  </a:lnTo>
                  <a:lnTo>
                    <a:pt x="10148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9807" y="2161290"/>
              <a:ext cx="101480" cy="132840"/>
            </a:xfrm>
            <a:custGeom>
              <a:avLst/>
              <a:pathLst>
                <a:path w="101480" h="132840">
                  <a:moveTo>
                    <a:pt x="0" y="0"/>
                  </a:moveTo>
                  <a:lnTo>
                    <a:pt x="101480" y="1328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0" y="2128347"/>
              <a:ext cx="334321" cy="332944"/>
            </a:xfrm>
            <a:custGeom>
              <a:avLst/>
              <a:pathLst>
                <a:path w="334321" h="332944">
                  <a:moveTo>
                    <a:pt x="65687" y="32942"/>
                  </a:moveTo>
                  <a:lnTo>
                    <a:pt x="61537" y="36217"/>
                  </a:lnTo>
                  <a:lnTo>
                    <a:pt x="57494" y="39621"/>
                  </a:lnTo>
                  <a:lnTo>
                    <a:pt x="53560" y="43152"/>
                  </a:lnTo>
                  <a:lnTo>
                    <a:pt x="49740" y="46805"/>
                  </a:lnTo>
                  <a:lnTo>
                    <a:pt x="46037" y="50577"/>
                  </a:lnTo>
                  <a:lnTo>
                    <a:pt x="42455" y="54464"/>
                  </a:lnTo>
                  <a:lnTo>
                    <a:pt x="38998" y="58463"/>
                  </a:lnTo>
                  <a:lnTo>
                    <a:pt x="35669" y="62569"/>
                  </a:lnTo>
                  <a:lnTo>
                    <a:pt x="32471" y="66778"/>
                  </a:lnTo>
                  <a:lnTo>
                    <a:pt x="29409" y="71086"/>
                  </a:lnTo>
                  <a:lnTo>
                    <a:pt x="26483" y="75488"/>
                  </a:lnTo>
                  <a:lnTo>
                    <a:pt x="23699" y="79981"/>
                  </a:lnTo>
                  <a:lnTo>
                    <a:pt x="21058" y="84560"/>
                  </a:lnTo>
                  <a:lnTo>
                    <a:pt x="18563" y="89220"/>
                  </a:lnTo>
                  <a:lnTo>
                    <a:pt x="16217" y="93957"/>
                  </a:lnTo>
                  <a:lnTo>
                    <a:pt x="14021" y="98765"/>
                  </a:lnTo>
                  <a:lnTo>
                    <a:pt x="11979" y="103640"/>
                  </a:lnTo>
                  <a:lnTo>
                    <a:pt x="10092" y="108578"/>
                  </a:lnTo>
                  <a:lnTo>
                    <a:pt x="8362" y="113572"/>
                  </a:lnTo>
                  <a:lnTo>
                    <a:pt x="6791" y="118619"/>
                  </a:lnTo>
                  <a:lnTo>
                    <a:pt x="5380" y="123713"/>
                  </a:lnTo>
                  <a:lnTo>
                    <a:pt x="4130" y="128849"/>
                  </a:lnTo>
                  <a:lnTo>
                    <a:pt x="3044" y="134022"/>
                  </a:lnTo>
                  <a:lnTo>
                    <a:pt x="2122" y="139227"/>
                  </a:lnTo>
                  <a:lnTo>
                    <a:pt x="1365" y="144458"/>
                  </a:lnTo>
                  <a:lnTo>
                    <a:pt x="774" y="149711"/>
                  </a:lnTo>
                  <a:lnTo>
                    <a:pt x="349" y="154980"/>
                  </a:lnTo>
                  <a:lnTo>
                    <a:pt x="91" y="160259"/>
                  </a:lnTo>
                  <a:lnTo>
                    <a:pt x="0" y="165544"/>
                  </a:lnTo>
                  <a:lnTo>
                    <a:pt x="76" y="170829"/>
                  </a:lnTo>
                  <a:lnTo>
                    <a:pt x="319" y="176110"/>
                  </a:lnTo>
                  <a:lnTo>
                    <a:pt x="728" y="181379"/>
                  </a:lnTo>
                  <a:lnTo>
                    <a:pt x="1305" y="186634"/>
                  </a:lnTo>
                  <a:lnTo>
                    <a:pt x="2047" y="191867"/>
                  </a:lnTo>
                  <a:lnTo>
                    <a:pt x="2954" y="197075"/>
                  </a:lnTo>
                  <a:lnTo>
                    <a:pt x="4025" y="202251"/>
                  </a:lnTo>
                  <a:lnTo>
                    <a:pt x="5260" y="207390"/>
                  </a:lnTo>
                  <a:lnTo>
                    <a:pt x="6656" y="212488"/>
                  </a:lnTo>
                  <a:lnTo>
                    <a:pt x="8213" y="217540"/>
                  </a:lnTo>
                  <a:lnTo>
                    <a:pt x="9929" y="222539"/>
                  </a:lnTo>
                  <a:lnTo>
                    <a:pt x="11802" y="227482"/>
                  </a:lnTo>
                  <a:lnTo>
                    <a:pt x="13830" y="232363"/>
                  </a:lnTo>
                  <a:lnTo>
                    <a:pt x="16012" y="237178"/>
                  </a:lnTo>
                  <a:lnTo>
                    <a:pt x="18345" y="241921"/>
                  </a:lnTo>
                  <a:lnTo>
                    <a:pt x="20826" y="246588"/>
                  </a:lnTo>
                  <a:lnTo>
                    <a:pt x="23454" y="251174"/>
                  </a:lnTo>
                  <a:lnTo>
                    <a:pt x="26226" y="255675"/>
                  </a:lnTo>
                  <a:lnTo>
                    <a:pt x="29138" y="260086"/>
                  </a:lnTo>
                  <a:lnTo>
                    <a:pt x="32189" y="264403"/>
                  </a:lnTo>
                  <a:lnTo>
                    <a:pt x="35374" y="268621"/>
                  </a:lnTo>
                  <a:lnTo>
                    <a:pt x="38691" y="272737"/>
                  </a:lnTo>
                  <a:lnTo>
                    <a:pt x="42137" y="276745"/>
                  </a:lnTo>
                  <a:lnTo>
                    <a:pt x="45708" y="280642"/>
                  </a:lnTo>
                  <a:lnTo>
                    <a:pt x="49400" y="284425"/>
                  </a:lnTo>
                  <a:lnTo>
                    <a:pt x="53210" y="288089"/>
                  </a:lnTo>
                  <a:lnTo>
                    <a:pt x="57133" y="291631"/>
                  </a:lnTo>
                  <a:lnTo>
                    <a:pt x="61167" y="295047"/>
                  </a:lnTo>
                  <a:lnTo>
                    <a:pt x="65307" y="298333"/>
                  </a:lnTo>
                  <a:lnTo>
                    <a:pt x="69548" y="301487"/>
                  </a:lnTo>
                  <a:lnTo>
                    <a:pt x="73888" y="304506"/>
                  </a:lnTo>
                  <a:lnTo>
                    <a:pt x="78320" y="307386"/>
                  </a:lnTo>
                  <a:lnTo>
                    <a:pt x="82841" y="310124"/>
                  </a:lnTo>
                  <a:lnTo>
                    <a:pt x="87447" y="312718"/>
                  </a:lnTo>
                  <a:lnTo>
                    <a:pt x="92132" y="315165"/>
                  </a:lnTo>
                  <a:lnTo>
                    <a:pt x="96893" y="317462"/>
                  </a:lnTo>
                  <a:lnTo>
                    <a:pt x="101723" y="319608"/>
                  </a:lnTo>
                  <a:lnTo>
                    <a:pt x="106619" y="321600"/>
                  </a:lnTo>
                  <a:lnTo>
                    <a:pt x="111576" y="323437"/>
                  </a:lnTo>
                  <a:lnTo>
                    <a:pt x="116588" y="325115"/>
                  </a:lnTo>
                  <a:lnTo>
                    <a:pt x="121651" y="326635"/>
                  </a:lnTo>
                  <a:lnTo>
                    <a:pt x="126759" y="327993"/>
                  </a:lnTo>
                  <a:lnTo>
                    <a:pt x="131908" y="329190"/>
                  </a:lnTo>
                  <a:lnTo>
                    <a:pt x="137091" y="330223"/>
                  </a:lnTo>
                  <a:lnTo>
                    <a:pt x="142305" y="331092"/>
                  </a:lnTo>
                  <a:lnTo>
                    <a:pt x="147544" y="331795"/>
                  </a:lnTo>
                  <a:lnTo>
                    <a:pt x="152803" y="332332"/>
                  </a:lnTo>
                  <a:lnTo>
                    <a:pt x="158075" y="332703"/>
                  </a:lnTo>
                  <a:lnTo>
                    <a:pt x="163357" y="332907"/>
                  </a:lnTo>
                  <a:lnTo>
                    <a:pt x="168643" y="332944"/>
                  </a:lnTo>
                  <a:lnTo>
                    <a:pt x="173927" y="332814"/>
                  </a:lnTo>
                  <a:lnTo>
                    <a:pt x="179205" y="332517"/>
                  </a:lnTo>
                  <a:lnTo>
                    <a:pt x="184470" y="332053"/>
                  </a:lnTo>
                  <a:lnTo>
                    <a:pt x="189718" y="331423"/>
                  </a:lnTo>
                  <a:lnTo>
                    <a:pt x="194944" y="330627"/>
                  </a:lnTo>
                  <a:lnTo>
                    <a:pt x="200141" y="329666"/>
                  </a:lnTo>
                  <a:lnTo>
                    <a:pt x="205306" y="328542"/>
                  </a:lnTo>
                  <a:lnTo>
                    <a:pt x="210433" y="327255"/>
                  </a:lnTo>
                  <a:lnTo>
                    <a:pt x="215516" y="325806"/>
                  </a:lnTo>
                  <a:lnTo>
                    <a:pt x="220551" y="324197"/>
                  </a:lnTo>
                  <a:lnTo>
                    <a:pt x="225533" y="322430"/>
                  </a:lnTo>
                  <a:lnTo>
                    <a:pt x="230456" y="320507"/>
                  </a:lnTo>
                  <a:lnTo>
                    <a:pt x="235317" y="318428"/>
                  </a:lnTo>
                  <a:lnTo>
                    <a:pt x="240109" y="316198"/>
                  </a:lnTo>
                  <a:lnTo>
                    <a:pt x="244828" y="313816"/>
                  </a:lnTo>
                  <a:lnTo>
                    <a:pt x="249469" y="311287"/>
                  </a:lnTo>
                  <a:lnTo>
                    <a:pt x="254028" y="308612"/>
                  </a:lnTo>
                  <a:lnTo>
                    <a:pt x="258500" y="305795"/>
                  </a:lnTo>
                  <a:lnTo>
                    <a:pt x="262881" y="302837"/>
                  </a:lnTo>
                  <a:lnTo>
                    <a:pt x="267166" y="299742"/>
                  </a:lnTo>
                  <a:lnTo>
                    <a:pt x="271352" y="296514"/>
                  </a:lnTo>
                  <a:lnTo>
                    <a:pt x="275433" y="293155"/>
                  </a:lnTo>
                  <a:lnTo>
                    <a:pt x="279406" y="289668"/>
                  </a:lnTo>
                  <a:lnTo>
                    <a:pt x="283266" y="286057"/>
                  </a:lnTo>
                  <a:lnTo>
                    <a:pt x="287011" y="282327"/>
                  </a:lnTo>
                  <a:lnTo>
                    <a:pt x="290635" y="278480"/>
                  </a:lnTo>
                  <a:lnTo>
                    <a:pt x="294137" y="274520"/>
                  </a:lnTo>
                  <a:lnTo>
                    <a:pt x="297511" y="270451"/>
                  </a:lnTo>
                  <a:lnTo>
                    <a:pt x="300755" y="266278"/>
                  </a:lnTo>
                  <a:lnTo>
                    <a:pt x="303865" y="262004"/>
                  </a:lnTo>
                  <a:lnTo>
                    <a:pt x="306839" y="257634"/>
                  </a:lnTo>
                  <a:lnTo>
                    <a:pt x="309673" y="253172"/>
                  </a:lnTo>
                  <a:lnTo>
                    <a:pt x="312365" y="248623"/>
                  </a:lnTo>
                  <a:lnTo>
                    <a:pt x="314911" y="243991"/>
                  </a:lnTo>
                  <a:lnTo>
                    <a:pt x="317310" y="239281"/>
                  </a:lnTo>
                  <a:lnTo>
                    <a:pt x="319559" y="234497"/>
                  </a:lnTo>
                  <a:lnTo>
                    <a:pt x="321655" y="229645"/>
                  </a:lnTo>
                  <a:lnTo>
                    <a:pt x="323597" y="224729"/>
                  </a:lnTo>
                  <a:lnTo>
                    <a:pt x="325382" y="219754"/>
                  </a:lnTo>
                  <a:lnTo>
                    <a:pt x="327010" y="214725"/>
                  </a:lnTo>
                  <a:lnTo>
                    <a:pt x="328477" y="209646"/>
                  </a:lnTo>
                  <a:lnTo>
                    <a:pt x="329783" y="204525"/>
                  </a:lnTo>
                  <a:lnTo>
                    <a:pt x="330927" y="199364"/>
                  </a:lnTo>
                  <a:lnTo>
                    <a:pt x="331906" y="194170"/>
                  </a:lnTo>
                  <a:lnTo>
                    <a:pt x="332722" y="188947"/>
                  </a:lnTo>
                  <a:lnTo>
                    <a:pt x="333371" y="183701"/>
                  </a:lnTo>
                  <a:lnTo>
                    <a:pt x="333855" y="178438"/>
                  </a:lnTo>
                  <a:lnTo>
                    <a:pt x="334171" y="173161"/>
                  </a:lnTo>
                  <a:lnTo>
                    <a:pt x="334321" y="167878"/>
                  </a:lnTo>
                  <a:lnTo>
                    <a:pt x="334304" y="162592"/>
                  </a:lnTo>
                  <a:lnTo>
                    <a:pt x="334119" y="157309"/>
                  </a:lnTo>
                  <a:lnTo>
                    <a:pt x="333768" y="152035"/>
                  </a:lnTo>
                  <a:lnTo>
                    <a:pt x="333250" y="146775"/>
                  </a:lnTo>
                  <a:lnTo>
                    <a:pt x="332566" y="141534"/>
                  </a:lnTo>
                  <a:lnTo>
                    <a:pt x="331717" y="136316"/>
                  </a:lnTo>
                  <a:lnTo>
                    <a:pt x="330703" y="131129"/>
                  </a:lnTo>
                  <a:lnTo>
                    <a:pt x="329525" y="125976"/>
                  </a:lnTo>
                  <a:lnTo>
                    <a:pt x="328186" y="120863"/>
                  </a:lnTo>
                  <a:lnTo>
                    <a:pt x="326685" y="115794"/>
                  </a:lnTo>
                  <a:lnTo>
                    <a:pt x="325025" y="110776"/>
                  </a:lnTo>
                  <a:lnTo>
                    <a:pt x="323207" y="105813"/>
                  </a:lnTo>
                  <a:lnTo>
                    <a:pt x="321233" y="100909"/>
                  </a:lnTo>
                  <a:lnTo>
                    <a:pt x="319105" y="96071"/>
                  </a:lnTo>
                  <a:lnTo>
                    <a:pt x="316825" y="91302"/>
                  </a:lnTo>
                  <a:lnTo>
                    <a:pt x="314395" y="86608"/>
                  </a:lnTo>
                  <a:lnTo>
                    <a:pt x="311818" y="81992"/>
                  </a:lnTo>
                  <a:lnTo>
                    <a:pt x="309097" y="77461"/>
                  </a:lnTo>
                  <a:lnTo>
                    <a:pt x="306234" y="73018"/>
                  </a:lnTo>
                  <a:lnTo>
                    <a:pt x="303231" y="68668"/>
                  </a:lnTo>
                  <a:lnTo>
                    <a:pt x="300093" y="64414"/>
                  </a:lnTo>
                  <a:lnTo>
                    <a:pt x="296821" y="60263"/>
                  </a:lnTo>
                  <a:lnTo>
                    <a:pt x="293420" y="56216"/>
                  </a:lnTo>
                  <a:lnTo>
                    <a:pt x="289893" y="52279"/>
                  </a:lnTo>
                  <a:lnTo>
                    <a:pt x="286243" y="48456"/>
                  </a:lnTo>
                  <a:lnTo>
                    <a:pt x="282475" y="44750"/>
                  </a:lnTo>
                  <a:lnTo>
                    <a:pt x="278590" y="41165"/>
                  </a:lnTo>
                  <a:lnTo>
                    <a:pt x="274595" y="37704"/>
                  </a:lnTo>
                  <a:lnTo>
                    <a:pt x="270492" y="34372"/>
                  </a:lnTo>
                  <a:lnTo>
                    <a:pt x="266285" y="31171"/>
                  </a:lnTo>
                  <a:lnTo>
                    <a:pt x="261980" y="28105"/>
                  </a:lnTo>
                  <a:lnTo>
                    <a:pt x="257580" y="25176"/>
                  </a:lnTo>
                  <a:lnTo>
                    <a:pt x="253089" y="22388"/>
                  </a:lnTo>
                  <a:lnTo>
                    <a:pt x="248512" y="19743"/>
                  </a:lnTo>
                  <a:lnTo>
                    <a:pt x="243855" y="17244"/>
                  </a:lnTo>
                  <a:lnTo>
                    <a:pt x="239120" y="14894"/>
                  </a:lnTo>
                  <a:lnTo>
                    <a:pt x="234314" y="12694"/>
                  </a:lnTo>
                  <a:lnTo>
                    <a:pt x="229440" y="10648"/>
                  </a:lnTo>
                  <a:lnTo>
                    <a:pt x="224504" y="8757"/>
                  </a:lnTo>
                  <a:lnTo>
                    <a:pt x="219511" y="7022"/>
                  </a:lnTo>
                  <a:lnTo>
                    <a:pt x="214465" y="5447"/>
                  </a:lnTo>
                  <a:lnTo>
                    <a:pt x="209373" y="4032"/>
                  </a:lnTo>
                  <a:lnTo>
                    <a:pt x="204238" y="2778"/>
                  </a:lnTo>
                  <a:lnTo>
                    <a:pt x="199065" y="1687"/>
                  </a:lnTo>
                  <a:lnTo>
                    <a:pt x="193861" y="761"/>
                  </a:lnTo>
                  <a:lnTo>
                    <a:pt x="188631" y="0"/>
                  </a:lnTo>
                  <a:lnTo>
                    <a:pt x="167167" y="1657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21464" cy="167167"/>
            </a:xfrm>
            <a:custGeom>
              <a:avLst/>
              <a:pathLst>
                <a:path w="21464" h="167167">
                  <a:moveTo>
                    <a:pt x="21464" y="1383"/>
                  </a:moveTo>
                  <a:lnTo>
                    <a:pt x="14331" y="615"/>
                  </a:lnTo>
                  <a:lnTo>
                    <a:pt x="7172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600" y="2633064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2" y="757"/>
                  </a:lnTo>
                  <a:lnTo>
                    <a:pt x="145979" y="1345"/>
                  </a:lnTo>
                  <a:lnTo>
                    <a:pt x="140727" y="2101"/>
                  </a:lnTo>
                  <a:lnTo>
                    <a:pt x="135501" y="3022"/>
                  </a:lnTo>
                  <a:lnTo>
                    <a:pt x="130308" y="4109"/>
                  </a:lnTo>
                  <a:lnTo>
                    <a:pt x="125151" y="5361"/>
                  </a:lnTo>
                  <a:lnTo>
                    <a:pt x="120037" y="6775"/>
                  </a:lnTo>
                  <a:lnTo>
                    <a:pt x="114971" y="8351"/>
                  </a:lnTo>
                  <a:lnTo>
                    <a:pt x="109956" y="10087"/>
                  </a:lnTo>
                  <a:lnTo>
                    <a:pt x="105000" y="11981"/>
                  </a:lnTo>
                  <a:lnTo>
                    <a:pt x="100106" y="14032"/>
                  </a:lnTo>
                  <a:lnTo>
                    <a:pt x="95280" y="16236"/>
                  </a:lnTo>
                  <a:lnTo>
                    <a:pt x="90526" y="18593"/>
                  </a:lnTo>
                  <a:lnTo>
                    <a:pt x="85849" y="21100"/>
                  </a:lnTo>
                  <a:lnTo>
                    <a:pt x="81254" y="23754"/>
                  </a:lnTo>
                  <a:lnTo>
                    <a:pt x="76746" y="26552"/>
                  </a:lnTo>
                  <a:lnTo>
                    <a:pt x="72329" y="29492"/>
                  </a:lnTo>
                  <a:lnTo>
                    <a:pt x="68007" y="32570"/>
                  </a:lnTo>
                  <a:lnTo>
                    <a:pt x="63785" y="35785"/>
                  </a:lnTo>
                  <a:lnTo>
                    <a:pt x="59668" y="39131"/>
                  </a:lnTo>
                  <a:lnTo>
                    <a:pt x="55658" y="42607"/>
                  </a:lnTo>
                  <a:lnTo>
                    <a:pt x="51761" y="46208"/>
                  </a:lnTo>
                  <a:lnTo>
                    <a:pt x="47981" y="49931"/>
                  </a:lnTo>
                  <a:lnTo>
                    <a:pt x="44320" y="53772"/>
                  </a:lnTo>
                  <a:lnTo>
                    <a:pt x="40783" y="57727"/>
                  </a:lnTo>
                  <a:lnTo>
                    <a:pt x="37373" y="61793"/>
                  </a:lnTo>
                  <a:lnTo>
                    <a:pt x="34094" y="65965"/>
                  </a:lnTo>
                  <a:lnTo>
                    <a:pt x="30949" y="70238"/>
                  </a:lnTo>
                  <a:lnTo>
                    <a:pt x="27942" y="74610"/>
                  </a:lnTo>
                  <a:lnTo>
                    <a:pt x="25074" y="79074"/>
                  </a:lnTo>
                  <a:lnTo>
                    <a:pt x="22350" y="83628"/>
                  </a:lnTo>
                  <a:lnTo>
                    <a:pt x="19772" y="88265"/>
                  </a:lnTo>
                  <a:lnTo>
                    <a:pt x="17342" y="92982"/>
                  </a:lnTo>
                  <a:lnTo>
                    <a:pt x="15063" y="97774"/>
                  </a:lnTo>
                  <a:lnTo>
                    <a:pt x="12937" y="102636"/>
                  </a:lnTo>
                  <a:lnTo>
                    <a:pt x="10967" y="107562"/>
                  </a:lnTo>
                  <a:lnTo>
                    <a:pt x="9154" y="112549"/>
                  </a:lnTo>
                  <a:lnTo>
                    <a:pt x="7500" y="117591"/>
                  </a:lnTo>
                  <a:lnTo>
                    <a:pt x="6007" y="122683"/>
                  </a:lnTo>
                  <a:lnTo>
                    <a:pt x="4676" y="127819"/>
                  </a:lnTo>
                  <a:lnTo>
                    <a:pt x="3510" y="132995"/>
                  </a:lnTo>
                  <a:lnTo>
                    <a:pt x="2507" y="138206"/>
                  </a:lnTo>
                  <a:lnTo>
                    <a:pt x="1671" y="143446"/>
                  </a:lnTo>
                  <a:lnTo>
                    <a:pt x="1002" y="148709"/>
                  </a:lnTo>
                  <a:lnTo>
                    <a:pt x="500" y="153992"/>
                  </a:lnTo>
                  <a:lnTo>
                    <a:pt x="165" y="159287"/>
                  </a:lnTo>
                  <a:lnTo>
                    <a:pt x="0" y="164591"/>
                  </a:lnTo>
                  <a:lnTo>
                    <a:pt x="2" y="169897"/>
                  </a:lnTo>
                  <a:lnTo>
                    <a:pt x="173" y="175200"/>
                  </a:lnTo>
                  <a:lnTo>
                    <a:pt x="512" y="180495"/>
                  </a:lnTo>
                  <a:lnTo>
                    <a:pt x="1019" y="185777"/>
                  </a:lnTo>
                  <a:lnTo>
                    <a:pt x="1693" y="191040"/>
                  </a:lnTo>
                  <a:lnTo>
                    <a:pt x="2534" y="196279"/>
                  </a:lnTo>
                  <a:lnTo>
                    <a:pt x="3541" y="201489"/>
                  </a:lnTo>
                  <a:lnTo>
                    <a:pt x="4713" y="206664"/>
                  </a:lnTo>
                  <a:lnTo>
                    <a:pt x="6048" y="211799"/>
                  </a:lnTo>
                  <a:lnTo>
                    <a:pt x="7546" y="216890"/>
                  </a:lnTo>
                  <a:lnTo>
                    <a:pt x="9204" y="221930"/>
                  </a:lnTo>
                  <a:lnTo>
                    <a:pt x="11022" y="226915"/>
                  </a:lnTo>
                  <a:lnTo>
                    <a:pt x="12997" y="231840"/>
                  </a:lnTo>
                  <a:lnTo>
                    <a:pt x="15127" y="236700"/>
                  </a:lnTo>
                  <a:lnTo>
                    <a:pt x="17410" y="241489"/>
                  </a:lnTo>
                  <a:lnTo>
                    <a:pt x="19844" y="246204"/>
                  </a:lnTo>
                  <a:lnTo>
                    <a:pt x="22427" y="250839"/>
                  </a:lnTo>
                  <a:lnTo>
                    <a:pt x="25156" y="255390"/>
                  </a:lnTo>
                  <a:lnTo>
                    <a:pt x="28027" y="259852"/>
                  </a:lnTo>
                  <a:lnTo>
                    <a:pt x="31039" y="264221"/>
                  </a:lnTo>
                  <a:lnTo>
                    <a:pt x="34187" y="268492"/>
                  </a:lnTo>
                  <a:lnTo>
                    <a:pt x="37470" y="272660"/>
                  </a:lnTo>
                  <a:lnTo>
                    <a:pt x="40884" y="276723"/>
                  </a:lnTo>
                  <a:lnTo>
                    <a:pt x="44424" y="280675"/>
                  </a:lnTo>
                  <a:lnTo>
                    <a:pt x="48088" y="284513"/>
                  </a:lnTo>
                  <a:lnTo>
                    <a:pt x="51873" y="288232"/>
                  </a:lnTo>
                  <a:lnTo>
                    <a:pt x="55773" y="291830"/>
                  </a:lnTo>
                  <a:lnTo>
                    <a:pt x="59786" y="295301"/>
                  </a:lnTo>
                  <a:lnTo>
                    <a:pt x="63906" y="298644"/>
                  </a:lnTo>
                  <a:lnTo>
                    <a:pt x="68131" y="301855"/>
                  </a:lnTo>
                  <a:lnTo>
                    <a:pt x="72455" y="304929"/>
                  </a:lnTo>
                  <a:lnTo>
                    <a:pt x="76875" y="307865"/>
                  </a:lnTo>
                  <a:lnTo>
                    <a:pt x="81386" y="310659"/>
                  </a:lnTo>
                  <a:lnTo>
                    <a:pt x="85983" y="313309"/>
                  </a:lnTo>
                  <a:lnTo>
                    <a:pt x="90663" y="315811"/>
                  </a:lnTo>
                  <a:lnTo>
                    <a:pt x="95419" y="318164"/>
                  </a:lnTo>
                  <a:lnTo>
                    <a:pt x="100247" y="320364"/>
                  </a:lnTo>
                  <a:lnTo>
                    <a:pt x="105143" y="322410"/>
                  </a:lnTo>
                  <a:lnTo>
                    <a:pt x="110101" y="324300"/>
                  </a:lnTo>
                  <a:lnTo>
                    <a:pt x="115117" y="326031"/>
                  </a:lnTo>
                  <a:lnTo>
                    <a:pt x="120185" y="327602"/>
                  </a:lnTo>
                  <a:lnTo>
                    <a:pt x="125300" y="329012"/>
                  </a:lnTo>
                  <a:lnTo>
                    <a:pt x="130458" y="330258"/>
                  </a:lnTo>
                  <a:lnTo>
                    <a:pt x="135652" y="331341"/>
                  </a:lnTo>
                  <a:lnTo>
                    <a:pt x="140879" y="332258"/>
                  </a:lnTo>
                  <a:lnTo>
                    <a:pt x="146131" y="333008"/>
                  </a:lnTo>
                  <a:lnTo>
                    <a:pt x="151405" y="333592"/>
                  </a:lnTo>
                  <a:lnTo>
                    <a:pt x="156695" y="334007"/>
                  </a:lnTo>
                  <a:lnTo>
                    <a:pt x="161995" y="334255"/>
                  </a:lnTo>
                  <a:lnTo>
                    <a:pt x="167301" y="334334"/>
                  </a:lnTo>
                  <a:lnTo>
                    <a:pt x="172606" y="334245"/>
                  </a:lnTo>
                  <a:lnTo>
                    <a:pt x="177906" y="333988"/>
                  </a:lnTo>
                  <a:lnTo>
                    <a:pt x="183195" y="333562"/>
                  </a:lnTo>
                  <a:lnTo>
                    <a:pt x="188468" y="332969"/>
                  </a:lnTo>
                  <a:lnTo>
                    <a:pt x="193719" y="332209"/>
                  </a:lnTo>
                  <a:lnTo>
                    <a:pt x="198944" y="331283"/>
                  </a:lnTo>
                  <a:lnTo>
                    <a:pt x="204136" y="330191"/>
                  </a:lnTo>
                  <a:lnTo>
                    <a:pt x="209292" y="328935"/>
                  </a:lnTo>
                  <a:lnTo>
                    <a:pt x="214404" y="327516"/>
                  </a:lnTo>
                  <a:lnTo>
                    <a:pt x="219470" y="325935"/>
                  </a:lnTo>
                  <a:lnTo>
                    <a:pt x="224482" y="324194"/>
                  </a:lnTo>
                  <a:lnTo>
                    <a:pt x="229437" y="322296"/>
                  </a:lnTo>
                  <a:lnTo>
                    <a:pt x="234329" y="320241"/>
                  </a:lnTo>
                  <a:lnTo>
                    <a:pt x="239153" y="318031"/>
                  </a:lnTo>
                  <a:lnTo>
                    <a:pt x="243905" y="315670"/>
                  </a:lnTo>
                  <a:lnTo>
                    <a:pt x="248579" y="313159"/>
                  </a:lnTo>
                  <a:lnTo>
                    <a:pt x="253172" y="310501"/>
                  </a:lnTo>
                  <a:lnTo>
                    <a:pt x="257677" y="307699"/>
                  </a:lnTo>
                  <a:lnTo>
                    <a:pt x="262092" y="304755"/>
                  </a:lnTo>
                  <a:lnTo>
                    <a:pt x="266411" y="301672"/>
                  </a:lnTo>
                  <a:lnTo>
                    <a:pt x="270630" y="298454"/>
                  </a:lnTo>
                  <a:lnTo>
                    <a:pt x="274744" y="295104"/>
                  </a:lnTo>
                  <a:lnTo>
                    <a:pt x="278750" y="291624"/>
                  </a:lnTo>
                  <a:lnTo>
                    <a:pt x="282644" y="288020"/>
                  </a:lnTo>
                  <a:lnTo>
                    <a:pt x="286421" y="284293"/>
                  </a:lnTo>
                  <a:lnTo>
                    <a:pt x="290079" y="280449"/>
                  </a:lnTo>
                  <a:lnTo>
                    <a:pt x="293612" y="276490"/>
                  </a:lnTo>
                  <a:lnTo>
                    <a:pt x="297018" y="272422"/>
                  </a:lnTo>
                  <a:lnTo>
                    <a:pt x="300293" y="268247"/>
                  </a:lnTo>
                  <a:lnTo>
                    <a:pt x="303434" y="263970"/>
                  </a:lnTo>
                  <a:lnTo>
                    <a:pt x="306437" y="259596"/>
                  </a:lnTo>
                  <a:lnTo>
                    <a:pt x="309301" y="255129"/>
                  </a:lnTo>
                  <a:lnTo>
                    <a:pt x="312021" y="250573"/>
                  </a:lnTo>
                  <a:lnTo>
                    <a:pt x="314595" y="245933"/>
                  </a:lnTo>
                  <a:lnTo>
                    <a:pt x="317020" y="241214"/>
                  </a:lnTo>
                  <a:lnTo>
                    <a:pt x="319295" y="236420"/>
                  </a:lnTo>
                  <a:lnTo>
                    <a:pt x="321416" y="231556"/>
                  </a:lnTo>
                  <a:lnTo>
                    <a:pt x="323382" y="226628"/>
                  </a:lnTo>
                  <a:lnTo>
                    <a:pt x="325190" y="221639"/>
                  </a:lnTo>
                  <a:lnTo>
                    <a:pt x="326840" y="216596"/>
                  </a:lnTo>
                  <a:lnTo>
                    <a:pt x="328328" y="211503"/>
                  </a:lnTo>
                  <a:lnTo>
                    <a:pt x="329654" y="206365"/>
                  </a:lnTo>
                  <a:lnTo>
                    <a:pt x="330816" y="201188"/>
                  </a:lnTo>
                  <a:lnTo>
                    <a:pt x="331813" y="195977"/>
                  </a:lnTo>
                  <a:lnTo>
                    <a:pt x="332645" y="190736"/>
                  </a:lnTo>
                  <a:lnTo>
                    <a:pt x="333309" y="185472"/>
                  </a:lnTo>
                  <a:lnTo>
                    <a:pt x="333807" y="180189"/>
                  </a:lnTo>
                  <a:lnTo>
                    <a:pt x="334136" y="174893"/>
                  </a:lnTo>
                  <a:lnTo>
                    <a:pt x="334297" y="169589"/>
                  </a:lnTo>
                  <a:lnTo>
                    <a:pt x="334290" y="164283"/>
                  </a:lnTo>
                  <a:lnTo>
                    <a:pt x="334114" y="158980"/>
                  </a:lnTo>
                  <a:lnTo>
                    <a:pt x="333770" y="153685"/>
                  </a:lnTo>
                  <a:lnTo>
                    <a:pt x="333258" y="148404"/>
                  </a:lnTo>
                  <a:lnTo>
                    <a:pt x="332579" y="143141"/>
                  </a:lnTo>
                  <a:lnTo>
                    <a:pt x="331733" y="13790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41878"/>
              <a:ext cx="164586" cy="158353"/>
            </a:xfrm>
            <a:custGeom>
              <a:avLst/>
              <a:pathLst>
                <a:path w="164586" h="158353">
                  <a:moveTo>
                    <a:pt x="164586" y="129089"/>
                  </a:moveTo>
                  <a:lnTo>
                    <a:pt x="163552" y="123776"/>
                  </a:lnTo>
                  <a:lnTo>
                    <a:pt x="162347" y="118498"/>
                  </a:lnTo>
                  <a:lnTo>
                    <a:pt x="160971" y="113263"/>
                  </a:lnTo>
                  <a:lnTo>
                    <a:pt x="159427" y="108074"/>
                  </a:lnTo>
                  <a:lnTo>
                    <a:pt x="157715" y="102939"/>
                  </a:lnTo>
                  <a:lnTo>
                    <a:pt x="155838" y="97861"/>
                  </a:lnTo>
                  <a:lnTo>
                    <a:pt x="153798" y="92847"/>
                  </a:lnTo>
                  <a:lnTo>
                    <a:pt x="151596" y="87902"/>
                  </a:lnTo>
                  <a:lnTo>
                    <a:pt x="149236" y="83031"/>
                  </a:lnTo>
                  <a:lnTo>
                    <a:pt x="146719" y="78238"/>
                  </a:lnTo>
                  <a:lnTo>
                    <a:pt x="144048" y="73530"/>
                  </a:lnTo>
                  <a:lnTo>
                    <a:pt x="141226" y="68910"/>
                  </a:lnTo>
                  <a:lnTo>
                    <a:pt x="138256" y="64384"/>
                  </a:lnTo>
                  <a:lnTo>
                    <a:pt x="135141" y="59957"/>
                  </a:lnTo>
                  <a:lnTo>
                    <a:pt x="131884" y="55633"/>
                  </a:lnTo>
                  <a:lnTo>
                    <a:pt x="128489" y="51417"/>
                  </a:lnTo>
                  <a:lnTo>
                    <a:pt x="124960" y="47313"/>
                  </a:lnTo>
                  <a:lnTo>
                    <a:pt x="121299" y="43325"/>
                  </a:lnTo>
                  <a:lnTo>
                    <a:pt x="117511" y="39458"/>
                  </a:lnTo>
                  <a:lnTo>
                    <a:pt x="113600" y="35716"/>
                  </a:lnTo>
                  <a:lnTo>
                    <a:pt x="109569" y="32102"/>
                  </a:lnTo>
                  <a:lnTo>
                    <a:pt x="105424" y="28620"/>
                  </a:lnTo>
                  <a:lnTo>
                    <a:pt x="101169" y="25275"/>
                  </a:lnTo>
                  <a:lnTo>
                    <a:pt x="96807" y="22069"/>
                  </a:lnTo>
                  <a:lnTo>
                    <a:pt x="92343" y="19006"/>
                  </a:lnTo>
                  <a:lnTo>
                    <a:pt x="87783" y="16089"/>
                  </a:lnTo>
                  <a:lnTo>
                    <a:pt x="83131" y="13322"/>
                  </a:lnTo>
                  <a:lnTo>
                    <a:pt x="78392" y="10706"/>
                  </a:lnTo>
                  <a:lnTo>
                    <a:pt x="73570" y="8245"/>
                  </a:lnTo>
                  <a:lnTo>
                    <a:pt x="68671" y="5942"/>
                  </a:lnTo>
                  <a:lnTo>
                    <a:pt x="63700" y="3798"/>
                  </a:lnTo>
                  <a:lnTo>
                    <a:pt x="58663" y="1817"/>
                  </a:lnTo>
                  <a:lnTo>
                    <a:pt x="53564" y="0"/>
                  </a:lnTo>
                  <a:lnTo>
                    <a:pt x="0" y="1583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53564" cy="167167"/>
            </a:xfrm>
            <a:custGeom>
              <a:avLst/>
              <a:pathLst>
                <a:path w="53564" h="167167">
                  <a:moveTo>
                    <a:pt x="53564" y="8813"/>
                  </a:moveTo>
                  <a:lnTo>
                    <a:pt x="47791" y="6977"/>
                  </a:lnTo>
                  <a:lnTo>
                    <a:pt x="41955" y="5350"/>
                  </a:lnTo>
                  <a:lnTo>
                    <a:pt x="36064" y="3936"/>
                  </a:lnTo>
                  <a:lnTo>
                    <a:pt x="30126" y="2737"/>
                  </a:lnTo>
                  <a:lnTo>
                    <a:pt x="24149" y="1753"/>
                  </a:lnTo>
                  <a:lnTo>
                    <a:pt x="18139" y="987"/>
                  </a:lnTo>
                  <a:lnTo>
                    <a:pt x="12106" y="438"/>
                  </a:lnTo>
                  <a:lnTo>
                    <a:pt x="605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34" y="3170392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7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3" y="16230"/>
                  </a:lnTo>
                  <a:lnTo>
                    <a:pt x="90539" y="18586"/>
                  </a:lnTo>
                  <a:lnTo>
                    <a:pt x="85863" y="21091"/>
                  </a:lnTo>
                  <a:lnTo>
                    <a:pt x="81269" y="23744"/>
                  </a:lnTo>
                  <a:lnTo>
                    <a:pt x="76762" y="26541"/>
                  </a:lnTo>
                  <a:lnTo>
                    <a:pt x="72345" y="29480"/>
                  </a:lnTo>
                  <a:lnTo>
                    <a:pt x="68024" y="32558"/>
                  </a:lnTo>
                  <a:lnTo>
                    <a:pt x="63802" y="35771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79" y="46190"/>
                  </a:lnTo>
                  <a:lnTo>
                    <a:pt x="47999" y="49912"/>
                  </a:lnTo>
                  <a:lnTo>
                    <a:pt x="44338" y="53751"/>
                  </a:lnTo>
                  <a:lnTo>
                    <a:pt x="40801" y="57705"/>
                  </a:lnTo>
                  <a:lnTo>
                    <a:pt x="37392" y="61769"/>
                  </a:lnTo>
                  <a:lnTo>
                    <a:pt x="34113" y="65940"/>
                  </a:lnTo>
                  <a:lnTo>
                    <a:pt x="30968" y="70212"/>
                  </a:lnTo>
                  <a:lnTo>
                    <a:pt x="27960" y="74582"/>
                  </a:lnTo>
                  <a:lnTo>
                    <a:pt x="25092" y="79045"/>
                  </a:lnTo>
                  <a:lnTo>
                    <a:pt x="22367" y="83597"/>
                  </a:lnTo>
                  <a:lnTo>
                    <a:pt x="19788" y="88233"/>
                  </a:lnTo>
                  <a:lnTo>
                    <a:pt x="17358" y="92948"/>
                  </a:lnTo>
                  <a:lnTo>
                    <a:pt x="15078" y="97738"/>
                  </a:lnTo>
                  <a:lnTo>
                    <a:pt x="12952" y="102599"/>
                  </a:lnTo>
                  <a:lnTo>
                    <a:pt x="10981" y="107524"/>
                  </a:lnTo>
                  <a:lnTo>
                    <a:pt x="9167" y="112509"/>
                  </a:lnTo>
                  <a:lnTo>
                    <a:pt x="7512" y="117549"/>
                  </a:lnTo>
                  <a:lnTo>
                    <a:pt x="6018" y="122640"/>
                  </a:lnTo>
                  <a:lnTo>
                    <a:pt x="4686" y="127775"/>
                  </a:lnTo>
                  <a:lnTo>
                    <a:pt x="3518" y="132950"/>
                  </a:lnTo>
                  <a:lnTo>
                    <a:pt x="2515" y="138159"/>
                  </a:lnTo>
                  <a:lnTo>
                    <a:pt x="1677" y="143397"/>
                  </a:lnTo>
                  <a:lnTo>
                    <a:pt x="1006" y="148660"/>
                  </a:lnTo>
                  <a:lnTo>
                    <a:pt x="503" y="153941"/>
                  </a:lnTo>
                  <a:lnTo>
                    <a:pt x="167" y="159235"/>
                  </a:lnTo>
                  <a:lnTo>
                    <a:pt x="0" y="164538"/>
                  </a:lnTo>
                  <a:lnTo>
                    <a:pt x="0" y="169843"/>
                  </a:lnTo>
                  <a:lnTo>
                    <a:pt x="169" y="175145"/>
                  </a:lnTo>
                  <a:lnTo>
                    <a:pt x="507" y="180439"/>
                  </a:lnTo>
                  <a:lnTo>
                    <a:pt x="1012" y="185720"/>
                  </a:lnTo>
                  <a:lnTo>
                    <a:pt x="1684" y="190982"/>
                  </a:lnTo>
                  <a:lnTo>
                    <a:pt x="2523" y="196221"/>
                  </a:lnTo>
                  <a:lnTo>
                    <a:pt x="3528" y="201430"/>
                  </a:lnTo>
                  <a:lnTo>
                    <a:pt x="4697" y="206604"/>
                  </a:lnTo>
                  <a:lnTo>
                    <a:pt x="6031" y="211739"/>
                  </a:lnTo>
                  <a:lnTo>
                    <a:pt x="7526" y="216829"/>
                  </a:lnTo>
                  <a:lnTo>
                    <a:pt x="9182" y="221869"/>
                  </a:lnTo>
                  <a:lnTo>
                    <a:pt x="10997" y="226853"/>
                  </a:lnTo>
                  <a:lnTo>
                    <a:pt x="12970" y="231778"/>
                  </a:lnTo>
                  <a:lnTo>
                    <a:pt x="15098" y="236638"/>
                  </a:lnTo>
                  <a:lnTo>
                    <a:pt x="17379" y="241427"/>
                  </a:lnTo>
                  <a:lnTo>
                    <a:pt x="19810" y="246142"/>
                  </a:lnTo>
                  <a:lnTo>
                    <a:pt x="22391" y="250778"/>
                  </a:lnTo>
                  <a:lnTo>
                    <a:pt x="25116" y="255329"/>
                  </a:lnTo>
                  <a:lnTo>
                    <a:pt x="27985" y="259791"/>
                  </a:lnTo>
                  <a:lnTo>
                    <a:pt x="30995" y="264160"/>
                  </a:lnTo>
                  <a:lnTo>
                    <a:pt x="34141" y="268431"/>
                  </a:lnTo>
                  <a:lnTo>
                    <a:pt x="37421" y="272601"/>
                  </a:lnTo>
                  <a:lnTo>
                    <a:pt x="40832" y="276664"/>
                  </a:lnTo>
                  <a:lnTo>
                    <a:pt x="44370" y="280617"/>
                  </a:lnTo>
                  <a:lnTo>
                    <a:pt x="48031" y="284455"/>
                  </a:lnTo>
                  <a:lnTo>
                    <a:pt x="51813" y="288176"/>
                  </a:lnTo>
                  <a:lnTo>
                    <a:pt x="55711" y="291775"/>
                  </a:lnTo>
                  <a:lnTo>
                    <a:pt x="59721" y="295248"/>
                  </a:lnTo>
                  <a:lnTo>
                    <a:pt x="63839" y="298592"/>
                  </a:lnTo>
                  <a:lnTo>
                    <a:pt x="68061" y="301804"/>
                  </a:lnTo>
                  <a:lnTo>
                    <a:pt x="72383" y="304880"/>
                  </a:lnTo>
                  <a:lnTo>
                    <a:pt x="76801" y="307818"/>
                  </a:lnTo>
                  <a:lnTo>
                    <a:pt x="81309" y="310614"/>
                  </a:lnTo>
                  <a:lnTo>
                    <a:pt x="85904" y="313265"/>
                  </a:lnTo>
                  <a:lnTo>
                    <a:pt x="90581" y="315769"/>
                  </a:lnTo>
                  <a:lnTo>
                    <a:pt x="95335" y="318124"/>
                  </a:lnTo>
                  <a:lnTo>
                    <a:pt x="100161" y="320327"/>
                  </a:lnTo>
                  <a:lnTo>
                    <a:pt x="105054" y="322375"/>
                  </a:lnTo>
                  <a:lnTo>
                    <a:pt x="110011" y="324267"/>
                  </a:lnTo>
                  <a:lnTo>
                    <a:pt x="115024" y="326001"/>
                  </a:lnTo>
                  <a:lnTo>
                    <a:pt x="120090" y="327575"/>
                  </a:lnTo>
                  <a:lnTo>
                    <a:pt x="125204" y="328987"/>
                  </a:lnTo>
                  <a:lnTo>
                    <a:pt x="130360" y="330237"/>
                  </a:lnTo>
                  <a:lnTo>
                    <a:pt x="135553" y="331322"/>
                  </a:lnTo>
                  <a:lnTo>
                    <a:pt x="140777" y="332242"/>
                  </a:lnTo>
                  <a:lnTo>
                    <a:pt x="146028" y="332995"/>
                  </a:lnTo>
                  <a:lnTo>
                    <a:pt x="151301" y="333582"/>
                  </a:lnTo>
                  <a:lnTo>
                    <a:pt x="156589" y="334001"/>
                  </a:lnTo>
                  <a:lnTo>
                    <a:pt x="161888" y="334252"/>
                  </a:lnTo>
                  <a:lnTo>
                    <a:pt x="167193" y="334334"/>
                  </a:lnTo>
                  <a:lnTo>
                    <a:pt x="172497" y="334249"/>
                  </a:lnTo>
                  <a:lnTo>
                    <a:pt x="177796" y="333995"/>
                  </a:lnTo>
                  <a:lnTo>
                    <a:pt x="183084" y="333573"/>
                  </a:lnTo>
                  <a:lnTo>
                    <a:pt x="188356" y="332983"/>
                  </a:lnTo>
                  <a:lnTo>
                    <a:pt x="193607" y="332227"/>
                  </a:lnTo>
                  <a:lnTo>
                    <a:pt x="198831" y="331304"/>
                  </a:lnTo>
                  <a:lnTo>
                    <a:pt x="204024" y="330216"/>
                  </a:lnTo>
                  <a:lnTo>
                    <a:pt x="209179" y="328964"/>
                  </a:lnTo>
                  <a:lnTo>
                    <a:pt x="214291" y="327549"/>
                  </a:lnTo>
                  <a:lnTo>
                    <a:pt x="219357" y="325972"/>
                  </a:lnTo>
                  <a:lnTo>
                    <a:pt x="224369" y="324235"/>
                  </a:lnTo>
                  <a:lnTo>
                    <a:pt x="229325" y="322340"/>
                  </a:lnTo>
                  <a:lnTo>
                    <a:pt x="234217" y="320289"/>
                  </a:lnTo>
                  <a:lnTo>
                    <a:pt x="239042" y="318084"/>
                  </a:lnTo>
                  <a:lnTo>
                    <a:pt x="243794" y="315727"/>
                  </a:lnTo>
                  <a:lnTo>
                    <a:pt x="248470" y="313220"/>
                  </a:lnTo>
                  <a:lnTo>
                    <a:pt x="253063" y="310566"/>
                  </a:lnTo>
                  <a:lnTo>
                    <a:pt x="257570" y="307767"/>
                  </a:lnTo>
                  <a:lnTo>
                    <a:pt x="261986" y="304827"/>
                  </a:lnTo>
                  <a:lnTo>
                    <a:pt x="266306" y="301749"/>
                  </a:lnTo>
                  <a:lnTo>
                    <a:pt x="270527" y="298535"/>
                  </a:lnTo>
                  <a:lnTo>
                    <a:pt x="274643" y="295188"/>
                  </a:lnTo>
                  <a:lnTo>
                    <a:pt x="278651" y="291713"/>
                  </a:lnTo>
                  <a:lnTo>
                    <a:pt x="282547" y="288112"/>
                  </a:lnTo>
                  <a:lnTo>
                    <a:pt x="286326" y="284389"/>
                  </a:lnTo>
                  <a:lnTo>
                    <a:pt x="289986" y="280548"/>
                  </a:lnTo>
                  <a:lnTo>
                    <a:pt x="293522" y="276594"/>
                  </a:lnTo>
                  <a:lnTo>
                    <a:pt x="296930" y="272528"/>
                  </a:lnTo>
                  <a:lnTo>
                    <a:pt x="300208" y="268357"/>
                  </a:lnTo>
                  <a:lnTo>
                    <a:pt x="303352" y="264084"/>
                  </a:lnTo>
                  <a:lnTo>
                    <a:pt x="306359" y="259713"/>
                  </a:lnTo>
                  <a:lnTo>
                    <a:pt x="309225" y="255250"/>
                  </a:lnTo>
                  <a:lnTo>
                    <a:pt x="311949" y="250697"/>
                  </a:lnTo>
                  <a:lnTo>
                    <a:pt x="314526" y="246060"/>
                  </a:lnTo>
                  <a:lnTo>
                    <a:pt x="316955" y="241344"/>
                  </a:lnTo>
                  <a:lnTo>
                    <a:pt x="319233" y="236553"/>
                  </a:lnTo>
                  <a:lnTo>
                    <a:pt x="321359" y="231692"/>
                  </a:lnTo>
                  <a:lnTo>
                    <a:pt x="323328" y="226767"/>
                  </a:lnTo>
                  <a:lnTo>
                    <a:pt x="325141" y="221781"/>
                  </a:lnTo>
                  <a:lnTo>
                    <a:pt x="326794" y="216740"/>
                  </a:lnTo>
                  <a:lnTo>
                    <a:pt x="328287" y="211649"/>
                  </a:lnTo>
                  <a:lnTo>
                    <a:pt x="329617" y="206514"/>
                  </a:lnTo>
                  <a:lnTo>
                    <a:pt x="330784" y="201339"/>
                  </a:lnTo>
                  <a:lnTo>
                    <a:pt x="331786" y="196129"/>
                  </a:lnTo>
                  <a:lnTo>
                    <a:pt x="332622" y="190890"/>
                  </a:lnTo>
                  <a:lnTo>
                    <a:pt x="333291" y="185628"/>
                  </a:lnTo>
                  <a:lnTo>
                    <a:pt x="333793" y="180347"/>
                  </a:lnTo>
                  <a:lnTo>
                    <a:pt x="334128" y="175052"/>
                  </a:lnTo>
                  <a:lnTo>
                    <a:pt x="334294" y="169750"/>
                  </a:lnTo>
                  <a:lnTo>
                    <a:pt x="334292" y="164445"/>
                  </a:lnTo>
                  <a:lnTo>
                    <a:pt x="334121" y="159142"/>
                  </a:lnTo>
                  <a:lnTo>
                    <a:pt x="333782" y="153848"/>
                  </a:lnTo>
                  <a:lnTo>
                    <a:pt x="333276" y="148567"/>
                  </a:lnTo>
                  <a:lnTo>
                    <a:pt x="332602" y="143305"/>
                  </a:lnTo>
                  <a:lnTo>
                    <a:pt x="331761" y="138067"/>
                  </a:lnTo>
                  <a:lnTo>
                    <a:pt x="330755" y="132859"/>
                  </a:lnTo>
                  <a:lnTo>
                    <a:pt x="329584" y="127684"/>
                  </a:lnTo>
                  <a:lnTo>
                    <a:pt x="328250" y="122550"/>
                  </a:lnTo>
                  <a:lnTo>
                    <a:pt x="326753" y="117461"/>
                  </a:lnTo>
                  <a:lnTo>
                    <a:pt x="325095" y="112421"/>
                  </a:lnTo>
                  <a:lnTo>
                    <a:pt x="323279" y="107437"/>
                  </a:lnTo>
                  <a:lnTo>
                    <a:pt x="321305" y="102513"/>
                  </a:lnTo>
                  <a:lnTo>
                    <a:pt x="319175" y="97654"/>
                  </a:lnTo>
                  <a:lnTo>
                    <a:pt x="316893" y="92865"/>
                  </a:lnTo>
                  <a:lnTo>
                    <a:pt x="314460" y="88151"/>
                  </a:lnTo>
                  <a:lnTo>
                    <a:pt x="311879" y="83516"/>
                  </a:lnTo>
                  <a:lnTo>
                    <a:pt x="309152" y="78966"/>
                  </a:lnTo>
                  <a:lnTo>
                    <a:pt x="306281" y="74504"/>
                  </a:lnTo>
                  <a:lnTo>
                    <a:pt x="303271" y="70136"/>
                  </a:lnTo>
                  <a:lnTo>
                    <a:pt x="300124" y="65866"/>
                  </a:lnTo>
                  <a:lnTo>
                    <a:pt x="296842" y="61697"/>
                  </a:lnTo>
                  <a:lnTo>
                    <a:pt x="293430" y="57635"/>
                  </a:lnTo>
                  <a:lnTo>
                    <a:pt x="289891" y="53683"/>
                  </a:lnTo>
                  <a:lnTo>
                    <a:pt x="286228" y="49845"/>
                  </a:lnTo>
                  <a:lnTo>
                    <a:pt x="282446" y="46126"/>
                  </a:lnTo>
                  <a:lnTo>
                    <a:pt x="278547" y="42528"/>
                  </a:lnTo>
                  <a:lnTo>
                    <a:pt x="274536" y="39056"/>
                  </a:lnTo>
                  <a:lnTo>
                    <a:pt x="270417" y="35713"/>
                  </a:lnTo>
                  <a:lnTo>
                    <a:pt x="266194" y="32502"/>
                  </a:lnTo>
                  <a:lnTo>
                    <a:pt x="261871" y="29427"/>
                  </a:lnTo>
                  <a:lnTo>
                    <a:pt x="257453" y="26491"/>
                  </a:lnTo>
                  <a:lnTo>
                    <a:pt x="252943" y="23696"/>
                  </a:lnTo>
                  <a:lnTo>
                    <a:pt x="248348" y="21046"/>
                  </a:lnTo>
                  <a:lnTo>
                    <a:pt x="243670" y="18543"/>
                  </a:lnTo>
                  <a:lnTo>
                    <a:pt x="238916" y="16190"/>
                  </a:lnTo>
                  <a:lnTo>
                    <a:pt x="234089" y="1398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0886"/>
              <a:ext cx="66942" cy="156673"/>
            </a:xfrm>
            <a:custGeom>
              <a:avLst/>
              <a:pathLst>
                <a:path w="66942" h="156673">
                  <a:moveTo>
                    <a:pt x="66942" y="3494"/>
                  </a:moveTo>
                  <a:lnTo>
                    <a:pt x="58296" y="0"/>
                  </a:lnTo>
                  <a:lnTo>
                    <a:pt x="0" y="1566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58296" cy="167167"/>
            </a:xfrm>
            <a:custGeom>
              <a:avLst/>
              <a:pathLst>
                <a:path w="58296" h="167167">
                  <a:moveTo>
                    <a:pt x="58296" y="10494"/>
                  </a:moveTo>
                  <a:lnTo>
                    <a:pt x="52680" y="8517"/>
                  </a:lnTo>
                  <a:lnTo>
                    <a:pt x="46996" y="6742"/>
                  </a:lnTo>
                  <a:lnTo>
                    <a:pt x="41253" y="5170"/>
                  </a:lnTo>
                  <a:lnTo>
                    <a:pt x="35457" y="3803"/>
                  </a:lnTo>
                  <a:lnTo>
                    <a:pt x="29616" y="2644"/>
                  </a:lnTo>
                  <a:lnTo>
                    <a:pt x="23738" y="1694"/>
                  </a:lnTo>
                  <a:lnTo>
                    <a:pt x="17830" y="953"/>
                  </a:lnTo>
                  <a:lnTo>
                    <a:pt x="11899" y="424"/>
                  </a:lnTo>
                  <a:lnTo>
                    <a:pt x="595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59" y="4659281"/>
              <a:ext cx="167165" cy="167167"/>
            </a:xfrm>
            <a:custGeom>
              <a:avLst/>
              <a:pathLst>
                <a:path w="167165" h="167167">
                  <a:moveTo>
                    <a:pt x="167165" y="0"/>
                  </a:moveTo>
                  <a:lnTo>
                    <a:pt x="161711" y="89"/>
                  </a:lnTo>
                  <a:lnTo>
                    <a:pt x="156262" y="355"/>
                  </a:lnTo>
                  <a:lnTo>
                    <a:pt x="150825" y="800"/>
                  </a:lnTo>
                  <a:lnTo>
                    <a:pt x="145405" y="1422"/>
                  </a:lnTo>
                  <a:lnTo>
                    <a:pt x="140008" y="2220"/>
                  </a:lnTo>
                  <a:lnTo>
                    <a:pt x="134641" y="3194"/>
                  </a:lnTo>
                  <a:lnTo>
                    <a:pt x="129308" y="4343"/>
                  </a:lnTo>
                  <a:lnTo>
                    <a:pt x="124015" y="5665"/>
                  </a:lnTo>
                  <a:lnTo>
                    <a:pt x="118768" y="7159"/>
                  </a:lnTo>
                  <a:lnTo>
                    <a:pt x="113573" y="8823"/>
                  </a:lnTo>
                  <a:lnTo>
                    <a:pt x="108435" y="10656"/>
                  </a:lnTo>
                  <a:lnTo>
                    <a:pt x="103359" y="12656"/>
                  </a:lnTo>
                  <a:lnTo>
                    <a:pt x="98351" y="14820"/>
                  </a:lnTo>
                  <a:lnTo>
                    <a:pt x="93417" y="17147"/>
                  </a:lnTo>
                  <a:lnTo>
                    <a:pt x="88561" y="19633"/>
                  </a:lnTo>
                  <a:lnTo>
                    <a:pt x="83789" y="22276"/>
                  </a:lnTo>
                  <a:lnTo>
                    <a:pt x="79106" y="25074"/>
                  </a:lnTo>
                  <a:lnTo>
                    <a:pt x="74516" y="28023"/>
                  </a:lnTo>
                  <a:lnTo>
                    <a:pt x="70025" y="31120"/>
                  </a:lnTo>
                  <a:lnTo>
                    <a:pt x="65638" y="34362"/>
                  </a:lnTo>
                  <a:lnTo>
                    <a:pt x="61358" y="37746"/>
                  </a:lnTo>
                  <a:lnTo>
                    <a:pt x="57192" y="41267"/>
                  </a:lnTo>
                  <a:lnTo>
                    <a:pt x="53142" y="44923"/>
                  </a:lnTo>
                  <a:lnTo>
                    <a:pt x="49214" y="48708"/>
                  </a:lnTo>
                  <a:lnTo>
                    <a:pt x="45412" y="52620"/>
                  </a:lnTo>
                  <a:lnTo>
                    <a:pt x="41739" y="56654"/>
                  </a:lnTo>
                  <a:lnTo>
                    <a:pt x="38200" y="60805"/>
                  </a:lnTo>
                  <a:lnTo>
                    <a:pt x="34798" y="65070"/>
                  </a:lnTo>
                  <a:lnTo>
                    <a:pt x="31537" y="69444"/>
                  </a:lnTo>
                  <a:lnTo>
                    <a:pt x="28420" y="73921"/>
                  </a:lnTo>
                  <a:lnTo>
                    <a:pt x="25452" y="78498"/>
                  </a:lnTo>
                  <a:lnTo>
                    <a:pt x="22634" y="83169"/>
                  </a:lnTo>
                  <a:lnTo>
                    <a:pt x="19970" y="87930"/>
                  </a:lnTo>
                  <a:lnTo>
                    <a:pt x="17463" y="92775"/>
                  </a:lnTo>
                  <a:lnTo>
                    <a:pt x="15115" y="97700"/>
                  </a:lnTo>
                  <a:lnTo>
                    <a:pt x="12930" y="102698"/>
                  </a:lnTo>
                  <a:lnTo>
                    <a:pt x="10908" y="107765"/>
                  </a:lnTo>
                  <a:lnTo>
                    <a:pt x="9053" y="112895"/>
                  </a:lnTo>
                  <a:lnTo>
                    <a:pt x="7366" y="118083"/>
                  </a:lnTo>
                  <a:lnTo>
                    <a:pt x="5850" y="123324"/>
                  </a:lnTo>
                  <a:lnTo>
                    <a:pt x="4505" y="128611"/>
                  </a:lnTo>
                  <a:lnTo>
                    <a:pt x="3334" y="133939"/>
                  </a:lnTo>
                  <a:lnTo>
                    <a:pt x="2337" y="139302"/>
                  </a:lnTo>
                  <a:lnTo>
                    <a:pt x="1515" y="144695"/>
                  </a:lnTo>
                  <a:lnTo>
                    <a:pt x="870" y="150112"/>
                  </a:lnTo>
                  <a:lnTo>
                    <a:pt x="402" y="155548"/>
                  </a:lnTo>
                  <a:lnTo>
                    <a:pt x="112" y="160995"/>
                  </a:lnTo>
                  <a:lnTo>
                    <a:pt x="0" y="16644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19359" y="4825731"/>
              <a:ext cx="167165" cy="717"/>
            </a:xfrm>
            <a:custGeom>
              <a:avLst/>
              <a:pathLst>
                <a:path w="167165" h="717">
                  <a:moveTo>
                    <a:pt x="0" y="0"/>
                  </a:moveTo>
                  <a:lnTo>
                    <a:pt x="167165" y="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59" y="4825731"/>
              <a:ext cx="167165" cy="16477"/>
            </a:xfrm>
            <a:custGeom>
              <a:avLst/>
              <a:pathLst>
                <a:path w="167165" h="16477">
                  <a:moveTo>
                    <a:pt x="0" y="0"/>
                  </a:moveTo>
                  <a:lnTo>
                    <a:pt x="168" y="8248"/>
                  </a:lnTo>
                  <a:lnTo>
                    <a:pt x="743" y="16477"/>
                  </a:lnTo>
                  <a:lnTo>
                    <a:pt x="167165" y="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0102" y="4659281"/>
              <a:ext cx="333581" cy="334324"/>
            </a:xfrm>
            <a:custGeom>
              <a:avLst/>
              <a:pathLst>
                <a:path w="333581" h="334324">
                  <a:moveTo>
                    <a:pt x="0" y="182927"/>
                  </a:moveTo>
                  <a:lnTo>
                    <a:pt x="586" y="188219"/>
                  </a:lnTo>
                  <a:lnTo>
                    <a:pt x="1340" y="193489"/>
                  </a:lnTo>
                  <a:lnTo>
                    <a:pt x="2262" y="198732"/>
                  </a:lnTo>
                  <a:lnTo>
                    <a:pt x="3350" y="203943"/>
                  </a:lnTo>
                  <a:lnTo>
                    <a:pt x="4604" y="209117"/>
                  </a:lnTo>
                  <a:lnTo>
                    <a:pt x="6022" y="214249"/>
                  </a:lnTo>
                  <a:lnTo>
                    <a:pt x="7603" y="219332"/>
                  </a:lnTo>
                  <a:lnTo>
                    <a:pt x="9344" y="224363"/>
                  </a:lnTo>
                  <a:lnTo>
                    <a:pt x="11245" y="229336"/>
                  </a:lnTo>
                  <a:lnTo>
                    <a:pt x="13303" y="234246"/>
                  </a:lnTo>
                  <a:lnTo>
                    <a:pt x="15517" y="239087"/>
                  </a:lnTo>
                  <a:lnTo>
                    <a:pt x="17884" y="243856"/>
                  </a:lnTo>
                  <a:lnTo>
                    <a:pt x="20401" y="248547"/>
                  </a:lnTo>
                  <a:lnTo>
                    <a:pt x="23067" y="253156"/>
                  </a:lnTo>
                  <a:lnTo>
                    <a:pt x="25877" y="257677"/>
                  </a:lnTo>
                  <a:lnTo>
                    <a:pt x="28831" y="262106"/>
                  </a:lnTo>
                  <a:lnTo>
                    <a:pt x="31924" y="266439"/>
                  </a:lnTo>
                  <a:lnTo>
                    <a:pt x="35153" y="270672"/>
                  </a:lnTo>
                  <a:lnTo>
                    <a:pt x="38515" y="274799"/>
                  </a:lnTo>
                  <a:lnTo>
                    <a:pt x="42007" y="278818"/>
                  </a:lnTo>
                  <a:lnTo>
                    <a:pt x="45626" y="282723"/>
                  </a:lnTo>
                  <a:lnTo>
                    <a:pt x="49367" y="286511"/>
                  </a:lnTo>
                  <a:lnTo>
                    <a:pt x="53226" y="290178"/>
                  </a:lnTo>
                  <a:lnTo>
                    <a:pt x="57201" y="293720"/>
                  </a:lnTo>
                  <a:lnTo>
                    <a:pt x="61286" y="297133"/>
                  </a:lnTo>
                  <a:lnTo>
                    <a:pt x="65478" y="300415"/>
                  </a:lnTo>
                  <a:lnTo>
                    <a:pt x="69772" y="303562"/>
                  </a:lnTo>
                  <a:lnTo>
                    <a:pt x="74164" y="306571"/>
                  </a:lnTo>
                  <a:lnTo>
                    <a:pt x="78650" y="309438"/>
                  </a:lnTo>
                  <a:lnTo>
                    <a:pt x="83225" y="312160"/>
                  </a:lnTo>
                  <a:lnTo>
                    <a:pt x="87884" y="314736"/>
                  </a:lnTo>
                  <a:lnTo>
                    <a:pt x="92623" y="317162"/>
                  </a:lnTo>
                  <a:lnTo>
                    <a:pt x="97436" y="319436"/>
                  </a:lnTo>
                  <a:lnTo>
                    <a:pt x="102320" y="321556"/>
                  </a:lnTo>
                  <a:lnTo>
                    <a:pt x="107269" y="323518"/>
                  </a:lnTo>
                  <a:lnTo>
                    <a:pt x="112277" y="325323"/>
                  </a:lnTo>
                  <a:lnTo>
                    <a:pt x="117341" y="326967"/>
                  </a:lnTo>
                  <a:lnTo>
                    <a:pt x="122454" y="328449"/>
                  </a:lnTo>
                  <a:lnTo>
                    <a:pt x="127612" y="329767"/>
                  </a:lnTo>
                  <a:lnTo>
                    <a:pt x="132809" y="330920"/>
                  </a:lnTo>
                  <a:lnTo>
                    <a:pt x="138041" y="331907"/>
                  </a:lnTo>
                  <a:lnTo>
                    <a:pt x="143301" y="332728"/>
                  </a:lnTo>
                  <a:lnTo>
                    <a:pt x="148584" y="333380"/>
                  </a:lnTo>
                  <a:lnTo>
                    <a:pt x="153886" y="333864"/>
                  </a:lnTo>
                  <a:lnTo>
                    <a:pt x="159201" y="334178"/>
                  </a:lnTo>
                  <a:lnTo>
                    <a:pt x="164522" y="334324"/>
                  </a:lnTo>
                  <a:lnTo>
                    <a:pt x="169846" y="334299"/>
                  </a:lnTo>
                  <a:lnTo>
                    <a:pt x="175166" y="334106"/>
                  </a:lnTo>
                  <a:lnTo>
                    <a:pt x="180478" y="333742"/>
                  </a:lnTo>
                  <a:lnTo>
                    <a:pt x="185775" y="333210"/>
                  </a:lnTo>
                  <a:lnTo>
                    <a:pt x="191052" y="332510"/>
                  </a:lnTo>
                  <a:lnTo>
                    <a:pt x="196305" y="331642"/>
                  </a:lnTo>
                  <a:lnTo>
                    <a:pt x="201527" y="330607"/>
                  </a:lnTo>
                  <a:lnTo>
                    <a:pt x="206713" y="329406"/>
                  </a:lnTo>
                  <a:lnTo>
                    <a:pt x="211859" y="328041"/>
                  </a:lnTo>
                  <a:lnTo>
                    <a:pt x="216959" y="326513"/>
                  </a:lnTo>
                  <a:lnTo>
                    <a:pt x="222007" y="324823"/>
                  </a:lnTo>
                  <a:lnTo>
                    <a:pt x="226999" y="322973"/>
                  </a:lnTo>
                  <a:lnTo>
                    <a:pt x="231930" y="320965"/>
                  </a:lnTo>
                  <a:lnTo>
                    <a:pt x="236794" y="318801"/>
                  </a:lnTo>
                  <a:lnTo>
                    <a:pt x="241586" y="316483"/>
                  </a:lnTo>
                  <a:lnTo>
                    <a:pt x="246303" y="314014"/>
                  </a:lnTo>
                  <a:lnTo>
                    <a:pt x="250938" y="311396"/>
                  </a:lnTo>
                  <a:lnTo>
                    <a:pt x="255488" y="308632"/>
                  </a:lnTo>
                  <a:lnTo>
                    <a:pt x="259948" y="305724"/>
                  </a:lnTo>
                  <a:lnTo>
                    <a:pt x="264312" y="302675"/>
                  </a:lnTo>
                  <a:lnTo>
                    <a:pt x="268578" y="299490"/>
                  </a:lnTo>
                  <a:lnTo>
                    <a:pt x="272739" y="296170"/>
                  </a:lnTo>
                  <a:lnTo>
                    <a:pt x="276793" y="292719"/>
                  </a:lnTo>
                  <a:lnTo>
                    <a:pt x="280735" y="289141"/>
                  </a:lnTo>
                  <a:lnTo>
                    <a:pt x="284561" y="285439"/>
                  </a:lnTo>
                  <a:lnTo>
                    <a:pt x="288267" y="281617"/>
                  </a:lnTo>
                  <a:lnTo>
                    <a:pt x="291850" y="277679"/>
                  </a:lnTo>
                  <a:lnTo>
                    <a:pt x="295305" y="273629"/>
                  </a:lnTo>
                  <a:lnTo>
                    <a:pt x="298630" y="269471"/>
                  </a:lnTo>
                  <a:lnTo>
                    <a:pt x="301821" y="265209"/>
                  </a:lnTo>
                  <a:lnTo>
                    <a:pt x="304874" y="260848"/>
                  </a:lnTo>
                  <a:lnTo>
                    <a:pt x="307787" y="256392"/>
                  </a:lnTo>
                  <a:lnTo>
                    <a:pt x="310556" y="251845"/>
                  </a:lnTo>
                  <a:lnTo>
                    <a:pt x="313179" y="247213"/>
                  </a:lnTo>
                  <a:lnTo>
                    <a:pt x="315654" y="242499"/>
                  </a:lnTo>
                  <a:lnTo>
                    <a:pt x="317977" y="237709"/>
                  </a:lnTo>
                  <a:lnTo>
                    <a:pt x="320146" y="232847"/>
                  </a:lnTo>
                  <a:lnTo>
                    <a:pt x="322160" y="227919"/>
                  </a:lnTo>
                  <a:lnTo>
                    <a:pt x="324015" y="222929"/>
                  </a:lnTo>
                  <a:lnTo>
                    <a:pt x="325711" y="217882"/>
                  </a:lnTo>
                  <a:lnTo>
                    <a:pt x="327245" y="212785"/>
                  </a:lnTo>
                  <a:lnTo>
                    <a:pt x="328616" y="207640"/>
                  </a:lnTo>
                  <a:lnTo>
                    <a:pt x="329823" y="202455"/>
                  </a:lnTo>
                  <a:lnTo>
                    <a:pt x="330864" y="197234"/>
                  </a:lnTo>
                  <a:lnTo>
                    <a:pt x="331738" y="191983"/>
                  </a:lnTo>
                  <a:lnTo>
                    <a:pt x="332444" y="186706"/>
                  </a:lnTo>
                  <a:lnTo>
                    <a:pt x="332982" y="181410"/>
                  </a:lnTo>
                  <a:lnTo>
                    <a:pt x="333351" y="176099"/>
                  </a:lnTo>
                  <a:lnTo>
                    <a:pt x="333551" y="170779"/>
                  </a:lnTo>
                  <a:lnTo>
                    <a:pt x="333581" y="165455"/>
                  </a:lnTo>
                  <a:lnTo>
                    <a:pt x="333442" y="160133"/>
                  </a:lnTo>
                  <a:lnTo>
                    <a:pt x="333133" y="154818"/>
                  </a:lnTo>
                  <a:lnTo>
                    <a:pt x="332655" y="149516"/>
                  </a:lnTo>
                  <a:lnTo>
                    <a:pt x="332009" y="144232"/>
                  </a:lnTo>
                  <a:lnTo>
                    <a:pt x="331195" y="138971"/>
                  </a:lnTo>
                  <a:lnTo>
                    <a:pt x="330213" y="133738"/>
                  </a:lnTo>
                  <a:lnTo>
                    <a:pt x="329066" y="128540"/>
                  </a:lnTo>
                  <a:lnTo>
                    <a:pt x="327753" y="123380"/>
                  </a:lnTo>
                  <a:lnTo>
                    <a:pt x="326277" y="118265"/>
                  </a:lnTo>
                  <a:lnTo>
                    <a:pt x="324639" y="113200"/>
                  </a:lnTo>
                  <a:lnTo>
                    <a:pt x="322840" y="108189"/>
                  </a:lnTo>
                  <a:lnTo>
                    <a:pt x="320883" y="103238"/>
                  </a:lnTo>
                  <a:lnTo>
                    <a:pt x="318769" y="98352"/>
                  </a:lnTo>
                  <a:lnTo>
                    <a:pt x="316500" y="93536"/>
                  </a:lnTo>
                  <a:lnTo>
                    <a:pt x="314080" y="88794"/>
                  </a:lnTo>
                  <a:lnTo>
                    <a:pt x="311509" y="84132"/>
                  </a:lnTo>
                  <a:lnTo>
                    <a:pt x="308792" y="79554"/>
                  </a:lnTo>
                  <a:lnTo>
                    <a:pt x="305930" y="75065"/>
                  </a:lnTo>
                  <a:lnTo>
                    <a:pt x="302926" y="70670"/>
                  </a:lnTo>
                  <a:lnTo>
                    <a:pt x="299784" y="66372"/>
                  </a:lnTo>
                  <a:lnTo>
                    <a:pt x="296507" y="62177"/>
                  </a:lnTo>
                  <a:lnTo>
                    <a:pt x="293098" y="58088"/>
                  </a:lnTo>
                  <a:lnTo>
                    <a:pt x="289560" y="54109"/>
                  </a:lnTo>
                  <a:lnTo>
                    <a:pt x="285898" y="50246"/>
                  </a:lnTo>
                  <a:lnTo>
                    <a:pt x="282114" y="46500"/>
                  </a:lnTo>
                  <a:lnTo>
                    <a:pt x="278213" y="42878"/>
                  </a:lnTo>
                  <a:lnTo>
                    <a:pt x="274199" y="39381"/>
                  </a:lnTo>
                  <a:lnTo>
                    <a:pt x="270075" y="36014"/>
                  </a:lnTo>
                  <a:lnTo>
                    <a:pt x="265846" y="32780"/>
                  </a:lnTo>
                  <a:lnTo>
                    <a:pt x="261516" y="29682"/>
                  </a:lnTo>
                  <a:lnTo>
                    <a:pt x="257090" y="26724"/>
                  </a:lnTo>
                  <a:lnTo>
                    <a:pt x="252572" y="23908"/>
                  </a:lnTo>
                  <a:lnTo>
                    <a:pt x="247967" y="21237"/>
                  </a:lnTo>
                  <a:lnTo>
                    <a:pt x="243279" y="18715"/>
                  </a:lnTo>
                  <a:lnTo>
                    <a:pt x="238513" y="16343"/>
                  </a:lnTo>
                  <a:lnTo>
                    <a:pt x="233673" y="14124"/>
                  </a:lnTo>
                  <a:lnTo>
                    <a:pt x="228766" y="12060"/>
                  </a:lnTo>
                  <a:lnTo>
                    <a:pt x="223795" y="10153"/>
                  </a:lnTo>
                  <a:lnTo>
                    <a:pt x="218766" y="8406"/>
                  </a:lnTo>
                  <a:lnTo>
                    <a:pt x="213685" y="6820"/>
                  </a:lnTo>
                  <a:lnTo>
                    <a:pt x="208555" y="5396"/>
                  </a:lnTo>
                  <a:lnTo>
                    <a:pt x="203382" y="4136"/>
                  </a:lnTo>
                  <a:lnTo>
                    <a:pt x="198172" y="3042"/>
                  </a:lnTo>
                  <a:lnTo>
                    <a:pt x="192930" y="2114"/>
                  </a:lnTo>
                  <a:lnTo>
                    <a:pt x="187661" y="1354"/>
                  </a:lnTo>
                  <a:lnTo>
                    <a:pt x="182370" y="762"/>
                  </a:lnTo>
                  <a:lnTo>
                    <a:pt x="177063" y="339"/>
                  </a:lnTo>
                  <a:lnTo>
                    <a:pt x="171745" y="84"/>
                  </a:lnTo>
                  <a:lnTo>
                    <a:pt x="166422" y="0"/>
                  </a:lnTo>
                  <a:lnTo>
                    <a:pt x="1664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568" y="5018213"/>
              <a:ext cx="2152" cy="167167"/>
            </a:xfrm>
            <a:custGeom>
              <a:avLst/>
              <a:pathLst>
                <a:path w="2152" h="167167">
                  <a:moveTo>
                    <a:pt x="2152" y="0"/>
                  </a:moveTo>
                  <a:lnTo>
                    <a:pt x="0" y="13"/>
                  </a:lnTo>
                  <a:lnTo>
                    <a:pt x="215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57" y="5018214"/>
              <a:ext cx="334309" cy="334331"/>
            </a:xfrm>
            <a:custGeom>
              <a:avLst/>
              <a:pathLst>
                <a:path w="334309" h="334331">
                  <a:moveTo>
                    <a:pt x="165010" y="12"/>
                  </a:moveTo>
                  <a:lnTo>
                    <a:pt x="159722" y="164"/>
                  </a:lnTo>
                  <a:lnTo>
                    <a:pt x="154442" y="483"/>
                  </a:lnTo>
                  <a:lnTo>
                    <a:pt x="149174" y="969"/>
                  </a:lnTo>
                  <a:lnTo>
                    <a:pt x="143925" y="1621"/>
                  </a:lnTo>
                  <a:lnTo>
                    <a:pt x="138698" y="2439"/>
                  </a:lnTo>
                  <a:lnTo>
                    <a:pt x="133500" y="3422"/>
                  </a:lnTo>
                  <a:lnTo>
                    <a:pt x="128336" y="4569"/>
                  </a:lnTo>
                  <a:lnTo>
                    <a:pt x="123211" y="5879"/>
                  </a:lnTo>
                  <a:lnTo>
                    <a:pt x="118130" y="7351"/>
                  </a:lnTo>
                  <a:lnTo>
                    <a:pt x="113097" y="8982"/>
                  </a:lnTo>
                  <a:lnTo>
                    <a:pt x="108119" y="10772"/>
                  </a:lnTo>
                  <a:lnTo>
                    <a:pt x="103200" y="12719"/>
                  </a:lnTo>
                  <a:lnTo>
                    <a:pt x="98346" y="14820"/>
                  </a:lnTo>
                  <a:lnTo>
                    <a:pt x="93560" y="17074"/>
                  </a:lnTo>
                  <a:lnTo>
                    <a:pt x="88847" y="19478"/>
                  </a:lnTo>
                  <a:lnTo>
                    <a:pt x="84214" y="22030"/>
                  </a:lnTo>
                  <a:lnTo>
                    <a:pt x="79663" y="24727"/>
                  </a:lnTo>
                  <a:lnTo>
                    <a:pt x="75200" y="27567"/>
                  </a:lnTo>
                  <a:lnTo>
                    <a:pt x="70829" y="30547"/>
                  </a:lnTo>
                  <a:lnTo>
                    <a:pt x="66554" y="33663"/>
                  </a:lnTo>
                  <a:lnTo>
                    <a:pt x="62380" y="36913"/>
                  </a:lnTo>
                  <a:lnTo>
                    <a:pt x="58311" y="40294"/>
                  </a:lnTo>
                  <a:lnTo>
                    <a:pt x="54351" y="43802"/>
                  </a:lnTo>
                  <a:lnTo>
                    <a:pt x="50505" y="47433"/>
                  </a:lnTo>
                  <a:lnTo>
                    <a:pt x="46775" y="51184"/>
                  </a:lnTo>
                  <a:lnTo>
                    <a:pt x="43165" y="55051"/>
                  </a:lnTo>
                  <a:lnTo>
                    <a:pt x="39680" y="59031"/>
                  </a:lnTo>
                  <a:lnTo>
                    <a:pt x="36322" y="63119"/>
                  </a:lnTo>
                  <a:lnTo>
                    <a:pt x="33095" y="67311"/>
                  </a:lnTo>
                  <a:lnTo>
                    <a:pt x="30003" y="71603"/>
                  </a:lnTo>
                  <a:lnTo>
                    <a:pt x="27048" y="75991"/>
                  </a:lnTo>
                  <a:lnTo>
                    <a:pt x="24233" y="80470"/>
                  </a:lnTo>
                  <a:lnTo>
                    <a:pt x="21562" y="85036"/>
                  </a:lnTo>
                  <a:lnTo>
                    <a:pt x="19036" y="89684"/>
                  </a:lnTo>
                  <a:lnTo>
                    <a:pt x="16658" y="94409"/>
                  </a:lnTo>
                  <a:lnTo>
                    <a:pt x="14432" y="99208"/>
                  </a:lnTo>
                  <a:lnTo>
                    <a:pt x="12358" y="104075"/>
                  </a:lnTo>
                  <a:lnTo>
                    <a:pt x="10439" y="109004"/>
                  </a:lnTo>
                  <a:lnTo>
                    <a:pt x="8677" y="113993"/>
                  </a:lnTo>
                  <a:lnTo>
                    <a:pt x="7074" y="119034"/>
                  </a:lnTo>
                  <a:lnTo>
                    <a:pt x="5631" y="124123"/>
                  </a:lnTo>
                  <a:lnTo>
                    <a:pt x="4350" y="129256"/>
                  </a:lnTo>
                  <a:lnTo>
                    <a:pt x="3232" y="134427"/>
                  </a:lnTo>
                  <a:lnTo>
                    <a:pt x="2279" y="139630"/>
                  </a:lnTo>
                  <a:lnTo>
                    <a:pt x="1490" y="144861"/>
                  </a:lnTo>
                  <a:lnTo>
                    <a:pt x="867" y="150114"/>
                  </a:lnTo>
                  <a:lnTo>
                    <a:pt x="411" y="155384"/>
                  </a:lnTo>
                  <a:lnTo>
                    <a:pt x="121" y="160667"/>
                  </a:lnTo>
                  <a:lnTo>
                    <a:pt x="0" y="165955"/>
                  </a:lnTo>
                  <a:lnTo>
                    <a:pt x="45" y="171245"/>
                  </a:lnTo>
                  <a:lnTo>
                    <a:pt x="258" y="176531"/>
                  </a:lnTo>
                  <a:lnTo>
                    <a:pt x="638" y="181807"/>
                  </a:lnTo>
                  <a:lnTo>
                    <a:pt x="1184" y="187069"/>
                  </a:lnTo>
                  <a:lnTo>
                    <a:pt x="1897" y="192311"/>
                  </a:lnTo>
                  <a:lnTo>
                    <a:pt x="2775" y="197527"/>
                  </a:lnTo>
                  <a:lnTo>
                    <a:pt x="3819" y="202714"/>
                  </a:lnTo>
                  <a:lnTo>
                    <a:pt x="5025" y="207864"/>
                  </a:lnTo>
                  <a:lnTo>
                    <a:pt x="6394" y="212974"/>
                  </a:lnTo>
                  <a:lnTo>
                    <a:pt x="7924" y="218038"/>
                  </a:lnTo>
                  <a:lnTo>
                    <a:pt x="9613" y="223051"/>
                  </a:lnTo>
                  <a:lnTo>
                    <a:pt x="11461" y="228008"/>
                  </a:lnTo>
                  <a:lnTo>
                    <a:pt x="13464" y="232904"/>
                  </a:lnTo>
                  <a:lnTo>
                    <a:pt x="15621" y="237735"/>
                  </a:lnTo>
                  <a:lnTo>
                    <a:pt x="17929" y="242494"/>
                  </a:lnTo>
                  <a:lnTo>
                    <a:pt x="20388" y="247178"/>
                  </a:lnTo>
                  <a:lnTo>
                    <a:pt x="22993" y="251783"/>
                  </a:lnTo>
                  <a:lnTo>
                    <a:pt x="25742" y="256302"/>
                  </a:lnTo>
                  <a:lnTo>
                    <a:pt x="28634" y="260732"/>
                  </a:lnTo>
                  <a:lnTo>
                    <a:pt x="31664" y="265068"/>
                  </a:lnTo>
                  <a:lnTo>
                    <a:pt x="34829" y="269307"/>
                  </a:lnTo>
                  <a:lnTo>
                    <a:pt x="38127" y="273443"/>
                  </a:lnTo>
                  <a:lnTo>
                    <a:pt x="41555" y="277472"/>
                  </a:lnTo>
                  <a:lnTo>
                    <a:pt x="45108" y="281392"/>
                  </a:lnTo>
                  <a:lnTo>
                    <a:pt x="48783" y="285196"/>
                  </a:lnTo>
                  <a:lnTo>
                    <a:pt x="52577" y="288883"/>
                  </a:lnTo>
                  <a:lnTo>
                    <a:pt x="56486" y="292448"/>
                  </a:lnTo>
                  <a:lnTo>
                    <a:pt x="60505" y="295887"/>
                  </a:lnTo>
                  <a:lnTo>
                    <a:pt x="64632" y="299197"/>
                  </a:lnTo>
                  <a:lnTo>
                    <a:pt x="68861" y="302375"/>
                  </a:lnTo>
                  <a:lnTo>
                    <a:pt x="73188" y="305418"/>
                  </a:lnTo>
                  <a:lnTo>
                    <a:pt x="77610" y="308322"/>
                  </a:lnTo>
                  <a:lnTo>
                    <a:pt x="82121" y="311085"/>
                  </a:lnTo>
                  <a:lnTo>
                    <a:pt x="86717" y="313704"/>
                  </a:lnTo>
                  <a:lnTo>
                    <a:pt x="91394" y="316176"/>
                  </a:lnTo>
                  <a:lnTo>
                    <a:pt x="96147" y="318499"/>
                  </a:lnTo>
                  <a:lnTo>
                    <a:pt x="100971" y="320670"/>
                  </a:lnTo>
                  <a:lnTo>
                    <a:pt x="105861" y="322687"/>
                  </a:lnTo>
                  <a:lnTo>
                    <a:pt x="110813" y="324549"/>
                  </a:lnTo>
                  <a:lnTo>
                    <a:pt x="115821" y="326253"/>
                  </a:lnTo>
                  <a:lnTo>
                    <a:pt x="120880" y="327798"/>
                  </a:lnTo>
                  <a:lnTo>
                    <a:pt x="125986" y="329182"/>
                  </a:lnTo>
                  <a:lnTo>
                    <a:pt x="131133" y="330404"/>
                  </a:lnTo>
                  <a:lnTo>
                    <a:pt x="136316" y="331462"/>
                  </a:lnTo>
                  <a:lnTo>
                    <a:pt x="141530" y="332356"/>
                  </a:lnTo>
                  <a:lnTo>
                    <a:pt x="146770" y="333084"/>
                  </a:lnTo>
                  <a:lnTo>
                    <a:pt x="152030" y="333647"/>
                  </a:lnTo>
                  <a:lnTo>
                    <a:pt x="157305" y="334042"/>
                  </a:lnTo>
                  <a:lnTo>
                    <a:pt x="162590" y="334270"/>
                  </a:lnTo>
                  <a:lnTo>
                    <a:pt x="167880" y="334331"/>
                  </a:lnTo>
                  <a:lnTo>
                    <a:pt x="173169" y="334225"/>
                  </a:lnTo>
                  <a:lnTo>
                    <a:pt x="178452" y="333951"/>
                  </a:lnTo>
                  <a:lnTo>
                    <a:pt x="183724" y="333510"/>
                  </a:lnTo>
                  <a:lnTo>
                    <a:pt x="188979" y="332903"/>
                  </a:lnTo>
                  <a:lnTo>
                    <a:pt x="194212" y="332130"/>
                  </a:lnTo>
                  <a:lnTo>
                    <a:pt x="199418" y="331191"/>
                  </a:lnTo>
                  <a:lnTo>
                    <a:pt x="204592" y="330089"/>
                  </a:lnTo>
                  <a:lnTo>
                    <a:pt x="209728" y="328823"/>
                  </a:lnTo>
                  <a:lnTo>
                    <a:pt x="214822" y="327395"/>
                  </a:lnTo>
                  <a:lnTo>
                    <a:pt x="219868" y="325807"/>
                  </a:lnTo>
                  <a:lnTo>
                    <a:pt x="224861" y="324060"/>
                  </a:lnTo>
                  <a:lnTo>
                    <a:pt x="229797" y="322155"/>
                  </a:lnTo>
                  <a:lnTo>
                    <a:pt x="234669" y="320096"/>
                  </a:lnTo>
                  <a:lnTo>
                    <a:pt x="239475" y="317883"/>
                  </a:lnTo>
                  <a:lnTo>
                    <a:pt x="244207" y="315520"/>
                  </a:lnTo>
                  <a:lnTo>
                    <a:pt x="248863" y="313008"/>
                  </a:lnTo>
                  <a:lnTo>
                    <a:pt x="253437" y="310350"/>
                  </a:lnTo>
                  <a:lnTo>
                    <a:pt x="257924" y="307548"/>
                  </a:lnTo>
                  <a:lnTo>
                    <a:pt x="262320" y="304606"/>
                  </a:lnTo>
                  <a:lnTo>
                    <a:pt x="266621" y="301526"/>
                  </a:lnTo>
                  <a:lnTo>
                    <a:pt x="270823" y="298312"/>
                  </a:lnTo>
                  <a:lnTo>
                    <a:pt x="274921" y="294967"/>
                  </a:lnTo>
                  <a:lnTo>
                    <a:pt x="278911" y="291493"/>
                  </a:lnTo>
                  <a:lnTo>
                    <a:pt x="282789" y="287895"/>
                  </a:lnTo>
                  <a:lnTo>
                    <a:pt x="286551" y="284176"/>
                  </a:lnTo>
                  <a:lnTo>
                    <a:pt x="290193" y="280340"/>
                  </a:lnTo>
                  <a:lnTo>
                    <a:pt x="293713" y="276390"/>
                  </a:lnTo>
                  <a:lnTo>
                    <a:pt x="297105" y="272331"/>
                  </a:lnTo>
                  <a:lnTo>
                    <a:pt x="300368" y="268167"/>
                  </a:lnTo>
                  <a:lnTo>
                    <a:pt x="303497" y="263902"/>
                  </a:lnTo>
                  <a:lnTo>
                    <a:pt x="306489" y="259539"/>
                  </a:lnTo>
                  <a:lnTo>
                    <a:pt x="309343" y="255085"/>
                  </a:lnTo>
                  <a:lnTo>
                    <a:pt x="312053" y="250542"/>
                  </a:lnTo>
                  <a:lnTo>
                    <a:pt x="314619" y="245916"/>
                  </a:lnTo>
                  <a:lnTo>
                    <a:pt x="317037" y="241211"/>
                  </a:lnTo>
                  <a:lnTo>
                    <a:pt x="319305" y="236431"/>
                  </a:lnTo>
                  <a:lnTo>
                    <a:pt x="321420" y="231583"/>
                  </a:lnTo>
                  <a:lnTo>
                    <a:pt x="323381" y="226669"/>
                  </a:lnTo>
                  <a:lnTo>
                    <a:pt x="325186" y="221697"/>
                  </a:lnTo>
                  <a:lnTo>
                    <a:pt x="326832" y="216669"/>
                  </a:lnTo>
                  <a:lnTo>
                    <a:pt x="328318" y="211592"/>
                  </a:lnTo>
                  <a:lnTo>
                    <a:pt x="329643" y="206471"/>
                  </a:lnTo>
                  <a:lnTo>
                    <a:pt x="330806" y="201310"/>
                  </a:lnTo>
                  <a:lnTo>
                    <a:pt x="331804" y="196115"/>
                  </a:lnTo>
                  <a:lnTo>
                    <a:pt x="332638" y="190891"/>
                  </a:lnTo>
                  <a:lnTo>
                    <a:pt x="333306" y="185644"/>
                  </a:lnTo>
                  <a:lnTo>
                    <a:pt x="333807" y="180377"/>
                  </a:lnTo>
                  <a:lnTo>
                    <a:pt x="334142" y="175098"/>
                  </a:lnTo>
                  <a:lnTo>
                    <a:pt x="334309" y="169810"/>
                  </a:lnTo>
                  <a:lnTo>
                    <a:pt x="334309" y="164520"/>
                  </a:lnTo>
                  <a:lnTo>
                    <a:pt x="334142" y="159233"/>
                  </a:lnTo>
                  <a:lnTo>
                    <a:pt x="333807" y="153954"/>
                  </a:lnTo>
                  <a:lnTo>
                    <a:pt x="333306" y="148687"/>
                  </a:lnTo>
                  <a:lnTo>
                    <a:pt x="332638" y="143440"/>
                  </a:lnTo>
                  <a:lnTo>
                    <a:pt x="331804" y="138216"/>
                  </a:lnTo>
                  <a:lnTo>
                    <a:pt x="330806" y="133021"/>
                  </a:lnTo>
                  <a:lnTo>
                    <a:pt x="329643" y="127860"/>
                  </a:lnTo>
                  <a:lnTo>
                    <a:pt x="328318" y="122738"/>
                  </a:lnTo>
                  <a:lnTo>
                    <a:pt x="326832" y="117661"/>
                  </a:lnTo>
                  <a:lnTo>
                    <a:pt x="325186" y="112634"/>
                  </a:lnTo>
                  <a:lnTo>
                    <a:pt x="323381" y="107661"/>
                  </a:lnTo>
                  <a:lnTo>
                    <a:pt x="321420" y="102748"/>
                  </a:lnTo>
                  <a:lnTo>
                    <a:pt x="319305" y="97900"/>
                  </a:lnTo>
                  <a:lnTo>
                    <a:pt x="317037" y="93120"/>
                  </a:lnTo>
                  <a:lnTo>
                    <a:pt x="314619" y="88415"/>
                  </a:lnTo>
                  <a:lnTo>
                    <a:pt x="312053" y="83789"/>
                  </a:lnTo>
                  <a:lnTo>
                    <a:pt x="309343" y="79246"/>
                  </a:lnTo>
                  <a:lnTo>
                    <a:pt x="306489" y="74791"/>
                  </a:lnTo>
                  <a:lnTo>
                    <a:pt x="303497" y="70429"/>
                  </a:lnTo>
                  <a:lnTo>
                    <a:pt x="300368" y="66164"/>
                  </a:lnTo>
                  <a:lnTo>
                    <a:pt x="297105" y="62000"/>
                  </a:lnTo>
                  <a:lnTo>
                    <a:pt x="293713" y="57941"/>
                  </a:lnTo>
                  <a:lnTo>
                    <a:pt x="290193" y="53991"/>
                  </a:lnTo>
                  <a:lnTo>
                    <a:pt x="286551" y="50155"/>
                  </a:lnTo>
                  <a:lnTo>
                    <a:pt x="282789" y="46436"/>
                  </a:lnTo>
                  <a:lnTo>
                    <a:pt x="278911" y="42838"/>
                  </a:lnTo>
                  <a:lnTo>
                    <a:pt x="274921" y="39364"/>
                  </a:lnTo>
                  <a:lnTo>
                    <a:pt x="270823" y="36019"/>
                  </a:lnTo>
                  <a:lnTo>
                    <a:pt x="266621" y="32804"/>
                  </a:lnTo>
                  <a:lnTo>
                    <a:pt x="262320" y="29725"/>
                  </a:lnTo>
                  <a:lnTo>
                    <a:pt x="257924" y="26783"/>
                  </a:lnTo>
                  <a:lnTo>
                    <a:pt x="253437" y="23981"/>
                  </a:lnTo>
                  <a:lnTo>
                    <a:pt x="248863" y="21323"/>
                  </a:lnTo>
                  <a:lnTo>
                    <a:pt x="244207" y="18811"/>
                  </a:lnTo>
                  <a:lnTo>
                    <a:pt x="239475" y="16447"/>
                  </a:lnTo>
                  <a:lnTo>
                    <a:pt x="234669" y="14235"/>
                  </a:lnTo>
                  <a:lnTo>
                    <a:pt x="229797" y="12175"/>
                  </a:lnTo>
                  <a:lnTo>
                    <a:pt x="224861" y="10271"/>
                  </a:lnTo>
                  <a:lnTo>
                    <a:pt x="219868" y="8524"/>
                  </a:lnTo>
                  <a:lnTo>
                    <a:pt x="214822" y="6936"/>
                  </a:lnTo>
                  <a:lnTo>
                    <a:pt x="209728" y="5508"/>
                  </a:lnTo>
                  <a:lnTo>
                    <a:pt x="204592" y="4242"/>
                  </a:lnTo>
                  <a:lnTo>
                    <a:pt x="199418" y="3139"/>
                  </a:lnTo>
                  <a:lnTo>
                    <a:pt x="194212" y="2201"/>
                  </a:lnTo>
                  <a:lnTo>
                    <a:pt x="188979" y="1428"/>
                  </a:lnTo>
                  <a:lnTo>
                    <a:pt x="183724" y="820"/>
                  </a:lnTo>
                  <a:lnTo>
                    <a:pt x="178452" y="380"/>
                  </a:lnTo>
                  <a:lnTo>
                    <a:pt x="173169" y="106"/>
                  </a:lnTo>
                  <a:lnTo>
                    <a:pt x="167880" y="0"/>
                  </a:lnTo>
                  <a:lnTo>
                    <a:pt x="167163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53" y="5269756"/>
              <a:ext cx="167148" cy="170037"/>
            </a:xfrm>
            <a:custGeom>
              <a:avLst/>
              <a:pathLst>
                <a:path w="167148" h="170037">
                  <a:moveTo>
                    <a:pt x="167148" y="0"/>
                  </a:moveTo>
                  <a:lnTo>
                    <a:pt x="161731" y="87"/>
                  </a:lnTo>
                  <a:lnTo>
                    <a:pt x="156320" y="351"/>
                  </a:lnTo>
                  <a:lnTo>
                    <a:pt x="150921" y="789"/>
                  </a:lnTo>
                  <a:lnTo>
                    <a:pt x="145538" y="1402"/>
                  </a:lnTo>
                  <a:lnTo>
                    <a:pt x="140179" y="2189"/>
                  </a:lnTo>
                  <a:lnTo>
                    <a:pt x="134847" y="3150"/>
                  </a:lnTo>
                  <a:lnTo>
                    <a:pt x="129550" y="4282"/>
                  </a:lnTo>
                  <a:lnTo>
                    <a:pt x="124292" y="5586"/>
                  </a:lnTo>
                  <a:lnTo>
                    <a:pt x="119079" y="7060"/>
                  </a:lnTo>
                  <a:lnTo>
                    <a:pt x="113916" y="8701"/>
                  </a:lnTo>
                  <a:lnTo>
                    <a:pt x="108810" y="10509"/>
                  </a:lnTo>
                  <a:lnTo>
                    <a:pt x="103764" y="12482"/>
                  </a:lnTo>
                  <a:lnTo>
                    <a:pt x="98785" y="14617"/>
                  </a:lnTo>
                  <a:lnTo>
                    <a:pt x="93878" y="16912"/>
                  </a:lnTo>
                  <a:lnTo>
                    <a:pt x="89048" y="19365"/>
                  </a:lnTo>
                  <a:lnTo>
                    <a:pt x="84300" y="21973"/>
                  </a:lnTo>
                  <a:lnTo>
                    <a:pt x="79639" y="24734"/>
                  </a:lnTo>
                  <a:lnTo>
                    <a:pt x="75070" y="27644"/>
                  </a:lnTo>
                  <a:lnTo>
                    <a:pt x="70598" y="30701"/>
                  </a:lnTo>
                  <a:lnTo>
                    <a:pt x="66227" y="33901"/>
                  </a:lnTo>
                  <a:lnTo>
                    <a:pt x="61962" y="37241"/>
                  </a:lnTo>
                  <a:lnTo>
                    <a:pt x="57807" y="40717"/>
                  </a:lnTo>
                  <a:lnTo>
                    <a:pt x="53767" y="44326"/>
                  </a:lnTo>
                  <a:lnTo>
                    <a:pt x="49846" y="48064"/>
                  </a:lnTo>
                  <a:lnTo>
                    <a:pt x="46049" y="51928"/>
                  </a:lnTo>
                  <a:lnTo>
                    <a:pt x="42379" y="55912"/>
                  </a:lnTo>
                  <a:lnTo>
                    <a:pt x="38839" y="60013"/>
                  </a:lnTo>
                  <a:lnTo>
                    <a:pt x="35435" y="64227"/>
                  </a:lnTo>
                  <a:lnTo>
                    <a:pt x="32168" y="68549"/>
                  </a:lnTo>
                  <a:lnTo>
                    <a:pt x="29044" y="72974"/>
                  </a:lnTo>
                  <a:lnTo>
                    <a:pt x="26064" y="77498"/>
                  </a:lnTo>
                  <a:lnTo>
                    <a:pt x="23233" y="82117"/>
                  </a:lnTo>
                  <a:lnTo>
                    <a:pt x="20553" y="86824"/>
                  </a:lnTo>
                  <a:lnTo>
                    <a:pt x="18026" y="91617"/>
                  </a:lnTo>
                  <a:lnTo>
                    <a:pt x="15657" y="96488"/>
                  </a:lnTo>
                  <a:lnTo>
                    <a:pt x="13446" y="101434"/>
                  </a:lnTo>
                  <a:lnTo>
                    <a:pt x="11397" y="106448"/>
                  </a:lnTo>
                  <a:lnTo>
                    <a:pt x="9511" y="111527"/>
                  </a:lnTo>
                  <a:lnTo>
                    <a:pt x="7791" y="116664"/>
                  </a:lnTo>
                  <a:lnTo>
                    <a:pt x="6239" y="121854"/>
                  </a:lnTo>
                  <a:lnTo>
                    <a:pt x="4855" y="127091"/>
                  </a:lnTo>
                  <a:lnTo>
                    <a:pt x="3642" y="132371"/>
                  </a:lnTo>
                  <a:lnTo>
                    <a:pt x="2600" y="137687"/>
                  </a:lnTo>
                  <a:lnTo>
                    <a:pt x="1731" y="143034"/>
                  </a:lnTo>
                  <a:lnTo>
                    <a:pt x="1036" y="148406"/>
                  </a:lnTo>
                  <a:lnTo>
                    <a:pt x="515" y="153799"/>
                  </a:lnTo>
                  <a:lnTo>
                    <a:pt x="170" y="159205"/>
                  </a:lnTo>
                  <a:lnTo>
                    <a:pt x="0" y="164619"/>
                  </a:lnTo>
                  <a:lnTo>
                    <a:pt x="5" y="17003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58" y="5269756"/>
              <a:ext cx="334290" cy="334334"/>
            </a:xfrm>
            <a:custGeom>
              <a:avLst/>
              <a:pathLst>
                <a:path w="334290" h="334334">
                  <a:moveTo>
                    <a:pt x="0" y="170037"/>
                  </a:moveTo>
                  <a:lnTo>
                    <a:pt x="175" y="175337"/>
                  </a:lnTo>
                  <a:lnTo>
                    <a:pt x="518" y="180629"/>
                  </a:lnTo>
                  <a:lnTo>
                    <a:pt x="1029" y="185907"/>
                  </a:lnTo>
                  <a:lnTo>
                    <a:pt x="1707" y="191167"/>
                  </a:lnTo>
                  <a:lnTo>
                    <a:pt x="2551" y="196402"/>
                  </a:lnTo>
                  <a:lnTo>
                    <a:pt x="3561" y="201608"/>
                  </a:lnTo>
                  <a:lnTo>
                    <a:pt x="4736" y="206779"/>
                  </a:lnTo>
                  <a:lnTo>
                    <a:pt x="6074" y="211911"/>
                  </a:lnTo>
                  <a:lnTo>
                    <a:pt x="7574" y="216997"/>
                  </a:lnTo>
                  <a:lnTo>
                    <a:pt x="9235" y="222034"/>
                  </a:lnTo>
                  <a:lnTo>
                    <a:pt x="11055" y="227015"/>
                  </a:lnTo>
                  <a:lnTo>
                    <a:pt x="13032" y="231935"/>
                  </a:lnTo>
                  <a:lnTo>
                    <a:pt x="15164" y="236791"/>
                  </a:lnTo>
                  <a:lnTo>
                    <a:pt x="17449" y="241577"/>
                  </a:lnTo>
                  <a:lnTo>
                    <a:pt x="19884" y="246287"/>
                  </a:lnTo>
                  <a:lnTo>
                    <a:pt x="22468" y="250919"/>
                  </a:lnTo>
                  <a:lnTo>
                    <a:pt x="25197" y="255465"/>
                  </a:lnTo>
                  <a:lnTo>
                    <a:pt x="28070" y="259923"/>
                  </a:lnTo>
                  <a:lnTo>
                    <a:pt x="31082" y="264288"/>
                  </a:lnTo>
                  <a:lnTo>
                    <a:pt x="34231" y="268555"/>
                  </a:lnTo>
                  <a:lnTo>
                    <a:pt x="37514" y="272720"/>
                  </a:lnTo>
                  <a:lnTo>
                    <a:pt x="40927" y="276778"/>
                  </a:lnTo>
                  <a:lnTo>
                    <a:pt x="44467" y="280726"/>
                  </a:lnTo>
                  <a:lnTo>
                    <a:pt x="48131" y="284560"/>
                  </a:lnTo>
                  <a:lnTo>
                    <a:pt x="51914" y="288276"/>
                  </a:lnTo>
                  <a:lnTo>
                    <a:pt x="55814" y="291870"/>
                  </a:lnTo>
                  <a:lnTo>
                    <a:pt x="59825" y="295339"/>
                  </a:lnTo>
                  <a:lnTo>
                    <a:pt x="63945" y="298678"/>
                  </a:lnTo>
                  <a:lnTo>
                    <a:pt x="68168" y="301885"/>
                  </a:lnTo>
                  <a:lnTo>
                    <a:pt x="72491" y="304957"/>
                  </a:lnTo>
                  <a:lnTo>
                    <a:pt x="76909" y="307890"/>
                  </a:lnTo>
                  <a:lnTo>
                    <a:pt x="81418" y="310681"/>
                  </a:lnTo>
                  <a:lnTo>
                    <a:pt x="86014" y="313328"/>
                  </a:lnTo>
                  <a:lnTo>
                    <a:pt x="90691" y="315828"/>
                  </a:lnTo>
                  <a:lnTo>
                    <a:pt x="95445" y="318178"/>
                  </a:lnTo>
                  <a:lnTo>
                    <a:pt x="100271" y="320376"/>
                  </a:lnTo>
                  <a:lnTo>
                    <a:pt x="105164" y="322420"/>
                  </a:lnTo>
                  <a:lnTo>
                    <a:pt x="110120" y="324308"/>
                  </a:lnTo>
                  <a:lnTo>
                    <a:pt x="115133" y="326038"/>
                  </a:lnTo>
                  <a:lnTo>
                    <a:pt x="120198" y="327608"/>
                  </a:lnTo>
                  <a:lnTo>
                    <a:pt x="125311" y="329016"/>
                  </a:lnTo>
                  <a:lnTo>
                    <a:pt x="130465" y="330261"/>
                  </a:lnTo>
                  <a:lnTo>
                    <a:pt x="135657" y="331343"/>
                  </a:lnTo>
                  <a:lnTo>
                    <a:pt x="140880" y="332259"/>
                  </a:lnTo>
                  <a:lnTo>
                    <a:pt x="146130" y="333009"/>
                  </a:lnTo>
                  <a:lnTo>
                    <a:pt x="151401" y="333592"/>
                  </a:lnTo>
                  <a:lnTo>
                    <a:pt x="156688" y="334007"/>
                  </a:lnTo>
                  <a:lnTo>
                    <a:pt x="161985" y="334255"/>
                  </a:lnTo>
                  <a:lnTo>
                    <a:pt x="167288" y="334334"/>
                  </a:lnTo>
                  <a:lnTo>
                    <a:pt x="172590" y="334246"/>
                  </a:lnTo>
                  <a:lnTo>
                    <a:pt x="177887" y="333989"/>
                  </a:lnTo>
                  <a:lnTo>
                    <a:pt x="183173" y="333564"/>
                  </a:lnTo>
                  <a:lnTo>
                    <a:pt x="188443" y="332972"/>
                  </a:lnTo>
                  <a:lnTo>
                    <a:pt x="193691" y="332213"/>
                  </a:lnTo>
                  <a:lnTo>
                    <a:pt x="198913" y="331288"/>
                  </a:lnTo>
                  <a:lnTo>
                    <a:pt x="204103" y="330197"/>
                  </a:lnTo>
                  <a:lnTo>
                    <a:pt x="209255" y="328943"/>
                  </a:lnTo>
                  <a:lnTo>
                    <a:pt x="214366" y="327526"/>
                  </a:lnTo>
                  <a:lnTo>
                    <a:pt x="219428" y="325947"/>
                  </a:lnTo>
                  <a:lnTo>
                    <a:pt x="224438" y="324209"/>
                  </a:lnTo>
                  <a:lnTo>
                    <a:pt x="229391" y="322312"/>
                  </a:lnTo>
                  <a:lnTo>
                    <a:pt x="234281" y="320260"/>
                  </a:lnTo>
                  <a:lnTo>
                    <a:pt x="239103" y="318053"/>
                  </a:lnTo>
                  <a:lnTo>
                    <a:pt x="243853" y="315695"/>
                  </a:lnTo>
                  <a:lnTo>
                    <a:pt x="248525" y="313187"/>
                  </a:lnTo>
                  <a:lnTo>
                    <a:pt x="253116" y="310532"/>
                  </a:lnTo>
                  <a:lnTo>
                    <a:pt x="257620" y="307733"/>
                  </a:lnTo>
                  <a:lnTo>
                    <a:pt x="262033" y="304792"/>
                  </a:lnTo>
                  <a:lnTo>
                    <a:pt x="266351" y="301713"/>
                  </a:lnTo>
                  <a:lnTo>
                    <a:pt x="270568" y="298499"/>
                  </a:lnTo>
                  <a:lnTo>
                    <a:pt x="274682" y="295152"/>
                  </a:lnTo>
                  <a:lnTo>
                    <a:pt x="278688" y="291676"/>
                  </a:lnTo>
                  <a:lnTo>
                    <a:pt x="282581" y="288076"/>
                  </a:lnTo>
                  <a:lnTo>
                    <a:pt x="286358" y="284353"/>
                  </a:lnTo>
                  <a:lnTo>
                    <a:pt x="290015" y="280513"/>
                  </a:lnTo>
                  <a:lnTo>
                    <a:pt x="293548" y="276558"/>
                  </a:lnTo>
                  <a:lnTo>
                    <a:pt x="296954" y="272494"/>
                  </a:lnTo>
                  <a:lnTo>
                    <a:pt x="300230" y="268323"/>
                  </a:lnTo>
                  <a:lnTo>
                    <a:pt x="303372" y="264051"/>
                  </a:lnTo>
                  <a:lnTo>
                    <a:pt x="306376" y="259681"/>
                  </a:lnTo>
                  <a:lnTo>
                    <a:pt x="309241" y="255218"/>
                  </a:lnTo>
                  <a:lnTo>
                    <a:pt x="311962" y="250667"/>
                  </a:lnTo>
                  <a:lnTo>
                    <a:pt x="314538" y="246031"/>
                  </a:lnTo>
                  <a:lnTo>
                    <a:pt x="316965" y="241316"/>
                  </a:lnTo>
                  <a:lnTo>
                    <a:pt x="319242" y="236527"/>
                  </a:lnTo>
                  <a:lnTo>
                    <a:pt x="321365" y="231667"/>
                  </a:lnTo>
                  <a:lnTo>
                    <a:pt x="323333" y="226743"/>
                  </a:lnTo>
                  <a:lnTo>
                    <a:pt x="325144" y="221759"/>
                  </a:lnTo>
                  <a:lnTo>
                    <a:pt x="326797" y="216720"/>
                  </a:lnTo>
                  <a:lnTo>
                    <a:pt x="328288" y="211631"/>
                  </a:lnTo>
                  <a:lnTo>
                    <a:pt x="329617" y="206497"/>
                  </a:lnTo>
                  <a:lnTo>
                    <a:pt x="330783" y="201323"/>
                  </a:lnTo>
                  <a:lnTo>
                    <a:pt x="331784" y="196116"/>
                  </a:lnTo>
                  <a:lnTo>
                    <a:pt x="332619" y="190879"/>
                  </a:lnTo>
                  <a:lnTo>
                    <a:pt x="333288" y="185618"/>
                  </a:lnTo>
                  <a:lnTo>
                    <a:pt x="333790" y="180339"/>
                  </a:lnTo>
                  <a:lnTo>
                    <a:pt x="334124" y="175046"/>
                  </a:lnTo>
                  <a:lnTo>
                    <a:pt x="334290" y="169746"/>
                  </a:lnTo>
                  <a:lnTo>
                    <a:pt x="334288" y="164443"/>
                  </a:lnTo>
                  <a:lnTo>
                    <a:pt x="334117" y="159142"/>
                  </a:lnTo>
                  <a:lnTo>
                    <a:pt x="333778" y="153850"/>
                  </a:lnTo>
                  <a:lnTo>
                    <a:pt x="333272" y="148571"/>
                  </a:lnTo>
                  <a:lnTo>
                    <a:pt x="332599" y="143311"/>
                  </a:lnTo>
                  <a:lnTo>
                    <a:pt x="331759" y="138075"/>
                  </a:lnTo>
                  <a:lnTo>
                    <a:pt x="330753" y="132868"/>
                  </a:lnTo>
                  <a:lnTo>
                    <a:pt x="329583" y="127696"/>
                  </a:lnTo>
                  <a:lnTo>
                    <a:pt x="328249" y="122563"/>
                  </a:lnTo>
                  <a:lnTo>
                    <a:pt x="326753" y="117475"/>
                  </a:lnTo>
                  <a:lnTo>
                    <a:pt x="325097" y="112438"/>
                  </a:lnTo>
                  <a:lnTo>
                    <a:pt x="323281" y="107455"/>
                  </a:lnTo>
                  <a:lnTo>
                    <a:pt x="321309" y="102532"/>
                  </a:lnTo>
                  <a:lnTo>
                    <a:pt x="319181" y="97675"/>
                  </a:lnTo>
                  <a:lnTo>
                    <a:pt x="316900" y="92887"/>
                  </a:lnTo>
                  <a:lnTo>
                    <a:pt x="314469" y="88175"/>
                  </a:lnTo>
                  <a:lnTo>
                    <a:pt x="311889" y="83541"/>
                  </a:lnTo>
                  <a:lnTo>
                    <a:pt x="309164" y="78992"/>
                  </a:lnTo>
                  <a:lnTo>
                    <a:pt x="306296" y="74532"/>
                  </a:lnTo>
                  <a:lnTo>
                    <a:pt x="303287" y="70164"/>
                  </a:lnTo>
                  <a:lnTo>
                    <a:pt x="300142" y="65895"/>
                  </a:lnTo>
                  <a:lnTo>
                    <a:pt x="296863" y="61727"/>
                  </a:lnTo>
                  <a:lnTo>
                    <a:pt x="293453" y="57666"/>
                  </a:lnTo>
                  <a:lnTo>
                    <a:pt x="289916" y="53714"/>
                  </a:lnTo>
                  <a:lnTo>
                    <a:pt x="286256" y="49877"/>
                  </a:lnTo>
                  <a:lnTo>
                    <a:pt x="282476" y="46158"/>
                  </a:lnTo>
                  <a:lnTo>
                    <a:pt x="278579" y="42560"/>
                  </a:lnTo>
                  <a:lnTo>
                    <a:pt x="274571" y="39088"/>
                  </a:lnTo>
                  <a:lnTo>
                    <a:pt x="270454" y="35745"/>
                  </a:lnTo>
                  <a:lnTo>
                    <a:pt x="266234" y="32535"/>
                  </a:lnTo>
                  <a:lnTo>
                    <a:pt x="261913" y="29459"/>
                  </a:lnTo>
                  <a:lnTo>
                    <a:pt x="257498" y="26522"/>
                  </a:lnTo>
                  <a:lnTo>
                    <a:pt x="252991" y="23727"/>
                  </a:lnTo>
                  <a:lnTo>
                    <a:pt x="248398" y="21076"/>
                  </a:lnTo>
                  <a:lnTo>
                    <a:pt x="243723" y="18572"/>
                  </a:lnTo>
                  <a:lnTo>
                    <a:pt x="238971" y="16218"/>
                  </a:lnTo>
                  <a:lnTo>
                    <a:pt x="234147" y="14016"/>
                  </a:lnTo>
                  <a:lnTo>
                    <a:pt x="229256" y="11967"/>
                  </a:lnTo>
                  <a:lnTo>
                    <a:pt x="224302" y="10075"/>
                  </a:lnTo>
                  <a:lnTo>
                    <a:pt x="219290" y="8341"/>
                  </a:lnTo>
                  <a:lnTo>
                    <a:pt x="214226" y="6767"/>
                  </a:lnTo>
                  <a:lnTo>
                    <a:pt x="209115" y="5354"/>
                  </a:lnTo>
                  <a:lnTo>
                    <a:pt x="203961" y="4105"/>
                  </a:lnTo>
                  <a:lnTo>
                    <a:pt x="198770" y="3019"/>
                  </a:lnTo>
                  <a:lnTo>
                    <a:pt x="193548" y="2098"/>
                  </a:lnTo>
                  <a:lnTo>
                    <a:pt x="188299" y="1344"/>
                  </a:lnTo>
                  <a:lnTo>
                    <a:pt x="183028" y="756"/>
                  </a:lnTo>
                  <a:lnTo>
                    <a:pt x="177742" y="336"/>
                  </a:lnTo>
                  <a:lnTo>
                    <a:pt x="172445" y="84"/>
                  </a:lnTo>
                  <a:lnTo>
                    <a:pt x="167142" y="0"/>
                  </a:lnTo>
                  <a:lnTo>
                    <a:pt x="1671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6245" y="5399291"/>
              <a:ext cx="29969" cy="167167"/>
            </a:xfrm>
            <a:custGeom>
              <a:avLst/>
              <a:pathLst>
                <a:path w="29969" h="167167">
                  <a:moveTo>
                    <a:pt x="29969" y="0"/>
                  </a:moveTo>
                  <a:lnTo>
                    <a:pt x="22439" y="169"/>
                  </a:lnTo>
                  <a:lnTo>
                    <a:pt x="14923" y="678"/>
                  </a:lnTo>
                  <a:lnTo>
                    <a:pt x="7439" y="1525"/>
                  </a:lnTo>
                  <a:lnTo>
                    <a:pt x="0" y="2708"/>
                  </a:lnTo>
                  <a:lnTo>
                    <a:pt x="299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6245" y="5402000"/>
              <a:ext cx="29969" cy="164458"/>
            </a:xfrm>
            <a:custGeom>
              <a:avLst/>
              <a:pathLst>
                <a:path w="29969" h="164458">
                  <a:moveTo>
                    <a:pt x="0" y="0"/>
                  </a:moveTo>
                  <a:lnTo>
                    <a:pt x="29969" y="1644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51" y="5402000"/>
              <a:ext cx="334326" cy="331619"/>
            </a:xfrm>
            <a:custGeom>
              <a:avLst/>
              <a:pathLst>
                <a:path w="334326" h="331619">
                  <a:moveTo>
                    <a:pt x="137194" y="0"/>
                  </a:moveTo>
                  <a:lnTo>
                    <a:pt x="131989" y="1034"/>
                  </a:lnTo>
                  <a:lnTo>
                    <a:pt x="126820" y="2232"/>
                  </a:lnTo>
                  <a:lnTo>
                    <a:pt x="121691" y="3595"/>
                  </a:lnTo>
                  <a:lnTo>
                    <a:pt x="116608" y="5119"/>
                  </a:lnTo>
                  <a:lnTo>
                    <a:pt x="111576" y="6804"/>
                  </a:lnTo>
                  <a:lnTo>
                    <a:pt x="106600" y="8648"/>
                  </a:lnTo>
                  <a:lnTo>
                    <a:pt x="101685" y="10648"/>
                  </a:lnTo>
                  <a:lnTo>
                    <a:pt x="96836" y="12804"/>
                  </a:lnTo>
                  <a:lnTo>
                    <a:pt x="92058" y="15113"/>
                  </a:lnTo>
                  <a:lnTo>
                    <a:pt x="87356" y="17572"/>
                  </a:lnTo>
                  <a:lnTo>
                    <a:pt x="82734" y="20179"/>
                  </a:lnTo>
                  <a:lnTo>
                    <a:pt x="78197" y="22932"/>
                  </a:lnTo>
                  <a:lnTo>
                    <a:pt x="73750" y="25827"/>
                  </a:lnTo>
                  <a:lnTo>
                    <a:pt x="69397" y="28861"/>
                  </a:lnTo>
                  <a:lnTo>
                    <a:pt x="65142" y="32033"/>
                  </a:lnTo>
                  <a:lnTo>
                    <a:pt x="60990" y="35338"/>
                  </a:lnTo>
                  <a:lnTo>
                    <a:pt x="56945" y="38773"/>
                  </a:lnTo>
                  <a:lnTo>
                    <a:pt x="53012" y="42334"/>
                  </a:lnTo>
                  <a:lnTo>
                    <a:pt x="49193" y="46019"/>
                  </a:lnTo>
                  <a:lnTo>
                    <a:pt x="45493" y="49823"/>
                  </a:lnTo>
                  <a:lnTo>
                    <a:pt x="41916" y="53743"/>
                  </a:lnTo>
                  <a:lnTo>
                    <a:pt x="38465" y="57774"/>
                  </a:lnTo>
                  <a:lnTo>
                    <a:pt x="35144" y="61913"/>
                  </a:lnTo>
                  <a:lnTo>
                    <a:pt x="31955" y="66155"/>
                  </a:lnTo>
                  <a:lnTo>
                    <a:pt x="28903" y="70496"/>
                  </a:lnTo>
                  <a:lnTo>
                    <a:pt x="25991" y="74931"/>
                  </a:lnTo>
                  <a:lnTo>
                    <a:pt x="23220" y="79457"/>
                  </a:lnTo>
                  <a:lnTo>
                    <a:pt x="20595" y="84069"/>
                  </a:lnTo>
                  <a:lnTo>
                    <a:pt x="18117" y="88761"/>
                  </a:lnTo>
                  <a:lnTo>
                    <a:pt x="15790" y="93530"/>
                  </a:lnTo>
                  <a:lnTo>
                    <a:pt x="13615" y="98371"/>
                  </a:lnTo>
                  <a:lnTo>
                    <a:pt x="11594" y="103278"/>
                  </a:lnTo>
                  <a:lnTo>
                    <a:pt x="9731" y="108246"/>
                  </a:lnTo>
                  <a:lnTo>
                    <a:pt x="8026" y="113271"/>
                  </a:lnTo>
                  <a:lnTo>
                    <a:pt x="6481" y="118348"/>
                  </a:lnTo>
                  <a:lnTo>
                    <a:pt x="5099" y="123471"/>
                  </a:lnTo>
                  <a:lnTo>
                    <a:pt x="3880" y="128636"/>
                  </a:lnTo>
                  <a:lnTo>
                    <a:pt x="2825" y="133837"/>
                  </a:lnTo>
                  <a:lnTo>
                    <a:pt x="1936" y="139068"/>
                  </a:lnTo>
                  <a:lnTo>
                    <a:pt x="1213" y="144325"/>
                  </a:lnTo>
                  <a:lnTo>
                    <a:pt x="658" y="149603"/>
                  </a:lnTo>
                  <a:lnTo>
                    <a:pt x="270" y="154895"/>
                  </a:lnTo>
                  <a:lnTo>
                    <a:pt x="51" y="160197"/>
                  </a:lnTo>
                  <a:lnTo>
                    <a:pt x="0" y="165503"/>
                  </a:lnTo>
                  <a:lnTo>
                    <a:pt x="117" y="170809"/>
                  </a:lnTo>
                  <a:lnTo>
                    <a:pt x="403" y="176108"/>
                  </a:lnTo>
                  <a:lnTo>
                    <a:pt x="856" y="181395"/>
                  </a:lnTo>
                  <a:lnTo>
                    <a:pt x="1478" y="186665"/>
                  </a:lnTo>
                  <a:lnTo>
                    <a:pt x="2266" y="191912"/>
                  </a:lnTo>
                  <a:lnTo>
                    <a:pt x="3220" y="197132"/>
                  </a:lnTo>
                  <a:lnTo>
                    <a:pt x="4340" y="202320"/>
                  </a:lnTo>
                  <a:lnTo>
                    <a:pt x="5624" y="207468"/>
                  </a:lnTo>
                  <a:lnTo>
                    <a:pt x="7070" y="212574"/>
                  </a:lnTo>
                  <a:lnTo>
                    <a:pt x="8678" y="217631"/>
                  </a:lnTo>
                  <a:lnTo>
                    <a:pt x="10446" y="222635"/>
                  </a:lnTo>
                  <a:lnTo>
                    <a:pt x="12371" y="227580"/>
                  </a:lnTo>
                  <a:lnTo>
                    <a:pt x="14453" y="232461"/>
                  </a:lnTo>
                  <a:lnTo>
                    <a:pt x="16688" y="237274"/>
                  </a:lnTo>
                  <a:lnTo>
                    <a:pt x="19075" y="242013"/>
                  </a:lnTo>
                  <a:lnTo>
                    <a:pt x="21611" y="246674"/>
                  </a:lnTo>
                  <a:lnTo>
                    <a:pt x="24294" y="251253"/>
                  </a:lnTo>
                  <a:lnTo>
                    <a:pt x="27121" y="255744"/>
                  </a:lnTo>
                  <a:lnTo>
                    <a:pt x="30089" y="260143"/>
                  </a:lnTo>
                  <a:lnTo>
                    <a:pt x="33195" y="264445"/>
                  </a:lnTo>
                  <a:lnTo>
                    <a:pt x="36436" y="268647"/>
                  </a:lnTo>
                  <a:lnTo>
                    <a:pt x="39809" y="272744"/>
                  </a:lnTo>
                  <a:lnTo>
                    <a:pt x="43310" y="276731"/>
                  </a:lnTo>
                  <a:lnTo>
                    <a:pt x="46936" y="280606"/>
                  </a:lnTo>
                  <a:lnTo>
                    <a:pt x="50683" y="284363"/>
                  </a:lnTo>
                  <a:lnTo>
                    <a:pt x="54547" y="288000"/>
                  </a:lnTo>
                  <a:lnTo>
                    <a:pt x="58525" y="291512"/>
                  </a:lnTo>
                  <a:lnTo>
                    <a:pt x="62613" y="294896"/>
                  </a:lnTo>
                  <a:lnTo>
                    <a:pt x="66806" y="298149"/>
                  </a:lnTo>
                  <a:lnTo>
                    <a:pt x="71099" y="301267"/>
                  </a:lnTo>
                  <a:lnTo>
                    <a:pt x="75490" y="304247"/>
                  </a:lnTo>
                  <a:lnTo>
                    <a:pt x="79973" y="307087"/>
                  </a:lnTo>
                  <a:lnTo>
                    <a:pt x="84544" y="309782"/>
                  </a:lnTo>
                  <a:lnTo>
                    <a:pt x="89198" y="312331"/>
                  </a:lnTo>
                  <a:lnTo>
                    <a:pt x="93931" y="314731"/>
                  </a:lnTo>
                  <a:lnTo>
                    <a:pt x="98738" y="316980"/>
                  </a:lnTo>
                  <a:lnTo>
                    <a:pt x="103613" y="319075"/>
                  </a:lnTo>
                  <a:lnTo>
                    <a:pt x="108553" y="321014"/>
                  </a:lnTo>
                  <a:lnTo>
                    <a:pt x="113551" y="322796"/>
                  </a:lnTo>
                  <a:lnTo>
                    <a:pt x="118604" y="324418"/>
                  </a:lnTo>
                  <a:lnTo>
                    <a:pt x="123706" y="325878"/>
                  </a:lnTo>
                  <a:lnTo>
                    <a:pt x="128851" y="327176"/>
                  </a:lnTo>
                  <a:lnTo>
                    <a:pt x="134035" y="328310"/>
                  </a:lnTo>
                  <a:lnTo>
                    <a:pt x="139252" y="329279"/>
                  </a:lnTo>
                  <a:lnTo>
                    <a:pt x="144498" y="330082"/>
                  </a:lnTo>
                  <a:lnTo>
                    <a:pt x="149766" y="330718"/>
                  </a:lnTo>
                  <a:lnTo>
                    <a:pt x="155052" y="331187"/>
                  </a:lnTo>
                  <a:lnTo>
                    <a:pt x="160350" y="331487"/>
                  </a:lnTo>
                  <a:lnTo>
                    <a:pt x="165655" y="331619"/>
                  </a:lnTo>
                  <a:lnTo>
                    <a:pt x="170961" y="331583"/>
                  </a:lnTo>
                  <a:lnTo>
                    <a:pt x="176264" y="331378"/>
                  </a:lnTo>
                  <a:lnTo>
                    <a:pt x="181557" y="331005"/>
                  </a:lnTo>
                  <a:lnTo>
                    <a:pt x="186836" y="330464"/>
                  </a:lnTo>
                  <a:lnTo>
                    <a:pt x="192095" y="329756"/>
                  </a:lnTo>
                  <a:lnTo>
                    <a:pt x="197329" y="328882"/>
                  </a:lnTo>
                  <a:lnTo>
                    <a:pt x="202533" y="327841"/>
                  </a:lnTo>
                  <a:lnTo>
                    <a:pt x="207701" y="326636"/>
                  </a:lnTo>
                  <a:lnTo>
                    <a:pt x="212828" y="325268"/>
                  </a:lnTo>
                  <a:lnTo>
                    <a:pt x="217909" y="323738"/>
                  </a:lnTo>
                  <a:lnTo>
                    <a:pt x="222939" y="322047"/>
                  </a:lnTo>
                  <a:lnTo>
                    <a:pt x="227913" y="320197"/>
                  </a:lnTo>
                  <a:lnTo>
                    <a:pt x="232825" y="318190"/>
                  </a:lnTo>
                  <a:lnTo>
                    <a:pt x="237671" y="316029"/>
                  </a:lnTo>
                  <a:lnTo>
                    <a:pt x="242447" y="313715"/>
                  </a:lnTo>
                  <a:lnTo>
                    <a:pt x="247146" y="311250"/>
                  </a:lnTo>
                  <a:lnTo>
                    <a:pt x="251765" y="308637"/>
                  </a:lnTo>
                  <a:lnTo>
                    <a:pt x="256299" y="305879"/>
                  </a:lnTo>
                  <a:lnTo>
                    <a:pt x="260742" y="302979"/>
                  </a:lnTo>
                  <a:lnTo>
                    <a:pt x="265092" y="299939"/>
                  </a:lnTo>
                  <a:lnTo>
                    <a:pt x="269343" y="296763"/>
                  </a:lnTo>
                  <a:lnTo>
                    <a:pt x="273491" y="293453"/>
                  </a:lnTo>
                  <a:lnTo>
                    <a:pt x="277531" y="290013"/>
                  </a:lnTo>
                  <a:lnTo>
                    <a:pt x="281461" y="286447"/>
                  </a:lnTo>
                  <a:lnTo>
                    <a:pt x="285275" y="282757"/>
                  </a:lnTo>
                  <a:lnTo>
                    <a:pt x="288970" y="278949"/>
                  </a:lnTo>
                  <a:lnTo>
                    <a:pt x="292543" y="275025"/>
                  </a:lnTo>
                  <a:lnTo>
                    <a:pt x="295989" y="270990"/>
                  </a:lnTo>
                  <a:lnTo>
                    <a:pt x="299306" y="266847"/>
                  </a:lnTo>
                  <a:lnTo>
                    <a:pt x="302489" y="262602"/>
                  </a:lnTo>
                  <a:lnTo>
                    <a:pt x="305536" y="258257"/>
                  </a:lnTo>
                  <a:lnTo>
                    <a:pt x="308443" y="253818"/>
                  </a:lnTo>
                  <a:lnTo>
                    <a:pt x="311208" y="249288"/>
                  </a:lnTo>
                  <a:lnTo>
                    <a:pt x="313828" y="244674"/>
                  </a:lnTo>
                  <a:lnTo>
                    <a:pt x="316300" y="239978"/>
                  </a:lnTo>
                  <a:lnTo>
                    <a:pt x="318622" y="235207"/>
                  </a:lnTo>
                  <a:lnTo>
                    <a:pt x="320791" y="230364"/>
                  </a:lnTo>
                  <a:lnTo>
                    <a:pt x="322806" y="225454"/>
                  </a:lnTo>
                  <a:lnTo>
                    <a:pt x="324663" y="220484"/>
                  </a:lnTo>
                  <a:lnTo>
                    <a:pt x="326362" y="215456"/>
                  </a:lnTo>
                  <a:lnTo>
                    <a:pt x="327901" y="210378"/>
                  </a:lnTo>
                  <a:lnTo>
                    <a:pt x="329277" y="205253"/>
                  </a:lnTo>
                  <a:lnTo>
                    <a:pt x="330490" y="200087"/>
                  </a:lnTo>
                  <a:lnTo>
                    <a:pt x="331539" y="194885"/>
                  </a:lnTo>
                  <a:lnTo>
                    <a:pt x="332422" y="189652"/>
                  </a:lnTo>
                  <a:lnTo>
                    <a:pt x="333138" y="184394"/>
                  </a:lnTo>
                  <a:lnTo>
                    <a:pt x="333687" y="179116"/>
                  </a:lnTo>
                  <a:lnTo>
                    <a:pt x="334069" y="173823"/>
                  </a:lnTo>
                  <a:lnTo>
                    <a:pt x="334282" y="168521"/>
                  </a:lnTo>
                  <a:lnTo>
                    <a:pt x="334326" y="163215"/>
                  </a:lnTo>
                  <a:lnTo>
                    <a:pt x="334203" y="157910"/>
                  </a:lnTo>
                  <a:lnTo>
                    <a:pt x="333911" y="152611"/>
                  </a:lnTo>
                  <a:lnTo>
                    <a:pt x="333451" y="147324"/>
                  </a:lnTo>
                  <a:lnTo>
                    <a:pt x="332823" y="142055"/>
                  </a:lnTo>
                  <a:lnTo>
                    <a:pt x="332029" y="136808"/>
                  </a:lnTo>
                  <a:lnTo>
                    <a:pt x="331068" y="131590"/>
                  </a:lnTo>
                  <a:lnTo>
                    <a:pt x="329942" y="126404"/>
                  </a:lnTo>
                  <a:lnTo>
                    <a:pt x="328652" y="121256"/>
                  </a:lnTo>
                  <a:lnTo>
                    <a:pt x="327200" y="116153"/>
                  </a:lnTo>
                  <a:lnTo>
                    <a:pt x="325586" y="111097"/>
                  </a:lnTo>
                  <a:lnTo>
                    <a:pt x="323812" y="106096"/>
                  </a:lnTo>
                  <a:lnTo>
                    <a:pt x="321881" y="101153"/>
                  </a:lnTo>
                  <a:lnTo>
                    <a:pt x="319794" y="96274"/>
                  </a:lnTo>
                  <a:lnTo>
                    <a:pt x="317553" y="91464"/>
                  </a:lnTo>
                  <a:lnTo>
                    <a:pt x="315160" y="86728"/>
                  </a:lnTo>
                  <a:lnTo>
                    <a:pt x="312618" y="82070"/>
                  </a:lnTo>
                  <a:lnTo>
                    <a:pt x="309930" y="77494"/>
                  </a:lnTo>
                  <a:lnTo>
                    <a:pt x="307098" y="73007"/>
                  </a:lnTo>
                  <a:lnTo>
                    <a:pt x="304125" y="68611"/>
                  </a:lnTo>
                  <a:lnTo>
                    <a:pt x="301013" y="64313"/>
                  </a:lnTo>
                  <a:lnTo>
                    <a:pt x="297767" y="60115"/>
                  </a:lnTo>
                  <a:lnTo>
                    <a:pt x="294390" y="56022"/>
                  </a:lnTo>
                  <a:lnTo>
                    <a:pt x="290884" y="52038"/>
                  </a:lnTo>
                  <a:lnTo>
                    <a:pt x="287253" y="48168"/>
                  </a:lnTo>
                  <a:lnTo>
                    <a:pt x="283502" y="44415"/>
                  </a:lnTo>
                  <a:lnTo>
                    <a:pt x="279633" y="40783"/>
                  </a:lnTo>
                  <a:lnTo>
                    <a:pt x="275651" y="37276"/>
                  </a:lnTo>
                  <a:lnTo>
                    <a:pt x="271559" y="33896"/>
                  </a:lnTo>
                  <a:lnTo>
                    <a:pt x="267363" y="30649"/>
                  </a:lnTo>
                  <a:lnTo>
                    <a:pt x="263065" y="27536"/>
                  </a:lnTo>
                  <a:lnTo>
                    <a:pt x="258671" y="24561"/>
                  </a:lnTo>
                  <a:lnTo>
                    <a:pt x="254184" y="21727"/>
                  </a:lnTo>
                  <a:lnTo>
                    <a:pt x="249610" y="19037"/>
                  </a:lnTo>
                  <a:lnTo>
                    <a:pt x="244953" y="16493"/>
                  </a:lnTo>
                  <a:lnTo>
                    <a:pt x="240217" y="14099"/>
                  </a:lnTo>
                  <a:lnTo>
                    <a:pt x="235408" y="11856"/>
                  </a:lnTo>
                  <a:lnTo>
                    <a:pt x="230530" y="9766"/>
                  </a:lnTo>
                  <a:lnTo>
                    <a:pt x="225588" y="7833"/>
                  </a:lnTo>
                  <a:lnTo>
                    <a:pt x="220588" y="6058"/>
                  </a:lnTo>
                  <a:lnTo>
                    <a:pt x="215533" y="4442"/>
                  </a:lnTo>
                  <a:lnTo>
                    <a:pt x="210430" y="2987"/>
                  </a:lnTo>
                  <a:lnTo>
                    <a:pt x="167164" y="1644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43266" cy="167167"/>
            </a:xfrm>
            <a:custGeom>
              <a:avLst/>
              <a:pathLst>
                <a:path w="43266" h="167167">
                  <a:moveTo>
                    <a:pt x="43266" y="5696"/>
                  </a:moveTo>
                  <a:lnTo>
                    <a:pt x="37198" y="4191"/>
                  </a:lnTo>
                  <a:lnTo>
                    <a:pt x="31078" y="2914"/>
                  </a:lnTo>
                  <a:lnTo>
                    <a:pt x="24915" y="1867"/>
                  </a:lnTo>
                  <a:lnTo>
                    <a:pt x="18716" y="1051"/>
                  </a:lnTo>
                  <a:lnTo>
                    <a:pt x="12492" y="467"/>
                  </a:lnTo>
                  <a:lnTo>
                    <a:pt x="6250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77" y="5399291"/>
              <a:ext cx="167166" cy="327673"/>
            </a:xfrm>
            <a:custGeom>
              <a:avLst/>
              <a:pathLst>
                <a:path w="167166" h="327673">
                  <a:moveTo>
                    <a:pt x="167166" y="0"/>
                  </a:moveTo>
                  <a:lnTo>
                    <a:pt x="161798" y="86"/>
                  </a:lnTo>
                  <a:lnTo>
                    <a:pt x="156436" y="344"/>
                  </a:lnTo>
                  <a:lnTo>
                    <a:pt x="151085" y="775"/>
                  </a:lnTo>
                  <a:lnTo>
                    <a:pt x="145750" y="1377"/>
                  </a:lnTo>
                  <a:lnTo>
                    <a:pt x="140438" y="2150"/>
                  </a:lnTo>
                  <a:lnTo>
                    <a:pt x="135153" y="3094"/>
                  </a:lnTo>
                  <a:lnTo>
                    <a:pt x="129901" y="4206"/>
                  </a:lnTo>
                  <a:lnTo>
                    <a:pt x="124687" y="5487"/>
                  </a:lnTo>
                  <a:lnTo>
                    <a:pt x="119517" y="6934"/>
                  </a:lnTo>
                  <a:lnTo>
                    <a:pt x="114397" y="8547"/>
                  </a:lnTo>
                  <a:lnTo>
                    <a:pt x="109331" y="10323"/>
                  </a:lnTo>
                  <a:lnTo>
                    <a:pt x="104324" y="12261"/>
                  </a:lnTo>
                  <a:lnTo>
                    <a:pt x="99382" y="14359"/>
                  </a:lnTo>
                  <a:lnTo>
                    <a:pt x="94511" y="16614"/>
                  </a:lnTo>
                  <a:lnTo>
                    <a:pt x="89714" y="19025"/>
                  </a:lnTo>
                  <a:lnTo>
                    <a:pt x="84997" y="21588"/>
                  </a:lnTo>
                  <a:lnTo>
                    <a:pt x="80364" y="24302"/>
                  </a:lnTo>
                  <a:lnTo>
                    <a:pt x="75822" y="27163"/>
                  </a:lnTo>
                  <a:lnTo>
                    <a:pt x="71373" y="30168"/>
                  </a:lnTo>
                  <a:lnTo>
                    <a:pt x="67023" y="33315"/>
                  </a:lnTo>
                  <a:lnTo>
                    <a:pt x="62777" y="36600"/>
                  </a:lnTo>
                  <a:lnTo>
                    <a:pt x="58638" y="40019"/>
                  </a:lnTo>
                  <a:lnTo>
                    <a:pt x="54611" y="43569"/>
                  </a:lnTo>
                  <a:lnTo>
                    <a:pt x="50701" y="47247"/>
                  </a:lnTo>
                  <a:lnTo>
                    <a:pt x="46910" y="51049"/>
                  </a:lnTo>
                  <a:lnTo>
                    <a:pt x="43243" y="54970"/>
                  </a:lnTo>
                  <a:lnTo>
                    <a:pt x="39705" y="59007"/>
                  </a:lnTo>
                  <a:lnTo>
                    <a:pt x="36297" y="63156"/>
                  </a:lnTo>
                  <a:lnTo>
                    <a:pt x="33025" y="67412"/>
                  </a:lnTo>
                  <a:lnTo>
                    <a:pt x="29891" y="71771"/>
                  </a:lnTo>
                  <a:lnTo>
                    <a:pt x="26899" y="76228"/>
                  </a:lnTo>
                  <a:lnTo>
                    <a:pt x="24051" y="80779"/>
                  </a:lnTo>
                  <a:lnTo>
                    <a:pt x="21351" y="85419"/>
                  </a:lnTo>
                  <a:lnTo>
                    <a:pt x="18801" y="90143"/>
                  </a:lnTo>
                  <a:lnTo>
                    <a:pt x="16404" y="94947"/>
                  </a:lnTo>
                  <a:lnTo>
                    <a:pt x="14163" y="99825"/>
                  </a:lnTo>
                  <a:lnTo>
                    <a:pt x="12079" y="104773"/>
                  </a:lnTo>
                  <a:lnTo>
                    <a:pt x="10156" y="109785"/>
                  </a:lnTo>
                  <a:lnTo>
                    <a:pt x="8394" y="114857"/>
                  </a:lnTo>
                  <a:lnTo>
                    <a:pt x="6796" y="119982"/>
                  </a:lnTo>
                  <a:lnTo>
                    <a:pt x="5364" y="125156"/>
                  </a:lnTo>
                  <a:lnTo>
                    <a:pt x="4098" y="130373"/>
                  </a:lnTo>
                  <a:lnTo>
                    <a:pt x="3001" y="135628"/>
                  </a:lnTo>
                  <a:lnTo>
                    <a:pt x="2073" y="140916"/>
                  </a:lnTo>
                  <a:lnTo>
                    <a:pt x="1315" y="146231"/>
                  </a:lnTo>
                  <a:lnTo>
                    <a:pt x="728" y="151567"/>
                  </a:lnTo>
                  <a:lnTo>
                    <a:pt x="313" y="156920"/>
                  </a:lnTo>
                  <a:lnTo>
                    <a:pt x="70" y="162283"/>
                  </a:lnTo>
                  <a:lnTo>
                    <a:pt x="0" y="167651"/>
                  </a:lnTo>
                  <a:lnTo>
                    <a:pt x="101" y="173018"/>
                  </a:lnTo>
                  <a:lnTo>
                    <a:pt x="375" y="178380"/>
                  </a:lnTo>
                  <a:lnTo>
                    <a:pt x="821" y="183730"/>
                  </a:lnTo>
                  <a:lnTo>
                    <a:pt x="1439" y="189063"/>
                  </a:lnTo>
                  <a:lnTo>
                    <a:pt x="2227" y="194373"/>
                  </a:lnTo>
                  <a:lnTo>
                    <a:pt x="3186" y="199655"/>
                  </a:lnTo>
                  <a:lnTo>
                    <a:pt x="4314" y="204904"/>
                  </a:lnTo>
                  <a:lnTo>
                    <a:pt x="5610" y="210114"/>
                  </a:lnTo>
                  <a:lnTo>
                    <a:pt x="7072" y="215279"/>
                  </a:lnTo>
                  <a:lnTo>
                    <a:pt x="8699" y="220395"/>
                  </a:lnTo>
                  <a:lnTo>
                    <a:pt x="10490" y="225456"/>
                  </a:lnTo>
                  <a:lnTo>
                    <a:pt x="12443" y="230457"/>
                  </a:lnTo>
                  <a:lnTo>
                    <a:pt x="14555" y="235393"/>
                  </a:lnTo>
                  <a:lnTo>
                    <a:pt x="16824" y="240258"/>
                  </a:lnTo>
                  <a:lnTo>
                    <a:pt x="19249" y="245048"/>
                  </a:lnTo>
                  <a:lnTo>
                    <a:pt x="21826" y="249757"/>
                  </a:lnTo>
                  <a:lnTo>
                    <a:pt x="24553" y="254382"/>
                  </a:lnTo>
                  <a:lnTo>
                    <a:pt x="27427" y="258916"/>
                  </a:lnTo>
                  <a:lnTo>
                    <a:pt x="30445" y="263356"/>
                  </a:lnTo>
                  <a:lnTo>
                    <a:pt x="33604" y="267697"/>
                  </a:lnTo>
                  <a:lnTo>
                    <a:pt x="36901" y="271933"/>
                  </a:lnTo>
                  <a:lnTo>
                    <a:pt x="40333" y="276062"/>
                  </a:lnTo>
                  <a:lnTo>
                    <a:pt x="43895" y="280079"/>
                  </a:lnTo>
                  <a:lnTo>
                    <a:pt x="47584" y="283979"/>
                  </a:lnTo>
                  <a:lnTo>
                    <a:pt x="51397" y="287759"/>
                  </a:lnTo>
                  <a:lnTo>
                    <a:pt x="55329" y="291414"/>
                  </a:lnTo>
                  <a:lnTo>
                    <a:pt x="59376" y="294941"/>
                  </a:lnTo>
                  <a:lnTo>
                    <a:pt x="63534" y="298336"/>
                  </a:lnTo>
                  <a:lnTo>
                    <a:pt x="67800" y="301596"/>
                  </a:lnTo>
                  <a:lnTo>
                    <a:pt x="72168" y="304718"/>
                  </a:lnTo>
                  <a:lnTo>
                    <a:pt x="76633" y="307697"/>
                  </a:lnTo>
                  <a:lnTo>
                    <a:pt x="81193" y="310532"/>
                  </a:lnTo>
                  <a:lnTo>
                    <a:pt x="85840" y="313219"/>
                  </a:lnTo>
                  <a:lnTo>
                    <a:pt x="90572" y="315755"/>
                  </a:lnTo>
                  <a:lnTo>
                    <a:pt x="95383" y="318138"/>
                  </a:lnTo>
                  <a:lnTo>
                    <a:pt x="100268" y="320365"/>
                  </a:lnTo>
                  <a:lnTo>
                    <a:pt x="105221" y="322434"/>
                  </a:lnTo>
                  <a:lnTo>
                    <a:pt x="110239" y="324343"/>
                  </a:lnTo>
                  <a:lnTo>
                    <a:pt x="115315" y="326090"/>
                  </a:lnTo>
                  <a:lnTo>
                    <a:pt x="120445" y="32767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76823" y="5566459"/>
              <a:ext cx="46720" cy="160505"/>
            </a:xfrm>
            <a:custGeom>
              <a:avLst/>
              <a:pathLst>
                <a:path w="46720" h="160505">
                  <a:moveTo>
                    <a:pt x="0" y="160505"/>
                  </a:moveTo>
                  <a:lnTo>
                    <a:pt x="467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76823" y="5566459"/>
              <a:ext cx="46720" cy="160505"/>
            </a:xfrm>
            <a:custGeom>
              <a:avLst/>
              <a:pathLst>
                <a:path w="46720" h="160505">
                  <a:moveTo>
                    <a:pt x="0" y="160505"/>
                  </a:moveTo>
                  <a:lnTo>
                    <a:pt x="467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76823" y="5566459"/>
              <a:ext cx="46720" cy="160505"/>
            </a:xfrm>
            <a:custGeom>
              <a:avLst/>
              <a:pathLst>
                <a:path w="46720" h="160505">
                  <a:moveTo>
                    <a:pt x="0" y="160505"/>
                  </a:moveTo>
                  <a:lnTo>
                    <a:pt x="467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76823" y="5566459"/>
              <a:ext cx="46720" cy="160505"/>
            </a:xfrm>
            <a:custGeom>
              <a:avLst/>
              <a:pathLst>
                <a:path w="46720" h="160505">
                  <a:moveTo>
                    <a:pt x="0" y="160505"/>
                  </a:moveTo>
                  <a:lnTo>
                    <a:pt x="467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76823" y="5566459"/>
              <a:ext cx="46720" cy="160505"/>
            </a:xfrm>
            <a:custGeom>
              <a:avLst/>
              <a:pathLst>
                <a:path w="46720" h="160505">
                  <a:moveTo>
                    <a:pt x="0" y="160505"/>
                  </a:moveTo>
                  <a:lnTo>
                    <a:pt x="467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6823" y="5566459"/>
              <a:ext cx="91371" cy="167163"/>
            </a:xfrm>
            <a:custGeom>
              <a:avLst/>
              <a:pathLst>
                <a:path w="91371" h="167163">
                  <a:moveTo>
                    <a:pt x="0" y="160505"/>
                  </a:moveTo>
                  <a:lnTo>
                    <a:pt x="5580" y="162026"/>
                  </a:lnTo>
                  <a:lnTo>
                    <a:pt x="11210" y="163352"/>
                  </a:lnTo>
                  <a:lnTo>
                    <a:pt x="16883" y="164483"/>
                  </a:lnTo>
                  <a:lnTo>
                    <a:pt x="22591" y="165416"/>
                  </a:lnTo>
                  <a:lnTo>
                    <a:pt x="28328" y="166152"/>
                  </a:lnTo>
                  <a:lnTo>
                    <a:pt x="34087" y="166689"/>
                  </a:lnTo>
                  <a:lnTo>
                    <a:pt x="39862" y="167026"/>
                  </a:lnTo>
                  <a:lnTo>
                    <a:pt x="45644" y="167163"/>
                  </a:lnTo>
                  <a:lnTo>
                    <a:pt x="51428" y="167101"/>
                  </a:lnTo>
                  <a:lnTo>
                    <a:pt x="57206" y="166838"/>
                  </a:lnTo>
                  <a:lnTo>
                    <a:pt x="62972" y="166375"/>
                  </a:lnTo>
                  <a:lnTo>
                    <a:pt x="68718" y="165713"/>
                  </a:lnTo>
                  <a:lnTo>
                    <a:pt x="74438" y="164853"/>
                  </a:lnTo>
                  <a:lnTo>
                    <a:pt x="80124" y="163795"/>
                  </a:lnTo>
                  <a:lnTo>
                    <a:pt x="85771" y="162542"/>
                  </a:lnTo>
                  <a:lnTo>
                    <a:pt x="91371" y="161094"/>
                  </a:lnTo>
                  <a:lnTo>
                    <a:pt x="4672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62" cy="328261"/>
            </a:xfrm>
            <a:custGeom>
              <a:avLst/>
              <a:pathLst>
                <a:path w="167162" h="328261">
                  <a:moveTo>
                    <a:pt x="44650" y="328261"/>
                  </a:moveTo>
                  <a:lnTo>
                    <a:pt x="49766" y="326755"/>
                  </a:lnTo>
                  <a:lnTo>
                    <a:pt x="54831" y="325086"/>
                  </a:lnTo>
                  <a:lnTo>
                    <a:pt x="59840" y="323257"/>
                  </a:lnTo>
                  <a:lnTo>
                    <a:pt x="64788" y="321269"/>
                  </a:lnTo>
                  <a:lnTo>
                    <a:pt x="69671" y="319124"/>
                  </a:lnTo>
                  <a:lnTo>
                    <a:pt x="74482" y="316824"/>
                  </a:lnTo>
                  <a:lnTo>
                    <a:pt x="79218" y="314372"/>
                  </a:lnTo>
                  <a:lnTo>
                    <a:pt x="83873" y="311770"/>
                  </a:lnTo>
                  <a:lnTo>
                    <a:pt x="88443" y="309022"/>
                  </a:lnTo>
                  <a:lnTo>
                    <a:pt x="92922" y="306128"/>
                  </a:lnTo>
                  <a:lnTo>
                    <a:pt x="97308" y="303094"/>
                  </a:lnTo>
                  <a:lnTo>
                    <a:pt x="101594" y="299921"/>
                  </a:lnTo>
                  <a:lnTo>
                    <a:pt x="105776" y="296613"/>
                  </a:lnTo>
                  <a:lnTo>
                    <a:pt x="109852" y="293173"/>
                  </a:lnTo>
                  <a:lnTo>
                    <a:pt x="113815" y="289605"/>
                  </a:lnTo>
                  <a:lnTo>
                    <a:pt x="117662" y="285912"/>
                  </a:lnTo>
                  <a:lnTo>
                    <a:pt x="121390" y="282099"/>
                  </a:lnTo>
                  <a:lnTo>
                    <a:pt x="124994" y="278168"/>
                  </a:lnTo>
                  <a:lnTo>
                    <a:pt x="128471" y="274125"/>
                  </a:lnTo>
                  <a:lnTo>
                    <a:pt x="131818" y="269972"/>
                  </a:lnTo>
                  <a:lnTo>
                    <a:pt x="135030" y="265715"/>
                  </a:lnTo>
                  <a:lnTo>
                    <a:pt x="138104" y="261358"/>
                  </a:lnTo>
                  <a:lnTo>
                    <a:pt x="141038" y="256905"/>
                  </a:lnTo>
                  <a:lnTo>
                    <a:pt x="143829" y="252361"/>
                  </a:lnTo>
                  <a:lnTo>
                    <a:pt x="146473" y="247730"/>
                  </a:lnTo>
                  <a:lnTo>
                    <a:pt x="148968" y="243017"/>
                  </a:lnTo>
                  <a:lnTo>
                    <a:pt x="151312" y="238227"/>
                  </a:lnTo>
                  <a:lnTo>
                    <a:pt x="153502" y="233364"/>
                  </a:lnTo>
                  <a:lnTo>
                    <a:pt x="155535" y="228434"/>
                  </a:lnTo>
                  <a:lnTo>
                    <a:pt x="157410" y="223442"/>
                  </a:lnTo>
                  <a:lnTo>
                    <a:pt x="159125" y="218392"/>
                  </a:lnTo>
                  <a:lnTo>
                    <a:pt x="160678" y="213291"/>
                  </a:lnTo>
                  <a:lnTo>
                    <a:pt x="162067" y="208142"/>
                  </a:lnTo>
                  <a:lnTo>
                    <a:pt x="163292" y="202952"/>
                  </a:lnTo>
                  <a:lnTo>
                    <a:pt x="164350" y="197725"/>
                  </a:lnTo>
                  <a:lnTo>
                    <a:pt x="165241" y="192467"/>
                  </a:lnTo>
                  <a:lnTo>
                    <a:pt x="165964" y="187183"/>
                  </a:lnTo>
                  <a:lnTo>
                    <a:pt x="166518" y="181879"/>
                  </a:lnTo>
                  <a:lnTo>
                    <a:pt x="166903" y="176561"/>
                  </a:lnTo>
                  <a:lnTo>
                    <a:pt x="167118" y="171232"/>
                  </a:lnTo>
                  <a:lnTo>
                    <a:pt x="167162" y="165899"/>
                  </a:lnTo>
                  <a:lnTo>
                    <a:pt x="167037" y="160568"/>
                  </a:lnTo>
                  <a:lnTo>
                    <a:pt x="166741" y="155244"/>
                  </a:lnTo>
                  <a:lnTo>
                    <a:pt x="166276" y="149931"/>
                  </a:lnTo>
                  <a:lnTo>
                    <a:pt x="165642" y="144636"/>
                  </a:lnTo>
                  <a:lnTo>
                    <a:pt x="164839" y="139364"/>
                  </a:lnTo>
                  <a:lnTo>
                    <a:pt x="163868" y="134120"/>
                  </a:lnTo>
                  <a:lnTo>
                    <a:pt x="162731" y="128910"/>
                  </a:lnTo>
                  <a:lnTo>
                    <a:pt x="161427" y="123739"/>
                  </a:lnTo>
                  <a:lnTo>
                    <a:pt x="159960" y="118612"/>
                  </a:lnTo>
                  <a:lnTo>
                    <a:pt x="158330" y="113535"/>
                  </a:lnTo>
                  <a:lnTo>
                    <a:pt x="156539" y="108512"/>
                  </a:lnTo>
                  <a:lnTo>
                    <a:pt x="154588" y="103548"/>
                  </a:lnTo>
                  <a:lnTo>
                    <a:pt x="152480" y="98650"/>
                  </a:lnTo>
                  <a:lnTo>
                    <a:pt x="150217" y="93821"/>
                  </a:lnTo>
                  <a:lnTo>
                    <a:pt x="147801" y="89067"/>
                  </a:lnTo>
                  <a:lnTo>
                    <a:pt x="145235" y="84392"/>
                  </a:lnTo>
                  <a:lnTo>
                    <a:pt x="142521" y="79802"/>
                  </a:lnTo>
                  <a:lnTo>
                    <a:pt x="139661" y="75300"/>
                  </a:lnTo>
                  <a:lnTo>
                    <a:pt x="136660" y="70892"/>
                  </a:lnTo>
                  <a:lnTo>
                    <a:pt x="133520" y="66582"/>
                  </a:lnTo>
                  <a:lnTo>
                    <a:pt x="130243" y="62374"/>
                  </a:lnTo>
                  <a:lnTo>
                    <a:pt x="126835" y="58273"/>
                  </a:lnTo>
                  <a:lnTo>
                    <a:pt x="123297" y="54283"/>
                  </a:lnTo>
                  <a:lnTo>
                    <a:pt x="119633" y="50408"/>
                  </a:lnTo>
                  <a:lnTo>
                    <a:pt x="115848" y="46651"/>
                  </a:lnTo>
                  <a:lnTo>
                    <a:pt x="111945" y="43017"/>
                  </a:lnTo>
                  <a:lnTo>
                    <a:pt x="107928" y="39510"/>
                  </a:lnTo>
                  <a:lnTo>
                    <a:pt x="103801" y="36132"/>
                  </a:lnTo>
                  <a:lnTo>
                    <a:pt x="99569" y="32888"/>
                  </a:lnTo>
                  <a:lnTo>
                    <a:pt x="95235" y="29780"/>
                  </a:lnTo>
                  <a:lnTo>
                    <a:pt x="90805" y="26812"/>
                  </a:lnTo>
                  <a:lnTo>
                    <a:pt x="86282" y="23987"/>
                  </a:lnTo>
                  <a:lnTo>
                    <a:pt x="81671" y="21308"/>
                  </a:lnTo>
                  <a:lnTo>
                    <a:pt x="76977" y="18777"/>
                  </a:lnTo>
                  <a:lnTo>
                    <a:pt x="72204" y="16398"/>
                  </a:lnTo>
                  <a:lnTo>
                    <a:pt x="67358" y="14171"/>
                  </a:lnTo>
                  <a:lnTo>
                    <a:pt x="62444" y="12100"/>
                  </a:lnTo>
                  <a:lnTo>
                    <a:pt x="57466" y="10188"/>
                  </a:lnTo>
                  <a:lnTo>
                    <a:pt x="52430" y="8434"/>
                  </a:lnTo>
                  <a:lnTo>
                    <a:pt x="47340" y="6843"/>
                  </a:lnTo>
                  <a:lnTo>
                    <a:pt x="42202" y="5414"/>
                  </a:lnTo>
                  <a:lnTo>
                    <a:pt x="37021" y="4151"/>
                  </a:lnTo>
                  <a:lnTo>
                    <a:pt x="31803" y="3053"/>
                  </a:lnTo>
                  <a:lnTo>
                    <a:pt x="26552" y="2122"/>
                  </a:lnTo>
                  <a:lnTo>
                    <a:pt x="21274" y="1359"/>
                  </a:lnTo>
                  <a:lnTo>
                    <a:pt x="15974" y="765"/>
                  </a:lnTo>
                  <a:lnTo>
                    <a:pt x="10658" y="340"/>
                  </a:lnTo>
                  <a:lnTo>
                    <a:pt x="533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4206" y="5269756"/>
              <a:ext cx="141051" cy="167167"/>
            </a:xfrm>
            <a:custGeom>
              <a:avLst/>
              <a:pathLst>
                <a:path w="141051" h="167167">
                  <a:moveTo>
                    <a:pt x="141051" y="0"/>
                  </a:moveTo>
                  <a:lnTo>
                    <a:pt x="135456" y="93"/>
                  </a:lnTo>
                  <a:lnTo>
                    <a:pt x="129867" y="374"/>
                  </a:lnTo>
                  <a:lnTo>
                    <a:pt x="124291" y="842"/>
                  </a:lnTo>
                  <a:lnTo>
                    <a:pt x="118734" y="1496"/>
                  </a:lnTo>
                  <a:lnTo>
                    <a:pt x="113201" y="2336"/>
                  </a:lnTo>
                  <a:lnTo>
                    <a:pt x="107700" y="3360"/>
                  </a:lnTo>
                  <a:lnTo>
                    <a:pt x="102236" y="4568"/>
                  </a:lnTo>
                  <a:lnTo>
                    <a:pt x="96816" y="5958"/>
                  </a:lnTo>
                  <a:lnTo>
                    <a:pt x="91445" y="7529"/>
                  </a:lnTo>
                  <a:lnTo>
                    <a:pt x="86130" y="9279"/>
                  </a:lnTo>
                  <a:lnTo>
                    <a:pt x="80876" y="11206"/>
                  </a:lnTo>
                  <a:lnTo>
                    <a:pt x="75690" y="13307"/>
                  </a:lnTo>
                  <a:lnTo>
                    <a:pt x="70577" y="15581"/>
                  </a:lnTo>
                  <a:lnTo>
                    <a:pt x="65543" y="18025"/>
                  </a:lnTo>
                  <a:lnTo>
                    <a:pt x="60593" y="20636"/>
                  </a:lnTo>
                  <a:lnTo>
                    <a:pt x="55734" y="23411"/>
                  </a:lnTo>
                  <a:lnTo>
                    <a:pt x="50970" y="26347"/>
                  </a:lnTo>
                  <a:lnTo>
                    <a:pt x="46308" y="29441"/>
                  </a:lnTo>
                  <a:lnTo>
                    <a:pt x="41751" y="32689"/>
                  </a:lnTo>
                  <a:lnTo>
                    <a:pt x="37306" y="36088"/>
                  </a:lnTo>
                  <a:lnTo>
                    <a:pt x="32977" y="39633"/>
                  </a:lnTo>
                  <a:lnTo>
                    <a:pt x="28769" y="43322"/>
                  </a:lnTo>
                  <a:lnTo>
                    <a:pt x="24686" y="47150"/>
                  </a:lnTo>
                  <a:lnTo>
                    <a:pt x="20735" y="51112"/>
                  </a:lnTo>
                  <a:lnTo>
                    <a:pt x="16918" y="55203"/>
                  </a:lnTo>
                  <a:lnTo>
                    <a:pt x="13240" y="59421"/>
                  </a:lnTo>
                  <a:lnTo>
                    <a:pt x="9705" y="63759"/>
                  </a:lnTo>
                  <a:lnTo>
                    <a:pt x="6318" y="68213"/>
                  </a:lnTo>
                  <a:lnTo>
                    <a:pt x="3081" y="72778"/>
                  </a:lnTo>
                  <a:lnTo>
                    <a:pt x="0" y="77449"/>
                  </a:lnTo>
                  <a:lnTo>
                    <a:pt x="1410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4206" y="5347205"/>
              <a:ext cx="141051" cy="89718"/>
            </a:xfrm>
            <a:custGeom>
              <a:avLst/>
              <a:pathLst>
                <a:path w="141051" h="89718">
                  <a:moveTo>
                    <a:pt x="0" y="0"/>
                  </a:moveTo>
                  <a:lnTo>
                    <a:pt x="141051" y="89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4206" y="5347205"/>
              <a:ext cx="141051" cy="89718"/>
            </a:xfrm>
            <a:custGeom>
              <a:avLst/>
              <a:pathLst>
                <a:path w="141051" h="89718">
                  <a:moveTo>
                    <a:pt x="0" y="0"/>
                  </a:moveTo>
                  <a:lnTo>
                    <a:pt x="141051" y="89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4206" y="5347205"/>
              <a:ext cx="141051" cy="89718"/>
            </a:xfrm>
            <a:custGeom>
              <a:avLst/>
              <a:pathLst>
                <a:path w="141051" h="89718">
                  <a:moveTo>
                    <a:pt x="0" y="0"/>
                  </a:moveTo>
                  <a:lnTo>
                    <a:pt x="141051" y="897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4206" y="5347205"/>
              <a:ext cx="141051" cy="89718"/>
            </a:xfrm>
            <a:custGeom>
              <a:avLst/>
              <a:pathLst>
                <a:path w="141051" h="89718">
                  <a:moveTo>
                    <a:pt x="0" y="0"/>
                  </a:moveTo>
                  <a:lnTo>
                    <a:pt x="141051" y="897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4357" y="5347205"/>
              <a:ext cx="160900" cy="89718"/>
            </a:xfrm>
            <a:custGeom>
              <a:avLst/>
              <a:pathLst>
                <a:path w="160900" h="89718">
                  <a:moveTo>
                    <a:pt x="19849" y="0"/>
                  </a:moveTo>
                  <a:lnTo>
                    <a:pt x="16670" y="5204"/>
                  </a:lnTo>
                  <a:lnTo>
                    <a:pt x="13684" y="10520"/>
                  </a:lnTo>
                  <a:lnTo>
                    <a:pt x="10893" y="15942"/>
                  </a:lnTo>
                  <a:lnTo>
                    <a:pt x="8302" y="21462"/>
                  </a:lnTo>
                  <a:lnTo>
                    <a:pt x="5914" y="27073"/>
                  </a:lnTo>
                  <a:lnTo>
                    <a:pt x="3733" y="32768"/>
                  </a:lnTo>
                  <a:lnTo>
                    <a:pt x="1760" y="38538"/>
                  </a:lnTo>
                  <a:lnTo>
                    <a:pt x="0" y="44376"/>
                  </a:lnTo>
                  <a:lnTo>
                    <a:pt x="160900" y="89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101" y="5269756"/>
              <a:ext cx="334307" cy="334334"/>
            </a:xfrm>
            <a:custGeom>
              <a:avLst/>
              <a:pathLst>
                <a:path w="334307" h="334334">
                  <a:moveTo>
                    <a:pt x="6256" y="121825"/>
                  </a:moveTo>
                  <a:lnTo>
                    <a:pt x="4897" y="126958"/>
                  </a:lnTo>
                  <a:lnTo>
                    <a:pt x="3702" y="132132"/>
                  </a:lnTo>
                  <a:lnTo>
                    <a:pt x="2671" y="137341"/>
                  </a:lnTo>
                  <a:lnTo>
                    <a:pt x="1807" y="142580"/>
                  </a:lnTo>
                  <a:lnTo>
                    <a:pt x="1110" y="147844"/>
                  </a:lnTo>
                  <a:lnTo>
                    <a:pt x="580" y="153127"/>
                  </a:lnTo>
                  <a:lnTo>
                    <a:pt x="218" y="158424"/>
                  </a:lnTo>
                  <a:lnTo>
                    <a:pt x="24" y="163731"/>
                  </a:lnTo>
                  <a:lnTo>
                    <a:pt x="0" y="169040"/>
                  </a:lnTo>
                  <a:lnTo>
                    <a:pt x="143" y="174348"/>
                  </a:lnTo>
                  <a:lnTo>
                    <a:pt x="456" y="179649"/>
                  </a:lnTo>
                  <a:lnTo>
                    <a:pt x="936" y="184937"/>
                  </a:lnTo>
                  <a:lnTo>
                    <a:pt x="1584" y="190207"/>
                  </a:lnTo>
                  <a:lnTo>
                    <a:pt x="2400" y="195454"/>
                  </a:lnTo>
                  <a:lnTo>
                    <a:pt x="3381" y="200672"/>
                  </a:lnTo>
                  <a:lnTo>
                    <a:pt x="4528" y="205857"/>
                  </a:lnTo>
                  <a:lnTo>
                    <a:pt x="5839" y="211002"/>
                  </a:lnTo>
                  <a:lnTo>
                    <a:pt x="7312" y="216103"/>
                  </a:lnTo>
                  <a:lnTo>
                    <a:pt x="8947" y="221155"/>
                  </a:lnTo>
                  <a:lnTo>
                    <a:pt x="10742" y="226153"/>
                  </a:lnTo>
                  <a:lnTo>
                    <a:pt x="12694" y="231091"/>
                  </a:lnTo>
                  <a:lnTo>
                    <a:pt x="14802" y="235964"/>
                  </a:lnTo>
                  <a:lnTo>
                    <a:pt x="17064" y="240768"/>
                  </a:lnTo>
                  <a:lnTo>
                    <a:pt x="19477" y="245498"/>
                  </a:lnTo>
                  <a:lnTo>
                    <a:pt x="22039" y="250148"/>
                  </a:lnTo>
                  <a:lnTo>
                    <a:pt x="24748" y="254715"/>
                  </a:lnTo>
                  <a:lnTo>
                    <a:pt x="27600" y="259194"/>
                  </a:lnTo>
                  <a:lnTo>
                    <a:pt x="30593" y="263580"/>
                  </a:lnTo>
                  <a:lnTo>
                    <a:pt x="33724" y="267868"/>
                  </a:lnTo>
                  <a:lnTo>
                    <a:pt x="36990" y="272055"/>
                  </a:lnTo>
                  <a:lnTo>
                    <a:pt x="40387" y="276136"/>
                  </a:lnTo>
                  <a:lnTo>
                    <a:pt x="43911" y="280108"/>
                  </a:lnTo>
                  <a:lnTo>
                    <a:pt x="47560" y="283965"/>
                  </a:lnTo>
                  <a:lnTo>
                    <a:pt x="51330" y="287704"/>
                  </a:lnTo>
                  <a:lnTo>
                    <a:pt x="55217" y="291322"/>
                  </a:lnTo>
                  <a:lnTo>
                    <a:pt x="59216" y="294814"/>
                  </a:lnTo>
                  <a:lnTo>
                    <a:pt x="63325" y="298178"/>
                  </a:lnTo>
                  <a:lnTo>
                    <a:pt x="67538" y="301410"/>
                  </a:lnTo>
                  <a:lnTo>
                    <a:pt x="71852" y="304506"/>
                  </a:lnTo>
                  <a:lnTo>
                    <a:pt x="76262" y="307463"/>
                  </a:lnTo>
                  <a:lnTo>
                    <a:pt x="80763" y="310279"/>
                  </a:lnTo>
                  <a:lnTo>
                    <a:pt x="85352" y="312951"/>
                  </a:lnTo>
                  <a:lnTo>
                    <a:pt x="90023" y="315475"/>
                  </a:lnTo>
                  <a:lnTo>
                    <a:pt x="94772" y="317850"/>
                  </a:lnTo>
                  <a:lnTo>
                    <a:pt x="99594" y="320073"/>
                  </a:lnTo>
                  <a:lnTo>
                    <a:pt x="104485" y="322142"/>
                  </a:lnTo>
                  <a:lnTo>
                    <a:pt x="109438" y="324054"/>
                  </a:lnTo>
                  <a:lnTo>
                    <a:pt x="114450" y="325808"/>
                  </a:lnTo>
                  <a:lnTo>
                    <a:pt x="119515" y="327402"/>
                  </a:lnTo>
                  <a:lnTo>
                    <a:pt x="124628" y="328834"/>
                  </a:lnTo>
                  <a:lnTo>
                    <a:pt x="129784" y="330103"/>
                  </a:lnTo>
                  <a:lnTo>
                    <a:pt x="134977" y="331208"/>
                  </a:lnTo>
                  <a:lnTo>
                    <a:pt x="140204" y="332147"/>
                  </a:lnTo>
                  <a:lnTo>
                    <a:pt x="145457" y="332920"/>
                  </a:lnTo>
                  <a:lnTo>
                    <a:pt x="150732" y="333526"/>
                  </a:lnTo>
                  <a:lnTo>
                    <a:pt x="156024" y="333963"/>
                  </a:lnTo>
                  <a:lnTo>
                    <a:pt x="161327" y="334233"/>
                  </a:lnTo>
                  <a:lnTo>
                    <a:pt x="166635" y="334334"/>
                  </a:lnTo>
                  <a:lnTo>
                    <a:pt x="171945" y="334266"/>
                  </a:lnTo>
                  <a:lnTo>
                    <a:pt x="177249" y="334029"/>
                  </a:lnTo>
                  <a:lnTo>
                    <a:pt x="182544" y="333625"/>
                  </a:lnTo>
                  <a:lnTo>
                    <a:pt x="187823" y="333052"/>
                  </a:lnTo>
                  <a:lnTo>
                    <a:pt x="193081" y="332312"/>
                  </a:lnTo>
                  <a:lnTo>
                    <a:pt x="198312" y="331405"/>
                  </a:lnTo>
                  <a:lnTo>
                    <a:pt x="203513" y="330333"/>
                  </a:lnTo>
                  <a:lnTo>
                    <a:pt x="208677" y="329096"/>
                  </a:lnTo>
                  <a:lnTo>
                    <a:pt x="213798" y="327696"/>
                  </a:lnTo>
                  <a:lnTo>
                    <a:pt x="218873" y="326133"/>
                  </a:lnTo>
                  <a:lnTo>
                    <a:pt x="223896" y="324411"/>
                  </a:lnTo>
                  <a:lnTo>
                    <a:pt x="228861" y="322529"/>
                  </a:lnTo>
                  <a:lnTo>
                    <a:pt x="233764" y="320491"/>
                  </a:lnTo>
                  <a:lnTo>
                    <a:pt x="238600" y="318299"/>
                  </a:lnTo>
                  <a:lnTo>
                    <a:pt x="243364" y="315953"/>
                  </a:lnTo>
                  <a:lnTo>
                    <a:pt x="248051" y="313458"/>
                  </a:lnTo>
                  <a:lnTo>
                    <a:pt x="252656" y="310815"/>
                  </a:lnTo>
                  <a:lnTo>
                    <a:pt x="257175" y="308027"/>
                  </a:lnTo>
                  <a:lnTo>
                    <a:pt x="261603" y="305097"/>
                  </a:lnTo>
                  <a:lnTo>
                    <a:pt x="265936" y="302028"/>
                  </a:lnTo>
                  <a:lnTo>
                    <a:pt x="270170" y="298823"/>
                  </a:lnTo>
                  <a:lnTo>
                    <a:pt x="274299" y="295485"/>
                  </a:lnTo>
                  <a:lnTo>
                    <a:pt x="278320" y="292017"/>
                  </a:lnTo>
                  <a:lnTo>
                    <a:pt x="282229" y="288424"/>
                  </a:lnTo>
                  <a:lnTo>
                    <a:pt x="286022" y="284708"/>
                  </a:lnTo>
                  <a:lnTo>
                    <a:pt x="289695" y="280874"/>
                  </a:lnTo>
                  <a:lnTo>
                    <a:pt x="293245" y="276924"/>
                  </a:lnTo>
                  <a:lnTo>
                    <a:pt x="296667" y="272865"/>
                  </a:lnTo>
                  <a:lnTo>
                    <a:pt x="299959" y="268698"/>
                  </a:lnTo>
                  <a:lnTo>
                    <a:pt x="303116" y="264429"/>
                  </a:lnTo>
                  <a:lnTo>
                    <a:pt x="306136" y="260062"/>
                  </a:lnTo>
                  <a:lnTo>
                    <a:pt x="309017" y="255601"/>
                  </a:lnTo>
                  <a:lnTo>
                    <a:pt x="311754" y="251051"/>
                  </a:lnTo>
                  <a:lnTo>
                    <a:pt x="314345" y="246417"/>
                  </a:lnTo>
                  <a:lnTo>
                    <a:pt x="316788" y="241702"/>
                  </a:lnTo>
                  <a:lnTo>
                    <a:pt x="319079" y="236912"/>
                  </a:lnTo>
                  <a:lnTo>
                    <a:pt x="321218" y="232052"/>
                  </a:lnTo>
                  <a:lnTo>
                    <a:pt x="323201" y="227126"/>
                  </a:lnTo>
                  <a:lnTo>
                    <a:pt x="325026" y="222140"/>
                  </a:lnTo>
                  <a:lnTo>
                    <a:pt x="326693" y="217099"/>
                  </a:lnTo>
                  <a:lnTo>
                    <a:pt x="328198" y="212007"/>
                  </a:lnTo>
                  <a:lnTo>
                    <a:pt x="329541" y="206870"/>
                  </a:lnTo>
                  <a:lnTo>
                    <a:pt x="330720" y="201692"/>
                  </a:lnTo>
                  <a:lnTo>
                    <a:pt x="331734" y="196480"/>
                  </a:lnTo>
                  <a:lnTo>
                    <a:pt x="332582" y="191239"/>
                  </a:lnTo>
                  <a:lnTo>
                    <a:pt x="333263" y="185973"/>
                  </a:lnTo>
                  <a:lnTo>
                    <a:pt x="333776" y="180688"/>
                  </a:lnTo>
                  <a:lnTo>
                    <a:pt x="334122" y="175389"/>
                  </a:lnTo>
                  <a:lnTo>
                    <a:pt x="334298" y="170082"/>
                  </a:lnTo>
                  <a:lnTo>
                    <a:pt x="334307" y="164772"/>
                  </a:lnTo>
                  <a:lnTo>
                    <a:pt x="334146" y="159465"/>
                  </a:lnTo>
                  <a:lnTo>
                    <a:pt x="333818" y="154165"/>
                  </a:lnTo>
                  <a:lnTo>
                    <a:pt x="333321" y="148879"/>
                  </a:lnTo>
                  <a:lnTo>
                    <a:pt x="332656" y="143611"/>
                  </a:lnTo>
                  <a:lnTo>
                    <a:pt x="331824" y="138367"/>
                  </a:lnTo>
                  <a:lnTo>
                    <a:pt x="330827" y="133151"/>
                  </a:lnTo>
                  <a:lnTo>
                    <a:pt x="329664" y="127971"/>
                  </a:lnTo>
                  <a:lnTo>
                    <a:pt x="328337" y="122829"/>
                  </a:lnTo>
                  <a:lnTo>
                    <a:pt x="326847" y="117733"/>
                  </a:lnTo>
                  <a:lnTo>
                    <a:pt x="325197" y="112686"/>
                  </a:lnTo>
                  <a:lnTo>
                    <a:pt x="323387" y="107694"/>
                  </a:lnTo>
                  <a:lnTo>
                    <a:pt x="321419" y="102762"/>
                  </a:lnTo>
                  <a:lnTo>
                    <a:pt x="319296" y="97895"/>
                  </a:lnTo>
                  <a:lnTo>
                    <a:pt x="317019" y="93099"/>
                  </a:lnTo>
                  <a:lnTo>
                    <a:pt x="314591" y="88376"/>
                  </a:lnTo>
                  <a:lnTo>
                    <a:pt x="312014" y="83734"/>
                  </a:lnTo>
                  <a:lnTo>
                    <a:pt x="309292" y="79175"/>
                  </a:lnTo>
                  <a:lnTo>
                    <a:pt x="306425" y="74705"/>
                  </a:lnTo>
                  <a:lnTo>
                    <a:pt x="303419" y="70329"/>
                  </a:lnTo>
                  <a:lnTo>
                    <a:pt x="300274" y="66050"/>
                  </a:lnTo>
                  <a:lnTo>
                    <a:pt x="296996" y="61873"/>
                  </a:lnTo>
                  <a:lnTo>
                    <a:pt x="293586" y="57803"/>
                  </a:lnTo>
                  <a:lnTo>
                    <a:pt x="290049" y="53843"/>
                  </a:lnTo>
                  <a:lnTo>
                    <a:pt x="286388" y="49997"/>
                  </a:lnTo>
                  <a:lnTo>
                    <a:pt x="282607" y="46269"/>
                  </a:lnTo>
                  <a:lnTo>
                    <a:pt x="278709" y="42664"/>
                  </a:lnTo>
                  <a:lnTo>
                    <a:pt x="274698" y="39184"/>
                  </a:lnTo>
                  <a:lnTo>
                    <a:pt x="270579" y="35833"/>
                  </a:lnTo>
                  <a:lnTo>
                    <a:pt x="266356" y="32614"/>
                  </a:lnTo>
                  <a:lnTo>
                    <a:pt x="262033" y="29532"/>
                  </a:lnTo>
                  <a:lnTo>
                    <a:pt x="257614" y="26588"/>
                  </a:lnTo>
                  <a:lnTo>
                    <a:pt x="253103" y="23786"/>
                  </a:lnTo>
                  <a:lnTo>
                    <a:pt x="248506" y="21129"/>
                  </a:lnTo>
                  <a:lnTo>
                    <a:pt x="243827" y="18619"/>
                  </a:lnTo>
                  <a:lnTo>
                    <a:pt x="239071" y="16259"/>
                  </a:lnTo>
                  <a:lnTo>
                    <a:pt x="234242" y="14051"/>
                  </a:lnTo>
                  <a:lnTo>
                    <a:pt x="229345" y="11998"/>
                  </a:lnTo>
                  <a:lnTo>
                    <a:pt x="224385" y="10101"/>
                  </a:lnTo>
                  <a:lnTo>
                    <a:pt x="219368" y="8362"/>
                  </a:lnTo>
                  <a:lnTo>
                    <a:pt x="214298" y="6784"/>
                  </a:lnTo>
                  <a:lnTo>
                    <a:pt x="209181" y="5368"/>
                  </a:lnTo>
                  <a:lnTo>
                    <a:pt x="204021" y="4115"/>
                  </a:lnTo>
                  <a:lnTo>
                    <a:pt x="198824" y="3026"/>
                  </a:lnTo>
                  <a:lnTo>
                    <a:pt x="193595" y="2103"/>
                  </a:lnTo>
                  <a:lnTo>
                    <a:pt x="188339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6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2457" y="5018213"/>
              <a:ext cx="158581" cy="167167"/>
            </a:xfrm>
            <a:custGeom>
              <a:avLst/>
              <a:pathLst>
                <a:path w="158581" h="167167">
                  <a:moveTo>
                    <a:pt x="158581" y="0"/>
                  </a:moveTo>
                  <a:lnTo>
                    <a:pt x="153088" y="90"/>
                  </a:lnTo>
                  <a:lnTo>
                    <a:pt x="147601" y="361"/>
                  </a:lnTo>
                  <a:lnTo>
                    <a:pt x="142126" y="811"/>
                  </a:lnTo>
                  <a:lnTo>
                    <a:pt x="136668" y="1442"/>
                  </a:lnTo>
                  <a:lnTo>
                    <a:pt x="131234" y="2252"/>
                  </a:lnTo>
                  <a:lnTo>
                    <a:pt x="125830" y="3239"/>
                  </a:lnTo>
                  <a:lnTo>
                    <a:pt x="120461" y="4404"/>
                  </a:lnTo>
                  <a:lnTo>
                    <a:pt x="115133" y="5745"/>
                  </a:lnTo>
                  <a:lnTo>
                    <a:pt x="109852" y="7259"/>
                  </a:lnTo>
                  <a:lnTo>
                    <a:pt x="104624" y="8947"/>
                  </a:lnTo>
                  <a:lnTo>
                    <a:pt x="99454" y="10806"/>
                  </a:lnTo>
                  <a:lnTo>
                    <a:pt x="94348" y="12833"/>
                  </a:lnTo>
                  <a:lnTo>
                    <a:pt x="89311" y="15027"/>
                  </a:lnTo>
                  <a:lnTo>
                    <a:pt x="84349" y="17385"/>
                  </a:lnTo>
                  <a:lnTo>
                    <a:pt x="79467" y="19906"/>
                  </a:lnTo>
                  <a:lnTo>
                    <a:pt x="74671" y="22585"/>
                  </a:lnTo>
                  <a:lnTo>
                    <a:pt x="69965" y="25420"/>
                  </a:lnTo>
                  <a:lnTo>
                    <a:pt x="65355" y="28409"/>
                  </a:lnTo>
                  <a:lnTo>
                    <a:pt x="60846" y="31547"/>
                  </a:lnTo>
                  <a:lnTo>
                    <a:pt x="56442" y="34832"/>
                  </a:lnTo>
                  <a:lnTo>
                    <a:pt x="52149" y="38260"/>
                  </a:lnTo>
                  <a:lnTo>
                    <a:pt x="47970" y="41827"/>
                  </a:lnTo>
                  <a:lnTo>
                    <a:pt x="43911" y="45529"/>
                  </a:lnTo>
                  <a:lnTo>
                    <a:pt x="39976" y="49363"/>
                  </a:lnTo>
                  <a:lnTo>
                    <a:pt x="36169" y="53324"/>
                  </a:lnTo>
                  <a:lnTo>
                    <a:pt x="32495" y="57408"/>
                  </a:lnTo>
                  <a:lnTo>
                    <a:pt x="28956" y="61610"/>
                  </a:lnTo>
                  <a:lnTo>
                    <a:pt x="25557" y="65927"/>
                  </a:lnTo>
                  <a:lnTo>
                    <a:pt x="22302" y="70353"/>
                  </a:lnTo>
                  <a:lnTo>
                    <a:pt x="19195" y="74883"/>
                  </a:lnTo>
                  <a:lnTo>
                    <a:pt x="16237" y="79513"/>
                  </a:lnTo>
                  <a:lnTo>
                    <a:pt x="13434" y="84238"/>
                  </a:lnTo>
                  <a:lnTo>
                    <a:pt x="10787" y="89052"/>
                  </a:lnTo>
                  <a:lnTo>
                    <a:pt x="8300" y="93951"/>
                  </a:lnTo>
                  <a:lnTo>
                    <a:pt x="5976" y="98929"/>
                  </a:lnTo>
                  <a:lnTo>
                    <a:pt x="3816" y="103980"/>
                  </a:lnTo>
                  <a:lnTo>
                    <a:pt x="1823" y="109100"/>
                  </a:lnTo>
                  <a:lnTo>
                    <a:pt x="0" y="114283"/>
                  </a:lnTo>
                  <a:lnTo>
                    <a:pt x="1585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2457" y="5132496"/>
              <a:ext cx="158581" cy="52884"/>
            </a:xfrm>
            <a:custGeom>
              <a:avLst/>
              <a:pathLst>
                <a:path w="158581" h="52884">
                  <a:moveTo>
                    <a:pt x="0" y="0"/>
                  </a:moveTo>
                  <a:lnTo>
                    <a:pt x="158581" y="52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2457" y="5132496"/>
              <a:ext cx="158581" cy="52884"/>
            </a:xfrm>
            <a:custGeom>
              <a:avLst/>
              <a:pathLst>
                <a:path w="158581" h="52884">
                  <a:moveTo>
                    <a:pt x="0" y="0"/>
                  </a:moveTo>
                  <a:lnTo>
                    <a:pt x="158581" y="528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62457" y="5132496"/>
              <a:ext cx="158581" cy="52884"/>
            </a:xfrm>
            <a:custGeom>
              <a:avLst/>
              <a:pathLst>
                <a:path w="158581" h="52884">
                  <a:moveTo>
                    <a:pt x="0" y="0"/>
                  </a:moveTo>
                  <a:lnTo>
                    <a:pt x="158581" y="528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4173" y="5132496"/>
              <a:ext cx="166865" cy="52884"/>
            </a:xfrm>
            <a:custGeom>
              <a:avLst/>
              <a:pathLst>
                <a:path w="166865" h="52884">
                  <a:moveTo>
                    <a:pt x="8283" y="0"/>
                  </a:moveTo>
                  <a:lnTo>
                    <a:pt x="6417" y="5966"/>
                  </a:lnTo>
                  <a:lnTo>
                    <a:pt x="4775" y="11998"/>
                  </a:lnTo>
                  <a:lnTo>
                    <a:pt x="3359" y="18088"/>
                  </a:lnTo>
                  <a:lnTo>
                    <a:pt x="2173" y="24226"/>
                  </a:lnTo>
                  <a:lnTo>
                    <a:pt x="1216" y="30404"/>
                  </a:lnTo>
                  <a:lnTo>
                    <a:pt x="492" y="36613"/>
                  </a:lnTo>
                  <a:lnTo>
                    <a:pt x="0" y="42845"/>
                  </a:lnTo>
                  <a:lnTo>
                    <a:pt x="166865" y="528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72" y="5018213"/>
              <a:ext cx="334322" cy="334329"/>
            </a:xfrm>
            <a:custGeom>
              <a:avLst/>
              <a:pathLst>
                <a:path w="334322" h="334329">
                  <a:moveTo>
                    <a:pt x="300" y="157129"/>
                  </a:moveTo>
                  <a:lnTo>
                    <a:pt x="65" y="162442"/>
                  </a:lnTo>
                  <a:lnTo>
                    <a:pt x="0" y="167760"/>
                  </a:lnTo>
                  <a:lnTo>
                    <a:pt x="103" y="173077"/>
                  </a:lnTo>
                  <a:lnTo>
                    <a:pt x="376" y="178389"/>
                  </a:lnTo>
                  <a:lnTo>
                    <a:pt x="817" y="183689"/>
                  </a:lnTo>
                  <a:lnTo>
                    <a:pt x="1427" y="188972"/>
                  </a:lnTo>
                  <a:lnTo>
                    <a:pt x="2204" y="194234"/>
                  </a:lnTo>
                  <a:lnTo>
                    <a:pt x="3149" y="199468"/>
                  </a:lnTo>
                  <a:lnTo>
                    <a:pt x="4259" y="204669"/>
                  </a:lnTo>
                  <a:lnTo>
                    <a:pt x="5535" y="209832"/>
                  </a:lnTo>
                  <a:lnTo>
                    <a:pt x="6974" y="214952"/>
                  </a:lnTo>
                  <a:lnTo>
                    <a:pt x="8575" y="220024"/>
                  </a:lnTo>
                  <a:lnTo>
                    <a:pt x="10337" y="225042"/>
                  </a:lnTo>
                  <a:lnTo>
                    <a:pt x="12257" y="230002"/>
                  </a:lnTo>
                  <a:lnTo>
                    <a:pt x="14334" y="234898"/>
                  </a:lnTo>
                  <a:lnTo>
                    <a:pt x="16566" y="239725"/>
                  </a:lnTo>
                  <a:lnTo>
                    <a:pt x="18951" y="244479"/>
                  </a:lnTo>
                  <a:lnTo>
                    <a:pt x="21485" y="249155"/>
                  </a:lnTo>
                  <a:lnTo>
                    <a:pt x="24167" y="253748"/>
                  </a:lnTo>
                  <a:lnTo>
                    <a:pt x="26994" y="258253"/>
                  </a:lnTo>
                  <a:lnTo>
                    <a:pt x="29962" y="262666"/>
                  </a:lnTo>
                  <a:lnTo>
                    <a:pt x="33069" y="266982"/>
                  </a:lnTo>
                  <a:lnTo>
                    <a:pt x="36312" y="271197"/>
                  </a:lnTo>
                  <a:lnTo>
                    <a:pt x="39688" y="275307"/>
                  </a:lnTo>
                  <a:lnTo>
                    <a:pt x="43193" y="279308"/>
                  </a:lnTo>
                  <a:lnTo>
                    <a:pt x="46823" y="283195"/>
                  </a:lnTo>
                  <a:lnTo>
                    <a:pt x="50575" y="286964"/>
                  </a:lnTo>
                  <a:lnTo>
                    <a:pt x="54444" y="290613"/>
                  </a:lnTo>
                  <a:lnTo>
                    <a:pt x="58428" y="294136"/>
                  </a:lnTo>
                  <a:lnTo>
                    <a:pt x="62523" y="297531"/>
                  </a:lnTo>
                  <a:lnTo>
                    <a:pt x="66723" y="300794"/>
                  </a:lnTo>
                  <a:lnTo>
                    <a:pt x="71024" y="303921"/>
                  </a:lnTo>
                  <a:lnTo>
                    <a:pt x="75423" y="306910"/>
                  </a:lnTo>
                  <a:lnTo>
                    <a:pt x="79915" y="309758"/>
                  </a:lnTo>
                  <a:lnTo>
                    <a:pt x="84495" y="312461"/>
                  </a:lnTo>
                  <a:lnTo>
                    <a:pt x="89159" y="315018"/>
                  </a:lnTo>
                  <a:lnTo>
                    <a:pt x="93902" y="317424"/>
                  </a:lnTo>
                  <a:lnTo>
                    <a:pt x="98719" y="319679"/>
                  </a:lnTo>
                  <a:lnTo>
                    <a:pt x="103605" y="321779"/>
                  </a:lnTo>
                  <a:lnTo>
                    <a:pt x="108555" y="323723"/>
                  </a:lnTo>
                  <a:lnTo>
                    <a:pt x="113565" y="325508"/>
                  </a:lnTo>
                  <a:lnTo>
                    <a:pt x="118629" y="327133"/>
                  </a:lnTo>
                  <a:lnTo>
                    <a:pt x="123743" y="328596"/>
                  </a:lnTo>
                  <a:lnTo>
                    <a:pt x="128900" y="329896"/>
                  </a:lnTo>
                  <a:lnTo>
                    <a:pt x="134096" y="331031"/>
                  </a:lnTo>
                  <a:lnTo>
                    <a:pt x="139325" y="332000"/>
                  </a:lnTo>
                  <a:lnTo>
                    <a:pt x="144583" y="332802"/>
                  </a:lnTo>
                  <a:lnTo>
                    <a:pt x="149863" y="333437"/>
                  </a:lnTo>
                  <a:lnTo>
                    <a:pt x="155161" y="333903"/>
                  </a:lnTo>
                  <a:lnTo>
                    <a:pt x="160471" y="334200"/>
                  </a:lnTo>
                  <a:lnTo>
                    <a:pt x="165788" y="334329"/>
                  </a:lnTo>
                  <a:lnTo>
                    <a:pt x="171107" y="334288"/>
                  </a:lnTo>
                  <a:lnTo>
                    <a:pt x="176421" y="334078"/>
                  </a:lnTo>
                  <a:lnTo>
                    <a:pt x="181726" y="333699"/>
                  </a:lnTo>
                  <a:lnTo>
                    <a:pt x="187016" y="333152"/>
                  </a:lnTo>
                  <a:lnTo>
                    <a:pt x="192286" y="332436"/>
                  </a:lnTo>
                  <a:lnTo>
                    <a:pt x="197531" y="331553"/>
                  </a:lnTo>
                  <a:lnTo>
                    <a:pt x="202745" y="330504"/>
                  </a:lnTo>
                  <a:lnTo>
                    <a:pt x="207923" y="329290"/>
                  </a:lnTo>
                  <a:lnTo>
                    <a:pt x="213060" y="327911"/>
                  </a:lnTo>
                  <a:lnTo>
                    <a:pt x="218150" y="326370"/>
                  </a:lnTo>
                  <a:lnTo>
                    <a:pt x="223188" y="324668"/>
                  </a:lnTo>
                  <a:lnTo>
                    <a:pt x="228170" y="322806"/>
                  </a:lnTo>
                  <a:lnTo>
                    <a:pt x="233090" y="320786"/>
                  </a:lnTo>
                  <a:lnTo>
                    <a:pt x="237944" y="318611"/>
                  </a:lnTo>
                  <a:lnTo>
                    <a:pt x="242726" y="316283"/>
                  </a:lnTo>
                  <a:lnTo>
                    <a:pt x="247431" y="313804"/>
                  </a:lnTo>
                  <a:lnTo>
                    <a:pt x="252055" y="311177"/>
                  </a:lnTo>
                  <a:lnTo>
                    <a:pt x="256593" y="308403"/>
                  </a:lnTo>
                  <a:lnTo>
                    <a:pt x="261041" y="305487"/>
                  </a:lnTo>
                  <a:lnTo>
                    <a:pt x="265393" y="302431"/>
                  </a:lnTo>
                  <a:lnTo>
                    <a:pt x="269647" y="299238"/>
                  </a:lnTo>
                  <a:lnTo>
                    <a:pt x="273796" y="295911"/>
                  </a:lnTo>
                  <a:lnTo>
                    <a:pt x="277838" y="292453"/>
                  </a:lnTo>
                  <a:lnTo>
                    <a:pt x="281767" y="288869"/>
                  </a:lnTo>
                  <a:lnTo>
                    <a:pt x="285581" y="285162"/>
                  </a:lnTo>
                  <a:lnTo>
                    <a:pt x="289274" y="281336"/>
                  </a:lnTo>
                  <a:lnTo>
                    <a:pt x="292844" y="277393"/>
                  </a:lnTo>
                  <a:lnTo>
                    <a:pt x="296287" y="273340"/>
                  </a:lnTo>
                  <a:lnTo>
                    <a:pt x="299599" y="269179"/>
                  </a:lnTo>
                  <a:lnTo>
                    <a:pt x="302777" y="264914"/>
                  </a:lnTo>
                  <a:lnTo>
                    <a:pt x="305818" y="260551"/>
                  </a:lnTo>
                  <a:lnTo>
                    <a:pt x="308719" y="256093"/>
                  </a:lnTo>
                  <a:lnTo>
                    <a:pt x="311476" y="251545"/>
                  </a:lnTo>
                  <a:lnTo>
                    <a:pt x="314087" y="246911"/>
                  </a:lnTo>
                  <a:lnTo>
                    <a:pt x="316549" y="242197"/>
                  </a:lnTo>
                  <a:lnTo>
                    <a:pt x="318861" y="237407"/>
                  </a:lnTo>
                  <a:lnTo>
                    <a:pt x="321018" y="232546"/>
                  </a:lnTo>
                  <a:lnTo>
                    <a:pt x="323020" y="227619"/>
                  </a:lnTo>
                  <a:lnTo>
                    <a:pt x="324864" y="222630"/>
                  </a:lnTo>
                  <a:lnTo>
                    <a:pt x="326549" y="217586"/>
                  </a:lnTo>
                  <a:lnTo>
                    <a:pt x="328072" y="212490"/>
                  </a:lnTo>
                  <a:lnTo>
                    <a:pt x="329432" y="207348"/>
                  </a:lnTo>
                  <a:lnTo>
                    <a:pt x="330628" y="202166"/>
                  </a:lnTo>
                  <a:lnTo>
                    <a:pt x="331659" y="196949"/>
                  </a:lnTo>
                  <a:lnTo>
                    <a:pt x="332523" y="191701"/>
                  </a:lnTo>
                  <a:lnTo>
                    <a:pt x="333220" y="186428"/>
                  </a:lnTo>
                  <a:lnTo>
                    <a:pt x="333749" y="181136"/>
                  </a:lnTo>
                  <a:lnTo>
                    <a:pt x="334109" y="175830"/>
                  </a:lnTo>
                  <a:lnTo>
                    <a:pt x="334300" y="170515"/>
                  </a:lnTo>
                  <a:lnTo>
                    <a:pt x="334322" y="165196"/>
                  </a:lnTo>
                  <a:lnTo>
                    <a:pt x="334174" y="159880"/>
                  </a:lnTo>
                  <a:lnTo>
                    <a:pt x="333858" y="154571"/>
                  </a:lnTo>
                  <a:lnTo>
                    <a:pt x="333373" y="149275"/>
                  </a:lnTo>
                  <a:lnTo>
                    <a:pt x="332720" y="143996"/>
                  </a:lnTo>
                  <a:lnTo>
                    <a:pt x="331899" y="138742"/>
                  </a:lnTo>
                  <a:lnTo>
                    <a:pt x="330911" y="133516"/>
                  </a:lnTo>
                  <a:lnTo>
                    <a:pt x="329758" y="128324"/>
                  </a:lnTo>
                  <a:lnTo>
                    <a:pt x="328440" y="123171"/>
                  </a:lnTo>
                  <a:lnTo>
                    <a:pt x="326959" y="118063"/>
                  </a:lnTo>
                  <a:lnTo>
                    <a:pt x="325316" y="113005"/>
                  </a:lnTo>
                  <a:lnTo>
                    <a:pt x="323513" y="108001"/>
                  </a:lnTo>
                  <a:lnTo>
                    <a:pt x="321552" y="103058"/>
                  </a:lnTo>
                  <a:lnTo>
                    <a:pt x="319434" y="98179"/>
                  </a:lnTo>
                  <a:lnTo>
                    <a:pt x="317162" y="93370"/>
                  </a:lnTo>
                  <a:lnTo>
                    <a:pt x="314739" y="88636"/>
                  </a:lnTo>
                  <a:lnTo>
                    <a:pt x="312166" y="83981"/>
                  </a:lnTo>
                  <a:lnTo>
                    <a:pt x="309447" y="79411"/>
                  </a:lnTo>
                  <a:lnTo>
                    <a:pt x="306583" y="74929"/>
                  </a:lnTo>
                  <a:lnTo>
                    <a:pt x="303578" y="70541"/>
                  </a:lnTo>
                  <a:lnTo>
                    <a:pt x="300435" y="66250"/>
                  </a:lnTo>
                  <a:lnTo>
                    <a:pt x="297158" y="62062"/>
                  </a:lnTo>
                  <a:lnTo>
                    <a:pt x="293748" y="57980"/>
                  </a:lnTo>
                  <a:lnTo>
                    <a:pt x="290211" y="54008"/>
                  </a:lnTo>
                  <a:lnTo>
                    <a:pt x="286549" y="50151"/>
                  </a:lnTo>
                  <a:lnTo>
                    <a:pt x="282766" y="46413"/>
                  </a:lnTo>
                  <a:lnTo>
                    <a:pt x="278866" y="42797"/>
                  </a:lnTo>
                  <a:lnTo>
                    <a:pt x="274853" y="39306"/>
                  </a:lnTo>
                  <a:lnTo>
                    <a:pt x="270731" y="35945"/>
                  </a:lnTo>
                  <a:lnTo>
                    <a:pt x="266505" y="32717"/>
                  </a:lnTo>
                  <a:lnTo>
                    <a:pt x="262177" y="29625"/>
                  </a:lnTo>
                  <a:lnTo>
                    <a:pt x="257754" y="26672"/>
                  </a:lnTo>
                  <a:lnTo>
                    <a:pt x="253239" y="23862"/>
                  </a:lnTo>
                  <a:lnTo>
                    <a:pt x="248637" y="21196"/>
                  </a:lnTo>
                  <a:lnTo>
                    <a:pt x="243952" y="18678"/>
                  </a:lnTo>
                  <a:lnTo>
                    <a:pt x="239189" y="16311"/>
                  </a:lnTo>
                  <a:lnTo>
                    <a:pt x="234354" y="14096"/>
                  </a:lnTo>
                  <a:lnTo>
                    <a:pt x="229451" y="12036"/>
                  </a:lnTo>
                  <a:lnTo>
                    <a:pt x="224484" y="10133"/>
                  </a:lnTo>
                  <a:lnTo>
                    <a:pt x="219460" y="8389"/>
                  </a:lnTo>
                  <a:lnTo>
                    <a:pt x="214383" y="6806"/>
                  </a:lnTo>
                  <a:lnTo>
                    <a:pt x="209257" y="5385"/>
                  </a:lnTo>
                  <a:lnTo>
                    <a:pt x="204090" y="4128"/>
                  </a:lnTo>
                  <a:lnTo>
                    <a:pt x="198885" y="3036"/>
                  </a:lnTo>
                  <a:lnTo>
                    <a:pt x="193647" y="2110"/>
                  </a:lnTo>
                  <a:lnTo>
                    <a:pt x="188383" y="1351"/>
                  </a:lnTo>
                  <a:lnTo>
                    <a:pt x="183098" y="760"/>
                  </a:lnTo>
                  <a:lnTo>
                    <a:pt x="177796" y="338"/>
                  </a:lnTo>
                  <a:lnTo>
                    <a:pt x="172484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84" y="4659281"/>
              <a:ext cx="333196" cy="334333"/>
            </a:xfrm>
            <a:custGeom>
              <a:avLst/>
              <a:pathLst>
                <a:path w="333196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6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6" y="3014"/>
                  </a:lnTo>
                  <a:lnTo>
                    <a:pt x="130359" y="4098"/>
                  </a:lnTo>
                  <a:lnTo>
                    <a:pt x="125209" y="5346"/>
                  </a:lnTo>
                  <a:lnTo>
                    <a:pt x="120101" y="6757"/>
                  </a:lnTo>
                  <a:lnTo>
                    <a:pt x="115041" y="8329"/>
                  </a:lnTo>
                  <a:lnTo>
                    <a:pt x="110033" y="10060"/>
                  </a:lnTo>
                  <a:lnTo>
                    <a:pt x="105082" y="11949"/>
                  </a:lnTo>
                  <a:lnTo>
                    <a:pt x="100194" y="13995"/>
                  </a:lnTo>
                  <a:lnTo>
                    <a:pt x="95372" y="16194"/>
                  </a:lnTo>
                  <a:lnTo>
                    <a:pt x="90623" y="18544"/>
                  </a:lnTo>
                  <a:lnTo>
                    <a:pt x="85951" y="21045"/>
                  </a:lnTo>
                  <a:lnTo>
                    <a:pt x="81361" y="23692"/>
                  </a:lnTo>
                  <a:lnTo>
                    <a:pt x="76857" y="26483"/>
                  </a:lnTo>
                  <a:lnTo>
                    <a:pt x="72443" y="29415"/>
                  </a:lnTo>
                  <a:lnTo>
                    <a:pt x="68125" y="32486"/>
                  </a:lnTo>
                  <a:lnTo>
                    <a:pt x="63906" y="35692"/>
                  </a:lnTo>
                  <a:lnTo>
                    <a:pt x="59790" y="39031"/>
                  </a:lnTo>
                  <a:lnTo>
                    <a:pt x="55783" y="42498"/>
                  </a:lnTo>
                  <a:lnTo>
                    <a:pt x="51888" y="46090"/>
                  </a:lnTo>
                  <a:lnTo>
                    <a:pt x="48108" y="49804"/>
                  </a:lnTo>
                  <a:lnTo>
                    <a:pt x="44448" y="53636"/>
                  </a:lnTo>
                  <a:lnTo>
                    <a:pt x="40911" y="57582"/>
                  </a:lnTo>
                  <a:lnTo>
                    <a:pt x="37502" y="61639"/>
                  </a:lnTo>
                  <a:lnTo>
                    <a:pt x="34222" y="65801"/>
                  </a:lnTo>
                  <a:lnTo>
                    <a:pt x="31076" y="70065"/>
                  </a:lnTo>
                  <a:lnTo>
                    <a:pt x="28067" y="74426"/>
                  </a:lnTo>
                  <a:lnTo>
                    <a:pt x="25197" y="78881"/>
                  </a:lnTo>
                  <a:lnTo>
                    <a:pt x="22470" y="83425"/>
                  </a:lnTo>
                  <a:lnTo>
                    <a:pt x="19889" y="88052"/>
                  </a:lnTo>
                  <a:lnTo>
                    <a:pt x="17455" y="92760"/>
                  </a:lnTo>
                  <a:lnTo>
                    <a:pt x="15172" y="97541"/>
                  </a:lnTo>
                  <a:lnTo>
                    <a:pt x="13042" y="102393"/>
                  </a:lnTo>
                  <a:lnTo>
                    <a:pt x="11066" y="107310"/>
                  </a:lnTo>
                  <a:lnTo>
                    <a:pt x="9248" y="112287"/>
                  </a:lnTo>
                  <a:lnTo>
                    <a:pt x="7588" y="117320"/>
                  </a:lnTo>
                  <a:lnTo>
                    <a:pt x="6088" y="122402"/>
                  </a:lnTo>
                  <a:lnTo>
                    <a:pt x="4750" y="127529"/>
                  </a:lnTo>
                  <a:lnTo>
                    <a:pt x="3575" y="132696"/>
                  </a:lnTo>
                  <a:lnTo>
                    <a:pt x="2565" y="137898"/>
                  </a:lnTo>
                  <a:lnTo>
                    <a:pt x="1720" y="143129"/>
                  </a:lnTo>
                  <a:lnTo>
                    <a:pt x="1041" y="148385"/>
                  </a:lnTo>
                  <a:lnTo>
                    <a:pt x="529" y="153659"/>
                  </a:lnTo>
                  <a:lnTo>
                    <a:pt x="185" y="158947"/>
                  </a:lnTo>
                  <a:lnTo>
                    <a:pt x="8" y="164243"/>
                  </a:lnTo>
                  <a:lnTo>
                    <a:pt x="0" y="169542"/>
                  </a:lnTo>
                  <a:lnTo>
                    <a:pt x="159" y="174838"/>
                  </a:lnTo>
                  <a:lnTo>
                    <a:pt x="486" y="180127"/>
                  </a:lnTo>
                  <a:lnTo>
                    <a:pt x="980" y="185403"/>
                  </a:lnTo>
                  <a:lnTo>
                    <a:pt x="1642" y="190661"/>
                  </a:lnTo>
                  <a:lnTo>
                    <a:pt x="2470" y="195895"/>
                  </a:lnTo>
                  <a:lnTo>
                    <a:pt x="3463" y="201100"/>
                  </a:lnTo>
                  <a:lnTo>
                    <a:pt x="4621" y="206271"/>
                  </a:lnTo>
                  <a:lnTo>
                    <a:pt x="5942" y="211402"/>
                  </a:lnTo>
                  <a:lnTo>
                    <a:pt x="7425" y="216490"/>
                  </a:lnTo>
                  <a:lnTo>
                    <a:pt x="9068" y="221527"/>
                  </a:lnTo>
                  <a:lnTo>
                    <a:pt x="10871" y="226510"/>
                  </a:lnTo>
                  <a:lnTo>
                    <a:pt x="12830" y="231434"/>
                  </a:lnTo>
                  <a:lnTo>
                    <a:pt x="14944" y="236293"/>
                  </a:lnTo>
                  <a:lnTo>
                    <a:pt x="17212" y="241082"/>
                  </a:lnTo>
                  <a:lnTo>
                    <a:pt x="19630" y="245797"/>
                  </a:lnTo>
                  <a:lnTo>
                    <a:pt x="22196" y="250433"/>
                  </a:lnTo>
                  <a:lnTo>
                    <a:pt x="24908" y="254986"/>
                  </a:lnTo>
                  <a:lnTo>
                    <a:pt x="27763" y="259450"/>
                  </a:lnTo>
                  <a:lnTo>
                    <a:pt x="30758" y="263822"/>
                  </a:lnTo>
                  <a:lnTo>
                    <a:pt x="33890" y="268096"/>
                  </a:lnTo>
                  <a:lnTo>
                    <a:pt x="37156" y="272269"/>
                  </a:lnTo>
                  <a:lnTo>
                    <a:pt x="40552" y="276336"/>
                  </a:lnTo>
                  <a:lnTo>
                    <a:pt x="44076" y="280294"/>
                  </a:lnTo>
                  <a:lnTo>
                    <a:pt x="47723" y="284138"/>
                  </a:lnTo>
                  <a:lnTo>
                    <a:pt x="51491" y="287864"/>
                  </a:lnTo>
                  <a:lnTo>
                    <a:pt x="55374" y="291469"/>
                  </a:lnTo>
                  <a:lnTo>
                    <a:pt x="59370" y="294950"/>
                  </a:lnTo>
                  <a:lnTo>
                    <a:pt x="63474" y="298301"/>
                  </a:lnTo>
                  <a:lnTo>
                    <a:pt x="67683" y="301522"/>
                  </a:lnTo>
                  <a:lnTo>
                    <a:pt x="71991" y="304607"/>
                  </a:lnTo>
                  <a:lnTo>
                    <a:pt x="76395" y="307554"/>
                  </a:lnTo>
                  <a:lnTo>
                    <a:pt x="80890" y="310360"/>
                  </a:lnTo>
                  <a:lnTo>
                    <a:pt x="85472" y="313022"/>
                  </a:lnTo>
                  <a:lnTo>
                    <a:pt x="90136" y="315537"/>
                  </a:lnTo>
                  <a:lnTo>
                    <a:pt x="94877" y="317904"/>
                  </a:lnTo>
                  <a:lnTo>
                    <a:pt x="99691" y="320119"/>
                  </a:lnTo>
                  <a:lnTo>
                    <a:pt x="104572" y="322180"/>
                  </a:lnTo>
                  <a:lnTo>
                    <a:pt x="109517" y="324085"/>
                  </a:lnTo>
                  <a:lnTo>
                    <a:pt x="114519" y="325833"/>
                  </a:lnTo>
                  <a:lnTo>
                    <a:pt x="119575" y="327422"/>
                  </a:lnTo>
                  <a:lnTo>
                    <a:pt x="124678" y="328849"/>
                  </a:lnTo>
                  <a:lnTo>
                    <a:pt x="129824" y="330114"/>
                  </a:lnTo>
                  <a:lnTo>
                    <a:pt x="135007" y="331215"/>
                  </a:lnTo>
                  <a:lnTo>
                    <a:pt x="140223" y="332151"/>
                  </a:lnTo>
                  <a:lnTo>
                    <a:pt x="145465" y="332922"/>
                  </a:lnTo>
                  <a:lnTo>
                    <a:pt x="150730" y="333526"/>
                  </a:lnTo>
                  <a:lnTo>
                    <a:pt x="156011" y="333963"/>
                  </a:lnTo>
                  <a:lnTo>
                    <a:pt x="161303" y="334232"/>
                  </a:lnTo>
                  <a:lnTo>
                    <a:pt x="166601" y="334333"/>
                  </a:lnTo>
                  <a:lnTo>
                    <a:pt x="171899" y="334267"/>
                  </a:lnTo>
                  <a:lnTo>
                    <a:pt x="177193" y="334032"/>
                  </a:lnTo>
                  <a:lnTo>
                    <a:pt x="182477" y="333630"/>
                  </a:lnTo>
                  <a:lnTo>
                    <a:pt x="187745" y="333061"/>
                  </a:lnTo>
                  <a:lnTo>
                    <a:pt x="192993" y="332325"/>
                  </a:lnTo>
                  <a:lnTo>
                    <a:pt x="198215" y="331423"/>
                  </a:lnTo>
                  <a:lnTo>
                    <a:pt x="203405" y="330356"/>
                  </a:lnTo>
                  <a:lnTo>
                    <a:pt x="208559" y="329125"/>
                  </a:lnTo>
                  <a:lnTo>
                    <a:pt x="213671" y="327731"/>
                  </a:lnTo>
                  <a:lnTo>
                    <a:pt x="218737" y="326176"/>
                  </a:lnTo>
                  <a:lnTo>
                    <a:pt x="223751" y="324461"/>
                  </a:lnTo>
                  <a:lnTo>
                    <a:pt x="228708" y="322588"/>
                  </a:lnTo>
                  <a:lnTo>
                    <a:pt x="233603" y="320559"/>
                  </a:lnTo>
                  <a:lnTo>
                    <a:pt x="238431" y="318375"/>
                  </a:lnTo>
                  <a:lnTo>
                    <a:pt x="243188" y="316040"/>
                  </a:lnTo>
                  <a:lnTo>
                    <a:pt x="247868" y="313555"/>
                  </a:lnTo>
                  <a:lnTo>
                    <a:pt x="252467" y="310923"/>
                  </a:lnTo>
                  <a:lnTo>
                    <a:pt x="256981" y="308147"/>
                  </a:lnTo>
                  <a:lnTo>
                    <a:pt x="261404" y="305229"/>
                  </a:lnTo>
                  <a:lnTo>
                    <a:pt x="265733" y="302172"/>
                  </a:lnTo>
                  <a:lnTo>
                    <a:pt x="269962" y="298980"/>
                  </a:lnTo>
                  <a:lnTo>
                    <a:pt x="274088" y="295655"/>
                  </a:lnTo>
                  <a:lnTo>
                    <a:pt x="278107" y="292201"/>
                  </a:lnTo>
                  <a:lnTo>
                    <a:pt x="282014" y="288622"/>
                  </a:lnTo>
                  <a:lnTo>
                    <a:pt x="285806" y="284920"/>
                  </a:lnTo>
                  <a:lnTo>
                    <a:pt x="289478" y="281100"/>
                  </a:lnTo>
                  <a:lnTo>
                    <a:pt x="293028" y="277166"/>
                  </a:lnTo>
                  <a:lnTo>
                    <a:pt x="296451" y="273121"/>
                  </a:lnTo>
                  <a:lnTo>
                    <a:pt x="299744" y="268969"/>
                  </a:lnTo>
                  <a:lnTo>
                    <a:pt x="302904" y="264716"/>
                  </a:lnTo>
                  <a:lnTo>
                    <a:pt x="305928" y="260364"/>
                  </a:lnTo>
                  <a:lnTo>
                    <a:pt x="308812" y="255919"/>
                  </a:lnTo>
                  <a:lnTo>
                    <a:pt x="311554" y="251384"/>
                  </a:lnTo>
                  <a:lnTo>
                    <a:pt x="314150" y="246765"/>
                  </a:lnTo>
                  <a:lnTo>
                    <a:pt x="316599" y="242066"/>
                  </a:lnTo>
                  <a:lnTo>
                    <a:pt x="318898" y="237291"/>
                  </a:lnTo>
                  <a:lnTo>
                    <a:pt x="321045" y="232447"/>
                  </a:lnTo>
                  <a:lnTo>
                    <a:pt x="323036" y="227536"/>
                  </a:lnTo>
                  <a:lnTo>
                    <a:pt x="324871" y="222565"/>
                  </a:lnTo>
                  <a:lnTo>
                    <a:pt x="326548" y="217538"/>
                  </a:lnTo>
                  <a:lnTo>
                    <a:pt x="328064" y="212461"/>
                  </a:lnTo>
                  <a:lnTo>
                    <a:pt x="329419" y="207338"/>
                  </a:lnTo>
                  <a:lnTo>
                    <a:pt x="330611" y="202175"/>
                  </a:lnTo>
                  <a:lnTo>
                    <a:pt x="331638" y="196976"/>
                  </a:lnTo>
                  <a:lnTo>
                    <a:pt x="332500" y="191748"/>
                  </a:lnTo>
                  <a:lnTo>
                    <a:pt x="333196" y="18649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66046" cy="19327"/>
            </a:xfrm>
            <a:custGeom>
              <a:avLst/>
              <a:pathLst>
                <a:path w="166046" h="19327">
                  <a:moveTo>
                    <a:pt x="166046" y="193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6046" cy="19327"/>
            </a:xfrm>
            <a:custGeom>
              <a:avLst/>
              <a:pathLst>
                <a:path w="166046" h="19327">
                  <a:moveTo>
                    <a:pt x="166046" y="193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741625"/>
              <a:ext cx="167152" cy="104151"/>
            </a:xfrm>
            <a:custGeom>
              <a:avLst/>
              <a:pathLst>
                <a:path w="167152" h="104151">
                  <a:moveTo>
                    <a:pt x="166046" y="104151"/>
                  </a:moveTo>
                  <a:lnTo>
                    <a:pt x="166608" y="98477"/>
                  </a:lnTo>
                  <a:lnTo>
                    <a:pt x="166977" y="92787"/>
                  </a:lnTo>
                  <a:lnTo>
                    <a:pt x="167152" y="87088"/>
                  </a:lnTo>
                  <a:lnTo>
                    <a:pt x="167132" y="81387"/>
                  </a:lnTo>
                  <a:lnTo>
                    <a:pt x="166917" y="75689"/>
                  </a:lnTo>
                  <a:lnTo>
                    <a:pt x="166509" y="70002"/>
                  </a:lnTo>
                  <a:lnTo>
                    <a:pt x="165906" y="64333"/>
                  </a:lnTo>
                  <a:lnTo>
                    <a:pt x="165111" y="58687"/>
                  </a:lnTo>
                  <a:lnTo>
                    <a:pt x="164124" y="53072"/>
                  </a:lnTo>
                  <a:lnTo>
                    <a:pt x="162946" y="47493"/>
                  </a:lnTo>
                  <a:lnTo>
                    <a:pt x="161578" y="41958"/>
                  </a:lnTo>
                  <a:lnTo>
                    <a:pt x="160022" y="36473"/>
                  </a:lnTo>
                  <a:lnTo>
                    <a:pt x="158280" y="31044"/>
                  </a:lnTo>
                  <a:lnTo>
                    <a:pt x="156354" y="25677"/>
                  </a:lnTo>
                  <a:lnTo>
                    <a:pt x="154246" y="20380"/>
                  </a:lnTo>
                  <a:lnTo>
                    <a:pt x="151959" y="15157"/>
                  </a:lnTo>
                  <a:lnTo>
                    <a:pt x="149495" y="10016"/>
                  </a:lnTo>
                  <a:lnTo>
                    <a:pt x="146857" y="4961"/>
                  </a:lnTo>
                  <a:lnTo>
                    <a:pt x="144048" y="0"/>
                  </a:lnTo>
                  <a:lnTo>
                    <a:pt x="0" y="84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44048" cy="167167"/>
            </a:xfrm>
            <a:custGeom>
              <a:avLst/>
              <a:pathLst>
                <a:path w="144048" h="167167">
                  <a:moveTo>
                    <a:pt x="144048" y="82344"/>
                  </a:moveTo>
                  <a:lnTo>
                    <a:pt x="141220" y="77714"/>
                  </a:lnTo>
                  <a:lnTo>
                    <a:pt x="138242" y="73178"/>
                  </a:lnTo>
                  <a:lnTo>
                    <a:pt x="135119" y="68742"/>
                  </a:lnTo>
                  <a:lnTo>
                    <a:pt x="131854" y="64409"/>
                  </a:lnTo>
                  <a:lnTo>
                    <a:pt x="128450" y="60184"/>
                  </a:lnTo>
                  <a:lnTo>
                    <a:pt x="124911" y="56072"/>
                  </a:lnTo>
                  <a:lnTo>
                    <a:pt x="121240" y="52077"/>
                  </a:lnTo>
                  <a:lnTo>
                    <a:pt x="117441" y="48203"/>
                  </a:lnTo>
                  <a:lnTo>
                    <a:pt x="113519" y="44455"/>
                  </a:lnTo>
                  <a:lnTo>
                    <a:pt x="109477" y="40836"/>
                  </a:lnTo>
                  <a:lnTo>
                    <a:pt x="105320" y="37349"/>
                  </a:lnTo>
                  <a:lnTo>
                    <a:pt x="101052" y="34000"/>
                  </a:lnTo>
                  <a:lnTo>
                    <a:pt x="96677" y="30791"/>
                  </a:lnTo>
                  <a:lnTo>
                    <a:pt x="92201" y="27725"/>
                  </a:lnTo>
                  <a:lnTo>
                    <a:pt x="87627" y="24807"/>
                  </a:lnTo>
                  <a:lnTo>
                    <a:pt x="82961" y="22038"/>
                  </a:lnTo>
                  <a:lnTo>
                    <a:pt x="78208" y="19423"/>
                  </a:lnTo>
                  <a:lnTo>
                    <a:pt x="73372" y="16962"/>
                  </a:lnTo>
                  <a:lnTo>
                    <a:pt x="68459" y="14661"/>
                  </a:lnTo>
                  <a:lnTo>
                    <a:pt x="63474" y="12519"/>
                  </a:lnTo>
                  <a:lnTo>
                    <a:pt x="58422" y="10541"/>
                  </a:lnTo>
                  <a:lnTo>
                    <a:pt x="53309" y="8727"/>
                  </a:lnTo>
                  <a:lnTo>
                    <a:pt x="48139" y="7081"/>
                  </a:lnTo>
                  <a:lnTo>
                    <a:pt x="42919" y="5603"/>
                  </a:lnTo>
                  <a:lnTo>
                    <a:pt x="37654" y="4295"/>
                  </a:lnTo>
                  <a:lnTo>
                    <a:pt x="32348" y="3159"/>
                  </a:lnTo>
                  <a:lnTo>
                    <a:pt x="27009" y="2196"/>
                  </a:lnTo>
                  <a:lnTo>
                    <a:pt x="21641" y="1406"/>
                  </a:lnTo>
                  <a:lnTo>
                    <a:pt x="16251" y="791"/>
                  </a:lnTo>
                  <a:lnTo>
                    <a:pt x="10843" y="352"/>
                  </a:lnTo>
                  <a:lnTo>
                    <a:pt x="542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1" y="4213821"/>
              <a:ext cx="318258" cy="334319"/>
            </a:xfrm>
            <a:custGeom>
              <a:avLst/>
              <a:pathLst>
                <a:path w="318258" h="334319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2" y="763"/>
                  </a:lnTo>
                  <a:lnTo>
                    <a:pt x="145908" y="1356"/>
                  </a:lnTo>
                  <a:lnTo>
                    <a:pt x="140636" y="2117"/>
                  </a:lnTo>
                  <a:lnTo>
                    <a:pt x="135390" y="3046"/>
                  </a:lnTo>
                  <a:lnTo>
                    <a:pt x="130177" y="4142"/>
                  </a:lnTo>
                  <a:lnTo>
                    <a:pt x="125001" y="5403"/>
                  </a:lnTo>
                  <a:lnTo>
                    <a:pt x="119869" y="6828"/>
                  </a:lnTo>
                  <a:lnTo>
                    <a:pt x="114784" y="8416"/>
                  </a:lnTo>
                  <a:lnTo>
                    <a:pt x="109752" y="10166"/>
                  </a:lnTo>
                  <a:lnTo>
                    <a:pt x="104779" y="12075"/>
                  </a:lnTo>
                  <a:lnTo>
                    <a:pt x="99869" y="14141"/>
                  </a:lnTo>
                  <a:lnTo>
                    <a:pt x="95027" y="16363"/>
                  </a:lnTo>
                  <a:lnTo>
                    <a:pt x="90259" y="18738"/>
                  </a:lnTo>
                  <a:lnTo>
                    <a:pt x="85568" y="21264"/>
                  </a:lnTo>
                  <a:lnTo>
                    <a:pt x="80961" y="23937"/>
                  </a:lnTo>
                  <a:lnTo>
                    <a:pt x="76441" y="26757"/>
                  </a:lnTo>
                  <a:lnTo>
                    <a:pt x="72013" y="29718"/>
                  </a:lnTo>
                  <a:lnTo>
                    <a:pt x="67682" y="32820"/>
                  </a:lnTo>
                  <a:lnTo>
                    <a:pt x="63452" y="36058"/>
                  </a:lnTo>
                  <a:lnTo>
                    <a:pt x="59327" y="39429"/>
                  </a:lnTo>
                  <a:lnTo>
                    <a:pt x="55312" y="42929"/>
                  </a:lnTo>
                  <a:lnTo>
                    <a:pt x="51410" y="46556"/>
                  </a:lnTo>
                  <a:lnTo>
                    <a:pt x="47626" y="50306"/>
                  </a:lnTo>
                  <a:lnTo>
                    <a:pt x="43963" y="54174"/>
                  </a:lnTo>
                  <a:lnTo>
                    <a:pt x="40425" y="58156"/>
                  </a:lnTo>
                  <a:lnTo>
                    <a:pt x="37016" y="62250"/>
                  </a:lnTo>
                  <a:lnTo>
                    <a:pt x="33739" y="66450"/>
                  </a:lnTo>
                  <a:lnTo>
                    <a:pt x="30598" y="70752"/>
                  </a:lnTo>
                  <a:lnTo>
                    <a:pt x="27595" y="75152"/>
                  </a:lnTo>
                  <a:lnTo>
                    <a:pt x="24734" y="79646"/>
                  </a:lnTo>
                  <a:lnTo>
                    <a:pt x="22018" y="84229"/>
                  </a:lnTo>
                  <a:lnTo>
                    <a:pt x="19449" y="88895"/>
                  </a:lnTo>
                  <a:lnTo>
                    <a:pt x="17030" y="93642"/>
                  </a:lnTo>
                  <a:lnTo>
                    <a:pt x="14763" y="98462"/>
                  </a:lnTo>
                  <a:lnTo>
                    <a:pt x="12652" y="103353"/>
                  </a:lnTo>
                  <a:lnTo>
                    <a:pt x="10697" y="108309"/>
                  </a:lnTo>
                  <a:lnTo>
                    <a:pt x="8901" y="113324"/>
                  </a:lnTo>
                  <a:lnTo>
                    <a:pt x="7266" y="118394"/>
                  </a:lnTo>
                  <a:lnTo>
                    <a:pt x="5793" y="123513"/>
                  </a:lnTo>
                  <a:lnTo>
                    <a:pt x="4484" y="128677"/>
                  </a:lnTo>
                  <a:lnTo>
                    <a:pt x="3340" y="133880"/>
                  </a:lnTo>
                  <a:lnTo>
                    <a:pt x="2363" y="139116"/>
                  </a:lnTo>
                  <a:lnTo>
                    <a:pt x="1552" y="144381"/>
                  </a:lnTo>
                  <a:lnTo>
                    <a:pt x="911" y="149670"/>
                  </a:lnTo>
                  <a:lnTo>
                    <a:pt x="437" y="154976"/>
                  </a:lnTo>
                  <a:lnTo>
                    <a:pt x="134" y="160294"/>
                  </a:lnTo>
                  <a:lnTo>
                    <a:pt x="0" y="165620"/>
                  </a:lnTo>
                  <a:lnTo>
                    <a:pt x="35" y="170947"/>
                  </a:lnTo>
                  <a:lnTo>
                    <a:pt x="240" y="176270"/>
                  </a:lnTo>
                  <a:lnTo>
                    <a:pt x="615" y="181584"/>
                  </a:lnTo>
                  <a:lnTo>
                    <a:pt x="1159" y="186883"/>
                  </a:lnTo>
                  <a:lnTo>
                    <a:pt x="1872" y="192162"/>
                  </a:lnTo>
                  <a:lnTo>
                    <a:pt x="2752" y="197416"/>
                  </a:lnTo>
                  <a:lnTo>
                    <a:pt x="3799" y="202639"/>
                  </a:lnTo>
                  <a:lnTo>
                    <a:pt x="5012" y="207826"/>
                  </a:lnTo>
                  <a:lnTo>
                    <a:pt x="6390" y="212972"/>
                  </a:lnTo>
                  <a:lnTo>
                    <a:pt x="7931" y="218071"/>
                  </a:lnTo>
                  <a:lnTo>
                    <a:pt x="9634" y="223119"/>
                  </a:lnTo>
                  <a:lnTo>
                    <a:pt x="11497" y="228110"/>
                  </a:lnTo>
                  <a:lnTo>
                    <a:pt x="13518" y="233039"/>
                  </a:lnTo>
                  <a:lnTo>
                    <a:pt x="15695" y="237901"/>
                  </a:lnTo>
                  <a:lnTo>
                    <a:pt x="18025" y="242691"/>
                  </a:lnTo>
                  <a:lnTo>
                    <a:pt x="20507" y="247404"/>
                  </a:lnTo>
                  <a:lnTo>
                    <a:pt x="23138" y="252036"/>
                  </a:lnTo>
                  <a:lnTo>
                    <a:pt x="25916" y="256582"/>
                  </a:lnTo>
                  <a:lnTo>
                    <a:pt x="28837" y="261037"/>
                  </a:lnTo>
                  <a:lnTo>
                    <a:pt x="31898" y="265397"/>
                  </a:lnTo>
                  <a:lnTo>
                    <a:pt x="35096" y="269657"/>
                  </a:lnTo>
                  <a:lnTo>
                    <a:pt x="38429" y="273813"/>
                  </a:lnTo>
                  <a:lnTo>
                    <a:pt x="41892" y="277860"/>
                  </a:lnTo>
                  <a:lnTo>
                    <a:pt x="45483" y="281795"/>
                  </a:lnTo>
                  <a:lnTo>
                    <a:pt x="49197" y="285614"/>
                  </a:lnTo>
                  <a:lnTo>
                    <a:pt x="53031" y="289313"/>
                  </a:lnTo>
                  <a:lnTo>
                    <a:pt x="56981" y="292887"/>
                  </a:lnTo>
                  <a:lnTo>
                    <a:pt x="61043" y="296334"/>
                  </a:lnTo>
                  <a:lnTo>
                    <a:pt x="65212" y="299650"/>
                  </a:lnTo>
                  <a:lnTo>
                    <a:pt x="69485" y="302831"/>
                  </a:lnTo>
                  <a:lnTo>
                    <a:pt x="73857" y="305874"/>
                  </a:lnTo>
                  <a:lnTo>
                    <a:pt x="78324" y="308776"/>
                  </a:lnTo>
                  <a:lnTo>
                    <a:pt x="82882" y="311535"/>
                  </a:lnTo>
                  <a:lnTo>
                    <a:pt x="87524" y="314147"/>
                  </a:lnTo>
                  <a:lnTo>
                    <a:pt x="92248" y="316610"/>
                  </a:lnTo>
                  <a:lnTo>
                    <a:pt x="97048" y="318921"/>
                  </a:lnTo>
                  <a:lnTo>
                    <a:pt x="101918" y="321078"/>
                  </a:lnTo>
                  <a:lnTo>
                    <a:pt x="106856" y="323078"/>
                  </a:lnTo>
                  <a:lnTo>
                    <a:pt x="111854" y="324921"/>
                  </a:lnTo>
                  <a:lnTo>
                    <a:pt x="116909" y="326603"/>
                  </a:lnTo>
                  <a:lnTo>
                    <a:pt x="122014" y="328123"/>
                  </a:lnTo>
                  <a:lnTo>
                    <a:pt x="127166" y="329480"/>
                  </a:lnTo>
                  <a:lnTo>
                    <a:pt x="132358" y="330672"/>
                  </a:lnTo>
                  <a:lnTo>
                    <a:pt x="137585" y="331697"/>
                  </a:lnTo>
                  <a:lnTo>
                    <a:pt x="142842" y="332556"/>
                  </a:lnTo>
                  <a:lnTo>
                    <a:pt x="148125" y="333247"/>
                  </a:lnTo>
                  <a:lnTo>
                    <a:pt x="153426" y="333769"/>
                  </a:lnTo>
                  <a:lnTo>
                    <a:pt x="158741" y="334122"/>
                  </a:lnTo>
                  <a:lnTo>
                    <a:pt x="164065" y="334306"/>
                  </a:lnTo>
                  <a:lnTo>
                    <a:pt x="169392" y="334319"/>
                  </a:lnTo>
                  <a:lnTo>
                    <a:pt x="174717" y="334163"/>
                  </a:lnTo>
                  <a:lnTo>
                    <a:pt x="180034" y="333838"/>
                  </a:lnTo>
                  <a:lnTo>
                    <a:pt x="185338" y="333343"/>
                  </a:lnTo>
                  <a:lnTo>
                    <a:pt x="190624" y="332679"/>
                  </a:lnTo>
                  <a:lnTo>
                    <a:pt x="195886" y="331848"/>
                  </a:lnTo>
                  <a:lnTo>
                    <a:pt x="201118" y="330849"/>
                  </a:lnTo>
                  <a:lnTo>
                    <a:pt x="206316" y="329684"/>
                  </a:lnTo>
                  <a:lnTo>
                    <a:pt x="211475" y="328354"/>
                  </a:lnTo>
                  <a:lnTo>
                    <a:pt x="216588" y="326860"/>
                  </a:lnTo>
                  <a:lnTo>
                    <a:pt x="221651" y="325204"/>
                  </a:lnTo>
                  <a:lnTo>
                    <a:pt x="226659" y="323387"/>
                  </a:lnTo>
                  <a:lnTo>
                    <a:pt x="231607" y="321412"/>
                  </a:lnTo>
                  <a:lnTo>
                    <a:pt x="236489" y="319280"/>
                  </a:lnTo>
                  <a:lnTo>
                    <a:pt x="241300" y="316994"/>
                  </a:lnTo>
                  <a:lnTo>
                    <a:pt x="246036" y="314556"/>
                  </a:lnTo>
                  <a:lnTo>
                    <a:pt x="250692" y="311968"/>
                  </a:lnTo>
                  <a:lnTo>
                    <a:pt x="255264" y="309233"/>
                  </a:lnTo>
                  <a:lnTo>
                    <a:pt x="259746" y="306353"/>
                  </a:lnTo>
                  <a:lnTo>
                    <a:pt x="264134" y="303332"/>
                  </a:lnTo>
                  <a:lnTo>
                    <a:pt x="268423" y="300173"/>
                  </a:lnTo>
                  <a:lnTo>
                    <a:pt x="272609" y="296879"/>
                  </a:lnTo>
                  <a:lnTo>
                    <a:pt x="276689" y="293454"/>
                  </a:lnTo>
                  <a:lnTo>
                    <a:pt x="280657" y="289900"/>
                  </a:lnTo>
                  <a:lnTo>
                    <a:pt x="284510" y="286221"/>
                  </a:lnTo>
                  <a:lnTo>
                    <a:pt x="288244" y="282421"/>
                  </a:lnTo>
                  <a:lnTo>
                    <a:pt x="291855" y="278505"/>
                  </a:lnTo>
                  <a:lnTo>
                    <a:pt x="295339" y="274475"/>
                  </a:lnTo>
                  <a:lnTo>
                    <a:pt x="298693" y="270336"/>
                  </a:lnTo>
                  <a:lnTo>
                    <a:pt x="301914" y="266093"/>
                  </a:lnTo>
                  <a:lnTo>
                    <a:pt x="304997" y="261749"/>
                  </a:lnTo>
                  <a:lnTo>
                    <a:pt x="307941" y="257309"/>
                  </a:lnTo>
                  <a:lnTo>
                    <a:pt x="310742" y="252778"/>
                  </a:lnTo>
                  <a:lnTo>
                    <a:pt x="313396" y="248159"/>
                  </a:lnTo>
                  <a:lnTo>
                    <a:pt x="315903" y="243459"/>
                  </a:lnTo>
                  <a:lnTo>
                    <a:pt x="318258" y="23868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51098" cy="71513"/>
            </a:xfrm>
            <a:custGeom>
              <a:avLst/>
              <a:pathLst>
                <a:path w="151098" h="71513">
                  <a:moveTo>
                    <a:pt x="151098" y="715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55972"/>
              <a:ext cx="167157" cy="96530"/>
            </a:xfrm>
            <a:custGeom>
              <a:avLst/>
              <a:pathLst>
                <a:path w="167157" h="96530">
                  <a:moveTo>
                    <a:pt x="151098" y="96530"/>
                  </a:moveTo>
                  <a:lnTo>
                    <a:pt x="153497" y="91223"/>
                  </a:lnTo>
                  <a:lnTo>
                    <a:pt x="155710" y="85836"/>
                  </a:lnTo>
                  <a:lnTo>
                    <a:pt x="157734" y="80376"/>
                  </a:lnTo>
                  <a:lnTo>
                    <a:pt x="159567" y="74848"/>
                  </a:lnTo>
                  <a:lnTo>
                    <a:pt x="161206" y="69260"/>
                  </a:lnTo>
                  <a:lnTo>
                    <a:pt x="162649" y="63618"/>
                  </a:lnTo>
                  <a:lnTo>
                    <a:pt x="163895" y="57929"/>
                  </a:lnTo>
                  <a:lnTo>
                    <a:pt x="164942" y="52200"/>
                  </a:lnTo>
                  <a:lnTo>
                    <a:pt x="165789" y="46438"/>
                  </a:lnTo>
                  <a:lnTo>
                    <a:pt x="166434" y="40650"/>
                  </a:lnTo>
                  <a:lnTo>
                    <a:pt x="166878" y="34843"/>
                  </a:lnTo>
                  <a:lnTo>
                    <a:pt x="167119" y="29025"/>
                  </a:lnTo>
                  <a:lnTo>
                    <a:pt x="167157" y="23201"/>
                  </a:lnTo>
                  <a:lnTo>
                    <a:pt x="166992" y="17380"/>
                  </a:lnTo>
                  <a:lnTo>
                    <a:pt x="166625" y="11568"/>
                  </a:lnTo>
                  <a:lnTo>
                    <a:pt x="166056" y="5772"/>
                  </a:lnTo>
                  <a:lnTo>
                    <a:pt x="165285" y="0"/>
                  </a:lnTo>
                  <a:lnTo>
                    <a:pt x="0" y="250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5285" cy="167167"/>
            </a:xfrm>
            <a:custGeom>
              <a:avLst/>
              <a:pathLst>
                <a:path w="165285" h="167167">
                  <a:moveTo>
                    <a:pt x="165285" y="142151"/>
                  </a:moveTo>
                  <a:lnTo>
                    <a:pt x="164391" y="136828"/>
                  </a:lnTo>
                  <a:lnTo>
                    <a:pt x="163326" y="131537"/>
                  </a:lnTo>
                  <a:lnTo>
                    <a:pt x="162091" y="126284"/>
                  </a:lnTo>
                  <a:lnTo>
                    <a:pt x="160686" y="121073"/>
                  </a:lnTo>
                  <a:lnTo>
                    <a:pt x="159115" y="115910"/>
                  </a:lnTo>
                  <a:lnTo>
                    <a:pt x="157377" y="110800"/>
                  </a:lnTo>
                  <a:lnTo>
                    <a:pt x="155476" y="105749"/>
                  </a:lnTo>
                  <a:lnTo>
                    <a:pt x="153412" y="100762"/>
                  </a:lnTo>
                  <a:lnTo>
                    <a:pt x="151188" y="95845"/>
                  </a:lnTo>
                  <a:lnTo>
                    <a:pt x="148807" y="91002"/>
                  </a:lnTo>
                  <a:lnTo>
                    <a:pt x="146271" y="86238"/>
                  </a:lnTo>
                  <a:lnTo>
                    <a:pt x="143583" y="81558"/>
                  </a:lnTo>
                  <a:lnTo>
                    <a:pt x="140744" y="76968"/>
                  </a:lnTo>
                  <a:lnTo>
                    <a:pt x="137759" y="72472"/>
                  </a:lnTo>
                  <a:lnTo>
                    <a:pt x="134631" y="68074"/>
                  </a:lnTo>
                  <a:lnTo>
                    <a:pt x="131362" y="63780"/>
                  </a:lnTo>
                  <a:lnTo>
                    <a:pt x="127956" y="59593"/>
                  </a:lnTo>
                  <a:lnTo>
                    <a:pt x="124417" y="55519"/>
                  </a:lnTo>
                  <a:lnTo>
                    <a:pt x="120748" y="51561"/>
                  </a:lnTo>
                  <a:lnTo>
                    <a:pt x="116953" y="47723"/>
                  </a:lnTo>
                  <a:lnTo>
                    <a:pt x="113036" y="44010"/>
                  </a:lnTo>
                  <a:lnTo>
                    <a:pt x="109002" y="40425"/>
                  </a:lnTo>
                  <a:lnTo>
                    <a:pt x="104854" y="36973"/>
                  </a:lnTo>
                  <a:lnTo>
                    <a:pt x="100596" y="33656"/>
                  </a:lnTo>
                  <a:lnTo>
                    <a:pt x="96234" y="30478"/>
                  </a:lnTo>
                  <a:lnTo>
                    <a:pt x="91772" y="27443"/>
                  </a:lnTo>
                  <a:lnTo>
                    <a:pt x="87214" y="24553"/>
                  </a:lnTo>
                  <a:lnTo>
                    <a:pt x="82564" y="21812"/>
                  </a:lnTo>
                  <a:lnTo>
                    <a:pt x="77829" y="19223"/>
                  </a:lnTo>
                  <a:lnTo>
                    <a:pt x="73013" y="16788"/>
                  </a:lnTo>
                  <a:lnTo>
                    <a:pt x="68121" y="14509"/>
                  </a:lnTo>
                  <a:lnTo>
                    <a:pt x="63157" y="12390"/>
                  </a:lnTo>
                  <a:lnTo>
                    <a:pt x="58128" y="10431"/>
                  </a:lnTo>
                  <a:lnTo>
                    <a:pt x="53038" y="8637"/>
                  </a:lnTo>
                  <a:lnTo>
                    <a:pt x="47893" y="7007"/>
                  </a:lnTo>
                  <a:lnTo>
                    <a:pt x="42698" y="5545"/>
                  </a:lnTo>
                  <a:lnTo>
                    <a:pt x="37459" y="4251"/>
                  </a:lnTo>
                  <a:lnTo>
                    <a:pt x="32180" y="3126"/>
                  </a:lnTo>
                  <a:lnTo>
                    <a:pt x="26868" y="2173"/>
                  </a:lnTo>
                  <a:lnTo>
                    <a:pt x="21528" y="1392"/>
                  </a:lnTo>
                  <a:lnTo>
                    <a:pt x="16166" y="783"/>
                  </a:lnTo>
                  <a:lnTo>
                    <a:pt x="10786" y="348"/>
                  </a:lnTo>
                  <a:lnTo>
                    <a:pt x="539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50" y="3707720"/>
              <a:ext cx="201355" cy="334316"/>
            </a:xfrm>
            <a:custGeom>
              <a:avLst/>
              <a:pathLst>
                <a:path w="201355" h="334316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6" y="764"/>
                  </a:lnTo>
                  <a:lnTo>
                    <a:pt x="145900" y="1357"/>
                  </a:lnTo>
                  <a:lnTo>
                    <a:pt x="140625" y="2119"/>
                  </a:lnTo>
                  <a:lnTo>
                    <a:pt x="135378" y="3049"/>
                  </a:lnTo>
                  <a:lnTo>
                    <a:pt x="130162" y="4145"/>
                  </a:lnTo>
                  <a:lnTo>
                    <a:pt x="124985" y="5407"/>
                  </a:lnTo>
                  <a:lnTo>
                    <a:pt x="119850" y="6834"/>
                  </a:lnTo>
                  <a:lnTo>
                    <a:pt x="114763" y="8424"/>
                  </a:lnTo>
                  <a:lnTo>
                    <a:pt x="109729" y="10175"/>
                  </a:lnTo>
                  <a:lnTo>
                    <a:pt x="104754" y="12085"/>
                  </a:lnTo>
                  <a:lnTo>
                    <a:pt x="99842" y="14153"/>
                  </a:lnTo>
                  <a:lnTo>
                    <a:pt x="94999" y="16377"/>
                  </a:lnTo>
                  <a:lnTo>
                    <a:pt x="90229" y="18754"/>
                  </a:lnTo>
                  <a:lnTo>
                    <a:pt x="85537" y="21281"/>
                  </a:lnTo>
                  <a:lnTo>
                    <a:pt x="80929" y="23957"/>
                  </a:lnTo>
                  <a:lnTo>
                    <a:pt x="76407" y="26779"/>
                  </a:lnTo>
                  <a:lnTo>
                    <a:pt x="71978" y="29743"/>
                  </a:lnTo>
                  <a:lnTo>
                    <a:pt x="67646" y="32847"/>
                  </a:lnTo>
                  <a:lnTo>
                    <a:pt x="63415" y="36088"/>
                  </a:lnTo>
                  <a:lnTo>
                    <a:pt x="59289" y="39461"/>
                  </a:lnTo>
                  <a:lnTo>
                    <a:pt x="55273" y="42965"/>
                  </a:lnTo>
                  <a:lnTo>
                    <a:pt x="51371" y="46594"/>
                  </a:lnTo>
                  <a:lnTo>
                    <a:pt x="47587" y="50347"/>
                  </a:lnTo>
                  <a:lnTo>
                    <a:pt x="43924" y="54218"/>
                  </a:lnTo>
                  <a:lnTo>
                    <a:pt x="40386" y="58203"/>
                  </a:lnTo>
                  <a:lnTo>
                    <a:pt x="36977" y="62300"/>
                  </a:lnTo>
                  <a:lnTo>
                    <a:pt x="33700" y="66503"/>
                  </a:lnTo>
                  <a:lnTo>
                    <a:pt x="30559" y="70808"/>
                  </a:lnTo>
                  <a:lnTo>
                    <a:pt x="27557" y="75212"/>
                  </a:lnTo>
                  <a:lnTo>
                    <a:pt x="24697" y="79709"/>
                  </a:lnTo>
                  <a:lnTo>
                    <a:pt x="21981" y="84294"/>
                  </a:lnTo>
                  <a:lnTo>
                    <a:pt x="19413" y="88964"/>
                  </a:lnTo>
                  <a:lnTo>
                    <a:pt x="16996" y="93714"/>
                  </a:lnTo>
                  <a:lnTo>
                    <a:pt x="14731" y="98538"/>
                  </a:lnTo>
                  <a:lnTo>
                    <a:pt x="12620" y="103432"/>
                  </a:lnTo>
                  <a:lnTo>
                    <a:pt x="10667" y="108390"/>
                  </a:lnTo>
                  <a:lnTo>
                    <a:pt x="8873" y="113408"/>
                  </a:lnTo>
                  <a:lnTo>
                    <a:pt x="7240" y="118481"/>
                  </a:lnTo>
                  <a:lnTo>
                    <a:pt x="5769" y="123604"/>
                  </a:lnTo>
                  <a:lnTo>
                    <a:pt x="4463" y="128771"/>
                  </a:lnTo>
                  <a:lnTo>
                    <a:pt x="3321" y="133976"/>
                  </a:lnTo>
                  <a:lnTo>
                    <a:pt x="2347" y="139216"/>
                  </a:lnTo>
                  <a:lnTo>
                    <a:pt x="1539" y="144484"/>
                  </a:lnTo>
                  <a:lnTo>
                    <a:pt x="901" y="149775"/>
                  </a:lnTo>
                  <a:lnTo>
                    <a:pt x="431" y="155083"/>
                  </a:lnTo>
                  <a:lnTo>
                    <a:pt x="130" y="160404"/>
                  </a:lnTo>
                  <a:lnTo>
                    <a:pt x="0" y="165732"/>
                  </a:lnTo>
                  <a:lnTo>
                    <a:pt x="39" y="171061"/>
                  </a:lnTo>
                  <a:lnTo>
                    <a:pt x="248" y="176387"/>
                  </a:lnTo>
                  <a:lnTo>
                    <a:pt x="626" y="181703"/>
                  </a:lnTo>
                  <a:lnTo>
                    <a:pt x="1174" y="187004"/>
                  </a:lnTo>
                  <a:lnTo>
                    <a:pt x="1891" y="192285"/>
                  </a:lnTo>
                  <a:lnTo>
                    <a:pt x="2776" y="197540"/>
                  </a:lnTo>
                  <a:lnTo>
                    <a:pt x="3828" y="202765"/>
                  </a:lnTo>
                  <a:lnTo>
                    <a:pt x="5045" y="207953"/>
                  </a:lnTo>
                  <a:lnTo>
                    <a:pt x="6428" y="213100"/>
                  </a:lnTo>
                  <a:lnTo>
                    <a:pt x="7974" y="218200"/>
                  </a:lnTo>
                  <a:lnTo>
                    <a:pt x="9681" y="223249"/>
                  </a:lnTo>
                  <a:lnTo>
                    <a:pt x="11549" y="228240"/>
                  </a:lnTo>
                  <a:lnTo>
                    <a:pt x="13575" y="233169"/>
                  </a:lnTo>
                  <a:lnTo>
                    <a:pt x="15757" y="238032"/>
                  </a:lnTo>
                  <a:lnTo>
                    <a:pt x="18093" y="242822"/>
                  </a:lnTo>
                  <a:lnTo>
                    <a:pt x="20580" y="247535"/>
                  </a:lnTo>
                  <a:lnTo>
                    <a:pt x="23216" y="252167"/>
                  </a:lnTo>
                  <a:lnTo>
                    <a:pt x="25999" y="256712"/>
                  </a:lnTo>
                  <a:lnTo>
                    <a:pt x="28925" y="261166"/>
                  </a:lnTo>
                  <a:lnTo>
                    <a:pt x="31992" y="265525"/>
                  </a:lnTo>
                  <a:lnTo>
                    <a:pt x="35196" y="269784"/>
                  </a:lnTo>
                  <a:lnTo>
                    <a:pt x="38534" y="273938"/>
                  </a:lnTo>
                  <a:lnTo>
                    <a:pt x="42003" y="277984"/>
                  </a:lnTo>
                  <a:lnTo>
                    <a:pt x="45599" y="281917"/>
                  </a:lnTo>
                  <a:lnTo>
                    <a:pt x="49318" y="285734"/>
                  </a:lnTo>
                  <a:lnTo>
                    <a:pt x="53158" y="289430"/>
                  </a:lnTo>
                  <a:lnTo>
                    <a:pt x="57113" y="293002"/>
                  </a:lnTo>
                  <a:lnTo>
                    <a:pt x="61180" y="296446"/>
                  </a:lnTo>
                  <a:lnTo>
                    <a:pt x="65355" y="299759"/>
                  </a:lnTo>
                  <a:lnTo>
                    <a:pt x="69633" y="302936"/>
                  </a:lnTo>
                  <a:lnTo>
                    <a:pt x="74011" y="305976"/>
                  </a:lnTo>
                  <a:lnTo>
                    <a:pt x="78483" y="308875"/>
                  </a:lnTo>
                  <a:lnTo>
                    <a:pt x="83045" y="311630"/>
                  </a:lnTo>
                  <a:lnTo>
                    <a:pt x="87693" y="314238"/>
                  </a:lnTo>
                  <a:lnTo>
                    <a:pt x="92421" y="316696"/>
                  </a:lnTo>
                  <a:lnTo>
                    <a:pt x="97226" y="319003"/>
                  </a:lnTo>
                  <a:lnTo>
                    <a:pt x="102101" y="321155"/>
                  </a:lnTo>
                  <a:lnTo>
                    <a:pt x="107043" y="323150"/>
                  </a:lnTo>
                  <a:lnTo>
                    <a:pt x="112046" y="324987"/>
                  </a:lnTo>
                  <a:lnTo>
                    <a:pt x="117104" y="326664"/>
                  </a:lnTo>
                  <a:lnTo>
                    <a:pt x="122214" y="328179"/>
                  </a:lnTo>
                  <a:lnTo>
                    <a:pt x="127369" y="329529"/>
                  </a:lnTo>
                  <a:lnTo>
                    <a:pt x="132565" y="330715"/>
                  </a:lnTo>
                  <a:lnTo>
                    <a:pt x="137796" y="331735"/>
                  </a:lnTo>
                  <a:lnTo>
                    <a:pt x="143057" y="332587"/>
                  </a:lnTo>
                  <a:lnTo>
                    <a:pt x="148342" y="333272"/>
                  </a:lnTo>
                  <a:lnTo>
                    <a:pt x="153647" y="333787"/>
                  </a:lnTo>
                  <a:lnTo>
                    <a:pt x="158965" y="334133"/>
                  </a:lnTo>
                  <a:lnTo>
                    <a:pt x="164291" y="334310"/>
                  </a:lnTo>
                  <a:lnTo>
                    <a:pt x="169621" y="334316"/>
                  </a:lnTo>
                  <a:lnTo>
                    <a:pt x="174947" y="334153"/>
                  </a:lnTo>
                  <a:lnTo>
                    <a:pt x="180266" y="333820"/>
                  </a:lnTo>
                  <a:lnTo>
                    <a:pt x="185572" y="333317"/>
                  </a:lnTo>
                  <a:lnTo>
                    <a:pt x="190859" y="332646"/>
                  </a:lnTo>
                  <a:lnTo>
                    <a:pt x="196122" y="331807"/>
                  </a:lnTo>
                  <a:lnTo>
                    <a:pt x="201355" y="33080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8399"/>
              <a:ext cx="167159" cy="330121"/>
            </a:xfrm>
            <a:custGeom>
              <a:avLst/>
              <a:pathLst>
                <a:path w="167159" h="330121">
                  <a:moveTo>
                    <a:pt x="34194" y="330121"/>
                  </a:moveTo>
                  <a:lnTo>
                    <a:pt x="39407" y="328945"/>
                  </a:lnTo>
                  <a:lnTo>
                    <a:pt x="44580" y="327602"/>
                  </a:lnTo>
                  <a:lnTo>
                    <a:pt x="49707" y="326094"/>
                  </a:lnTo>
                  <a:lnTo>
                    <a:pt x="54784" y="324424"/>
                  </a:lnTo>
                  <a:lnTo>
                    <a:pt x="59805" y="322592"/>
                  </a:lnTo>
                  <a:lnTo>
                    <a:pt x="64764" y="320600"/>
                  </a:lnTo>
                  <a:lnTo>
                    <a:pt x="69657" y="318451"/>
                  </a:lnTo>
                  <a:lnTo>
                    <a:pt x="74479" y="316147"/>
                  </a:lnTo>
                  <a:lnTo>
                    <a:pt x="79225" y="313690"/>
                  </a:lnTo>
                  <a:lnTo>
                    <a:pt x="83890" y="311082"/>
                  </a:lnTo>
                  <a:lnTo>
                    <a:pt x="88469" y="308326"/>
                  </a:lnTo>
                  <a:lnTo>
                    <a:pt x="92958" y="305426"/>
                  </a:lnTo>
                  <a:lnTo>
                    <a:pt x="97352" y="302383"/>
                  </a:lnTo>
                  <a:lnTo>
                    <a:pt x="101646" y="299202"/>
                  </a:lnTo>
                  <a:lnTo>
                    <a:pt x="105837" y="295885"/>
                  </a:lnTo>
                  <a:lnTo>
                    <a:pt x="109919" y="292436"/>
                  </a:lnTo>
                  <a:lnTo>
                    <a:pt x="113889" y="288858"/>
                  </a:lnTo>
                  <a:lnTo>
                    <a:pt x="117742" y="285154"/>
                  </a:lnTo>
                  <a:lnTo>
                    <a:pt x="121475" y="281330"/>
                  </a:lnTo>
                  <a:lnTo>
                    <a:pt x="125084" y="277388"/>
                  </a:lnTo>
                  <a:lnTo>
                    <a:pt x="128565" y="273333"/>
                  </a:lnTo>
                  <a:lnTo>
                    <a:pt x="131915" y="269169"/>
                  </a:lnTo>
                  <a:lnTo>
                    <a:pt x="135130" y="264900"/>
                  </a:lnTo>
                  <a:lnTo>
                    <a:pt x="138207" y="260530"/>
                  </a:lnTo>
                  <a:lnTo>
                    <a:pt x="141142" y="256064"/>
                  </a:lnTo>
                  <a:lnTo>
                    <a:pt x="143933" y="251506"/>
                  </a:lnTo>
                  <a:lnTo>
                    <a:pt x="146577" y="246862"/>
                  </a:lnTo>
                  <a:lnTo>
                    <a:pt x="149072" y="242135"/>
                  </a:lnTo>
                  <a:lnTo>
                    <a:pt x="151414" y="237331"/>
                  </a:lnTo>
                  <a:lnTo>
                    <a:pt x="153601" y="232455"/>
                  </a:lnTo>
                  <a:lnTo>
                    <a:pt x="155631" y="227511"/>
                  </a:lnTo>
                  <a:lnTo>
                    <a:pt x="157502" y="222505"/>
                  </a:lnTo>
                  <a:lnTo>
                    <a:pt x="159212" y="217442"/>
                  </a:lnTo>
                  <a:lnTo>
                    <a:pt x="160760" y="212326"/>
                  </a:lnTo>
                  <a:lnTo>
                    <a:pt x="162143" y="207164"/>
                  </a:lnTo>
                  <a:lnTo>
                    <a:pt x="163360" y="201960"/>
                  </a:lnTo>
                  <a:lnTo>
                    <a:pt x="164411" y="196720"/>
                  </a:lnTo>
                  <a:lnTo>
                    <a:pt x="165293" y="191449"/>
                  </a:lnTo>
                  <a:lnTo>
                    <a:pt x="166006" y="186152"/>
                  </a:lnTo>
                  <a:lnTo>
                    <a:pt x="166550" y="180836"/>
                  </a:lnTo>
                  <a:lnTo>
                    <a:pt x="166924" y="175505"/>
                  </a:lnTo>
                  <a:lnTo>
                    <a:pt x="167127" y="170164"/>
                  </a:lnTo>
                  <a:lnTo>
                    <a:pt x="167159" y="164820"/>
                  </a:lnTo>
                  <a:lnTo>
                    <a:pt x="167020" y="159477"/>
                  </a:lnTo>
                  <a:lnTo>
                    <a:pt x="166710" y="154142"/>
                  </a:lnTo>
                  <a:lnTo>
                    <a:pt x="166231" y="148819"/>
                  </a:lnTo>
                  <a:lnTo>
                    <a:pt x="165581" y="143514"/>
                  </a:lnTo>
                  <a:lnTo>
                    <a:pt x="164762" y="138233"/>
                  </a:lnTo>
                  <a:lnTo>
                    <a:pt x="163774" y="132981"/>
                  </a:lnTo>
                  <a:lnTo>
                    <a:pt x="162620" y="127763"/>
                  </a:lnTo>
                  <a:lnTo>
                    <a:pt x="161299" y="122584"/>
                  </a:lnTo>
                  <a:lnTo>
                    <a:pt x="159813" y="117451"/>
                  </a:lnTo>
                  <a:lnTo>
                    <a:pt x="158163" y="112367"/>
                  </a:lnTo>
                  <a:lnTo>
                    <a:pt x="156353" y="107339"/>
                  </a:lnTo>
                  <a:lnTo>
                    <a:pt x="154382" y="102371"/>
                  </a:lnTo>
                  <a:lnTo>
                    <a:pt x="152253" y="97469"/>
                  </a:lnTo>
                  <a:lnTo>
                    <a:pt x="149969" y="92637"/>
                  </a:lnTo>
                  <a:lnTo>
                    <a:pt x="147532" y="87881"/>
                  </a:lnTo>
                  <a:lnTo>
                    <a:pt x="144944" y="83205"/>
                  </a:lnTo>
                  <a:lnTo>
                    <a:pt x="142207" y="78614"/>
                  </a:lnTo>
                  <a:lnTo>
                    <a:pt x="139326" y="74113"/>
                  </a:lnTo>
                  <a:lnTo>
                    <a:pt x="136302" y="69707"/>
                  </a:lnTo>
                  <a:lnTo>
                    <a:pt x="133138" y="65399"/>
                  </a:lnTo>
                  <a:lnTo>
                    <a:pt x="129839" y="61195"/>
                  </a:lnTo>
                  <a:lnTo>
                    <a:pt x="126407" y="57098"/>
                  </a:lnTo>
                  <a:lnTo>
                    <a:pt x="122845" y="53114"/>
                  </a:lnTo>
                  <a:lnTo>
                    <a:pt x="119158" y="49245"/>
                  </a:lnTo>
                  <a:lnTo>
                    <a:pt x="115350" y="45496"/>
                  </a:lnTo>
                  <a:lnTo>
                    <a:pt x="111423" y="41870"/>
                  </a:lnTo>
                  <a:lnTo>
                    <a:pt x="107383" y="38372"/>
                  </a:lnTo>
                  <a:lnTo>
                    <a:pt x="103232" y="35005"/>
                  </a:lnTo>
                  <a:lnTo>
                    <a:pt x="98977" y="31772"/>
                  </a:lnTo>
                  <a:lnTo>
                    <a:pt x="94620" y="28677"/>
                  </a:lnTo>
                  <a:lnTo>
                    <a:pt x="90166" y="25723"/>
                  </a:lnTo>
                  <a:lnTo>
                    <a:pt x="85620" y="22913"/>
                  </a:lnTo>
                  <a:lnTo>
                    <a:pt x="80987" y="20249"/>
                  </a:lnTo>
                  <a:lnTo>
                    <a:pt x="76271" y="17735"/>
                  </a:lnTo>
                  <a:lnTo>
                    <a:pt x="71477" y="15373"/>
                  </a:lnTo>
                  <a:lnTo>
                    <a:pt x="66610" y="13165"/>
                  </a:lnTo>
                  <a:lnTo>
                    <a:pt x="61675" y="11114"/>
                  </a:lnTo>
                  <a:lnTo>
                    <a:pt x="56676" y="9222"/>
                  </a:lnTo>
                  <a:lnTo>
                    <a:pt x="51620" y="7491"/>
                  </a:lnTo>
                  <a:lnTo>
                    <a:pt x="46511" y="5922"/>
                  </a:lnTo>
                  <a:lnTo>
                    <a:pt x="41355" y="4517"/>
                  </a:lnTo>
                  <a:lnTo>
                    <a:pt x="36156" y="3278"/>
                  </a:lnTo>
                  <a:lnTo>
                    <a:pt x="30921" y="2206"/>
                  </a:lnTo>
                  <a:lnTo>
                    <a:pt x="25653" y="1301"/>
                  </a:lnTo>
                  <a:lnTo>
                    <a:pt x="20360" y="566"/>
                  </a:lnTo>
                  <a:lnTo>
                    <a:pt x="15046" y="0"/>
                  </a:lnTo>
                  <a:lnTo>
                    <a:pt x="0" y="166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15046" cy="167167"/>
            </a:xfrm>
            <a:custGeom>
              <a:avLst/>
              <a:pathLst>
                <a:path w="15046" h="167167">
                  <a:moveTo>
                    <a:pt x="15046" y="6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2025-06-05T14:09:11Z</dcterms:modified>
  <cp:category/>
</cp:coreProperties>
</file>